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f9ab5f0754ec1" /><Relationship Type="http://schemas.openxmlformats.org/officeDocument/2006/relationships/extended-properties" Target="/docProps/app.xml" Id="Rb9912fd452964a3d" /><Relationship Type="http://schemas.openxmlformats.org/officeDocument/2006/relationships/officeDocument" Target="/ppt/presentation.xml" Id="Rca26d02334bc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d3b6aad81c4567"/>
  </p:sldMasterIdLst>
  <p:notesMasterIdLst>
    <p:notesMasterId xmlns:r="http://schemas.openxmlformats.org/officeDocument/2006/relationships" r:id="R43e12ddad58c4485"/>
  </p:notesMasterIdLst>
  <p:sldIdLst>
    <p:sldId xmlns:r="http://schemas.openxmlformats.org/officeDocument/2006/relationships" id="256" r:id="R859014ee68b74a31"/>
  </p:sldIdLst>
  <p:sldSz cx="14773275" cy="6372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9f42f403b416b" /><Relationship Type="http://schemas.openxmlformats.org/officeDocument/2006/relationships/slideMaster" Target="/ppt/slideMasters/slideMaster1.xml" Id="Rc5d3b6aad81c4567" /><Relationship Type="http://schemas.openxmlformats.org/officeDocument/2006/relationships/notesMaster" Target="/ppt/notesMasters/notesMaster1.xml" Id="R43e12ddad58c4485" /><Relationship Type="http://schemas.openxmlformats.org/officeDocument/2006/relationships/presProps" Target="/ppt/presProps.xml" Id="R8d215306a5334735" /><Relationship Type="http://schemas.openxmlformats.org/officeDocument/2006/relationships/tableStyles" Target="/ppt/tableStyles.xml" Id="Rd716f7b302814335" /><Relationship Type="http://schemas.openxmlformats.org/officeDocument/2006/relationships/slide" Target="/ppt/slides/slide1.xml" Id="R859014ee68b7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0bdfd2f7b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8c87c90b54d1b" /><Relationship Type="http://schemas.openxmlformats.org/officeDocument/2006/relationships/notesMaster" Target="/ppt/notesMasters/notesMaster1.xml" Id="R01a8fddb1a6a467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素材ID：SE-013</ns1:t>
            </ns1:r>
          </ns1:p>
          <ns1:p>
            <ns1:r>
              <ns1:t>论文：Seeing is Fixing: Cross-Modal Reasoning with Multimodal LLMs for Visual Software Issue Repair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4，PDF第4页</ns1:t>
            </ns1:r>
          </ns1:p>
          <ns1:p>
            <ns1:r>
              <ns1:t>类型：系统架构</ns1:t>
            </ns1:r>
          </ns1:p>
          <ns1:p>
            <ns1:r>
              <ns1:t>借鉴点：输入资源列加三条修复泳道，明确 Image2Code 与 Code2Image 两个方向；适合多模态诊断、定位、生成、验证闭环。</ns1:t>
            </ns1:r>
          </ns1:p>
          <ns1:p>
            <ns1:r>
              <ns1:t>论文URL：https://arxiv.org/pdf/2506.16136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04b56e97e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cdd78be93c4c2a" /><Relationship Type="http://schemas.openxmlformats.org/officeDocument/2006/relationships/slideLayout" Target="/ppt/slideLayouts/slideLayout1.xml" Id="Rbff1992fac5047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1992fac5047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e2f57c51e45d8" /><Relationship Type="http://schemas.openxmlformats.org/officeDocument/2006/relationships/image" Target="/ppt/media/image.png" Id="R8ed69bfc66094c21" /><Relationship Type="http://schemas.openxmlformats.org/officeDocument/2006/relationships/image" Target="/ppt/media/image2.png" Id="R8572f95eee154d1a" /><Relationship Type="http://schemas.openxmlformats.org/officeDocument/2006/relationships/image" Target="/ppt/media/image3.png" Id="R21e05d5f933a4fb2" /><Relationship Type="http://schemas.openxmlformats.org/officeDocument/2006/relationships/image" Target="/ppt/media/image4.png" Id="R9c018d7d2b2d4a8a" /><Relationship Type="http://schemas.openxmlformats.org/officeDocument/2006/relationships/image" Target="/ppt/media/image5.png" Id="Rd60d1d99044342f0" /><Relationship Type="http://schemas.openxmlformats.org/officeDocument/2006/relationships/image" Target="/ppt/media/image6.png" Id="Rb01ad35ecc724f7a" /><Relationship Type="http://schemas.openxmlformats.org/officeDocument/2006/relationships/image" Target="/ppt/media/image7.png" Id="R2f60e95c92244d41" /><Relationship Type="http://schemas.openxmlformats.org/officeDocument/2006/relationships/image" Target="/ppt/media/image8.png" Id="R59a7c6adaa8242c2" /><Relationship Type="http://schemas.openxmlformats.org/officeDocument/2006/relationships/image" Target="/ppt/media/image9.png" Id="R8b142c7e02e04cf2" /><Relationship Type="http://schemas.openxmlformats.org/officeDocument/2006/relationships/image" Target="/ppt/media/image10.png" Id="R00cab0d66a454029" /><Relationship Type="http://schemas.openxmlformats.org/officeDocument/2006/relationships/image" Target="/ppt/media/image11.png" Id="R8717a81da9c44a2c" /><Relationship Type="http://schemas.openxmlformats.org/officeDocument/2006/relationships/image" Target="/ppt/media/image12.png" Id="R7ae2bd3ad3754882" /><Relationship Type="http://schemas.openxmlformats.org/officeDocument/2006/relationships/image" Target="/ppt/media/image13.png" Id="R5207cc61a3ff477a" /><Relationship Type="http://schemas.openxmlformats.org/officeDocument/2006/relationships/image" Target="/ppt/media/image14.png" Id="R7fc3a6c4cbe7422c" /><Relationship Type="http://schemas.openxmlformats.org/officeDocument/2006/relationships/image" Target="/ppt/media/image15.png" Id="Rfed79f28865b4f9d" /><Relationship Type="http://schemas.openxmlformats.org/officeDocument/2006/relationships/image" Target="/ppt/media/image16.png" Id="R70a4b35798c04de3" /><Relationship Type="http://schemas.openxmlformats.org/officeDocument/2006/relationships/image" Target="/ppt/media/image17.png" Id="R0be3ce3b92464011" /><Relationship Type="http://schemas.openxmlformats.org/officeDocument/2006/relationships/image" Target="/ppt/media/image18.png" Id="Rbc610ccdccdf4c5d" /><Relationship Type="http://schemas.openxmlformats.org/officeDocument/2006/relationships/image" Target="/ppt/media/image19.png" Id="R36ff90939473426e" /><Relationship Type="http://schemas.openxmlformats.org/officeDocument/2006/relationships/image" Target="/ppt/media/image20.png" Id="R6cd29692939844c4" /><Relationship Type="http://schemas.openxmlformats.org/officeDocument/2006/relationships/image" Target="/ppt/media/image21.png" Id="Rf96b5ff71558478a" /><Relationship Type="http://schemas.openxmlformats.org/officeDocument/2006/relationships/image" Target="/ppt/media/image22.png" Id="R4590d0e9f3bc4982" /><Relationship Type="http://schemas.openxmlformats.org/officeDocument/2006/relationships/image" Target="/ppt/media/image23.png" Id="Ra903135975054cb4" /><Relationship Type="http://schemas.openxmlformats.org/officeDocument/2006/relationships/image" Target="/ppt/media/image24.png" Id="Ra02668b65a76468b" /><Relationship Type="http://schemas.openxmlformats.org/officeDocument/2006/relationships/image" Target="/ppt/media/image25.png" Id="R87dbc7fdbe174dba" /><Relationship Type="http://schemas.openxmlformats.org/officeDocument/2006/relationships/image" Target="/ppt/media/image26.png" Id="Rdfa3cc9d50134032" /><Relationship Type="http://schemas.openxmlformats.org/officeDocument/2006/relationships/image" Target="/ppt/media/image27.png" Id="R957f1dc670034889" /><Relationship Type="http://schemas.openxmlformats.org/officeDocument/2006/relationships/image" Target="/ppt/media/image28.png" Id="R1c32eb9e72304d15" /><Relationship Type="http://schemas.openxmlformats.org/officeDocument/2006/relationships/image" Target="/ppt/media/image29.png" Id="R2d628818432d4574" /><Relationship Type="http://schemas.openxmlformats.org/officeDocument/2006/relationships/image" Target="/ppt/media/image30.png" Id="R87c8ac5f6c36407c" /><Relationship Type="http://schemas.openxmlformats.org/officeDocument/2006/relationships/image" Target="/ppt/media/image31.png" Id="R77f584685e23468c" /><Relationship Type="http://schemas.openxmlformats.org/officeDocument/2006/relationships/image" Target="/ppt/media/image32.png" Id="R0f751f9c35d44f47" /><Relationship Type="http://schemas.openxmlformats.org/officeDocument/2006/relationships/image" Target="/ppt/media/image33.png" Id="R6f63b4a038c74617" /><Relationship Type="http://schemas.openxmlformats.org/officeDocument/2006/relationships/notesSlide" Target="/ppt/notesSlides/notesSlide1.xml" Id="Re1b9ecfb2c954c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466D4-0315-4496-9FCF-5577844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15581"/>
            <a:ext cx="14689112" cy="6286293"/>
          </a:xfrm>
          <a:custGeom xmlns:a="http://schemas.openxmlformats.org/drawingml/2006/main">
            <a:pathLst>
              <a:path w="14689112" h="6286293">
                <a:moveTo>
                  <a:pt x="14689112" y="0"/>
                </a:moveTo>
                <a:lnTo>
                  <a:pt x="14689112" y="6286293"/>
                </a:lnTo>
                <a:lnTo>
                  <a:pt x="0" y="6286293"/>
                </a:lnTo>
                <a:lnTo>
                  <a:pt x="0" y="0"/>
                </a:lnTo>
                <a:lnTo>
                  <a:pt x="1468911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91E58-D55E-4600-A8FD-183771EC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731" y="503589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C57B9-3CE0-4CA3-A2AB-617FEAE2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696" y="503589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AFB3F-B74D-446C-98F8-6AF1886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221" y="1045139"/>
            <a:ext cx="386875" cy="65943"/>
          </a:xfrm>
          <a:custGeom xmlns:a="http://schemas.openxmlformats.org/drawingml/2006/main">
            <a:pathLst>
              <a:path w="386875" h="65943">
                <a:moveTo>
                  <a:pt x="327368" y="54587"/>
                </a:moveTo>
                <a:lnTo>
                  <a:pt x="327037" y="54795"/>
                </a:lnTo>
                <a:lnTo>
                  <a:pt x="326725" y="55022"/>
                </a:lnTo>
                <a:lnTo>
                  <a:pt x="326432" y="55266"/>
                </a:lnTo>
                <a:lnTo>
                  <a:pt x="326160" y="55527"/>
                </a:lnTo>
                <a:lnTo>
                  <a:pt x="325907" y="55803"/>
                </a:lnTo>
                <a:lnTo>
                  <a:pt x="325675" y="56092"/>
                </a:lnTo>
                <a:lnTo>
                  <a:pt x="325463" y="56395"/>
                </a:lnTo>
                <a:lnTo>
                  <a:pt x="325273" y="56709"/>
                </a:lnTo>
                <a:lnTo>
                  <a:pt x="325104" y="57034"/>
                </a:lnTo>
                <a:lnTo>
                  <a:pt x="324956" y="57368"/>
                </a:lnTo>
                <a:lnTo>
                  <a:pt x="324831" y="57710"/>
                </a:lnTo>
                <a:lnTo>
                  <a:pt x="324727" y="58060"/>
                </a:lnTo>
                <a:lnTo>
                  <a:pt x="324646" y="58415"/>
                </a:lnTo>
                <a:lnTo>
                  <a:pt x="324588" y="58775"/>
                </a:lnTo>
                <a:lnTo>
                  <a:pt x="324553" y="59139"/>
                </a:lnTo>
                <a:lnTo>
                  <a:pt x="324541" y="59505"/>
                </a:lnTo>
                <a:lnTo>
                  <a:pt x="324553" y="59872"/>
                </a:lnTo>
                <a:lnTo>
                  <a:pt x="324589" y="60240"/>
                </a:lnTo>
                <a:lnTo>
                  <a:pt x="324649" y="60607"/>
                </a:lnTo>
                <a:lnTo>
                  <a:pt x="324734" y="60971"/>
                </a:lnTo>
                <a:lnTo>
                  <a:pt x="324843" y="61332"/>
                </a:lnTo>
                <a:lnTo>
                  <a:pt x="324978" y="61689"/>
                </a:lnTo>
                <a:lnTo>
                  <a:pt x="325138" y="62040"/>
                </a:lnTo>
                <a:lnTo>
                  <a:pt x="325324" y="62385"/>
                </a:lnTo>
                <a:lnTo>
                  <a:pt x="325532" y="62707"/>
                </a:lnTo>
                <a:lnTo>
                  <a:pt x="325757" y="63010"/>
                </a:lnTo>
                <a:lnTo>
                  <a:pt x="326000" y="63295"/>
                </a:lnTo>
                <a:lnTo>
                  <a:pt x="326258" y="63561"/>
                </a:lnTo>
                <a:lnTo>
                  <a:pt x="326531" y="63808"/>
                </a:lnTo>
                <a:lnTo>
                  <a:pt x="326818" y="64035"/>
                </a:lnTo>
                <a:lnTo>
                  <a:pt x="327116" y="64242"/>
                </a:lnTo>
                <a:lnTo>
                  <a:pt x="327427" y="64429"/>
                </a:lnTo>
                <a:lnTo>
                  <a:pt x="327747" y="64595"/>
                </a:lnTo>
                <a:lnTo>
                  <a:pt x="328077" y="64741"/>
                </a:lnTo>
                <a:lnTo>
                  <a:pt x="328414" y="64865"/>
                </a:lnTo>
                <a:lnTo>
                  <a:pt x="328759" y="64968"/>
                </a:lnTo>
                <a:lnTo>
                  <a:pt x="329109" y="65050"/>
                </a:lnTo>
                <a:lnTo>
                  <a:pt x="329465" y="65109"/>
                </a:lnTo>
                <a:lnTo>
                  <a:pt x="329824" y="65146"/>
                </a:lnTo>
                <a:lnTo>
                  <a:pt x="330186" y="65161"/>
                </a:lnTo>
                <a:lnTo>
                  <a:pt x="330549" y="65152"/>
                </a:lnTo>
                <a:lnTo>
                  <a:pt x="330913" y="65121"/>
                </a:lnTo>
                <a:lnTo>
                  <a:pt x="331276" y="65066"/>
                </a:lnTo>
                <a:lnTo>
                  <a:pt x="331638" y="64987"/>
                </a:lnTo>
                <a:lnTo>
                  <a:pt x="331997" y="64884"/>
                </a:lnTo>
                <a:lnTo>
                  <a:pt x="332352" y="64757"/>
                </a:lnTo>
                <a:lnTo>
                  <a:pt x="332702" y="64605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2" y="1404"/>
                </a:lnTo>
                <a:lnTo>
                  <a:pt x="332352" y="1244"/>
                </a:lnTo>
                <a:lnTo>
                  <a:pt x="331997" y="1109"/>
                </a:lnTo>
                <a:lnTo>
                  <a:pt x="331638" y="1000"/>
                </a:lnTo>
                <a:lnTo>
                  <a:pt x="331276" y="915"/>
                </a:lnTo>
                <a:lnTo>
                  <a:pt x="330913" y="855"/>
                </a:lnTo>
                <a:lnTo>
                  <a:pt x="330549" y="819"/>
                </a:lnTo>
                <a:lnTo>
                  <a:pt x="330186" y="808"/>
                </a:lnTo>
                <a:lnTo>
                  <a:pt x="329824" y="819"/>
                </a:lnTo>
                <a:lnTo>
                  <a:pt x="329465" y="854"/>
                </a:lnTo>
                <a:lnTo>
                  <a:pt x="329109" y="913"/>
                </a:lnTo>
                <a:lnTo>
                  <a:pt x="328759" y="994"/>
                </a:lnTo>
                <a:lnTo>
                  <a:pt x="328414" y="1097"/>
                </a:lnTo>
                <a:lnTo>
                  <a:pt x="328077" y="1223"/>
                </a:lnTo>
                <a:lnTo>
                  <a:pt x="327747" y="1370"/>
                </a:lnTo>
                <a:lnTo>
                  <a:pt x="327427" y="1539"/>
                </a:lnTo>
                <a:lnTo>
                  <a:pt x="327116" y="1730"/>
                </a:lnTo>
                <a:lnTo>
                  <a:pt x="326818" y="1941"/>
                </a:lnTo>
                <a:lnTo>
                  <a:pt x="326531" y="2173"/>
                </a:lnTo>
                <a:lnTo>
                  <a:pt x="326258" y="2426"/>
                </a:lnTo>
                <a:lnTo>
                  <a:pt x="326000" y="2698"/>
                </a:lnTo>
                <a:lnTo>
                  <a:pt x="325757" y="2991"/>
                </a:lnTo>
                <a:lnTo>
                  <a:pt x="325532" y="3303"/>
                </a:lnTo>
                <a:lnTo>
                  <a:pt x="325324" y="3634"/>
                </a:lnTo>
                <a:lnTo>
                  <a:pt x="325138" y="3978"/>
                </a:lnTo>
                <a:lnTo>
                  <a:pt x="324978" y="4330"/>
                </a:lnTo>
                <a:lnTo>
                  <a:pt x="324843" y="4686"/>
                </a:lnTo>
                <a:lnTo>
                  <a:pt x="324734" y="5048"/>
                </a:lnTo>
                <a:lnTo>
                  <a:pt x="324649" y="5412"/>
                </a:lnTo>
                <a:lnTo>
                  <a:pt x="324589" y="5779"/>
                </a:lnTo>
                <a:lnTo>
                  <a:pt x="324553" y="6146"/>
                </a:lnTo>
                <a:lnTo>
                  <a:pt x="324541" y="6514"/>
                </a:lnTo>
                <a:lnTo>
                  <a:pt x="324553" y="6880"/>
                </a:lnTo>
                <a:lnTo>
                  <a:pt x="324588" y="7244"/>
                </a:lnTo>
                <a:lnTo>
                  <a:pt x="324646" y="7604"/>
                </a:lnTo>
                <a:lnTo>
                  <a:pt x="324727" y="7959"/>
                </a:lnTo>
                <a:lnTo>
                  <a:pt x="324831" y="8308"/>
                </a:lnTo>
                <a:lnTo>
                  <a:pt x="324956" y="8651"/>
                </a:lnTo>
                <a:lnTo>
                  <a:pt x="325104" y="8985"/>
                </a:lnTo>
                <a:lnTo>
                  <a:pt x="325273" y="9309"/>
                </a:lnTo>
                <a:lnTo>
                  <a:pt x="325463" y="9624"/>
                </a:lnTo>
                <a:lnTo>
                  <a:pt x="325675" y="9926"/>
                </a:lnTo>
                <a:lnTo>
                  <a:pt x="325907" y="10216"/>
                </a:lnTo>
                <a:lnTo>
                  <a:pt x="326160" y="10492"/>
                </a:lnTo>
                <a:lnTo>
                  <a:pt x="326432" y="10752"/>
                </a:lnTo>
                <a:lnTo>
                  <a:pt x="326725" y="10997"/>
                </a:lnTo>
                <a:lnTo>
                  <a:pt x="327037" y="11224"/>
                </a:lnTo>
                <a:lnTo>
                  <a:pt x="327368" y="11432"/>
                </a:lnTo>
                <a:lnTo>
                  <a:pt x="354623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623" y="38688"/>
                </a:lnTo>
                <a:lnTo>
                  <a:pt x="327368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FF06A-B345-40F1-A434-63BE1D6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472" y="838377"/>
            <a:ext cx="479544" cy="479544"/>
          </a:xfrm>
          <a:custGeom xmlns:a="http://schemas.openxmlformats.org/drawingml/2006/main">
            <a:pathLst>
              <a:path w="479544" h="479544">
                <a:moveTo>
                  <a:pt x="239772" y="76"/>
                </a:moveTo>
                <a:cubicBezTo>
                  <a:pt x="305942" y="76"/>
                  <a:pt x="365904" y="26877"/>
                  <a:pt x="409285" y="70258"/>
                </a:cubicBezTo>
                <a:cubicBezTo>
                  <a:pt x="454257" y="115154"/>
                  <a:pt x="479544" y="176176"/>
                  <a:pt x="479468" y="239772"/>
                </a:cubicBezTo>
                <a:cubicBezTo>
                  <a:pt x="479468" y="305942"/>
                  <a:pt x="452667" y="365904"/>
                  <a:pt x="409285" y="409210"/>
                </a:cubicBezTo>
                <a:cubicBezTo>
                  <a:pt x="364314" y="454257"/>
                  <a:pt x="303368" y="479544"/>
                  <a:pt x="239772" y="479468"/>
                </a:cubicBezTo>
                <a:cubicBezTo>
                  <a:pt x="176176" y="479544"/>
                  <a:pt x="115154" y="454257"/>
                  <a:pt x="70258" y="409210"/>
                </a:cubicBezTo>
                <a:cubicBezTo>
                  <a:pt x="25211" y="364314"/>
                  <a:pt x="0" y="303368"/>
                  <a:pt x="76" y="239772"/>
                </a:cubicBezTo>
                <a:cubicBezTo>
                  <a:pt x="76" y="173526"/>
                  <a:pt x="26877" y="113640"/>
                  <a:pt x="70258" y="70258"/>
                </a:cubicBezTo>
                <a:cubicBezTo>
                  <a:pt x="115154" y="25211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3A439-8EFA-4A39-BB44-D2C2FF4A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21" y="918023"/>
            <a:ext cx="308213" cy="314649"/>
          </a:xfrm>
          <a:custGeom xmlns:a="http://schemas.openxmlformats.org/drawingml/2006/main">
            <a:pathLst>
              <a:path w="308213" h="314649">
                <a:moveTo>
                  <a:pt x="291784" y="107735"/>
                </a:moveTo>
                <a:cubicBezTo>
                  <a:pt x="291784" y="115230"/>
                  <a:pt x="290724" y="122649"/>
                  <a:pt x="288529" y="129842"/>
                </a:cubicBezTo>
                <a:cubicBezTo>
                  <a:pt x="287923" y="131507"/>
                  <a:pt x="288075" y="132643"/>
                  <a:pt x="289362" y="134006"/>
                </a:cubicBezTo>
                <a:cubicBezTo>
                  <a:pt x="298750" y="144832"/>
                  <a:pt x="304882" y="158006"/>
                  <a:pt x="307078" y="172163"/>
                </a:cubicBezTo>
                <a:cubicBezTo>
                  <a:pt x="307835" y="176252"/>
                  <a:pt x="308213" y="180416"/>
                  <a:pt x="308213" y="184655"/>
                </a:cubicBezTo>
                <a:cubicBezTo>
                  <a:pt x="307986" y="200403"/>
                  <a:pt x="302989" y="215696"/>
                  <a:pt x="293904" y="228567"/>
                </a:cubicBezTo>
                <a:cubicBezTo>
                  <a:pt x="286409" y="239318"/>
                  <a:pt x="276264" y="248024"/>
                  <a:pt x="264453" y="253702"/>
                </a:cubicBezTo>
                <a:cubicBezTo>
                  <a:pt x="259078" y="256352"/>
                  <a:pt x="253400" y="258396"/>
                  <a:pt x="247570" y="259683"/>
                </a:cubicBezTo>
                <a:cubicBezTo>
                  <a:pt x="246283" y="259835"/>
                  <a:pt x="245223" y="260743"/>
                  <a:pt x="244920" y="261955"/>
                </a:cubicBezTo>
                <a:cubicBezTo>
                  <a:pt x="236516" y="284592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664"/>
                </a:cubicBezTo>
                <a:cubicBezTo>
                  <a:pt x="154826" y="314649"/>
                  <a:pt x="136731" y="308819"/>
                  <a:pt x="120984" y="296251"/>
                </a:cubicBezTo>
                <a:cubicBezTo>
                  <a:pt x="118410" y="294131"/>
                  <a:pt x="115987" y="291860"/>
                  <a:pt x="113716" y="289437"/>
                </a:cubicBezTo>
                <a:cubicBezTo>
                  <a:pt x="112883" y="288453"/>
                  <a:pt x="111520" y="288075"/>
                  <a:pt x="110309" y="288377"/>
                </a:cubicBezTo>
                <a:cubicBezTo>
                  <a:pt x="91684" y="291633"/>
                  <a:pt x="73968" y="289134"/>
                  <a:pt x="57539" y="279898"/>
                </a:cubicBezTo>
                <a:cubicBezTo>
                  <a:pt x="36038" y="267784"/>
                  <a:pt x="23167" y="249463"/>
                  <a:pt x="18397" y="225690"/>
                </a:cubicBezTo>
                <a:cubicBezTo>
                  <a:pt x="16126" y="213955"/>
                  <a:pt x="16808" y="201841"/>
                  <a:pt x="20366" y="190409"/>
                </a:cubicBezTo>
                <a:lnTo>
                  <a:pt x="20744" y="189349"/>
                </a:lnTo>
                <a:cubicBezTo>
                  <a:pt x="21047" y="188517"/>
                  <a:pt x="20896" y="187532"/>
                  <a:pt x="20214" y="186927"/>
                </a:cubicBezTo>
                <a:cubicBezTo>
                  <a:pt x="8934" y="174207"/>
                  <a:pt x="2196" y="158081"/>
                  <a:pt x="1060" y="141047"/>
                </a:cubicBezTo>
                <a:cubicBezTo>
                  <a:pt x="0" y="127040"/>
                  <a:pt x="3028" y="113034"/>
                  <a:pt x="9615" y="100618"/>
                </a:cubicBezTo>
                <a:cubicBezTo>
                  <a:pt x="17337" y="85552"/>
                  <a:pt x="29754" y="73438"/>
                  <a:pt x="45047" y="66170"/>
                </a:cubicBezTo>
                <a:cubicBezTo>
                  <a:pt x="50271" y="63672"/>
                  <a:pt x="55722" y="61779"/>
                  <a:pt x="61400" y="60568"/>
                </a:cubicBezTo>
                <a:cubicBezTo>
                  <a:pt x="62687" y="60416"/>
                  <a:pt x="63747" y="59508"/>
                  <a:pt x="64050" y="58221"/>
                </a:cubicBezTo>
                <a:cubicBezTo>
                  <a:pt x="68139" y="46334"/>
                  <a:pt x="75255" y="35659"/>
                  <a:pt x="84643" y="27180"/>
                </a:cubicBezTo>
                <a:cubicBezTo>
                  <a:pt x="109400" y="4618"/>
                  <a:pt x="145665" y="0"/>
                  <a:pt x="175343" y="15596"/>
                </a:cubicBezTo>
                <a:cubicBezTo>
                  <a:pt x="182687" y="19382"/>
                  <a:pt x="189274" y="24378"/>
                  <a:pt x="194800" y="30359"/>
                </a:cubicBezTo>
                <a:cubicBezTo>
                  <a:pt x="196163" y="31798"/>
                  <a:pt x="197375" y="32025"/>
                  <a:pt x="199267" y="31722"/>
                </a:cubicBezTo>
                <a:cubicBezTo>
                  <a:pt x="214258" y="28997"/>
                  <a:pt x="229778" y="30662"/>
                  <a:pt x="243860" y="36643"/>
                </a:cubicBezTo>
                <a:cubicBezTo>
                  <a:pt x="253930" y="40807"/>
                  <a:pt x="262939" y="47016"/>
                  <a:pt x="270358" y="54965"/>
                </a:cubicBezTo>
                <a:cubicBezTo>
                  <a:pt x="283986" y="69198"/>
                  <a:pt x="291633" y="88050"/>
                  <a:pt x="291784" y="107735"/>
                </a:cubicBezTo>
                <a:close/>
                <a:moveTo>
                  <a:pt x="175495" y="39823"/>
                </a:moveTo>
                <a:cubicBezTo>
                  <a:pt x="174965" y="39293"/>
                  <a:pt x="174586" y="38915"/>
                  <a:pt x="174207" y="38612"/>
                </a:cubicBezTo>
                <a:cubicBezTo>
                  <a:pt x="162245" y="29300"/>
                  <a:pt x="147179" y="24984"/>
                  <a:pt x="132037" y="26650"/>
                </a:cubicBezTo>
                <a:cubicBezTo>
                  <a:pt x="120075" y="27710"/>
                  <a:pt x="108719" y="32631"/>
                  <a:pt x="99709" y="40656"/>
                </a:cubicBezTo>
                <a:cubicBezTo>
                  <a:pt x="86687" y="52012"/>
                  <a:pt x="79798" y="66397"/>
                  <a:pt x="79646" y="83583"/>
                </a:cubicBezTo>
                <a:cubicBezTo>
                  <a:pt x="79495" y="106977"/>
                  <a:pt x="79646" y="130447"/>
                  <a:pt x="79571" y="153917"/>
                </a:cubicBezTo>
                <a:cubicBezTo>
                  <a:pt x="79495" y="155204"/>
                  <a:pt x="80252" y="156491"/>
                  <a:pt x="81463" y="157021"/>
                </a:cubicBezTo>
                <a:cubicBezTo>
                  <a:pt x="89261" y="161413"/>
                  <a:pt x="97060" y="165879"/>
                  <a:pt x="104858" y="170346"/>
                </a:cubicBezTo>
                <a:cubicBezTo>
                  <a:pt x="105312" y="170649"/>
                  <a:pt x="105842" y="170801"/>
                  <a:pt x="106599" y="171179"/>
                </a:cubicBezTo>
                <a:lnTo>
                  <a:pt x="106599" y="168605"/>
                </a:lnTo>
                <a:lnTo>
                  <a:pt x="106599" y="85325"/>
                </a:lnTo>
                <a:cubicBezTo>
                  <a:pt x="106599" y="81161"/>
                  <a:pt x="108340" y="78056"/>
                  <a:pt x="112050" y="76012"/>
                </a:cubicBezTo>
                <a:lnTo>
                  <a:pt x="173375" y="41035"/>
                </a:lnTo>
                <a:lnTo>
                  <a:pt x="175495" y="39823"/>
                </a:lnTo>
                <a:close/>
                <a:moveTo>
                  <a:pt x="59432" y="81993"/>
                </a:moveTo>
                <a:cubicBezTo>
                  <a:pt x="58751" y="82220"/>
                  <a:pt x="58296" y="82296"/>
                  <a:pt x="57766" y="82523"/>
                </a:cubicBezTo>
                <a:cubicBezTo>
                  <a:pt x="51104" y="85022"/>
                  <a:pt x="44971" y="88883"/>
                  <a:pt x="39823" y="93728"/>
                </a:cubicBezTo>
                <a:cubicBezTo>
                  <a:pt x="25666" y="107205"/>
                  <a:pt x="19306" y="123558"/>
                  <a:pt x="21653" y="142864"/>
                </a:cubicBezTo>
                <a:cubicBezTo>
                  <a:pt x="23924" y="161715"/>
                  <a:pt x="33615" y="176176"/>
                  <a:pt x="50195" y="185867"/>
                </a:cubicBezTo>
                <a:cubicBezTo>
                  <a:pt x="70637" y="197753"/>
                  <a:pt x="91306" y="209337"/>
                  <a:pt x="111823" y="221072"/>
                </a:cubicBezTo>
                <a:cubicBezTo>
                  <a:pt x="112883" y="221753"/>
                  <a:pt x="114170" y="221753"/>
                  <a:pt x="115154" y="221072"/>
                </a:cubicBezTo>
                <a:cubicBezTo>
                  <a:pt x="122876" y="216605"/>
                  <a:pt x="130675" y="212214"/>
                  <a:pt x="138397" y="207822"/>
                </a:cubicBezTo>
                <a:cubicBezTo>
                  <a:pt x="139003" y="207444"/>
                  <a:pt x="139457" y="207141"/>
                  <a:pt x="140138" y="206687"/>
                </a:cubicBezTo>
                <a:cubicBezTo>
                  <a:pt x="139533" y="206308"/>
                  <a:pt x="139154" y="206005"/>
                  <a:pt x="138700" y="205703"/>
                </a:cubicBezTo>
                <a:lnTo>
                  <a:pt x="85400" y="175267"/>
                </a:lnTo>
                <a:lnTo>
                  <a:pt x="64504" y="163381"/>
                </a:lnTo>
                <a:cubicBezTo>
                  <a:pt x="62385" y="162321"/>
                  <a:pt x="60870" y="160504"/>
                  <a:pt x="60113" y="158233"/>
                </a:cubicBezTo>
                <a:cubicBezTo>
                  <a:pt x="59659" y="156643"/>
                  <a:pt x="59432" y="155053"/>
                  <a:pt x="59432" y="153387"/>
                </a:cubicBezTo>
                <a:cubicBezTo>
                  <a:pt x="59356" y="130599"/>
                  <a:pt x="59356" y="107810"/>
                  <a:pt x="59432" y="84946"/>
                </a:cubicBezTo>
                <a:lnTo>
                  <a:pt x="59432" y="81993"/>
                </a:lnTo>
                <a:close/>
                <a:moveTo>
                  <a:pt x="270586" y="117804"/>
                </a:moveTo>
                <a:cubicBezTo>
                  <a:pt x="271873" y="111066"/>
                  <a:pt x="271873" y="104176"/>
                  <a:pt x="270510" y="97438"/>
                </a:cubicBezTo>
                <a:cubicBezTo>
                  <a:pt x="266346" y="77678"/>
                  <a:pt x="254989" y="63217"/>
                  <a:pt x="236214" y="55192"/>
                </a:cubicBezTo>
                <a:cubicBezTo>
                  <a:pt x="217892" y="47394"/>
                  <a:pt x="199949" y="48908"/>
                  <a:pt x="182611" y="58751"/>
                </a:cubicBezTo>
                <a:cubicBezTo>
                  <a:pt x="162473" y="70258"/>
                  <a:pt x="142334" y="81766"/>
                  <a:pt x="122119" y="93198"/>
                </a:cubicBezTo>
                <a:cubicBezTo>
                  <a:pt x="121135" y="93653"/>
                  <a:pt x="120605" y="94637"/>
                  <a:pt x="120681" y="95621"/>
                </a:cubicBezTo>
                <a:cubicBezTo>
                  <a:pt x="120681" y="104782"/>
                  <a:pt x="120681" y="113943"/>
                  <a:pt x="120681" y="123104"/>
                </a:cubicBezTo>
                <a:cubicBezTo>
                  <a:pt x="120681" y="123482"/>
                  <a:pt x="120757" y="123936"/>
                  <a:pt x="120832" y="124618"/>
                </a:cubicBezTo>
                <a:lnTo>
                  <a:pt x="124164" y="122725"/>
                </a:lnTo>
                <a:lnTo>
                  <a:pt x="177842" y="92138"/>
                </a:lnTo>
                <a:lnTo>
                  <a:pt x="196088" y="81766"/>
                </a:lnTo>
                <a:cubicBezTo>
                  <a:pt x="197980" y="80555"/>
                  <a:pt x="200252" y="80025"/>
                  <a:pt x="202523" y="80252"/>
                </a:cubicBezTo>
                <a:cubicBezTo>
                  <a:pt x="204340" y="80403"/>
                  <a:pt x="206081" y="81085"/>
                  <a:pt x="207595" y="81993"/>
                </a:cubicBezTo>
                <a:cubicBezTo>
                  <a:pt x="218119" y="88050"/>
                  <a:pt x="228643" y="94031"/>
                  <a:pt x="239166" y="100012"/>
                </a:cubicBezTo>
                <a:lnTo>
                  <a:pt x="269299" y="117198"/>
                </a:lnTo>
                <a:cubicBezTo>
                  <a:pt x="269677" y="117425"/>
                  <a:pt x="270131" y="117653"/>
                  <a:pt x="270586" y="117804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125"/>
                  <a:pt x="37476" y="210927"/>
                </a:cubicBezTo>
                <a:cubicBezTo>
                  <a:pt x="37098" y="221299"/>
                  <a:pt x="39672" y="231520"/>
                  <a:pt x="45047" y="240378"/>
                </a:cubicBezTo>
                <a:cubicBezTo>
                  <a:pt x="57388" y="260895"/>
                  <a:pt x="75937" y="270510"/>
                  <a:pt x="99936" y="269601"/>
                </a:cubicBezTo>
                <a:cubicBezTo>
                  <a:pt x="109324" y="269299"/>
                  <a:pt x="118031" y="266194"/>
                  <a:pt x="126208" y="261500"/>
                </a:cubicBezTo>
                <a:cubicBezTo>
                  <a:pt x="134990" y="256428"/>
                  <a:pt x="143924" y="251355"/>
                  <a:pt x="152782" y="246359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759" y="226523"/>
                  <a:pt x="188365" y="225463"/>
                  <a:pt x="188289" y="224327"/>
                </a:cubicBezTo>
                <a:cubicBezTo>
                  <a:pt x="188214" y="215393"/>
                  <a:pt x="188214" y="206535"/>
                  <a:pt x="188214" y="197602"/>
                </a:cubicBezTo>
                <a:cubicBezTo>
                  <a:pt x="188214" y="196996"/>
                  <a:pt x="188138" y="196390"/>
                  <a:pt x="188138" y="195633"/>
                </a:cubicBezTo>
                <a:cubicBezTo>
                  <a:pt x="187381" y="196012"/>
                  <a:pt x="186927" y="196239"/>
                  <a:pt x="186397" y="196466"/>
                </a:cubicBezTo>
                <a:cubicBezTo>
                  <a:pt x="178447" y="201009"/>
                  <a:pt x="170498" y="205551"/>
                  <a:pt x="162473" y="210094"/>
                </a:cubicBezTo>
                <a:lnTo>
                  <a:pt x="128403" y="229551"/>
                </a:lnTo>
                <a:lnTo>
                  <a:pt x="112504" y="238636"/>
                </a:lnTo>
                <a:cubicBezTo>
                  <a:pt x="109324" y="240529"/>
                  <a:pt x="105388" y="240529"/>
                  <a:pt x="102208" y="238636"/>
                </a:cubicBezTo>
                <a:lnTo>
                  <a:pt x="100694" y="237803"/>
                </a:lnTo>
                <a:lnTo>
                  <a:pt x="44896" y="205930"/>
                </a:lnTo>
                <a:cubicBezTo>
                  <a:pt x="42776" y="204718"/>
                  <a:pt x="40656" y="203583"/>
                  <a:pt x="38082" y="202069"/>
                </a:cubicBezTo>
                <a:close/>
                <a:moveTo>
                  <a:pt x="168681" y="113488"/>
                </a:moveTo>
                <a:cubicBezTo>
                  <a:pt x="169286" y="113867"/>
                  <a:pt x="169589" y="114094"/>
                  <a:pt x="169892" y="114246"/>
                </a:cubicBezTo>
                <a:cubicBezTo>
                  <a:pt x="185715" y="123331"/>
                  <a:pt x="201539" y="132340"/>
                  <a:pt x="217362" y="141350"/>
                </a:cubicBezTo>
                <a:lnTo>
                  <a:pt x="244466" y="156794"/>
                </a:lnTo>
                <a:cubicBezTo>
                  <a:pt x="246737" y="158006"/>
                  <a:pt x="248403" y="160126"/>
                  <a:pt x="249084" y="162624"/>
                </a:cubicBezTo>
                <a:cubicBezTo>
                  <a:pt x="249387" y="163835"/>
                  <a:pt x="249538" y="165122"/>
                  <a:pt x="249538" y="166409"/>
                </a:cubicBezTo>
                <a:cubicBezTo>
                  <a:pt x="249614" y="189652"/>
                  <a:pt x="249614" y="212971"/>
                  <a:pt x="249538" y="236289"/>
                </a:cubicBezTo>
                <a:lnTo>
                  <a:pt x="249538" y="238258"/>
                </a:lnTo>
                <a:cubicBezTo>
                  <a:pt x="250674" y="237879"/>
                  <a:pt x="251583" y="237576"/>
                  <a:pt x="252415" y="237198"/>
                </a:cubicBezTo>
                <a:cubicBezTo>
                  <a:pt x="259305" y="234321"/>
                  <a:pt x="265513" y="230157"/>
                  <a:pt x="270661" y="224933"/>
                </a:cubicBezTo>
                <a:cubicBezTo>
                  <a:pt x="282775" y="212744"/>
                  <a:pt x="288756" y="198056"/>
                  <a:pt x="287620" y="180946"/>
                </a:cubicBezTo>
                <a:cubicBezTo>
                  <a:pt x="286333" y="160580"/>
                  <a:pt x="276567" y="145059"/>
                  <a:pt x="259002" y="134460"/>
                </a:cubicBezTo>
                <a:cubicBezTo>
                  <a:pt x="253172" y="130902"/>
                  <a:pt x="247191" y="127646"/>
                  <a:pt x="241286" y="124315"/>
                </a:cubicBezTo>
                <a:lnTo>
                  <a:pt x="196996" y="99028"/>
                </a:lnTo>
                <a:cubicBezTo>
                  <a:pt x="196088" y="98422"/>
                  <a:pt x="194800" y="98422"/>
                  <a:pt x="193816" y="99104"/>
                </a:cubicBezTo>
                <a:cubicBezTo>
                  <a:pt x="188592" y="102132"/>
                  <a:pt x="183293" y="105160"/>
                  <a:pt x="177993" y="108113"/>
                </a:cubicBezTo>
                <a:lnTo>
                  <a:pt x="168681" y="113488"/>
                </a:lnTo>
                <a:close/>
                <a:moveTo>
                  <a:pt x="202371" y="148996"/>
                </a:moveTo>
                <a:lnTo>
                  <a:pt x="202371" y="234472"/>
                </a:lnTo>
                <a:cubicBezTo>
                  <a:pt x="202371" y="238788"/>
                  <a:pt x="200781" y="242043"/>
                  <a:pt x="196996" y="244163"/>
                </a:cubicBezTo>
                <a:lnTo>
                  <a:pt x="166031" y="261728"/>
                </a:lnTo>
                <a:lnTo>
                  <a:pt x="134990" y="279519"/>
                </a:lnTo>
                <a:cubicBezTo>
                  <a:pt x="134460" y="279746"/>
                  <a:pt x="134081" y="280125"/>
                  <a:pt x="133476" y="280504"/>
                </a:cubicBezTo>
                <a:cubicBezTo>
                  <a:pt x="134157" y="281109"/>
                  <a:pt x="134687" y="281563"/>
                  <a:pt x="135217" y="281942"/>
                </a:cubicBezTo>
                <a:cubicBezTo>
                  <a:pt x="152327" y="294207"/>
                  <a:pt x="170876" y="297235"/>
                  <a:pt x="190788" y="290270"/>
                </a:cubicBezTo>
                <a:cubicBezTo>
                  <a:pt x="213501" y="282396"/>
                  <a:pt x="228870" y="261122"/>
                  <a:pt x="229248" y="237046"/>
                </a:cubicBezTo>
                <a:cubicBezTo>
                  <a:pt x="229400" y="213349"/>
                  <a:pt x="229248" y="189652"/>
                  <a:pt x="229248" y="166031"/>
                </a:cubicBezTo>
                <a:cubicBezTo>
                  <a:pt x="229400" y="164819"/>
                  <a:pt x="228794" y="163760"/>
                  <a:pt x="227734" y="163230"/>
                </a:cubicBezTo>
                <a:cubicBezTo>
                  <a:pt x="219785" y="158838"/>
                  <a:pt x="211911" y="154296"/>
                  <a:pt x="203961" y="149753"/>
                </a:cubicBezTo>
                <a:cubicBezTo>
                  <a:pt x="203583" y="149526"/>
                  <a:pt x="203204" y="149375"/>
                  <a:pt x="202371" y="148996"/>
                </a:cubicBezTo>
                <a:close/>
                <a:moveTo>
                  <a:pt x="120681" y="179356"/>
                </a:moveTo>
                <a:lnTo>
                  <a:pt x="154447" y="198662"/>
                </a:lnTo>
                <a:lnTo>
                  <a:pt x="188138" y="179431"/>
                </a:lnTo>
                <a:cubicBezTo>
                  <a:pt x="188138" y="179280"/>
                  <a:pt x="188214" y="179129"/>
                  <a:pt x="188214" y="178901"/>
                </a:cubicBezTo>
                <a:cubicBezTo>
                  <a:pt x="188214" y="166561"/>
                  <a:pt x="188214" y="154296"/>
                  <a:pt x="188289" y="141955"/>
                </a:cubicBezTo>
                <a:cubicBezTo>
                  <a:pt x="188289" y="140895"/>
                  <a:pt x="187759" y="140517"/>
                  <a:pt x="187002" y="140063"/>
                </a:cubicBezTo>
                <a:lnTo>
                  <a:pt x="157400" y="123255"/>
                </a:lnTo>
                <a:lnTo>
                  <a:pt x="154447" y="121589"/>
                </a:lnTo>
                <a:lnTo>
                  <a:pt x="153312" y="122271"/>
                </a:lnTo>
                <a:lnTo>
                  <a:pt x="121968" y="139987"/>
                </a:lnTo>
                <a:cubicBezTo>
                  <a:pt x="121059" y="140441"/>
                  <a:pt x="120529" y="141425"/>
                  <a:pt x="120681" y="142485"/>
                </a:cubicBezTo>
                <a:cubicBezTo>
                  <a:pt x="120681" y="151116"/>
                  <a:pt x="120681" y="159823"/>
                  <a:pt x="120681" y="168529"/>
                </a:cubicBezTo>
                <a:lnTo>
                  <a:pt x="120681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A1228-4632-43C6-BD8C-B616497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515" y="1045139"/>
            <a:ext cx="386875" cy="65943"/>
          </a:xfrm>
          <a:custGeom xmlns:a="http://schemas.openxmlformats.org/drawingml/2006/main">
            <a:pathLst>
              <a:path w="386875" h="65943">
                <a:moveTo>
                  <a:pt x="327368" y="54587"/>
                </a:moveTo>
                <a:lnTo>
                  <a:pt x="327037" y="54795"/>
                </a:lnTo>
                <a:lnTo>
                  <a:pt x="326725" y="55022"/>
                </a:lnTo>
                <a:lnTo>
                  <a:pt x="326432" y="55266"/>
                </a:lnTo>
                <a:lnTo>
                  <a:pt x="326160" y="55527"/>
                </a:lnTo>
                <a:lnTo>
                  <a:pt x="325907" y="55803"/>
                </a:lnTo>
                <a:lnTo>
                  <a:pt x="325675" y="56092"/>
                </a:lnTo>
                <a:lnTo>
                  <a:pt x="325463" y="56395"/>
                </a:lnTo>
                <a:lnTo>
                  <a:pt x="325273" y="56709"/>
                </a:lnTo>
                <a:lnTo>
                  <a:pt x="325104" y="57034"/>
                </a:lnTo>
                <a:lnTo>
                  <a:pt x="324956" y="57368"/>
                </a:lnTo>
                <a:lnTo>
                  <a:pt x="324831" y="57710"/>
                </a:lnTo>
                <a:lnTo>
                  <a:pt x="324727" y="58060"/>
                </a:lnTo>
                <a:lnTo>
                  <a:pt x="324646" y="58415"/>
                </a:lnTo>
                <a:lnTo>
                  <a:pt x="324588" y="58775"/>
                </a:lnTo>
                <a:lnTo>
                  <a:pt x="324553" y="59139"/>
                </a:lnTo>
                <a:lnTo>
                  <a:pt x="324541" y="59505"/>
                </a:lnTo>
                <a:lnTo>
                  <a:pt x="324553" y="59872"/>
                </a:lnTo>
                <a:lnTo>
                  <a:pt x="324589" y="60240"/>
                </a:lnTo>
                <a:lnTo>
                  <a:pt x="324649" y="60607"/>
                </a:lnTo>
                <a:lnTo>
                  <a:pt x="324734" y="60971"/>
                </a:lnTo>
                <a:lnTo>
                  <a:pt x="324843" y="61332"/>
                </a:lnTo>
                <a:lnTo>
                  <a:pt x="324978" y="61689"/>
                </a:lnTo>
                <a:lnTo>
                  <a:pt x="325138" y="62040"/>
                </a:lnTo>
                <a:lnTo>
                  <a:pt x="325324" y="62385"/>
                </a:lnTo>
                <a:lnTo>
                  <a:pt x="325532" y="62707"/>
                </a:lnTo>
                <a:lnTo>
                  <a:pt x="325759" y="63010"/>
                </a:lnTo>
                <a:lnTo>
                  <a:pt x="326003" y="63295"/>
                </a:lnTo>
                <a:lnTo>
                  <a:pt x="326264" y="63561"/>
                </a:lnTo>
                <a:lnTo>
                  <a:pt x="326539" y="63808"/>
                </a:lnTo>
                <a:lnTo>
                  <a:pt x="326828" y="64035"/>
                </a:lnTo>
                <a:lnTo>
                  <a:pt x="327130" y="64242"/>
                </a:lnTo>
                <a:lnTo>
                  <a:pt x="327443" y="64429"/>
                </a:lnTo>
                <a:lnTo>
                  <a:pt x="327767" y="64595"/>
                </a:lnTo>
                <a:lnTo>
                  <a:pt x="328100" y="64741"/>
                </a:lnTo>
                <a:lnTo>
                  <a:pt x="328440" y="64865"/>
                </a:lnTo>
                <a:lnTo>
                  <a:pt x="328787" y="64968"/>
                </a:lnTo>
                <a:lnTo>
                  <a:pt x="329140" y="65050"/>
                </a:lnTo>
                <a:lnTo>
                  <a:pt x="329497" y="65109"/>
                </a:lnTo>
                <a:lnTo>
                  <a:pt x="329857" y="65146"/>
                </a:lnTo>
                <a:lnTo>
                  <a:pt x="330219" y="65161"/>
                </a:lnTo>
                <a:lnTo>
                  <a:pt x="330582" y="65152"/>
                </a:lnTo>
                <a:lnTo>
                  <a:pt x="330945" y="65121"/>
                </a:lnTo>
                <a:lnTo>
                  <a:pt x="331306" y="65066"/>
                </a:lnTo>
                <a:lnTo>
                  <a:pt x="331664" y="64987"/>
                </a:lnTo>
                <a:lnTo>
                  <a:pt x="332019" y="64884"/>
                </a:lnTo>
                <a:lnTo>
                  <a:pt x="332368" y="64757"/>
                </a:lnTo>
                <a:lnTo>
                  <a:pt x="332711" y="64605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11" y="1404"/>
                </a:lnTo>
                <a:lnTo>
                  <a:pt x="332368" y="1244"/>
                </a:lnTo>
                <a:lnTo>
                  <a:pt x="332019" y="1109"/>
                </a:lnTo>
                <a:lnTo>
                  <a:pt x="331664" y="1000"/>
                </a:lnTo>
                <a:lnTo>
                  <a:pt x="331306" y="915"/>
                </a:lnTo>
                <a:lnTo>
                  <a:pt x="330945" y="855"/>
                </a:lnTo>
                <a:lnTo>
                  <a:pt x="330582" y="819"/>
                </a:lnTo>
                <a:lnTo>
                  <a:pt x="330219" y="808"/>
                </a:lnTo>
                <a:lnTo>
                  <a:pt x="329857" y="819"/>
                </a:lnTo>
                <a:lnTo>
                  <a:pt x="329497" y="854"/>
                </a:lnTo>
                <a:lnTo>
                  <a:pt x="329140" y="913"/>
                </a:lnTo>
                <a:lnTo>
                  <a:pt x="328787" y="994"/>
                </a:lnTo>
                <a:lnTo>
                  <a:pt x="328440" y="1097"/>
                </a:lnTo>
                <a:lnTo>
                  <a:pt x="328100" y="1223"/>
                </a:lnTo>
                <a:lnTo>
                  <a:pt x="327767" y="1370"/>
                </a:lnTo>
                <a:lnTo>
                  <a:pt x="327443" y="1539"/>
                </a:lnTo>
                <a:lnTo>
                  <a:pt x="327130" y="1730"/>
                </a:lnTo>
                <a:lnTo>
                  <a:pt x="326828" y="1941"/>
                </a:lnTo>
                <a:lnTo>
                  <a:pt x="326539" y="2173"/>
                </a:lnTo>
                <a:lnTo>
                  <a:pt x="326264" y="2426"/>
                </a:lnTo>
                <a:lnTo>
                  <a:pt x="326003" y="2698"/>
                </a:lnTo>
                <a:lnTo>
                  <a:pt x="325759" y="2991"/>
                </a:lnTo>
                <a:lnTo>
                  <a:pt x="325532" y="3303"/>
                </a:lnTo>
                <a:lnTo>
                  <a:pt x="325324" y="3634"/>
                </a:lnTo>
                <a:lnTo>
                  <a:pt x="325138" y="3978"/>
                </a:lnTo>
                <a:lnTo>
                  <a:pt x="324978" y="4330"/>
                </a:lnTo>
                <a:lnTo>
                  <a:pt x="324843" y="4686"/>
                </a:lnTo>
                <a:lnTo>
                  <a:pt x="324734" y="5048"/>
                </a:lnTo>
                <a:lnTo>
                  <a:pt x="324649" y="5412"/>
                </a:lnTo>
                <a:lnTo>
                  <a:pt x="324589" y="5779"/>
                </a:lnTo>
                <a:lnTo>
                  <a:pt x="324553" y="6146"/>
                </a:lnTo>
                <a:lnTo>
                  <a:pt x="324541" y="6514"/>
                </a:lnTo>
                <a:lnTo>
                  <a:pt x="324553" y="6880"/>
                </a:lnTo>
                <a:lnTo>
                  <a:pt x="324588" y="7244"/>
                </a:lnTo>
                <a:lnTo>
                  <a:pt x="324646" y="7604"/>
                </a:lnTo>
                <a:lnTo>
                  <a:pt x="324727" y="7959"/>
                </a:lnTo>
                <a:lnTo>
                  <a:pt x="324831" y="8308"/>
                </a:lnTo>
                <a:lnTo>
                  <a:pt x="324956" y="8651"/>
                </a:lnTo>
                <a:lnTo>
                  <a:pt x="325104" y="8985"/>
                </a:lnTo>
                <a:lnTo>
                  <a:pt x="325273" y="9309"/>
                </a:lnTo>
                <a:lnTo>
                  <a:pt x="325463" y="9624"/>
                </a:lnTo>
                <a:lnTo>
                  <a:pt x="325675" y="9926"/>
                </a:lnTo>
                <a:lnTo>
                  <a:pt x="325907" y="10216"/>
                </a:lnTo>
                <a:lnTo>
                  <a:pt x="326160" y="10492"/>
                </a:lnTo>
                <a:lnTo>
                  <a:pt x="326432" y="10752"/>
                </a:lnTo>
                <a:lnTo>
                  <a:pt x="326725" y="10997"/>
                </a:lnTo>
                <a:lnTo>
                  <a:pt x="327037" y="11224"/>
                </a:lnTo>
                <a:lnTo>
                  <a:pt x="327368" y="11432"/>
                </a:lnTo>
                <a:lnTo>
                  <a:pt x="354623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623" y="38688"/>
                </a:lnTo>
                <a:lnTo>
                  <a:pt x="327368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C64D1-A04D-4AC4-B622-4EEFDD37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256" y="3127452"/>
            <a:ext cx="386951" cy="65943"/>
          </a:xfrm>
          <a:custGeom xmlns:a="http://schemas.openxmlformats.org/drawingml/2006/main">
            <a:pathLst>
              <a:path w="386951" h="65943">
                <a:moveTo>
                  <a:pt x="0" y="38612"/>
                </a:moveTo>
                <a:lnTo>
                  <a:pt x="354623" y="38612"/>
                </a:lnTo>
                <a:lnTo>
                  <a:pt x="327368" y="54511"/>
                </a:lnTo>
                <a:lnTo>
                  <a:pt x="327037" y="54719"/>
                </a:lnTo>
                <a:lnTo>
                  <a:pt x="326725" y="54946"/>
                </a:lnTo>
                <a:lnTo>
                  <a:pt x="326432" y="55191"/>
                </a:lnTo>
                <a:lnTo>
                  <a:pt x="326160" y="55451"/>
                </a:lnTo>
                <a:lnTo>
                  <a:pt x="325907" y="55727"/>
                </a:lnTo>
                <a:lnTo>
                  <a:pt x="325675" y="56017"/>
                </a:lnTo>
                <a:lnTo>
                  <a:pt x="325463" y="56319"/>
                </a:lnTo>
                <a:lnTo>
                  <a:pt x="325273" y="56633"/>
                </a:lnTo>
                <a:lnTo>
                  <a:pt x="325104" y="56958"/>
                </a:lnTo>
                <a:lnTo>
                  <a:pt x="324956" y="57292"/>
                </a:lnTo>
                <a:lnTo>
                  <a:pt x="324831" y="57635"/>
                </a:lnTo>
                <a:lnTo>
                  <a:pt x="324727" y="57984"/>
                </a:lnTo>
                <a:lnTo>
                  <a:pt x="324646" y="58339"/>
                </a:lnTo>
                <a:lnTo>
                  <a:pt x="324588" y="58699"/>
                </a:lnTo>
                <a:lnTo>
                  <a:pt x="324553" y="59063"/>
                </a:lnTo>
                <a:lnTo>
                  <a:pt x="324541" y="59429"/>
                </a:lnTo>
                <a:lnTo>
                  <a:pt x="324553" y="59797"/>
                </a:lnTo>
                <a:lnTo>
                  <a:pt x="324589" y="60164"/>
                </a:lnTo>
                <a:lnTo>
                  <a:pt x="324649" y="60531"/>
                </a:lnTo>
                <a:lnTo>
                  <a:pt x="324734" y="60895"/>
                </a:lnTo>
                <a:lnTo>
                  <a:pt x="324843" y="61256"/>
                </a:lnTo>
                <a:lnTo>
                  <a:pt x="324978" y="61613"/>
                </a:lnTo>
                <a:lnTo>
                  <a:pt x="325138" y="61964"/>
                </a:lnTo>
                <a:lnTo>
                  <a:pt x="325324" y="62309"/>
                </a:lnTo>
                <a:lnTo>
                  <a:pt x="325532" y="62640"/>
                </a:lnTo>
                <a:lnTo>
                  <a:pt x="325759" y="62952"/>
                </a:lnTo>
                <a:lnTo>
                  <a:pt x="326003" y="63244"/>
                </a:lnTo>
                <a:lnTo>
                  <a:pt x="326264" y="63517"/>
                </a:lnTo>
                <a:lnTo>
                  <a:pt x="326539" y="63770"/>
                </a:lnTo>
                <a:lnTo>
                  <a:pt x="326828" y="64002"/>
                </a:lnTo>
                <a:lnTo>
                  <a:pt x="327130" y="64213"/>
                </a:lnTo>
                <a:lnTo>
                  <a:pt x="327443" y="64404"/>
                </a:lnTo>
                <a:lnTo>
                  <a:pt x="327767" y="64573"/>
                </a:lnTo>
                <a:lnTo>
                  <a:pt x="328100" y="64720"/>
                </a:lnTo>
                <a:lnTo>
                  <a:pt x="328440" y="64846"/>
                </a:lnTo>
                <a:lnTo>
                  <a:pt x="328787" y="64949"/>
                </a:lnTo>
                <a:lnTo>
                  <a:pt x="329140" y="65030"/>
                </a:lnTo>
                <a:lnTo>
                  <a:pt x="329497" y="65088"/>
                </a:lnTo>
                <a:lnTo>
                  <a:pt x="329857" y="65124"/>
                </a:lnTo>
                <a:lnTo>
                  <a:pt x="330219" y="65135"/>
                </a:lnTo>
                <a:lnTo>
                  <a:pt x="330582" y="65123"/>
                </a:lnTo>
                <a:lnTo>
                  <a:pt x="330945" y="65088"/>
                </a:lnTo>
                <a:lnTo>
                  <a:pt x="331306" y="65028"/>
                </a:lnTo>
                <a:lnTo>
                  <a:pt x="331664" y="64943"/>
                </a:lnTo>
                <a:lnTo>
                  <a:pt x="332019" y="64833"/>
                </a:lnTo>
                <a:lnTo>
                  <a:pt x="332368" y="64699"/>
                </a:lnTo>
                <a:lnTo>
                  <a:pt x="332711" y="64539"/>
                </a:lnTo>
                <a:lnTo>
                  <a:pt x="333046" y="64353"/>
                </a:lnTo>
                <a:lnTo>
                  <a:pt x="386951" y="32934"/>
                </a:lnTo>
                <a:lnTo>
                  <a:pt x="333046" y="1514"/>
                </a:lnTo>
                <a:lnTo>
                  <a:pt x="332711" y="1337"/>
                </a:lnTo>
                <a:lnTo>
                  <a:pt x="332368" y="1186"/>
                </a:lnTo>
                <a:lnTo>
                  <a:pt x="332019" y="1059"/>
                </a:lnTo>
                <a:lnTo>
                  <a:pt x="331664" y="956"/>
                </a:lnTo>
                <a:lnTo>
                  <a:pt x="331306" y="877"/>
                </a:lnTo>
                <a:lnTo>
                  <a:pt x="330945" y="822"/>
                </a:lnTo>
                <a:lnTo>
                  <a:pt x="330582" y="791"/>
                </a:lnTo>
                <a:lnTo>
                  <a:pt x="330219" y="782"/>
                </a:lnTo>
                <a:lnTo>
                  <a:pt x="329857" y="797"/>
                </a:lnTo>
                <a:lnTo>
                  <a:pt x="329497" y="834"/>
                </a:lnTo>
                <a:lnTo>
                  <a:pt x="329140" y="893"/>
                </a:lnTo>
                <a:lnTo>
                  <a:pt x="328787" y="975"/>
                </a:lnTo>
                <a:lnTo>
                  <a:pt x="328440" y="1078"/>
                </a:lnTo>
                <a:lnTo>
                  <a:pt x="328100" y="1202"/>
                </a:lnTo>
                <a:lnTo>
                  <a:pt x="327767" y="1348"/>
                </a:lnTo>
                <a:lnTo>
                  <a:pt x="327443" y="1514"/>
                </a:lnTo>
                <a:lnTo>
                  <a:pt x="327130" y="1701"/>
                </a:lnTo>
                <a:lnTo>
                  <a:pt x="326828" y="1908"/>
                </a:lnTo>
                <a:lnTo>
                  <a:pt x="326539" y="2135"/>
                </a:lnTo>
                <a:lnTo>
                  <a:pt x="326264" y="2382"/>
                </a:lnTo>
                <a:lnTo>
                  <a:pt x="326003" y="2648"/>
                </a:lnTo>
                <a:lnTo>
                  <a:pt x="325759" y="2933"/>
                </a:lnTo>
                <a:lnTo>
                  <a:pt x="325532" y="3236"/>
                </a:lnTo>
                <a:lnTo>
                  <a:pt x="325324" y="3558"/>
                </a:lnTo>
                <a:lnTo>
                  <a:pt x="325138" y="3903"/>
                </a:lnTo>
                <a:lnTo>
                  <a:pt x="324978" y="4254"/>
                </a:lnTo>
                <a:lnTo>
                  <a:pt x="324843" y="4611"/>
                </a:lnTo>
                <a:lnTo>
                  <a:pt x="324734" y="4972"/>
                </a:lnTo>
                <a:lnTo>
                  <a:pt x="324649" y="5336"/>
                </a:lnTo>
                <a:lnTo>
                  <a:pt x="324589" y="5703"/>
                </a:lnTo>
                <a:lnTo>
                  <a:pt x="324553" y="6071"/>
                </a:lnTo>
                <a:lnTo>
                  <a:pt x="324541" y="6438"/>
                </a:lnTo>
                <a:lnTo>
                  <a:pt x="324553" y="6804"/>
                </a:lnTo>
                <a:lnTo>
                  <a:pt x="324588" y="7168"/>
                </a:lnTo>
                <a:lnTo>
                  <a:pt x="324646" y="7528"/>
                </a:lnTo>
                <a:lnTo>
                  <a:pt x="324727" y="7883"/>
                </a:lnTo>
                <a:lnTo>
                  <a:pt x="324831" y="8233"/>
                </a:lnTo>
                <a:lnTo>
                  <a:pt x="324956" y="8575"/>
                </a:lnTo>
                <a:lnTo>
                  <a:pt x="325104" y="8909"/>
                </a:lnTo>
                <a:lnTo>
                  <a:pt x="325273" y="9234"/>
                </a:lnTo>
                <a:lnTo>
                  <a:pt x="325463" y="9548"/>
                </a:lnTo>
                <a:lnTo>
                  <a:pt x="325675" y="9851"/>
                </a:lnTo>
                <a:lnTo>
                  <a:pt x="325907" y="10140"/>
                </a:lnTo>
                <a:lnTo>
                  <a:pt x="326160" y="10416"/>
                </a:lnTo>
                <a:lnTo>
                  <a:pt x="326432" y="10677"/>
                </a:lnTo>
                <a:lnTo>
                  <a:pt x="326725" y="10921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623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07115-BFDE-474F-9B7E-95140E0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731" y="2585827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2295E-0FDA-41D2-A7B7-C1E5F40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507" y="2920614"/>
            <a:ext cx="479544" cy="479544"/>
          </a:xfrm>
          <a:custGeom xmlns:a="http://schemas.openxmlformats.org/drawingml/2006/main">
            <a:pathLst>
              <a:path w="479544" h="479544">
                <a:moveTo>
                  <a:pt x="239772" y="76"/>
                </a:moveTo>
                <a:cubicBezTo>
                  <a:pt x="305942" y="76"/>
                  <a:pt x="365904" y="26877"/>
                  <a:pt x="409285" y="70334"/>
                </a:cubicBezTo>
                <a:cubicBezTo>
                  <a:pt x="454257" y="115230"/>
                  <a:pt x="479544" y="176176"/>
                  <a:pt x="479468" y="239772"/>
                </a:cubicBezTo>
                <a:cubicBezTo>
                  <a:pt x="479468" y="306018"/>
                  <a:pt x="452667" y="365904"/>
                  <a:pt x="409285" y="409285"/>
                </a:cubicBezTo>
                <a:cubicBezTo>
                  <a:pt x="364390" y="454332"/>
                  <a:pt x="303368" y="479544"/>
                  <a:pt x="239772" y="479468"/>
                </a:cubicBezTo>
                <a:cubicBezTo>
                  <a:pt x="176176" y="479544"/>
                  <a:pt x="115154" y="454332"/>
                  <a:pt x="70258" y="409285"/>
                </a:cubicBezTo>
                <a:cubicBezTo>
                  <a:pt x="25287" y="364390"/>
                  <a:pt x="0" y="303368"/>
                  <a:pt x="76" y="239772"/>
                </a:cubicBezTo>
                <a:cubicBezTo>
                  <a:pt x="76" y="173602"/>
                  <a:pt x="26877" y="113640"/>
                  <a:pt x="70258" y="70334"/>
                </a:cubicBezTo>
                <a:cubicBezTo>
                  <a:pt x="115154" y="25287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796FB-F07D-44E8-B9CF-58BDA60D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5832" y="3000336"/>
            <a:ext cx="308138" cy="314573"/>
          </a:xfrm>
          <a:custGeom xmlns:a="http://schemas.openxmlformats.org/drawingml/2006/main">
            <a:pathLst>
              <a:path w="308138" h="314573">
                <a:moveTo>
                  <a:pt x="291709" y="107735"/>
                </a:moveTo>
                <a:cubicBezTo>
                  <a:pt x="291709" y="115154"/>
                  <a:pt x="290649" y="122649"/>
                  <a:pt x="288453" y="129766"/>
                </a:cubicBezTo>
                <a:cubicBezTo>
                  <a:pt x="287923" y="131432"/>
                  <a:pt x="288075" y="132567"/>
                  <a:pt x="289286" y="134006"/>
                </a:cubicBezTo>
                <a:cubicBezTo>
                  <a:pt x="298674" y="144756"/>
                  <a:pt x="304806" y="158006"/>
                  <a:pt x="307002" y="172088"/>
                </a:cubicBezTo>
                <a:cubicBezTo>
                  <a:pt x="307759" y="176252"/>
                  <a:pt x="308138" y="180416"/>
                  <a:pt x="308138" y="184580"/>
                </a:cubicBezTo>
                <a:cubicBezTo>
                  <a:pt x="307910" y="200327"/>
                  <a:pt x="302914" y="215696"/>
                  <a:pt x="293828" y="228567"/>
                </a:cubicBezTo>
                <a:cubicBezTo>
                  <a:pt x="286333" y="239318"/>
                  <a:pt x="276188" y="247948"/>
                  <a:pt x="264377" y="253702"/>
                </a:cubicBezTo>
                <a:cubicBezTo>
                  <a:pt x="259002" y="256352"/>
                  <a:pt x="253324" y="258321"/>
                  <a:pt x="247494" y="259608"/>
                </a:cubicBezTo>
                <a:cubicBezTo>
                  <a:pt x="246207" y="259759"/>
                  <a:pt x="245223" y="260668"/>
                  <a:pt x="244844" y="261879"/>
                </a:cubicBezTo>
                <a:cubicBezTo>
                  <a:pt x="236441" y="284516"/>
                  <a:pt x="220920" y="300188"/>
                  <a:pt x="198132" y="308895"/>
                </a:cubicBezTo>
                <a:cubicBezTo>
                  <a:pt x="190712" y="311696"/>
                  <a:pt x="182914" y="313286"/>
                  <a:pt x="175040" y="313589"/>
                </a:cubicBezTo>
                <a:cubicBezTo>
                  <a:pt x="154750" y="314573"/>
                  <a:pt x="136656" y="308819"/>
                  <a:pt x="120908" y="296175"/>
                </a:cubicBezTo>
                <a:cubicBezTo>
                  <a:pt x="118410" y="294056"/>
                  <a:pt x="115911" y="291784"/>
                  <a:pt x="113640" y="289437"/>
                </a:cubicBezTo>
                <a:cubicBezTo>
                  <a:pt x="112807" y="288453"/>
                  <a:pt x="111520" y="287999"/>
                  <a:pt x="110233" y="288377"/>
                </a:cubicBezTo>
                <a:cubicBezTo>
                  <a:pt x="91684" y="291633"/>
                  <a:pt x="73892" y="289059"/>
                  <a:pt x="57463" y="279822"/>
                </a:cubicBezTo>
                <a:cubicBezTo>
                  <a:pt x="35962" y="267784"/>
                  <a:pt x="23091" y="249463"/>
                  <a:pt x="18322" y="225614"/>
                </a:cubicBezTo>
                <a:cubicBezTo>
                  <a:pt x="16050" y="213879"/>
                  <a:pt x="16732" y="201766"/>
                  <a:pt x="20290" y="190334"/>
                </a:cubicBezTo>
                <a:lnTo>
                  <a:pt x="20669" y="189274"/>
                </a:lnTo>
                <a:cubicBezTo>
                  <a:pt x="21047" y="188441"/>
                  <a:pt x="20820" y="187457"/>
                  <a:pt x="20139" y="186851"/>
                </a:cubicBezTo>
                <a:cubicBezTo>
                  <a:pt x="8858" y="174132"/>
                  <a:pt x="2120" y="158006"/>
                  <a:pt x="984" y="141047"/>
                </a:cubicBezTo>
                <a:cubicBezTo>
                  <a:pt x="0" y="127040"/>
                  <a:pt x="2953" y="112959"/>
                  <a:pt x="9615" y="100542"/>
                </a:cubicBezTo>
                <a:cubicBezTo>
                  <a:pt x="17262" y="85476"/>
                  <a:pt x="29754" y="73438"/>
                  <a:pt x="44971" y="66170"/>
                </a:cubicBezTo>
                <a:cubicBezTo>
                  <a:pt x="50195" y="63672"/>
                  <a:pt x="55722" y="61703"/>
                  <a:pt x="61325" y="60492"/>
                </a:cubicBezTo>
                <a:cubicBezTo>
                  <a:pt x="62612" y="60340"/>
                  <a:pt x="63672" y="59432"/>
                  <a:pt x="63974" y="58221"/>
                </a:cubicBezTo>
                <a:cubicBezTo>
                  <a:pt x="68139" y="46258"/>
                  <a:pt x="75179" y="35583"/>
                  <a:pt x="84567" y="27104"/>
                </a:cubicBezTo>
                <a:cubicBezTo>
                  <a:pt x="109400" y="4618"/>
                  <a:pt x="145589" y="0"/>
                  <a:pt x="175267" y="15520"/>
                </a:cubicBezTo>
                <a:cubicBezTo>
                  <a:pt x="182611" y="19382"/>
                  <a:pt x="189198" y="24303"/>
                  <a:pt x="194800" y="30359"/>
                </a:cubicBezTo>
                <a:cubicBezTo>
                  <a:pt x="196088" y="31722"/>
                  <a:pt x="197299" y="32025"/>
                  <a:pt x="199192" y="31722"/>
                </a:cubicBezTo>
                <a:cubicBezTo>
                  <a:pt x="214182" y="28921"/>
                  <a:pt x="229703" y="30662"/>
                  <a:pt x="243784" y="36568"/>
                </a:cubicBezTo>
                <a:cubicBezTo>
                  <a:pt x="253854" y="40732"/>
                  <a:pt x="262939" y="47016"/>
                  <a:pt x="270358" y="54889"/>
                </a:cubicBezTo>
                <a:cubicBezTo>
                  <a:pt x="283910" y="69123"/>
                  <a:pt x="291557" y="88050"/>
                  <a:pt x="291709" y="107735"/>
                </a:cubicBezTo>
                <a:close/>
                <a:moveTo>
                  <a:pt x="175419" y="39747"/>
                </a:moveTo>
                <a:cubicBezTo>
                  <a:pt x="174889" y="39293"/>
                  <a:pt x="174586" y="38915"/>
                  <a:pt x="174132" y="38612"/>
                </a:cubicBezTo>
                <a:cubicBezTo>
                  <a:pt x="162245" y="29224"/>
                  <a:pt x="147103" y="24984"/>
                  <a:pt x="132037" y="26574"/>
                </a:cubicBezTo>
                <a:cubicBezTo>
                  <a:pt x="119999" y="27634"/>
                  <a:pt x="108643" y="32555"/>
                  <a:pt x="99634" y="40580"/>
                </a:cubicBezTo>
                <a:cubicBezTo>
                  <a:pt x="86612" y="52012"/>
                  <a:pt x="79798" y="66321"/>
                  <a:pt x="79646" y="83508"/>
                </a:cubicBezTo>
                <a:cubicBezTo>
                  <a:pt x="79419" y="106977"/>
                  <a:pt x="79571" y="130372"/>
                  <a:pt x="79571" y="153842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6984" y="165879"/>
                  <a:pt x="104782" y="170346"/>
                </a:cubicBezTo>
                <a:cubicBezTo>
                  <a:pt x="105236" y="170573"/>
                  <a:pt x="105766" y="170801"/>
                  <a:pt x="106523" y="171103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085"/>
                  <a:pt x="108265" y="78056"/>
                  <a:pt x="111974" y="75937"/>
                </a:cubicBezTo>
                <a:lnTo>
                  <a:pt x="173375" y="40959"/>
                </a:lnTo>
                <a:lnTo>
                  <a:pt x="175419" y="39747"/>
                </a:lnTo>
                <a:close/>
                <a:moveTo>
                  <a:pt x="59356" y="81993"/>
                </a:moveTo>
                <a:cubicBezTo>
                  <a:pt x="58675" y="82145"/>
                  <a:pt x="58221" y="82296"/>
                  <a:pt x="57691" y="82448"/>
                </a:cubicBezTo>
                <a:cubicBezTo>
                  <a:pt x="51028" y="85022"/>
                  <a:pt x="44971" y="88807"/>
                  <a:pt x="39747" y="93728"/>
                </a:cubicBezTo>
                <a:cubicBezTo>
                  <a:pt x="25590" y="107129"/>
                  <a:pt x="19230" y="123558"/>
                  <a:pt x="21577" y="142788"/>
                </a:cubicBezTo>
                <a:cubicBezTo>
                  <a:pt x="23924" y="161640"/>
                  <a:pt x="33539" y="176176"/>
                  <a:pt x="50120" y="185791"/>
                </a:cubicBezTo>
                <a:cubicBezTo>
                  <a:pt x="70561" y="197677"/>
                  <a:pt x="91230" y="209261"/>
                  <a:pt x="111747" y="221072"/>
                </a:cubicBezTo>
                <a:cubicBezTo>
                  <a:pt x="112807" y="221753"/>
                  <a:pt x="114094" y="221753"/>
                  <a:pt x="115078" y="220996"/>
                </a:cubicBezTo>
                <a:cubicBezTo>
                  <a:pt x="122876" y="216529"/>
                  <a:pt x="130599" y="212138"/>
                  <a:pt x="138321" y="207747"/>
                </a:cubicBezTo>
                <a:cubicBezTo>
                  <a:pt x="138927" y="207444"/>
                  <a:pt x="139381" y="207065"/>
                  <a:pt x="140063" y="206611"/>
                </a:cubicBezTo>
                <a:cubicBezTo>
                  <a:pt x="139533" y="206233"/>
                  <a:pt x="139078" y="205930"/>
                  <a:pt x="138624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09" y="162245"/>
                  <a:pt x="60795" y="160428"/>
                  <a:pt x="60038" y="158233"/>
                </a:cubicBezTo>
                <a:cubicBezTo>
                  <a:pt x="59583" y="156643"/>
                  <a:pt x="59356" y="154977"/>
                  <a:pt x="59356" y="153387"/>
                </a:cubicBezTo>
                <a:cubicBezTo>
                  <a:pt x="59281" y="130523"/>
                  <a:pt x="59281" y="107735"/>
                  <a:pt x="59356" y="84946"/>
                </a:cubicBezTo>
                <a:lnTo>
                  <a:pt x="59356" y="81993"/>
                </a:lnTo>
                <a:close/>
                <a:moveTo>
                  <a:pt x="270510" y="117728"/>
                </a:moveTo>
                <a:cubicBezTo>
                  <a:pt x="271873" y="111066"/>
                  <a:pt x="271797" y="104101"/>
                  <a:pt x="270434" y="97438"/>
                </a:cubicBezTo>
                <a:cubicBezTo>
                  <a:pt x="266270" y="77602"/>
                  <a:pt x="254989" y="63217"/>
                  <a:pt x="236138" y="55192"/>
                </a:cubicBezTo>
                <a:cubicBezTo>
                  <a:pt x="217892" y="47394"/>
                  <a:pt x="199873" y="48833"/>
                  <a:pt x="182611" y="58675"/>
                </a:cubicBezTo>
                <a:cubicBezTo>
                  <a:pt x="162397" y="70258"/>
                  <a:pt x="142258" y="81691"/>
                  <a:pt x="122044" y="93198"/>
                </a:cubicBezTo>
                <a:cubicBezTo>
                  <a:pt x="121135" y="93577"/>
                  <a:pt x="120529" y="94561"/>
                  <a:pt x="120605" y="95621"/>
                </a:cubicBezTo>
                <a:cubicBezTo>
                  <a:pt x="120681" y="104782"/>
                  <a:pt x="120605" y="113867"/>
                  <a:pt x="120605" y="123028"/>
                </a:cubicBezTo>
                <a:cubicBezTo>
                  <a:pt x="120605" y="123482"/>
                  <a:pt x="120681" y="123861"/>
                  <a:pt x="120757" y="124542"/>
                </a:cubicBezTo>
                <a:lnTo>
                  <a:pt x="124088" y="122649"/>
                </a:lnTo>
                <a:lnTo>
                  <a:pt x="177766" y="92138"/>
                </a:lnTo>
                <a:lnTo>
                  <a:pt x="196012" y="81691"/>
                </a:lnTo>
                <a:cubicBezTo>
                  <a:pt x="197980" y="80555"/>
                  <a:pt x="200252" y="80025"/>
                  <a:pt x="202447" y="80176"/>
                </a:cubicBezTo>
                <a:cubicBezTo>
                  <a:pt x="204264" y="80403"/>
                  <a:pt x="206005" y="81009"/>
                  <a:pt x="207520" y="81993"/>
                </a:cubicBezTo>
                <a:cubicBezTo>
                  <a:pt x="218043" y="87974"/>
                  <a:pt x="228567" y="94031"/>
                  <a:pt x="239090" y="100012"/>
                </a:cubicBezTo>
                <a:lnTo>
                  <a:pt x="269223" y="117123"/>
                </a:lnTo>
                <a:cubicBezTo>
                  <a:pt x="269677" y="117350"/>
                  <a:pt x="270056" y="117577"/>
                  <a:pt x="270510" y="117728"/>
                </a:cubicBezTo>
                <a:close/>
                <a:moveTo>
                  <a:pt x="38082" y="202069"/>
                </a:moveTo>
                <a:cubicBezTo>
                  <a:pt x="37779" y="205324"/>
                  <a:pt x="37552" y="208050"/>
                  <a:pt x="37476" y="210851"/>
                </a:cubicBezTo>
                <a:cubicBezTo>
                  <a:pt x="37022" y="221223"/>
                  <a:pt x="39672" y="231444"/>
                  <a:pt x="44971" y="240378"/>
                </a:cubicBezTo>
                <a:cubicBezTo>
                  <a:pt x="57312" y="260819"/>
                  <a:pt x="75861" y="270434"/>
                  <a:pt x="99861" y="269601"/>
                </a:cubicBezTo>
                <a:cubicBezTo>
                  <a:pt x="109249" y="269223"/>
                  <a:pt x="118031" y="266119"/>
                  <a:pt x="126132" y="261425"/>
                </a:cubicBezTo>
                <a:cubicBezTo>
                  <a:pt x="134990" y="256352"/>
                  <a:pt x="143848" y="251355"/>
                  <a:pt x="152706" y="246283"/>
                </a:cubicBezTo>
                <a:cubicBezTo>
                  <a:pt x="163987" y="239848"/>
                  <a:pt x="175343" y="233412"/>
                  <a:pt x="186624" y="226977"/>
                </a:cubicBezTo>
                <a:cubicBezTo>
                  <a:pt x="187684" y="226523"/>
                  <a:pt x="188289" y="225387"/>
                  <a:pt x="188214" y="224251"/>
                </a:cubicBezTo>
                <a:cubicBezTo>
                  <a:pt x="188138" y="215318"/>
                  <a:pt x="188214" y="206460"/>
                  <a:pt x="188138" y="197602"/>
                </a:cubicBezTo>
                <a:cubicBezTo>
                  <a:pt x="188138" y="196996"/>
                  <a:pt x="188138" y="196390"/>
                  <a:pt x="188062" y="195558"/>
                </a:cubicBezTo>
                <a:cubicBezTo>
                  <a:pt x="187305" y="195936"/>
                  <a:pt x="186851" y="196163"/>
                  <a:pt x="186321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429" y="238561"/>
                </a:lnTo>
                <a:cubicBezTo>
                  <a:pt x="109324" y="240529"/>
                  <a:pt x="105312" y="240529"/>
                  <a:pt x="102208" y="238561"/>
                </a:cubicBezTo>
                <a:lnTo>
                  <a:pt x="100694" y="237728"/>
                </a:lnTo>
                <a:lnTo>
                  <a:pt x="44820" y="205930"/>
                </a:lnTo>
                <a:cubicBezTo>
                  <a:pt x="42700" y="204643"/>
                  <a:pt x="40580" y="203507"/>
                  <a:pt x="38082" y="202069"/>
                </a:cubicBezTo>
                <a:close/>
                <a:moveTo>
                  <a:pt x="168605" y="113413"/>
                </a:moveTo>
                <a:cubicBezTo>
                  <a:pt x="169211" y="113791"/>
                  <a:pt x="169513" y="114094"/>
                  <a:pt x="169816" y="114246"/>
                </a:cubicBezTo>
                <a:cubicBezTo>
                  <a:pt x="185640" y="123255"/>
                  <a:pt x="201539" y="132264"/>
                  <a:pt x="217286" y="141274"/>
                </a:cubicBezTo>
                <a:lnTo>
                  <a:pt x="244390" y="156719"/>
                </a:lnTo>
                <a:cubicBezTo>
                  <a:pt x="246661" y="157930"/>
                  <a:pt x="248327" y="160050"/>
                  <a:pt x="249008" y="162548"/>
                </a:cubicBezTo>
                <a:cubicBezTo>
                  <a:pt x="249311" y="163835"/>
                  <a:pt x="249538" y="165047"/>
                  <a:pt x="249463" y="166334"/>
                </a:cubicBezTo>
                <a:cubicBezTo>
                  <a:pt x="249538" y="189652"/>
                  <a:pt x="249538" y="212971"/>
                  <a:pt x="249463" y="236289"/>
                </a:cubicBezTo>
                <a:lnTo>
                  <a:pt x="249463" y="238182"/>
                </a:lnTo>
                <a:cubicBezTo>
                  <a:pt x="250598" y="237803"/>
                  <a:pt x="251507" y="237501"/>
                  <a:pt x="252340" y="237122"/>
                </a:cubicBezTo>
                <a:cubicBezTo>
                  <a:pt x="259229" y="234321"/>
                  <a:pt x="265437" y="230157"/>
                  <a:pt x="270586" y="224933"/>
                </a:cubicBezTo>
                <a:cubicBezTo>
                  <a:pt x="282699" y="212668"/>
                  <a:pt x="288680" y="198056"/>
                  <a:pt x="287620" y="180946"/>
                </a:cubicBezTo>
                <a:cubicBezTo>
                  <a:pt x="286257" y="160580"/>
                  <a:pt x="276491" y="145059"/>
                  <a:pt x="258926" y="134384"/>
                </a:cubicBezTo>
                <a:cubicBezTo>
                  <a:pt x="253097" y="130902"/>
                  <a:pt x="247116" y="127646"/>
                  <a:pt x="241210" y="124315"/>
                </a:cubicBezTo>
                <a:lnTo>
                  <a:pt x="196920" y="99028"/>
                </a:lnTo>
                <a:cubicBezTo>
                  <a:pt x="196012" y="98347"/>
                  <a:pt x="194725" y="98347"/>
                  <a:pt x="193816" y="99028"/>
                </a:cubicBezTo>
                <a:cubicBezTo>
                  <a:pt x="188517" y="102132"/>
                  <a:pt x="183217" y="105085"/>
                  <a:pt x="177917" y="108113"/>
                </a:cubicBezTo>
                <a:lnTo>
                  <a:pt x="168605" y="113413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12"/>
                  <a:pt x="200706" y="241967"/>
                  <a:pt x="196920" y="244087"/>
                </a:cubicBezTo>
                <a:lnTo>
                  <a:pt x="165955" y="261728"/>
                </a:lnTo>
                <a:lnTo>
                  <a:pt x="134914" y="279444"/>
                </a:lnTo>
                <a:cubicBezTo>
                  <a:pt x="134460" y="279671"/>
                  <a:pt x="134006" y="280049"/>
                  <a:pt x="133400" y="280504"/>
                </a:cubicBezTo>
                <a:cubicBezTo>
                  <a:pt x="134081" y="281034"/>
                  <a:pt x="134611" y="281488"/>
                  <a:pt x="135217" y="281942"/>
                </a:cubicBezTo>
                <a:cubicBezTo>
                  <a:pt x="152252" y="294207"/>
                  <a:pt x="170801" y="297160"/>
                  <a:pt x="190712" y="290270"/>
                </a:cubicBezTo>
                <a:cubicBezTo>
                  <a:pt x="213425" y="282321"/>
                  <a:pt x="228794" y="261122"/>
                  <a:pt x="229173" y="237046"/>
                </a:cubicBezTo>
                <a:cubicBezTo>
                  <a:pt x="229324" y="213349"/>
                  <a:pt x="229173" y="189652"/>
                  <a:pt x="229248" y="165955"/>
                </a:cubicBezTo>
                <a:cubicBezTo>
                  <a:pt x="229324" y="164819"/>
                  <a:pt x="228718" y="163684"/>
                  <a:pt x="227658" y="163230"/>
                </a:cubicBezTo>
                <a:cubicBezTo>
                  <a:pt x="219709" y="158763"/>
                  <a:pt x="211835" y="154220"/>
                  <a:pt x="203886" y="149678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05" y="179356"/>
                </a:moveTo>
                <a:lnTo>
                  <a:pt x="154447" y="198586"/>
                </a:lnTo>
                <a:lnTo>
                  <a:pt x="188062" y="179431"/>
                </a:lnTo>
                <a:cubicBezTo>
                  <a:pt x="188062" y="179280"/>
                  <a:pt x="188138" y="179053"/>
                  <a:pt x="188138" y="178826"/>
                </a:cubicBezTo>
                <a:cubicBezTo>
                  <a:pt x="188138" y="166561"/>
                  <a:pt x="188138" y="154220"/>
                  <a:pt x="188214" y="141880"/>
                </a:cubicBezTo>
                <a:cubicBezTo>
                  <a:pt x="188214" y="140895"/>
                  <a:pt x="187684" y="140441"/>
                  <a:pt x="186927" y="140063"/>
                </a:cubicBezTo>
                <a:lnTo>
                  <a:pt x="157324" y="123179"/>
                </a:lnTo>
                <a:lnTo>
                  <a:pt x="154372" y="121589"/>
                </a:lnTo>
                <a:lnTo>
                  <a:pt x="153236" y="122195"/>
                </a:lnTo>
                <a:lnTo>
                  <a:pt x="121968" y="139987"/>
                </a:lnTo>
                <a:cubicBezTo>
                  <a:pt x="120984" y="140441"/>
                  <a:pt x="120454" y="141425"/>
                  <a:pt x="120605" y="142409"/>
                </a:cubicBezTo>
                <a:cubicBezTo>
                  <a:pt x="120605" y="151116"/>
                  <a:pt x="120605" y="159823"/>
                  <a:pt x="120605" y="168529"/>
                </a:cubicBezTo>
                <a:lnTo>
                  <a:pt x="120605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20CD0-E120-4BE9-80E3-2F613D5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626" y="3127452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547" y="38612"/>
                </a:lnTo>
                <a:lnTo>
                  <a:pt x="327292" y="54511"/>
                </a:lnTo>
                <a:lnTo>
                  <a:pt x="326961" y="54719"/>
                </a:lnTo>
                <a:lnTo>
                  <a:pt x="326649" y="54946"/>
                </a:lnTo>
                <a:lnTo>
                  <a:pt x="326356" y="55191"/>
                </a:lnTo>
                <a:lnTo>
                  <a:pt x="326084" y="55451"/>
                </a:lnTo>
                <a:lnTo>
                  <a:pt x="325831" y="55727"/>
                </a:lnTo>
                <a:lnTo>
                  <a:pt x="325599" y="56017"/>
                </a:lnTo>
                <a:lnTo>
                  <a:pt x="325388" y="56319"/>
                </a:lnTo>
                <a:lnTo>
                  <a:pt x="325197" y="56633"/>
                </a:lnTo>
                <a:lnTo>
                  <a:pt x="325028" y="56958"/>
                </a:lnTo>
                <a:lnTo>
                  <a:pt x="324881" y="57292"/>
                </a:lnTo>
                <a:lnTo>
                  <a:pt x="324755" y="57635"/>
                </a:lnTo>
                <a:lnTo>
                  <a:pt x="324652" y="57984"/>
                </a:lnTo>
                <a:lnTo>
                  <a:pt x="324571" y="58339"/>
                </a:lnTo>
                <a:lnTo>
                  <a:pt x="324512" y="58699"/>
                </a:lnTo>
                <a:lnTo>
                  <a:pt x="324477" y="59063"/>
                </a:lnTo>
                <a:lnTo>
                  <a:pt x="324466" y="59429"/>
                </a:lnTo>
                <a:lnTo>
                  <a:pt x="324477" y="59797"/>
                </a:lnTo>
                <a:lnTo>
                  <a:pt x="324513" y="60164"/>
                </a:lnTo>
                <a:lnTo>
                  <a:pt x="324573" y="60531"/>
                </a:lnTo>
                <a:lnTo>
                  <a:pt x="324658" y="60895"/>
                </a:lnTo>
                <a:lnTo>
                  <a:pt x="324767" y="61256"/>
                </a:lnTo>
                <a:lnTo>
                  <a:pt x="324902" y="61613"/>
                </a:lnTo>
                <a:lnTo>
                  <a:pt x="325062" y="61964"/>
                </a:lnTo>
                <a:lnTo>
                  <a:pt x="325248" y="62309"/>
                </a:lnTo>
                <a:lnTo>
                  <a:pt x="325456" y="62640"/>
                </a:lnTo>
                <a:lnTo>
                  <a:pt x="325683" y="62952"/>
                </a:lnTo>
                <a:lnTo>
                  <a:pt x="325928" y="63244"/>
                </a:lnTo>
                <a:lnTo>
                  <a:pt x="326188" y="63517"/>
                </a:lnTo>
                <a:lnTo>
                  <a:pt x="326464" y="63770"/>
                </a:lnTo>
                <a:lnTo>
                  <a:pt x="326754" y="64002"/>
                </a:lnTo>
                <a:lnTo>
                  <a:pt x="327056" y="64213"/>
                </a:lnTo>
                <a:lnTo>
                  <a:pt x="327371" y="64404"/>
                </a:lnTo>
                <a:lnTo>
                  <a:pt x="327695" y="64573"/>
                </a:lnTo>
                <a:lnTo>
                  <a:pt x="328029" y="64720"/>
                </a:lnTo>
                <a:lnTo>
                  <a:pt x="328372" y="64846"/>
                </a:lnTo>
                <a:lnTo>
                  <a:pt x="328721" y="64949"/>
                </a:lnTo>
                <a:lnTo>
                  <a:pt x="329076" y="65030"/>
                </a:lnTo>
                <a:lnTo>
                  <a:pt x="329436" y="65088"/>
                </a:lnTo>
                <a:lnTo>
                  <a:pt x="329800" y="65124"/>
                </a:lnTo>
                <a:lnTo>
                  <a:pt x="330166" y="65135"/>
                </a:lnTo>
                <a:lnTo>
                  <a:pt x="330534" y="65123"/>
                </a:lnTo>
                <a:lnTo>
                  <a:pt x="330901" y="65088"/>
                </a:lnTo>
                <a:lnTo>
                  <a:pt x="331268" y="65028"/>
                </a:lnTo>
                <a:lnTo>
                  <a:pt x="331632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1" y="1337"/>
                </a:lnTo>
                <a:lnTo>
                  <a:pt x="332350" y="1186"/>
                </a:lnTo>
                <a:lnTo>
                  <a:pt x="331994" y="1059"/>
                </a:lnTo>
                <a:lnTo>
                  <a:pt x="331632" y="956"/>
                </a:lnTo>
                <a:lnTo>
                  <a:pt x="331268" y="877"/>
                </a:lnTo>
                <a:lnTo>
                  <a:pt x="330901" y="822"/>
                </a:lnTo>
                <a:lnTo>
                  <a:pt x="330534" y="791"/>
                </a:lnTo>
                <a:lnTo>
                  <a:pt x="330166" y="782"/>
                </a:lnTo>
                <a:lnTo>
                  <a:pt x="329800" y="797"/>
                </a:lnTo>
                <a:lnTo>
                  <a:pt x="329436" y="834"/>
                </a:lnTo>
                <a:lnTo>
                  <a:pt x="329076" y="893"/>
                </a:lnTo>
                <a:lnTo>
                  <a:pt x="328721" y="975"/>
                </a:lnTo>
                <a:lnTo>
                  <a:pt x="328372" y="1078"/>
                </a:lnTo>
                <a:lnTo>
                  <a:pt x="328029" y="1202"/>
                </a:lnTo>
                <a:lnTo>
                  <a:pt x="327695" y="1348"/>
                </a:lnTo>
                <a:lnTo>
                  <a:pt x="327371" y="1514"/>
                </a:lnTo>
                <a:lnTo>
                  <a:pt x="327056" y="1701"/>
                </a:lnTo>
                <a:lnTo>
                  <a:pt x="326754" y="1908"/>
                </a:lnTo>
                <a:lnTo>
                  <a:pt x="326464" y="2135"/>
                </a:lnTo>
                <a:lnTo>
                  <a:pt x="326188" y="2382"/>
                </a:lnTo>
                <a:lnTo>
                  <a:pt x="325928" y="2648"/>
                </a:lnTo>
                <a:lnTo>
                  <a:pt x="325683" y="2933"/>
                </a:lnTo>
                <a:lnTo>
                  <a:pt x="325456" y="3236"/>
                </a:lnTo>
                <a:lnTo>
                  <a:pt x="325248" y="3558"/>
                </a:lnTo>
                <a:lnTo>
                  <a:pt x="325062" y="3903"/>
                </a:lnTo>
                <a:lnTo>
                  <a:pt x="324902" y="4254"/>
                </a:lnTo>
                <a:lnTo>
                  <a:pt x="324767" y="4611"/>
                </a:lnTo>
                <a:lnTo>
                  <a:pt x="324658" y="4972"/>
                </a:lnTo>
                <a:lnTo>
                  <a:pt x="324573" y="5336"/>
                </a:lnTo>
                <a:lnTo>
                  <a:pt x="324513" y="5703"/>
                </a:lnTo>
                <a:lnTo>
                  <a:pt x="324477" y="6071"/>
                </a:lnTo>
                <a:lnTo>
                  <a:pt x="324466" y="6438"/>
                </a:lnTo>
                <a:lnTo>
                  <a:pt x="324477" y="6804"/>
                </a:lnTo>
                <a:lnTo>
                  <a:pt x="324512" y="7168"/>
                </a:lnTo>
                <a:lnTo>
                  <a:pt x="324571" y="7528"/>
                </a:lnTo>
                <a:lnTo>
                  <a:pt x="324652" y="7883"/>
                </a:lnTo>
                <a:lnTo>
                  <a:pt x="324755" y="8233"/>
                </a:lnTo>
                <a:lnTo>
                  <a:pt x="324881" y="8575"/>
                </a:lnTo>
                <a:lnTo>
                  <a:pt x="325028" y="8909"/>
                </a:lnTo>
                <a:lnTo>
                  <a:pt x="325197" y="9234"/>
                </a:lnTo>
                <a:lnTo>
                  <a:pt x="325388" y="9548"/>
                </a:lnTo>
                <a:lnTo>
                  <a:pt x="325599" y="9851"/>
                </a:lnTo>
                <a:lnTo>
                  <a:pt x="325831" y="10140"/>
                </a:lnTo>
                <a:lnTo>
                  <a:pt x="326084" y="10416"/>
                </a:lnTo>
                <a:lnTo>
                  <a:pt x="326356" y="10677"/>
                </a:lnTo>
                <a:lnTo>
                  <a:pt x="326649" y="10921"/>
                </a:lnTo>
                <a:lnTo>
                  <a:pt x="326961" y="11148"/>
                </a:lnTo>
                <a:lnTo>
                  <a:pt x="327292" y="11356"/>
                </a:lnTo>
                <a:lnTo>
                  <a:pt x="354547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4AB1B-B617-4880-9DDB-E15D845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696" y="2585827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84295-7393-416F-BB43-B3B26352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221" y="3127452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623" y="38612"/>
                </a:lnTo>
                <a:lnTo>
                  <a:pt x="327368" y="54511"/>
                </a:lnTo>
                <a:lnTo>
                  <a:pt x="327037" y="54719"/>
                </a:lnTo>
                <a:lnTo>
                  <a:pt x="326725" y="54946"/>
                </a:lnTo>
                <a:lnTo>
                  <a:pt x="326432" y="55191"/>
                </a:lnTo>
                <a:lnTo>
                  <a:pt x="326160" y="55451"/>
                </a:lnTo>
                <a:lnTo>
                  <a:pt x="325907" y="55727"/>
                </a:lnTo>
                <a:lnTo>
                  <a:pt x="325675" y="56017"/>
                </a:lnTo>
                <a:lnTo>
                  <a:pt x="325463" y="56319"/>
                </a:lnTo>
                <a:lnTo>
                  <a:pt x="325273" y="56633"/>
                </a:lnTo>
                <a:lnTo>
                  <a:pt x="325104" y="56958"/>
                </a:lnTo>
                <a:lnTo>
                  <a:pt x="324956" y="57292"/>
                </a:lnTo>
                <a:lnTo>
                  <a:pt x="324831" y="57635"/>
                </a:lnTo>
                <a:lnTo>
                  <a:pt x="324727" y="57984"/>
                </a:lnTo>
                <a:lnTo>
                  <a:pt x="324646" y="58339"/>
                </a:lnTo>
                <a:lnTo>
                  <a:pt x="324588" y="58699"/>
                </a:lnTo>
                <a:lnTo>
                  <a:pt x="324553" y="59063"/>
                </a:lnTo>
                <a:lnTo>
                  <a:pt x="324541" y="59429"/>
                </a:lnTo>
                <a:lnTo>
                  <a:pt x="324553" y="59797"/>
                </a:lnTo>
                <a:lnTo>
                  <a:pt x="324589" y="60164"/>
                </a:lnTo>
                <a:lnTo>
                  <a:pt x="324649" y="60531"/>
                </a:lnTo>
                <a:lnTo>
                  <a:pt x="324734" y="60895"/>
                </a:lnTo>
                <a:lnTo>
                  <a:pt x="324843" y="61256"/>
                </a:lnTo>
                <a:lnTo>
                  <a:pt x="324978" y="61613"/>
                </a:lnTo>
                <a:lnTo>
                  <a:pt x="325138" y="61964"/>
                </a:lnTo>
                <a:lnTo>
                  <a:pt x="325324" y="62309"/>
                </a:lnTo>
                <a:lnTo>
                  <a:pt x="325532" y="62640"/>
                </a:lnTo>
                <a:lnTo>
                  <a:pt x="325757" y="62952"/>
                </a:lnTo>
                <a:lnTo>
                  <a:pt x="326000" y="63244"/>
                </a:lnTo>
                <a:lnTo>
                  <a:pt x="326258" y="63517"/>
                </a:lnTo>
                <a:lnTo>
                  <a:pt x="326531" y="63770"/>
                </a:lnTo>
                <a:lnTo>
                  <a:pt x="326818" y="64002"/>
                </a:lnTo>
                <a:lnTo>
                  <a:pt x="327116" y="64213"/>
                </a:lnTo>
                <a:lnTo>
                  <a:pt x="327427" y="64404"/>
                </a:lnTo>
                <a:lnTo>
                  <a:pt x="327747" y="64573"/>
                </a:lnTo>
                <a:lnTo>
                  <a:pt x="328077" y="64720"/>
                </a:lnTo>
                <a:lnTo>
                  <a:pt x="328414" y="64846"/>
                </a:lnTo>
                <a:lnTo>
                  <a:pt x="328759" y="64949"/>
                </a:lnTo>
                <a:lnTo>
                  <a:pt x="329109" y="65030"/>
                </a:lnTo>
                <a:lnTo>
                  <a:pt x="329465" y="65088"/>
                </a:lnTo>
                <a:lnTo>
                  <a:pt x="329824" y="65124"/>
                </a:lnTo>
                <a:lnTo>
                  <a:pt x="330186" y="65135"/>
                </a:lnTo>
                <a:lnTo>
                  <a:pt x="330549" y="65123"/>
                </a:lnTo>
                <a:lnTo>
                  <a:pt x="330913" y="65088"/>
                </a:lnTo>
                <a:lnTo>
                  <a:pt x="331276" y="65028"/>
                </a:lnTo>
                <a:lnTo>
                  <a:pt x="331638" y="64943"/>
                </a:lnTo>
                <a:lnTo>
                  <a:pt x="331997" y="64833"/>
                </a:lnTo>
                <a:lnTo>
                  <a:pt x="332352" y="64699"/>
                </a:lnTo>
                <a:lnTo>
                  <a:pt x="332702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2" y="1337"/>
                </a:lnTo>
                <a:lnTo>
                  <a:pt x="332352" y="1186"/>
                </a:lnTo>
                <a:lnTo>
                  <a:pt x="331997" y="1059"/>
                </a:lnTo>
                <a:lnTo>
                  <a:pt x="331638" y="956"/>
                </a:lnTo>
                <a:lnTo>
                  <a:pt x="331276" y="877"/>
                </a:lnTo>
                <a:lnTo>
                  <a:pt x="330913" y="822"/>
                </a:lnTo>
                <a:lnTo>
                  <a:pt x="330549" y="791"/>
                </a:lnTo>
                <a:lnTo>
                  <a:pt x="330186" y="782"/>
                </a:lnTo>
                <a:lnTo>
                  <a:pt x="329824" y="797"/>
                </a:lnTo>
                <a:lnTo>
                  <a:pt x="329465" y="834"/>
                </a:lnTo>
                <a:lnTo>
                  <a:pt x="329109" y="893"/>
                </a:lnTo>
                <a:lnTo>
                  <a:pt x="328759" y="975"/>
                </a:lnTo>
                <a:lnTo>
                  <a:pt x="328414" y="1078"/>
                </a:lnTo>
                <a:lnTo>
                  <a:pt x="328077" y="1202"/>
                </a:lnTo>
                <a:lnTo>
                  <a:pt x="327747" y="1348"/>
                </a:lnTo>
                <a:lnTo>
                  <a:pt x="327427" y="1514"/>
                </a:lnTo>
                <a:lnTo>
                  <a:pt x="327116" y="1701"/>
                </a:lnTo>
                <a:lnTo>
                  <a:pt x="326818" y="1908"/>
                </a:lnTo>
                <a:lnTo>
                  <a:pt x="326531" y="2135"/>
                </a:lnTo>
                <a:lnTo>
                  <a:pt x="326258" y="2382"/>
                </a:lnTo>
                <a:lnTo>
                  <a:pt x="326000" y="2648"/>
                </a:lnTo>
                <a:lnTo>
                  <a:pt x="325757" y="2933"/>
                </a:lnTo>
                <a:lnTo>
                  <a:pt x="325532" y="3236"/>
                </a:lnTo>
                <a:lnTo>
                  <a:pt x="325324" y="3558"/>
                </a:lnTo>
                <a:lnTo>
                  <a:pt x="325138" y="3903"/>
                </a:lnTo>
                <a:lnTo>
                  <a:pt x="324978" y="4254"/>
                </a:lnTo>
                <a:lnTo>
                  <a:pt x="324843" y="4611"/>
                </a:lnTo>
                <a:lnTo>
                  <a:pt x="324734" y="4972"/>
                </a:lnTo>
                <a:lnTo>
                  <a:pt x="324649" y="5336"/>
                </a:lnTo>
                <a:lnTo>
                  <a:pt x="324589" y="5703"/>
                </a:lnTo>
                <a:lnTo>
                  <a:pt x="324553" y="6071"/>
                </a:lnTo>
                <a:lnTo>
                  <a:pt x="324541" y="6438"/>
                </a:lnTo>
                <a:lnTo>
                  <a:pt x="324553" y="6804"/>
                </a:lnTo>
                <a:lnTo>
                  <a:pt x="324588" y="7168"/>
                </a:lnTo>
                <a:lnTo>
                  <a:pt x="324646" y="7528"/>
                </a:lnTo>
                <a:lnTo>
                  <a:pt x="324727" y="7883"/>
                </a:lnTo>
                <a:lnTo>
                  <a:pt x="324831" y="8233"/>
                </a:lnTo>
                <a:lnTo>
                  <a:pt x="324956" y="8575"/>
                </a:lnTo>
                <a:lnTo>
                  <a:pt x="325104" y="8909"/>
                </a:lnTo>
                <a:lnTo>
                  <a:pt x="325273" y="9234"/>
                </a:lnTo>
                <a:lnTo>
                  <a:pt x="325463" y="9548"/>
                </a:lnTo>
                <a:lnTo>
                  <a:pt x="325675" y="9851"/>
                </a:lnTo>
                <a:lnTo>
                  <a:pt x="325907" y="10140"/>
                </a:lnTo>
                <a:lnTo>
                  <a:pt x="326160" y="10416"/>
                </a:lnTo>
                <a:lnTo>
                  <a:pt x="326432" y="10677"/>
                </a:lnTo>
                <a:lnTo>
                  <a:pt x="326725" y="10921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623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8A994-F163-4DC1-9859-FE6A795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472" y="2920614"/>
            <a:ext cx="479544" cy="479544"/>
          </a:xfrm>
          <a:custGeom xmlns:a="http://schemas.openxmlformats.org/drawingml/2006/main">
            <a:pathLst>
              <a:path w="479544" h="479544">
                <a:moveTo>
                  <a:pt x="239772" y="76"/>
                </a:moveTo>
                <a:cubicBezTo>
                  <a:pt x="305942" y="76"/>
                  <a:pt x="365904" y="26877"/>
                  <a:pt x="409285" y="70334"/>
                </a:cubicBezTo>
                <a:cubicBezTo>
                  <a:pt x="454257" y="115230"/>
                  <a:pt x="479544" y="176176"/>
                  <a:pt x="479468" y="239772"/>
                </a:cubicBezTo>
                <a:cubicBezTo>
                  <a:pt x="479468" y="306018"/>
                  <a:pt x="452667" y="365904"/>
                  <a:pt x="409285" y="409285"/>
                </a:cubicBezTo>
                <a:cubicBezTo>
                  <a:pt x="364314" y="454332"/>
                  <a:pt x="303368" y="479544"/>
                  <a:pt x="239772" y="479468"/>
                </a:cubicBezTo>
                <a:cubicBezTo>
                  <a:pt x="176176" y="479544"/>
                  <a:pt x="115154" y="454332"/>
                  <a:pt x="70258" y="409285"/>
                </a:cubicBezTo>
                <a:cubicBezTo>
                  <a:pt x="25211" y="364390"/>
                  <a:pt x="0" y="303368"/>
                  <a:pt x="76" y="239772"/>
                </a:cubicBezTo>
                <a:cubicBezTo>
                  <a:pt x="76" y="173602"/>
                  <a:pt x="26877" y="113640"/>
                  <a:pt x="70258" y="70334"/>
                </a:cubicBezTo>
                <a:cubicBezTo>
                  <a:pt x="115154" y="25287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22FCB-E547-4F26-8227-B347E478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721" y="3000336"/>
            <a:ext cx="308213" cy="314573"/>
          </a:xfrm>
          <a:custGeom xmlns:a="http://schemas.openxmlformats.org/drawingml/2006/main">
            <a:pathLst>
              <a:path w="308213" h="314573">
                <a:moveTo>
                  <a:pt x="291784" y="107735"/>
                </a:moveTo>
                <a:cubicBezTo>
                  <a:pt x="291784" y="115154"/>
                  <a:pt x="290724" y="122649"/>
                  <a:pt x="288529" y="129766"/>
                </a:cubicBezTo>
                <a:cubicBezTo>
                  <a:pt x="287923" y="131432"/>
                  <a:pt x="288075" y="132567"/>
                  <a:pt x="289362" y="134006"/>
                </a:cubicBezTo>
                <a:cubicBezTo>
                  <a:pt x="298750" y="144756"/>
                  <a:pt x="304882" y="158006"/>
                  <a:pt x="307078" y="172088"/>
                </a:cubicBezTo>
                <a:cubicBezTo>
                  <a:pt x="307835" y="176252"/>
                  <a:pt x="308213" y="180416"/>
                  <a:pt x="308213" y="184580"/>
                </a:cubicBezTo>
                <a:cubicBezTo>
                  <a:pt x="307986" y="200327"/>
                  <a:pt x="302989" y="215696"/>
                  <a:pt x="293904" y="228567"/>
                </a:cubicBezTo>
                <a:cubicBezTo>
                  <a:pt x="286409" y="239318"/>
                  <a:pt x="276264" y="247948"/>
                  <a:pt x="264453" y="253702"/>
                </a:cubicBezTo>
                <a:cubicBezTo>
                  <a:pt x="259078" y="256352"/>
                  <a:pt x="253400" y="258321"/>
                  <a:pt x="247570" y="259608"/>
                </a:cubicBezTo>
                <a:cubicBezTo>
                  <a:pt x="246283" y="259759"/>
                  <a:pt x="245223" y="260668"/>
                  <a:pt x="244920" y="261879"/>
                </a:cubicBezTo>
                <a:cubicBezTo>
                  <a:pt x="236516" y="284516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589"/>
                </a:cubicBezTo>
                <a:cubicBezTo>
                  <a:pt x="154826" y="314573"/>
                  <a:pt x="136731" y="308819"/>
                  <a:pt x="120984" y="296175"/>
                </a:cubicBezTo>
                <a:cubicBezTo>
                  <a:pt x="118410" y="294056"/>
                  <a:pt x="115987" y="291784"/>
                  <a:pt x="113716" y="289437"/>
                </a:cubicBezTo>
                <a:cubicBezTo>
                  <a:pt x="112883" y="288453"/>
                  <a:pt x="111520" y="287999"/>
                  <a:pt x="110309" y="288377"/>
                </a:cubicBezTo>
                <a:cubicBezTo>
                  <a:pt x="91684" y="291633"/>
                  <a:pt x="73968" y="289059"/>
                  <a:pt x="57539" y="279822"/>
                </a:cubicBezTo>
                <a:cubicBezTo>
                  <a:pt x="36038" y="267784"/>
                  <a:pt x="23167" y="249463"/>
                  <a:pt x="18397" y="225614"/>
                </a:cubicBezTo>
                <a:cubicBezTo>
                  <a:pt x="16126" y="213879"/>
                  <a:pt x="16808" y="201766"/>
                  <a:pt x="20366" y="190334"/>
                </a:cubicBezTo>
                <a:lnTo>
                  <a:pt x="20744" y="189274"/>
                </a:lnTo>
                <a:cubicBezTo>
                  <a:pt x="21047" y="188441"/>
                  <a:pt x="20896" y="187457"/>
                  <a:pt x="20214" y="186851"/>
                </a:cubicBezTo>
                <a:cubicBezTo>
                  <a:pt x="8934" y="174132"/>
                  <a:pt x="2196" y="158006"/>
                  <a:pt x="1060" y="141047"/>
                </a:cubicBezTo>
                <a:cubicBezTo>
                  <a:pt x="0" y="127040"/>
                  <a:pt x="3028" y="112959"/>
                  <a:pt x="9615" y="100542"/>
                </a:cubicBezTo>
                <a:cubicBezTo>
                  <a:pt x="17337" y="85476"/>
                  <a:pt x="29754" y="73438"/>
                  <a:pt x="45047" y="66170"/>
                </a:cubicBezTo>
                <a:cubicBezTo>
                  <a:pt x="50271" y="63672"/>
                  <a:pt x="55722" y="61703"/>
                  <a:pt x="61400" y="60492"/>
                </a:cubicBezTo>
                <a:cubicBezTo>
                  <a:pt x="62687" y="60340"/>
                  <a:pt x="63747" y="59432"/>
                  <a:pt x="64050" y="58221"/>
                </a:cubicBezTo>
                <a:cubicBezTo>
                  <a:pt x="68139" y="46258"/>
                  <a:pt x="75255" y="35583"/>
                  <a:pt x="84643" y="27104"/>
                </a:cubicBezTo>
                <a:cubicBezTo>
                  <a:pt x="109400" y="4618"/>
                  <a:pt x="145665" y="0"/>
                  <a:pt x="175343" y="15520"/>
                </a:cubicBezTo>
                <a:cubicBezTo>
                  <a:pt x="182687" y="19382"/>
                  <a:pt x="189274" y="24303"/>
                  <a:pt x="194800" y="30359"/>
                </a:cubicBezTo>
                <a:cubicBezTo>
                  <a:pt x="196163" y="31722"/>
                  <a:pt x="197375" y="32025"/>
                  <a:pt x="199267" y="31722"/>
                </a:cubicBezTo>
                <a:cubicBezTo>
                  <a:pt x="214258" y="28921"/>
                  <a:pt x="229778" y="30662"/>
                  <a:pt x="243860" y="36568"/>
                </a:cubicBezTo>
                <a:cubicBezTo>
                  <a:pt x="253930" y="40732"/>
                  <a:pt x="262939" y="47016"/>
                  <a:pt x="270358" y="54889"/>
                </a:cubicBezTo>
                <a:cubicBezTo>
                  <a:pt x="283986" y="69123"/>
                  <a:pt x="291633" y="88050"/>
                  <a:pt x="291784" y="107735"/>
                </a:cubicBezTo>
                <a:close/>
                <a:moveTo>
                  <a:pt x="175495" y="39747"/>
                </a:moveTo>
                <a:cubicBezTo>
                  <a:pt x="174965" y="39293"/>
                  <a:pt x="174586" y="38915"/>
                  <a:pt x="174207" y="38612"/>
                </a:cubicBezTo>
                <a:cubicBezTo>
                  <a:pt x="162245" y="29224"/>
                  <a:pt x="147179" y="24984"/>
                  <a:pt x="132037" y="26574"/>
                </a:cubicBezTo>
                <a:cubicBezTo>
                  <a:pt x="120075" y="27634"/>
                  <a:pt x="108719" y="32555"/>
                  <a:pt x="99709" y="40580"/>
                </a:cubicBezTo>
                <a:cubicBezTo>
                  <a:pt x="86687" y="52012"/>
                  <a:pt x="79798" y="66321"/>
                  <a:pt x="79646" y="83508"/>
                </a:cubicBezTo>
                <a:cubicBezTo>
                  <a:pt x="79495" y="106977"/>
                  <a:pt x="79646" y="130372"/>
                  <a:pt x="79571" y="153842"/>
                </a:cubicBezTo>
                <a:cubicBezTo>
                  <a:pt x="79495" y="155204"/>
                  <a:pt x="80252" y="156491"/>
                  <a:pt x="81463" y="157021"/>
                </a:cubicBezTo>
                <a:cubicBezTo>
                  <a:pt x="89261" y="161413"/>
                  <a:pt x="97060" y="165879"/>
                  <a:pt x="104858" y="170346"/>
                </a:cubicBezTo>
                <a:cubicBezTo>
                  <a:pt x="105312" y="170573"/>
                  <a:pt x="105842" y="170801"/>
                  <a:pt x="106599" y="171103"/>
                </a:cubicBezTo>
                <a:lnTo>
                  <a:pt x="106599" y="168605"/>
                </a:lnTo>
                <a:lnTo>
                  <a:pt x="106599" y="85325"/>
                </a:lnTo>
                <a:cubicBezTo>
                  <a:pt x="106599" y="81085"/>
                  <a:pt x="108340" y="78056"/>
                  <a:pt x="112050" y="75937"/>
                </a:cubicBezTo>
                <a:lnTo>
                  <a:pt x="173375" y="40959"/>
                </a:lnTo>
                <a:lnTo>
                  <a:pt x="175495" y="39747"/>
                </a:lnTo>
                <a:close/>
                <a:moveTo>
                  <a:pt x="59432" y="81993"/>
                </a:moveTo>
                <a:cubicBezTo>
                  <a:pt x="58751" y="82145"/>
                  <a:pt x="58296" y="82296"/>
                  <a:pt x="57766" y="82448"/>
                </a:cubicBezTo>
                <a:cubicBezTo>
                  <a:pt x="51104" y="85022"/>
                  <a:pt x="44971" y="88807"/>
                  <a:pt x="39823" y="93728"/>
                </a:cubicBezTo>
                <a:cubicBezTo>
                  <a:pt x="25666" y="107129"/>
                  <a:pt x="19306" y="123558"/>
                  <a:pt x="21653" y="142788"/>
                </a:cubicBezTo>
                <a:cubicBezTo>
                  <a:pt x="23924" y="161640"/>
                  <a:pt x="33615" y="176176"/>
                  <a:pt x="50195" y="185791"/>
                </a:cubicBezTo>
                <a:cubicBezTo>
                  <a:pt x="70637" y="197677"/>
                  <a:pt x="91306" y="209261"/>
                  <a:pt x="111823" y="221072"/>
                </a:cubicBezTo>
                <a:cubicBezTo>
                  <a:pt x="112883" y="221753"/>
                  <a:pt x="114170" y="221753"/>
                  <a:pt x="115154" y="220996"/>
                </a:cubicBezTo>
                <a:cubicBezTo>
                  <a:pt x="122876" y="216529"/>
                  <a:pt x="130675" y="212138"/>
                  <a:pt x="138397" y="207747"/>
                </a:cubicBezTo>
                <a:cubicBezTo>
                  <a:pt x="139003" y="207444"/>
                  <a:pt x="139457" y="207065"/>
                  <a:pt x="140138" y="206611"/>
                </a:cubicBezTo>
                <a:cubicBezTo>
                  <a:pt x="139533" y="206233"/>
                  <a:pt x="139154" y="205930"/>
                  <a:pt x="138700" y="205703"/>
                </a:cubicBezTo>
                <a:lnTo>
                  <a:pt x="85400" y="175267"/>
                </a:lnTo>
                <a:lnTo>
                  <a:pt x="64504" y="163381"/>
                </a:lnTo>
                <a:cubicBezTo>
                  <a:pt x="62385" y="162245"/>
                  <a:pt x="60870" y="160428"/>
                  <a:pt x="60113" y="158233"/>
                </a:cubicBezTo>
                <a:cubicBezTo>
                  <a:pt x="59659" y="156643"/>
                  <a:pt x="59432" y="154977"/>
                  <a:pt x="59432" y="153387"/>
                </a:cubicBezTo>
                <a:cubicBezTo>
                  <a:pt x="59356" y="130523"/>
                  <a:pt x="59356" y="107735"/>
                  <a:pt x="59432" y="84946"/>
                </a:cubicBezTo>
                <a:lnTo>
                  <a:pt x="59432" y="81993"/>
                </a:lnTo>
                <a:close/>
                <a:moveTo>
                  <a:pt x="270586" y="117728"/>
                </a:moveTo>
                <a:cubicBezTo>
                  <a:pt x="271873" y="111066"/>
                  <a:pt x="271873" y="104101"/>
                  <a:pt x="270510" y="97438"/>
                </a:cubicBezTo>
                <a:cubicBezTo>
                  <a:pt x="266346" y="77602"/>
                  <a:pt x="254989" y="63217"/>
                  <a:pt x="236214" y="55192"/>
                </a:cubicBezTo>
                <a:cubicBezTo>
                  <a:pt x="217892" y="47394"/>
                  <a:pt x="199949" y="48833"/>
                  <a:pt x="182611" y="58675"/>
                </a:cubicBezTo>
                <a:cubicBezTo>
                  <a:pt x="162473" y="70258"/>
                  <a:pt x="142334" y="81691"/>
                  <a:pt x="122119" y="93198"/>
                </a:cubicBezTo>
                <a:cubicBezTo>
                  <a:pt x="121135" y="93577"/>
                  <a:pt x="120605" y="94561"/>
                  <a:pt x="120681" y="95621"/>
                </a:cubicBezTo>
                <a:cubicBezTo>
                  <a:pt x="120681" y="104782"/>
                  <a:pt x="120681" y="113867"/>
                  <a:pt x="120681" y="123028"/>
                </a:cubicBezTo>
                <a:cubicBezTo>
                  <a:pt x="120681" y="123482"/>
                  <a:pt x="120757" y="123861"/>
                  <a:pt x="120832" y="124542"/>
                </a:cubicBezTo>
                <a:lnTo>
                  <a:pt x="124164" y="122649"/>
                </a:lnTo>
                <a:lnTo>
                  <a:pt x="177842" y="92138"/>
                </a:lnTo>
                <a:lnTo>
                  <a:pt x="196088" y="81691"/>
                </a:lnTo>
                <a:cubicBezTo>
                  <a:pt x="197980" y="80555"/>
                  <a:pt x="200252" y="80025"/>
                  <a:pt x="202523" y="80176"/>
                </a:cubicBezTo>
                <a:cubicBezTo>
                  <a:pt x="204340" y="80403"/>
                  <a:pt x="206081" y="81009"/>
                  <a:pt x="207595" y="81993"/>
                </a:cubicBezTo>
                <a:cubicBezTo>
                  <a:pt x="218119" y="87974"/>
                  <a:pt x="228643" y="94031"/>
                  <a:pt x="239166" y="100012"/>
                </a:cubicBezTo>
                <a:lnTo>
                  <a:pt x="269299" y="117123"/>
                </a:lnTo>
                <a:cubicBezTo>
                  <a:pt x="269677" y="117350"/>
                  <a:pt x="270131" y="117577"/>
                  <a:pt x="270586" y="117728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050"/>
                  <a:pt x="37476" y="210851"/>
                </a:cubicBezTo>
                <a:cubicBezTo>
                  <a:pt x="37098" y="221223"/>
                  <a:pt x="39672" y="231444"/>
                  <a:pt x="45047" y="240378"/>
                </a:cubicBezTo>
                <a:cubicBezTo>
                  <a:pt x="57388" y="260819"/>
                  <a:pt x="75937" y="270434"/>
                  <a:pt x="99936" y="269601"/>
                </a:cubicBezTo>
                <a:cubicBezTo>
                  <a:pt x="109324" y="269223"/>
                  <a:pt x="118031" y="266119"/>
                  <a:pt x="126208" y="261425"/>
                </a:cubicBezTo>
                <a:cubicBezTo>
                  <a:pt x="134990" y="256352"/>
                  <a:pt x="143924" y="251355"/>
                  <a:pt x="152782" y="246283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759" y="226523"/>
                  <a:pt x="188365" y="225387"/>
                  <a:pt x="188289" y="224251"/>
                </a:cubicBezTo>
                <a:cubicBezTo>
                  <a:pt x="188214" y="215318"/>
                  <a:pt x="188214" y="206460"/>
                  <a:pt x="188214" y="197602"/>
                </a:cubicBezTo>
                <a:cubicBezTo>
                  <a:pt x="188214" y="196996"/>
                  <a:pt x="188138" y="196390"/>
                  <a:pt x="188138" y="195558"/>
                </a:cubicBezTo>
                <a:cubicBezTo>
                  <a:pt x="187381" y="195936"/>
                  <a:pt x="186927" y="196163"/>
                  <a:pt x="186397" y="196466"/>
                </a:cubicBezTo>
                <a:cubicBezTo>
                  <a:pt x="178447" y="201009"/>
                  <a:pt x="170498" y="205551"/>
                  <a:pt x="162473" y="210094"/>
                </a:cubicBezTo>
                <a:lnTo>
                  <a:pt x="128403" y="229551"/>
                </a:lnTo>
                <a:lnTo>
                  <a:pt x="112504" y="238561"/>
                </a:lnTo>
                <a:cubicBezTo>
                  <a:pt x="109324" y="240529"/>
                  <a:pt x="105388" y="240529"/>
                  <a:pt x="102208" y="238561"/>
                </a:cubicBezTo>
                <a:lnTo>
                  <a:pt x="100694" y="237728"/>
                </a:lnTo>
                <a:lnTo>
                  <a:pt x="44896" y="205930"/>
                </a:lnTo>
                <a:cubicBezTo>
                  <a:pt x="42776" y="204643"/>
                  <a:pt x="40656" y="203507"/>
                  <a:pt x="38082" y="202069"/>
                </a:cubicBezTo>
                <a:close/>
                <a:moveTo>
                  <a:pt x="168681" y="113413"/>
                </a:moveTo>
                <a:cubicBezTo>
                  <a:pt x="169286" y="113791"/>
                  <a:pt x="169589" y="114094"/>
                  <a:pt x="169892" y="114246"/>
                </a:cubicBezTo>
                <a:cubicBezTo>
                  <a:pt x="185715" y="123255"/>
                  <a:pt x="201539" y="132264"/>
                  <a:pt x="217362" y="141274"/>
                </a:cubicBezTo>
                <a:lnTo>
                  <a:pt x="244466" y="156719"/>
                </a:lnTo>
                <a:cubicBezTo>
                  <a:pt x="246737" y="157930"/>
                  <a:pt x="248403" y="160050"/>
                  <a:pt x="249084" y="162548"/>
                </a:cubicBezTo>
                <a:cubicBezTo>
                  <a:pt x="249387" y="163835"/>
                  <a:pt x="249538" y="165047"/>
                  <a:pt x="249538" y="166334"/>
                </a:cubicBezTo>
                <a:cubicBezTo>
                  <a:pt x="249614" y="189652"/>
                  <a:pt x="249614" y="212971"/>
                  <a:pt x="249538" y="236289"/>
                </a:cubicBezTo>
                <a:lnTo>
                  <a:pt x="249538" y="238182"/>
                </a:lnTo>
                <a:cubicBezTo>
                  <a:pt x="250674" y="237803"/>
                  <a:pt x="251583" y="237501"/>
                  <a:pt x="252415" y="237122"/>
                </a:cubicBezTo>
                <a:cubicBezTo>
                  <a:pt x="259305" y="234321"/>
                  <a:pt x="265513" y="230157"/>
                  <a:pt x="270661" y="224933"/>
                </a:cubicBezTo>
                <a:cubicBezTo>
                  <a:pt x="282775" y="212668"/>
                  <a:pt x="288756" y="198056"/>
                  <a:pt x="287620" y="180946"/>
                </a:cubicBezTo>
                <a:cubicBezTo>
                  <a:pt x="286333" y="160580"/>
                  <a:pt x="276567" y="145059"/>
                  <a:pt x="259002" y="134384"/>
                </a:cubicBezTo>
                <a:cubicBezTo>
                  <a:pt x="253172" y="130902"/>
                  <a:pt x="247191" y="127646"/>
                  <a:pt x="241286" y="124315"/>
                </a:cubicBezTo>
                <a:lnTo>
                  <a:pt x="196996" y="99028"/>
                </a:lnTo>
                <a:cubicBezTo>
                  <a:pt x="196088" y="98347"/>
                  <a:pt x="194800" y="98347"/>
                  <a:pt x="193816" y="99028"/>
                </a:cubicBezTo>
                <a:cubicBezTo>
                  <a:pt x="188592" y="102132"/>
                  <a:pt x="183293" y="105085"/>
                  <a:pt x="177993" y="108113"/>
                </a:cubicBezTo>
                <a:lnTo>
                  <a:pt x="168681" y="113413"/>
                </a:lnTo>
                <a:close/>
                <a:moveTo>
                  <a:pt x="202371" y="148996"/>
                </a:moveTo>
                <a:lnTo>
                  <a:pt x="202371" y="234472"/>
                </a:lnTo>
                <a:cubicBezTo>
                  <a:pt x="202371" y="238712"/>
                  <a:pt x="200781" y="241967"/>
                  <a:pt x="196996" y="244087"/>
                </a:cubicBezTo>
                <a:lnTo>
                  <a:pt x="166031" y="261728"/>
                </a:lnTo>
                <a:lnTo>
                  <a:pt x="134990" y="279444"/>
                </a:lnTo>
                <a:cubicBezTo>
                  <a:pt x="134460" y="279671"/>
                  <a:pt x="134081" y="280049"/>
                  <a:pt x="133476" y="280504"/>
                </a:cubicBezTo>
                <a:cubicBezTo>
                  <a:pt x="134157" y="281034"/>
                  <a:pt x="134687" y="281488"/>
                  <a:pt x="135217" y="281942"/>
                </a:cubicBezTo>
                <a:cubicBezTo>
                  <a:pt x="152327" y="294207"/>
                  <a:pt x="170876" y="297160"/>
                  <a:pt x="190788" y="290270"/>
                </a:cubicBezTo>
                <a:cubicBezTo>
                  <a:pt x="213501" y="282321"/>
                  <a:pt x="228870" y="261122"/>
                  <a:pt x="229248" y="237046"/>
                </a:cubicBezTo>
                <a:cubicBezTo>
                  <a:pt x="229400" y="213349"/>
                  <a:pt x="229248" y="189652"/>
                  <a:pt x="229248" y="165955"/>
                </a:cubicBezTo>
                <a:cubicBezTo>
                  <a:pt x="229400" y="164819"/>
                  <a:pt x="228794" y="163684"/>
                  <a:pt x="227734" y="163230"/>
                </a:cubicBezTo>
                <a:cubicBezTo>
                  <a:pt x="219785" y="158763"/>
                  <a:pt x="211911" y="154220"/>
                  <a:pt x="203961" y="149678"/>
                </a:cubicBezTo>
                <a:cubicBezTo>
                  <a:pt x="203583" y="149526"/>
                  <a:pt x="203204" y="149375"/>
                  <a:pt x="202371" y="148996"/>
                </a:cubicBezTo>
                <a:close/>
                <a:moveTo>
                  <a:pt x="120681" y="179356"/>
                </a:moveTo>
                <a:lnTo>
                  <a:pt x="154447" y="198586"/>
                </a:lnTo>
                <a:lnTo>
                  <a:pt x="188138" y="179431"/>
                </a:lnTo>
                <a:cubicBezTo>
                  <a:pt x="188138" y="179280"/>
                  <a:pt x="188214" y="179053"/>
                  <a:pt x="188214" y="178826"/>
                </a:cubicBezTo>
                <a:cubicBezTo>
                  <a:pt x="188214" y="166561"/>
                  <a:pt x="188214" y="154220"/>
                  <a:pt x="188289" y="141880"/>
                </a:cubicBezTo>
                <a:cubicBezTo>
                  <a:pt x="188289" y="140895"/>
                  <a:pt x="187759" y="140441"/>
                  <a:pt x="187002" y="140063"/>
                </a:cubicBezTo>
                <a:lnTo>
                  <a:pt x="157400" y="123179"/>
                </a:lnTo>
                <a:lnTo>
                  <a:pt x="154447" y="121589"/>
                </a:lnTo>
                <a:lnTo>
                  <a:pt x="153312" y="122195"/>
                </a:lnTo>
                <a:lnTo>
                  <a:pt x="121968" y="139987"/>
                </a:lnTo>
                <a:cubicBezTo>
                  <a:pt x="121059" y="140441"/>
                  <a:pt x="120529" y="141425"/>
                  <a:pt x="120681" y="142409"/>
                </a:cubicBezTo>
                <a:cubicBezTo>
                  <a:pt x="120681" y="151116"/>
                  <a:pt x="120681" y="159823"/>
                  <a:pt x="120681" y="168529"/>
                </a:cubicBezTo>
                <a:lnTo>
                  <a:pt x="120681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F5270-5C85-4A86-8F82-2642AC15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515" y="3127452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623" y="38612"/>
                </a:lnTo>
                <a:lnTo>
                  <a:pt x="327368" y="54511"/>
                </a:lnTo>
                <a:lnTo>
                  <a:pt x="327037" y="54719"/>
                </a:lnTo>
                <a:lnTo>
                  <a:pt x="326725" y="54946"/>
                </a:lnTo>
                <a:lnTo>
                  <a:pt x="326432" y="55191"/>
                </a:lnTo>
                <a:lnTo>
                  <a:pt x="326160" y="55451"/>
                </a:lnTo>
                <a:lnTo>
                  <a:pt x="325907" y="55727"/>
                </a:lnTo>
                <a:lnTo>
                  <a:pt x="325675" y="56017"/>
                </a:lnTo>
                <a:lnTo>
                  <a:pt x="325463" y="56319"/>
                </a:lnTo>
                <a:lnTo>
                  <a:pt x="325273" y="56633"/>
                </a:lnTo>
                <a:lnTo>
                  <a:pt x="325104" y="56958"/>
                </a:lnTo>
                <a:lnTo>
                  <a:pt x="324956" y="57292"/>
                </a:lnTo>
                <a:lnTo>
                  <a:pt x="324831" y="57635"/>
                </a:lnTo>
                <a:lnTo>
                  <a:pt x="324727" y="57984"/>
                </a:lnTo>
                <a:lnTo>
                  <a:pt x="324646" y="58339"/>
                </a:lnTo>
                <a:lnTo>
                  <a:pt x="324588" y="58699"/>
                </a:lnTo>
                <a:lnTo>
                  <a:pt x="324553" y="59063"/>
                </a:lnTo>
                <a:lnTo>
                  <a:pt x="324541" y="59429"/>
                </a:lnTo>
                <a:lnTo>
                  <a:pt x="324553" y="59797"/>
                </a:lnTo>
                <a:lnTo>
                  <a:pt x="324589" y="60164"/>
                </a:lnTo>
                <a:lnTo>
                  <a:pt x="324649" y="60531"/>
                </a:lnTo>
                <a:lnTo>
                  <a:pt x="324734" y="60895"/>
                </a:lnTo>
                <a:lnTo>
                  <a:pt x="324843" y="61256"/>
                </a:lnTo>
                <a:lnTo>
                  <a:pt x="324978" y="61613"/>
                </a:lnTo>
                <a:lnTo>
                  <a:pt x="325138" y="61964"/>
                </a:lnTo>
                <a:lnTo>
                  <a:pt x="325324" y="62309"/>
                </a:lnTo>
                <a:lnTo>
                  <a:pt x="325532" y="62640"/>
                </a:lnTo>
                <a:lnTo>
                  <a:pt x="325759" y="62952"/>
                </a:lnTo>
                <a:lnTo>
                  <a:pt x="326003" y="63244"/>
                </a:lnTo>
                <a:lnTo>
                  <a:pt x="326264" y="63517"/>
                </a:lnTo>
                <a:lnTo>
                  <a:pt x="326539" y="63770"/>
                </a:lnTo>
                <a:lnTo>
                  <a:pt x="326828" y="64002"/>
                </a:lnTo>
                <a:lnTo>
                  <a:pt x="327130" y="64213"/>
                </a:lnTo>
                <a:lnTo>
                  <a:pt x="327443" y="64404"/>
                </a:lnTo>
                <a:lnTo>
                  <a:pt x="327767" y="64573"/>
                </a:lnTo>
                <a:lnTo>
                  <a:pt x="328100" y="64720"/>
                </a:lnTo>
                <a:lnTo>
                  <a:pt x="328440" y="64846"/>
                </a:lnTo>
                <a:lnTo>
                  <a:pt x="328787" y="64949"/>
                </a:lnTo>
                <a:lnTo>
                  <a:pt x="329140" y="65030"/>
                </a:lnTo>
                <a:lnTo>
                  <a:pt x="329497" y="65088"/>
                </a:lnTo>
                <a:lnTo>
                  <a:pt x="329857" y="65124"/>
                </a:lnTo>
                <a:lnTo>
                  <a:pt x="330219" y="65135"/>
                </a:lnTo>
                <a:lnTo>
                  <a:pt x="330582" y="65123"/>
                </a:lnTo>
                <a:lnTo>
                  <a:pt x="330945" y="65088"/>
                </a:lnTo>
                <a:lnTo>
                  <a:pt x="331306" y="65028"/>
                </a:lnTo>
                <a:lnTo>
                  <a:pt x="331664" y="64943"/>
                </a:lnTo>
                <a:lnTo>
                  <a:pt x="332019" y="64833"/>
                </a:lnTo>
                <a:lnTo>
                  <a:pt x="332368" y="64699"/>
                </a:lnTo>
                <a:lnTo>
                  <a:pt x="33271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11" y="1337"/>
                </a:lnTo>
                <a:lnTo>
                  <a:pt x="332368" y="1186"/>
                </a:lnTo>
                <a:lnTo>
                  <a:pt x="332019" y="1059"/>
                </a:lnTo>
                <a:lnTo>
                  <a:pt x="331664" y="956"/>
                </a:lnTo>
                <a:lnTo>
                  <a:pt x="331306" y="877"/>
                </a:lnTo>
                <a:lnTo>
                  <a:pt x="330945" y="822"/>
                </a:lnTo>
                <a:lnTo>
                  <a:pt x="330582" y="791"/>
                </a:lnTo>
                <a:lnTo>
                  <a:pt x="330219" y="782"/>
                </a:lnTo>
                <a:lnTo>
                  <a:pt x="329857" y="797"/>
                </a:lnTo>
                <a:lnTo>
                  <a:pt x="329497" y="834"/>
                </a:lnTo>
                <a:lnTo>
                  <a:pt x="329140" y="893"/>
                </a:lnTo>
                <a:lnTo>
                  <a:pt x="328787" y="975"/>
                </a:lnTo>
                <a:lnTo>
                  <a:pt x="328440" y="1078"/>
                </a:lnTo>
                <a:lnTo>
                  <a:pt x="328100" y="1202"/>
                </a:lnTo>
                <a:lnTo>
                  <a:pt x="327767" y="1348"/>
                </a:lnTo>
                <a:lnTo>
                  <a:pt x="327443" y="1514"/>
                </a:lnTo>
                <a:lnTo>
                  <a:pt x="327130" y="1701"/>
                </a:lnTo>
                <a:lnTo>
                  <a:pt x="326828" y="1908"/>
                </a:lnTo>
                <a:lnTo>
                  <a:pt x="326539" y="2135"/>
                </a:lnTo>
                <a:lnTo>
                  <a:pt x="326264" y="2382"/>
                </a:lnTo>
                <a:lnTo>
                  <a:pt x="326003" y="2648"/>
                </a:lnTo>
                <a:lnTo>
                  <a:pt x="325759" y="2933"/>
                </a:lnTo>
                <a:lnTo>
                  <a:pt x="325532" y="3236"/>
                </a:lnTo>
                <a:lnTo>
                  <a:pt x="325324" y="3558"/>
                </a:lnTo>
                <a:lnTo>
                  <a:pt x="325138" y="3903"/>
                </a:lnTo>
                <a:lnTo>
                  <a:pt x="324978" y="4254"/>
                </a:lnTo>
                <a:lnTo>
                  <a:pt x="324843" y="4611"/>
                </a:lnTo>
                <a:lnTo>
                  <a:pt x="324734" y="4972"/>
                </a:lnTo>
                <a:lnTo>
                  <a:pt x="324649" y="5336"/>
                </a:lnTo>
                <a:lnTo>
                  <a:pt x="324589" y="5703"/>
                </a:lnTo>
                <a:lnTo>
                  <a:pt x="324553" y="6071"/>
                </a:lnTo>
                <a:lnTo>
                  <a:pt x="324541" y="6438"/>
                </a:lnTo>
                <a:lnTo>
                  <a:pt x="324553" y="6804"/>
                </a:lnTo>
                <a:lnTo>
                  <a:pt x="324588" y="7168"/>
                </a:lnTo>
                <a:lnTo>
                  <a:pt x="324646" y="7528"/>
                </a:lnTo>
                <a:lnTo>
                  <a:pt x="324727" y="7883"/>
                </a:lnTo>
                <a:lnTo>
                  <a:pt x="324831" y="8233"/>
                </a:lnTo>
                <a:lnTo>
                  <a:pt x="324956" y="8575"/>
                </a:lnTo>
                <a:lnTo>
                  <a:pt x="325104" y="8909"/>
                </a:lnTo>
                <a:lnTo>
                  <a:pt x="325273" y="9234"/>
                </a:lnTo>
                <a:lnTo>
                  <a:pt x="325463" y="9548"/>
                </a:lnTo>
                <a:lnTo>
                  <a:pt x="325675" y="9851"/>
                </a:lnTo>
                <a:lnTo>
                  <a:pt x="325907" y="10140"/>
                </a:lnTo>
                <a:lnTo>
                  <a:pt x="326160" y="10416"/>
                </a:lnTo>
                <a:lnTo>
                  <a:pt x="326432" y="10677"/>
                </a:lnTo>
                <a:lnTo>
                  <a:pt x="326725" y="10921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623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913EB-8317-43E8-9C89-DE0FBC2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744" y="4672834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1BD28-B223-43DC-B647-7A967F9F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4398765"/>
            <a:ext cx="1515098" cy="1695392"/>
          </a:xfrm>
          <a:custGeom xmlns:a="http://schemas.openxmlformats.org/drawingml/2006/main">
            <a:pathLst>
              <a:path w="1515098" h="1695392">
                <a:moveTo>
                  <a:pt x="0" y="52391"/>
                </a:moveTo>
                <a:cubicBezTo>
                  <a:pt x="0" y="23470"/>
                  <a:pt x="23470" y="0"/>
                  <a:pt x="52391" y="0"/>
                </a:cubicBezTo>
                <a:lnTo>
                  <a:pt x="1462707" y="0"/>
                </a:lnTo>
                <a:cubicBezTo>
                  <a:pt x="1491628" y="0"/>
                  <a:pt x="1515098" y="23470"/>
                  <a:pt x="1515098" y="52391"/>
                </a:cubicBezTo>
                <a:lnTo>
                  <a:pt x="1515098" y="1642956"/>
                </a:lnTo>
                <a:cubicBezTo>
                  <a:pt x="1515098" y="1671915"/>
                  <a:pt x="1491628" y="1695392"/>
                  <a:pt x="1462707" y="1695392"/>
                </a:cubicBezTo>
                <a:lnTo>
                  <a:pt x="52391" y="1695392"/>
                </a:lnTo>
                <a:cubicBezTo>
                  <a:pt x="23470" y="1695392"/>
                  <a:pt x="0" y="1671915"/>
                  <a:pt x="0" y="1642956"/>
                </a:cubicBezTo>
                <a:lnTo>
                  <a:pt x="0" y="5239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4F54E-A9BD-456E-BF9F-0ED121B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4398765"/>
            <a:ext cx="1515098" cy="1695392"/>
          </a:xfrm>
          <a:custGeom xmlns:a="http://schemas.openxmlformats.org/drawingml/2006/main">
            <a:pathLst>
              <a:path w="1515098" h="1695392" fill="none">
                <a:moveTo>
                  <a:pt x="0" y="52391"/>
                </a:moveTo>
                <a:cubicBezTo>
                  <a:pt x="0" y="23470"/>
                  <a:pt x="23470" y="0"/>
                  <a:pt x="52391" y="0"/>
                </a:cubicBezTo>
                <a:lnTo>
                  <a:pt x="1462707" y="0"/>
                </a:lnTo>
                <a:cubicBezTo>
                  <a:pt x="1491628" y="0"/>
                  <a:pt x="1515098" y="23470"/>
                  <a:pt x="1515098" y="52391"/>
                </a:cubicBezTo>
                <a:lnTo>
                  <a:pt x="1515098" y="1642956"/>
                </a:lnTo>
                <a:cubicBezTo>
                  <a:pt x="1515098" y="1671915"/>
                  <a:pt x="1491628" y="1695392"/>
                  <a:pt x="1462707" y="1695392"/>
                </a:cubicBezTo>
                <a:lnTo>
                  <a:pt x="52391" y="1695392"/>
                </a:lnTo>
                <a:cubicBezTo>
                  <a:pt x="23470" y="1695392"/>
                  <a:pt x="0" y="1671915"/>
                  <a:pt x="0" y="1642956"/>
                </a:cubicBezTo>
                <a:lnTo>
                  <a:pt x="0" y="523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1B64F-CA4F-495B-81F5-8678B614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82" y="4578655"/>
            <a:ext cx="177075" cy="177090"/>
          </a:xfrm>
          <a:custGeom xmlns:a="http://schemas.openxmlformats.org/drawingml/2006/main">
            <a:pathLst>
              <a:path w="177075" h="177090">
                <a:moveTo>
                  <a:pt x="0" y="88544"/>
                </a:move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5" y="137448"/>
                  <a:pt x="137435" y="177090"/>
                  <a:pt x="88536" y="177090"/>
                </a:cubicBezTo>
                <a:cubicBezTo>
                  <a:pt x="39641" y="177090"/>
                  <a:pt x="0" y="137447"/>
                  <a:pt x="0" y="88544"/>
                </a:cubicBezTo>
                <a:close/>
                <a:moveTo>
                  <a:pt x="74706" y="116215"/>
                </a:moveTo>
                <a:cubicBezTo>
                  <a:pt x="74706" y="107438"/>
                  <a:pt x="68873" y="100034"/>
                  <a:pt x="60871" y="97643"/>
                </a:cubicBezTo>
                <a:lnTo>
                  <a:pt x="60871" y="76683"/>
                </a:lnTo>
                <a:cubicBezTo>
                  <a:pt x="71115" y="73566"/>
                  <a:pt x="76891" y="62728"/>
                  <a:pt x="73772" y="52481"/>
                </a:cubicBezTo>
                <a:cubicBezTo>
                  <a:pt x="71298" y="44355"/>
                  <a:pt x="63828" y="38793"/>
                  <a:pt x="55337" y="38738"/>
                </a:cubicBezTo>
                <a:cubicBezTo>
                  <a:pt x="44641" y="38720"/>
                  <a:pt x="35953" y="47380"/>
                  <a:pt x="35934" y="58070"/>
                </a:cubicBezTo>
                <a:cubicBezTo>
                  <a:pt x="35918" y="66666"/>
                  <a:pt x="41565" y="74239"/>
                  <a:pt x="49804" y="76683"/>
                </a:cubicBezTo>
                <a:lnTo>
                  <a:pt x="49804" y="97643"/>
                </a:lnTo>
                <a:cubicBezTo>
                  <a:pt x="39559" y="100763"/>
                  <a:pt x="33783" y="111597"/>
                  <a:pt x="36902" y="121842"/>
                </a:cubicBezTo>
                <a:cubicBezTo>
                  <a:pt x="39376" y="129965"/>
                  <a:pt x="46846" y="135535"/>
                  <a:pt x="55338" y="135584"/>
                </a:cubicBezTo>
                <a:cubicBezTo>
                  <a:pt x="66034" y="135584"/>
                  <a:pt x="74706" y="126913"/>
                  <a:pt x="74706" y="116215"/>
                </a:cubicBezTo>
                <a:close/>
                <a:moveTo>
                  <a:pt x="110670" y="60874"/>
                </a:moveTo>
                <a:lnTo>
                  <a:pt x="113437" y="60874"/>
                </a:lnTo>
                <a:cubicBezTo>
                  <a:pt x="116499" y="60874"/>
                  <a:pt x="118970" y="63355"/>
                  <a:pt x="118970" y="66408"/>
                </a:cubicBezTo>
                <a:lnTo>
                  <a:pt x="118971" y="97643"/>
                </a:lnTo>
                <a:cubicBezTo>
                  <a:pt x="108733" y="100763"/>
                  <a:pt x="102951" y="111597"/>
                  <a:pt x="106077" y="121842"/>
                </a:cubicBezTo>
                <a:cubicBezTo>
                  <a:pt x="108549" y="129965"/>
                  <a:pt x="116019" y="135535"/>
                  <a:pt x="124504" y="135584"/>
                </a:cubicBezTo>
                <a:cubicBezTo>
                  <a:pt x="135203" y="135605"/>
                  <a:pt x="143891" y="126949"/>
                  <a:pt x="143909" y="116251"/>
                </a:cubicBezTo>
                <a:cubicBezTo>
                  <a:pt x="143928" y="107659"/>
                  <a:pt x="138283" y="100083"/>
                  <a:pt x="130038" y="97643"/>
                </a:cubicBezTo>
                <a:lnTo>
                  <a:pt x="130038" y="66408"/>
                </a:lnTo>
                <a:cubicBezTo>
                  <a:pt x="130038" y="57240"/>
                  <a:pt x="122613" y="49806"/>
                  <a:pt x="113437" y="49806"/>
                </a:cubicBezTo>
                <a:lnTo>
                  <a:pt x="110670" y="49806"/>
                </a:lnTo>
                <a:lnTo>
                  <a:pt x="110670" y="34634"/>
                </a:lnTo>
                <a:cubicBezTo>
                  <a:pt x="110679" y="33103"/>
                  <a:pt x="109443" y="31867"/>
                  <a:pt x="107912" y="31858"/>
                </a:cubicBezTo>
                <a:cubicBezTo>
                  <a:pt x="107174" y="31858"/>
                  <a:pt x="106464" y="32153"/>
                  <a:pt x="105948" y="32678"/>
                </a:cubicBezTo>
                <a:lnTo>
                  <a:pt x="85242" y="53385"/>
                </a:lnTo>
                <a:cubicBezTo>
                  <a:pt x="84160" y="54464"/>
                  <a:pt x="84157" y="56216"/>
                  <a:pt x="85233" y="57296"/>
                </a:cubicBezTo>
                <a:cubicBezTo>
                  <a:pt x="85233" y="57296"/>
                  <a:pt x="85243" y="57296"/>
                  <a:pt x="85243" y="57305"/>
                </a:cubicBezTo>
                <a:lnTo>
                  <a:pt x="105948" y="78011"/>
                </a:lnTo>
                <a:cubicBezTo>
                  <a:pt x="107027" y="79090"/>
                  <a:pt x="108779" y="79090"/>
                  <a:pt x="109858" y="78011"/>
                </a:cubicBezTo>
                <a:cubicBezTo>
                  <a:pt x="110384" y="77495"/>
                  <a:pt x="110679" y="76785"/>
                  <a:pt x="110670" y="76047"/>
                </a:cubicBezTo>
                <a:lnTo>
                  <a:pt x="110670" y="6087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BBCD9-17E8-4397-B439-677DB8F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482" y="4672834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136277" y="0"/>
                </a:moveTo>
                <a:lnTo>
                  <a:pt x="0" y="0"/>
                </a:lnTo>
                <a:lnTo>
                  <a:pt x="0" y="1149118"/>
                </a:lnTo>
                <a:lnTo>
                  <a:pt x="128706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4F186-A85E-465A-8C63-64DB5C10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283" y="5214459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547" y="38612"/>
                </a:lnTo>
                <a:lnTo>
                  <a:pt x="327292" y="54511"/>
                </a:lnTo>
                <a:lnTo>
                  <a:pt x="326961" y="54719"/>
                </a:lnTo>
                <a:lnTo>
                  <a:pt x="326649" y="54946"/>
                </a:lnTo>
                <a:lnTo>
                  <a:pt x="326356" y="55191"/>
                </a:lnTo>
                <a:lnTo>
                  <a:pt x="326084" y="55451"/>
                </a:lnTo>
                <a:lnTo>
                  <a:pt x="325831" y="55727"/>
                </a:lnTo>
                <a:lnTo>
                  <a:pt x="325599" y="56017"/>
                </a:lnTo>
                <a:lnTo>
                  <a:pt x="325388" y="56319"/>
                </a:lnTo>
                <a:lnTo>
                  <a:pt x="325197" y="56633"/>
                </a:lnTo>
                <a:lnTo>
                  <a:pt x="325028" y="56958"/>
                </a:lnTo>
                <a:lnTo>
                  <a:pt x="324881" y="57292"/>
                </a:lnTo>
                <a:lnTo>
                  <a:pt x="324755" y="57635"/>
                </a:lnTo>
                <a:lnTo>
                  <a:pt x="324652" y="57984"/>
                </a:lnTo>
                <a:lnTo>
                  <a:pt x="324571" y="58339"/>
                </a:lnTo>
                <a:lnTo>
                  <a:pt x="324512" y="58699"/>
                </a:lnTo>
                <a:lnTo>
                  <a:pt x="324477" y="59063"/>
                </a:lnTo>
                <a:lnTo>
                  <a:pt x="324466" y="59429"/>
                </a:lnTo>
                <a:lnTo>
                  <a:pt x="324477" y="59797"/>
                </a:lnTo>
                <a:lnTo>
                  <a:pt x="324513" y="60164"/>
                </a:lnTo>
                <a:lnTo>
                  <a:pt x="324573" y="60531"/>
                </a:lnTo>
                <a:lnTo>
                  <a:pt x="324658" y="60895"/>
                </a:lnTo>
                <a:lnTo>
                  <a:pt x="324767" y="61256"/>
                </a:lnTo>
                <a:lnTo>
                  <a:pt x="324902" y="61613"/>
                </a:lnTo>
                <a:lnTo>
                  <a:pt x="325062" y="61964"/>
                </a:lnTo>
                <a:lnTo>
                  <a:pt x="325248" y="62309"/>
                </a:lnTo>
                <a:lnTo>
                  <a:pt x="325456" y="62640"/>
                </a:lnTo>
                <a:lnTo>
                  <a:pt x="325683" y="62952"/>
                </a:lnTo>
                <a:lnTo>
                  <a:pt x="325928" y="63244"/>
                </a:lnTo>
                <a:lnTo>
                  <a:pt x="326188" y="63517"/>
                </a:lnTo>
                <a:lnTo>
                  <a:pt x="326464" y="63770"/>
                </a:lnTo>
                <a:lnTo>
                  <a:pt x="326754" y="64002"/>
                </a:lnTo>
                <a:lnTo>
                  <a:pt x="327056" y="64213"/>
                </a:lnTo>
                <a:lnTo>
                  <a:pt x="327371" y="64404"/>
                </a:lnTo>
                <a:lnTo>
                  <a:pt x="327695" y="64573"/>
                </a:lnTo>
                <a:lnTo>
                  <a:pt x="328029" y="64720"/>
                </a:lnTo>
                <a:lnTo>
                  <a:pt x="328372" y="64846"/>
                </a:lnTo>
                <a:lnTo>
                  <a:pt x="328721" y="64949"/>
                </a:lnTo>
                <a:lnTo>
                  <a:pt x="329076" y="65030"/>
                </a:lnTo>
                <a:lnTo>
                  <a:pt x="329436" y="65088"/>
                </a:lnTo>
                <a:lnTo>
                  <a:pt x="329800" y="65124"/>
                </a:lnTo>
                <a:lnTo>
                  <a:pt x="330166" y="65135"/>
                </a:lnTo>
                <a:lnTo>
                  <a:pt x="330534" y="65123"/>
                </a:lnTo>
                <a:lnTo>
                  <a:pt x="330901" y="65088"/>
                </a:lnTo>
                <a:lnTo>
                  <a:pt x="331268" y="65028"/>
                </a:lnTo>
                <a:lnTo>
                  <a:pt x="331632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1" y="1337"/>
                </a:lnTo>
                <a:lnTo>
                  <a:pt x="332350" y="1186"/>
                </a:lnTo>
                <a:lnTo>
                  <a:pt x="331994" y="1059"/>
                </a:lnTo>
                <a:lnTo>
                  <a:pt x="331632" y="956"/>
                </a:lnTo>
                <a:lnTo>
                  <a:pt x="331268" y="877"/>
                </a:lnTo>
                <a:lnTo>
                  <a:pt x="330901" y="822"/>
                </a:lnTo>
                <a:lnTo>
                  <a:pt x="330534" y="791"/>
                </a:lnTo>
                <a:lnTo>
                  <a:pt x="330166" y="782"/>
                </a:lnTo>
                <a:lnTo>
                  <a:pt x="329800" y="797"/>
                </a:lnTo>
                <a:lnTo>
                  <a:pt x="329436" y="834"/>
                </a:lnTo>
                <a:lnTo>
                  <a:pt x="329076" y="893"/>
                </a:lnTo>
                <a:lnTo>
                  <a:pt x="328721" y="975"/>
                </a:lnTo>
                <a:lnTo>
                  <a:pt x="328372" y="1078"/>
                </a:lnTo>
                <a:lnTo>
                  <a:pt x="328029" y="1202"/>
                </a:lnTo>
                <a:lnTo>
                  <a:pt x="327695" y="1348"/>
                </a:lnTo>
                <a:lnTo>
                  <a:pt x="327371" y="1514"/>
                </a:lnTo>
                <a:lnTo>
                  <a:pt x="327056" y="1701"/>
                </a:lnTo>
                <a:lnTo>
                  <a:pt x="326754" y="1908"/>
                </a:lnTo>
                <a:lnTo>
                  <a:pt x="326464" y="2135"/>
                </a:lnTo>
                <a:lnTo>
                  <a:pt x="326188" y="2382"/>
                </a:lnTo>
                <a:lnTo>
                  <a:pt x="325928" y="2648"/>
                </a:lnTo>
                <a:lnTo>
                  <a:pt x="325683" y="2933"/>
                </a:lnTo>
                <a:lnTo>
                  <a:pt x="325456" y="3236"/>
                </a:lnTo>
                <a:lnTo>
                  <a:pt x="325248" y="3558"/>
                </a:lnTo>
                <a:lnTo>
                  <a:pt x="325062" y="3903"/>
                </a:lnTo>
                <a:lnTo>
                  <a:pt x="324902" y="4254"/>
                </a:lnTo>
                <a:lnTo>
                  <a:pt x="324767" y="4611"/>
                </a:lnTo>
                <a:lnTo>
                  <a:pt x="324658" y="4972"/>
                </a:lnTo>
                <a:lnTo>
                  <a:pt x="324573" y="5336"/>
                </a:lnTo>
                <a:lnTo>
                  <a:pt x="324513" y="5703"/>
                </a:lnTo>
                <a:lnTo>
                  <a:pt x="324477" y="6071"/>
                </a:lnTo>
                <a:lnTo>
                  <a:pt x="324466" y="6438"/>
                </a:lnTo>
                <a:lnTo>
                  <a:pt x="324477" y="6804"/>
                </a:lnTo>
                <a:lnTo>
                  <a:pt x="324512" y="7168"/>
                </a:lnTo>
                <a:lnTo>
                  <a:pt x="324571" y="7528"/>
                </a:lnTo>
                <a:lnTo>
                  <a:pt x="324652" y="7883"/>
                </a:lnTo>
                <a:lnTo>
                  <a:pt x="324755" y="8233"/>
                </a:lnTo>
                <a:lnTo>
                  <a:pt x="324881" y="8575"/>
                </a:lnTo>
                <a:lnTo>
                  <a:pt x="325028" y="8909"/>
                </a:lnTo>
                <a:lnTo>
                  <a:pt x="325197" y="9234"/>
                </a:lnTo>
                <a:lnTo>
                  <a:pt x="325388" y="9548"/>
                </a:lnTo>
                <a:lnTo>
                  <a:pt x="325599" y="9851"/>
                </a:lnTo>
                <a:lnTo>
                  <a:pt x="325831" y="10140"/>
                </a:lnTo>
                <a:lnTo>
                  <a:pt x="326084" y="10416"/>
                </a:lnTo>
                <a:lnTo>
                  <a:pt x="326356" y="10677"/>
                </a:lnTo>
                <a:lnTo>
                  <a:pt x="326649" y="10921"/>
                </a:lnTo>
                <a:lnTo>
                  <a:pt x="326961" y="11148"/>
                </a:lnTo>
                <a:lnTo>
                  <a:pt x="327292" y="11356"/>
                </a:lnTo>
                <a:lnTo>
                  <a:pt x="354547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A2720-E2D3-49E6-854A-BF77013E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758" y="4672834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2DC9F-EB0F-45B8-9A16-AA82E0B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459" y="5007621"/>
            <a:ext cx="479619" cy="479544"/>
          </a:xfrm>
          <a:custGeom xmlns:a="http://schemas.openxmlformats.org/drawingml/2006/main">
            <a:pathLst>
              <a:path w="479619" h="479544">
                <a:moveTo>
                  <a:pt x="239772" y="76"/>
                </a:moveTo>
                <a:cubicBezTo>
                  <a:pt x="306018" y="76"/>
                  <a:pt x="365904" y="26877"/>
                  <a:pt x="409285" y="70334"/>
                </a:cubicBezTo>
                <a:cubicBezTo>
                  <a:pt x="454332" y="115230"/>
                  <a:pt x="479619" y="176176"/>
                  <a:pt x="479544" y="239772"/>
                </a:cubicBezTo>
                <a:cubicBezTo>
                  <a:pt x="479544" y="306018"/>
                  <a:pt x="452667" y="365904"/>
                  <a:pt x="409285" y="409285"/>
                </a:cubicBezTo>
                <a:cubicBezTo>
                  <a:pt x="364390" y="454332"/>
                  <a:pt x="303368" y="479544"/>
                  <a:pt x="239772" y="479468"/>
                </a:cubicBezTo>
                <a:cubicBezTo>
                  <a:pt x="176252" y="479544"/>
                  <a:pt x="115230" y="454332"/>
                  <a:pt x="70334" y="409285"/>
                </a:cubicBezTo>
                <a:cubicBezTo>
                  <a:pt x="25287" y="364390"/>
                  <a:pt x="0" y="303368"/>
                  <a:pt x="76" y="239772"/>
                </a:cubicBezTo>
                <a:cubicBezTo>
                  <a:pt x="76" y="173602"/>
                  <a:pt x="26953" y="113640"/>
                  <a:pt x="70334" y="70334"/>
                </a:cubicBezTo>
                <a:cubicBezTo>
                  <a:pt x="115230" y="25287"/>
                  <a:pt x="176252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F1CC7-4E3F-486B-9B19-97E0BBC8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783" y="5087343"/>
            <a:ext cx="308138" cy="314573"/>
          </a:xfrm>
          <a:custGeom xmlns:a="http://schemas.openxmlformats.org/drawingml/2006/main">
            <a:pathLst>
              <a:path w="308138" h="314573">
                <a:moveTo>
                  <a:pt x="291709" y="107735"/>
                </a:moveTo>
                <a:cubicBezTo>
                  <a:pt x="291784" y="115154"/>
                  <a:pt x="290649" y="122649"/>
                  <a:pt x="288453" y="129766"/>
                </a:cubicBezTo>
                <a:cubicBezTo>
                  <a:pt x="287923" y="131432"/>
                  <a:pt x="288075" y="132567"/>
                  <a:pt x="289286" y="134006"/>
                </a:cubicBezTo>
                <a:cubicBezTo>
                  <a:pt x="298674" y="144756"/>
                  <a:pt x="304882" y="158006"/>
                  <a:pt x="307078" y="172088"/>
                </a:cubicBezTo>
                <a:cubicBezTo>
                  <a:pt x="307835" y="176252"/>
                  <a:pt x="308138" y="180416"/>
                  <a:pt x="308138" y="184580"/>
                </a:cubicBezTo>
                <a:cubicBezTo>
                  <a:pt x="307910" y="200327"/>
                  <a:pt x="302989" y="215696"/>
                  <a:pt x="293828" y="228567"/>
                </a:cubicBezTo>
                <a:cubicBezTo>
                  <a:pt x="286333" y="239318"/>
                  <a:pt x="276188" y="247948"/>
                  <a:pt x="264377" y="253702"/>
                </a:cubicBezTo>
                <a:cubicBezTo>
                  <a:pt x="259078" y="256352"/>
                  <a:pt x="253400" y="258321"/>
                  <a:pt x="247494" y="259608"/>
                </a:cubicBezTo>
                <a:cubicBezTo>
                  <a:pt x="246283" y="259759"/>
                  <a:pt x="245223" y="260668"/>
                  <a:pt x="244920" y="261879"/>
                </a:cubicBezTo>
                <a:cubicBezTo>
                  <a:pt x="236441" y="284516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589"/>
                </a:cubicBezTo>
                <a:cubicBezTo>
                  <a:pt x="154750" y="314573"/>
                  <a:pt x="136731" y="308819"/>
                  <a:pt x="120984" y="296175"/>
                </a:cubicBezTo>
                <a:cubicBezTo>
                  <a:pt x="118410" y="294056"/>
                  <a:pt x="115987" y="291784"/>
                  <a:pt x="113640" y="289437"/>
                </a:cubicBezTo>
                <a:cubicBezTo>
                  <a:pt x="112807" y="288453"/>
                  <a:pt x="111520" y="287999"/>
                  <a:pt x="110309" y="288377"/>
                </a:cubicBezTo>
                <a:cubicBezTo>
                  <a:pt x="91684" y="291633"/>
                  <a:pt x="73968" y="289059"/>
                  <a:pt x="57463" y="279822"/>
                </a:cubicBezTo>
                <a:cubicBezTo>
                  <a:pt x="36038" y="267784"/>
                  <a:pt x="23091" y="249463"/>
                  <a:pt x="18322" y="225614"/>
                </a:cubicBezTo>
                <a:cubicBezTo>
                  <a:pt x="16050" y="213879"/>
                  <a:pt x="16732" y="201766"/>
                  <a:pt x="20366" y="190334"/>
                </a:cubicBezTo>
                <a:lnTo>
                  <a:pt x="20669" y="189274"/>
                </a:lnTo>
                <a:cubicBezTo>
                  <a:pt x="21047" y="188441"/>
                  <a:pt x="20820" y="187457"/>
                  <a:pt x="20139" y="186851"/>
                </a:cubicBezTo>
                <a:cubicBezTo>
                  <a:pt x="8858" y="174132"/>
                  <a:pt x="2120" y="158006"/>
                  <a:pt x="984" y="141047"/>
                </a:cubicBezTo>
                <a:cubicBezTo>
                  <a:pt x="0" y="127040"/>
                  <a:pt x="2953" y="112959"/>
                  <a:pt x="9615" y="100542"/>
                </a:cubicBezTo>
                <a:cubicBezTo>
                  <a:pt x="17262" y="85476"/>
                  <a:pt x="29754" y="73438"/>
                  <a:pt x="45047" y="66170"/>
                </a:cubicBezTo>
                <a:cubicBezTo>
                  <a:pt x="50195" y="63672"/>
                  <a:pt x="55722" y="61703"/>
                  <a:pt x="61400" y="60492"/>
                </a:cubicBezTo>
                <a:cubicBezTo>
                  <a:pt x="62687" y="60340"/>
                  <a:pt x="63672" y="59432"/>
                  <a:pt x="63974" y="58221"/>
                </a:cubicBezTo>
                <a:cubicBezTo>
                  <a:pt x="68139" y="46258"/>
                  <a:pt x="75255" y="35583"/>
                  <a:pt x="84567" y="27104"/>
                </a:cubicBezTo>
                <a:cubicBezTo>
                  <a:pt x="109400" y="4618"/>
                  <a:pt x="145665" y="0"/>
                  <a:pt x="175343" y="15520"/>
                </a:cubicBezTo>
                <a:cubicBezTo>
                  <a:pt x="182611" y="19306"/>
                  <a:pt x="189198" y="24303"/>
                  <a:pt x="194800" y="30359"/>
                </a:cubicBezTo>
                <a:cubicBezTo>
                  <a:pt x="196088" y="31722"/>
                  <a:pt x="197375" y="32025"/>
                  <a:pt x="199192" y="31722"/>
                </a:cubicBezTo>
                <a:cubicBezTo>
                  <a:pt x="214258" y="28921"/>
                  <a:pt x="229778" y="30662"/>
                  <a:pt x="243784" y="36568"/>
                </a:cubicBezTo>
                <a:cubicBezTo>
                  <a:pt x="253854" y="40732"/>
                  <a:pt x="262939" y="47016"/>
                  <a:pt x="270358" y="54889"/>
                </a:cubicBezTo>
                <a:cubicBezTo>
                  <a:pt x="283986" y="69123"/>
                  <a:pt x="291633" y="88050"/>
                  <a:pt x="291709" y="107735"/>
                </a:cubicBezTo>
                <a:close/>
                <a:moveTo>
                  <a:pt x="175419" y="39747"/>
                </a:moveTo>
                <a:cubicBezTo>
                  <a:pt x="174889" y="39293"/>
                  <a:pt x="174586" y="38915"/>
                  <a:pt x="174207" y="38612"/>
                </a:cubicBezTo>
                <a:cubicBezTo>
                  <a:pt x="162245" y="29224"/>
                  <a:pt x="147103" y="24984"/>
                  <a:pt x="132037" y="26574"/>
                </a:cubicBezTo>
                <a:cubicBezTo>
                  <a:pt x="119999" y="27634"/>
                  <a:pt x="108643" y="32555"/>
                  <a:pt x="99634" y="40580"/>
                </a:cubicBezTo>
                <a:cubicBezTo>
                  <a:pt x="86687" y="52012"/>
                  <a:pt x="79798" y="66321"/>
                  <a:pt x="79646" y="83508"/>
                </a:cubicBezTo>
                <a:cubicBezTo>
                  <a:pt x="79419" y="106977"/>
                  <a:pt x="79646" y="130372"/>
                  <a:pt x="79571" y="153842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7060" y="165879"/>
                  <a:pt x="104858" y="170346"/>
                </a:cubicBezTo>
                <a:cubicBezTo>
                  <a:pt x="105312" y="170573"/>
                  <a:pt x="105842" y="170801"/>
                  <a:pt x="106523" y="171103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085"/>
                  <a:pt x="108340" y="78056"/>
                  <a:pt x="111974" y="75937"/>
                </a:cubicBezTo>
                <a:lnTo>
                  <a:pt x="173375" y="40959"/>
                </a:lnTo>
                <a:lnTo>
                  <a:pt x="175419" y="39747"/>
                </a:lnTo>
                <a:close/>
                <a:moveTo>
                  <a:pt x="59356" y="81993"/>
                </a:moveTo>
                <a:cubicBezTo>
                  <a:pt x="58675" y="82145"/>
                  <a:pt x="58221" y="82296"/>
                  <a:pt x="57766" y="82448"/>
                </a:cubicBezTo>
                <a:cubicBezTo>
                  <a:pt x="51104" y="85022"/>
                  <a:pt x="44971" y="88807"/>
                  <a:pt x="39747" y="93728"/>
                </a:cubicBezTo>
                <a:cubicBezTo>
                  <a:pt x="25666" y="107129"/>
                  <a:pt x="19306" y="123558"/>
                  <a:pt x="21577" y="142788"/>
                </a:cubicBezTo>
                <a:cubicBezTo>
                  <a:pt x="23924" y="161640"/>
                  <a:pt x="33615" y="176176"/>
                  <a:pt x="50120" y="185791"/>
                </a:cubicBezTo>
                <a:cubicBezTo>
                  <a:pt x="70561" y="197677"/>
                  <a:pt x="91230" y="209261"/>
                  <a:pt x="111823" y="221072"/>
                </a:cubicBezTo>
                <a:cubicBezTo>
                  <a:pt x="112807" y="221753"/>
                  <a:pt x="114170" y="221753"/>
                  <a:pt x="115154" y="220996"/>
                </a:cubicBezTo>
                <a:cubicBezTo>
                  <a:pt x="122876" y="216529"/>
                  <a:pt x="130599" y="212138"/>
                  <a:pt x="138397" y="207747"/>
                </a:cubicBezTo>
                <a:cubicBezTo>
                  <a:pt x="138927" y="207444"/>
                  <a:pt x="139457" y="207065"/>
                  <a:pt x="140063" y="206611"/>
                </a:cubicBezTo>
                <a:cubicBezTo>
                  <a:pt x="139533" y="206233"/>
                  <a:pt x="139078" y="205930"/>
                  <a:pt x="138700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85" y="162245"/>
                  <a:pt x="60795" y="160428"/>
                  <a:pt x="60113" y="158233"/>
                </a:cubicBezTo>
                <a:cubicBezTo>
                  <a:pt x="59583" y="156643"/>
                  <a:pt x="59356" y="154977"/>
                  <a:pt x="59356" y="153387"/>
                </a:cubicBezTo>
                <a:cubicBezTo>
                  <a:pt x="59356" y="130523"/>
                  <a:pt x="59356" y="107735"/>
                  <a:pt x="59356" y="84946"/>
                </a:cubicBezTo>
                <a:lnTo>
                  <a:pt x="59356" y="81993"/>
                </a:lnTo>
                <a:close/>
                <a:moveTo>
                  <a:pt x="270586" y="117728"/>
                </a:moveTo>
                <a:cubicBezTo>
                  <a:pt x="271873" y="111066"/>
                  <a:pt x="271797" y="104101"/>
                  <a:pt x="270434" y="97438"/>
                </a:cubicBezTo>
                <a:cubicBezTo>
                  <a:pt x="266346" y="77602"/>
                  <a:pt x="254989" y="63217"/>
                  <a:pt x="236138" y="55192"/>
                </a:cubicBezTo>
                <a:cubicBezTo>
                  <a:pt x="217892" y="47394"/>
                  <a:pt x="199873" y="48833"/>
                  <a:pt x="182611" y="58675"/>
                </a:cubicBezTo>
                <a:cubicBezTo>
                  <a:pt x="162473" y="70258"/>
                  <a:pt x="142258" y="81691"/>
                  <a:pt x="122044" y="93198"/>
                </a:cubicBezTo>
                <a:cubicBezTo>
                  <a:pt x="121135" y="93577"/>
                  <a:pt x="120529" y="94561"/>
                  <a:pt x="120605" y="95621"/>
                </a:cubicBezTo>
                <a:cubicBezTo>
                  <a:pt x="120681" y="104782"/>
                  <a:pt x="120681" y="113867"/>
                  <a:pt x="120681" y="123028"/>
                </a:cubicBezTo>
                <a:cubicBezTo>
                  <a:pt x="120681" y="123482"/>
                  <a:pt x="120757" y="123861"/>
                  <a:pt x="120832" y="124542"/>
                </a:cubicBezTo>
                <a:lnTo>
                  <a:pt x="124164" y="122649"/>
                </a:lnTo>
                <a:lnTo>
                  <a:pt x="177842" y="92138"/>
                </a:lnTo>
                <a:lnTo>
                  <a:pt x="196012" y="81691"/>
                </a:lnTo>
                <a:cubicBezTo>
                  <a:pt x="197980" y="80555"/>
                  <a:pt x="200252" y="80025"/>
                  <a:pt x="202523" y="80176"/>
                </a:cubicBezTo>
                <a:cubicBezTo>
                  <a:pt x="204264" y="80403"/>
                  <a:pt x="206005" y="81009"/>
                  <a:pt x="207520" y="81993"/>
                </a:cubicBezTo>
                <a:cubicBezTo>
                  <a:pt x="218043" y="87974"/>
                  <a:pt x="228567" y="94031"/>
                  <a:pt x="239166" y="100012"/>
                </a:cubicBezTo>
                <a:lnTo>
                  <a:pt x="269223" y="117123"/>
                </a:lnTo>
                <a:cubicBezTo>
                  <a:pt x="269677" y="117350"/>
                  <a:pt x="270131" y="117577"/>
                  <a:pt x="270586" y="117728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050"/>
                  <a:pt x="37476" y="210851"/>
                </a:cubicBezTo>
                <a:cubicBezTo>
                  <a:pt x="37022" y="221223"/>
                  <a:pt x="39672" y="231444"/>
                  <a:pt x="44971" y="240378"/>
                </a:cubicBezTo>
                <a:cubicBezTo>
                  <a:pt x="57388" y="260819"/>
                  <a:pt x="75861" y="270434"/>
                  <a:pt x="99936" y="269601"/>
                </a:cubicBezTo>
                <a:cubicBezTo>
                  <a:pt x="109324" y="269223"/>
                  <a:pt x="118031" y="266119"/>
                  <a:pt x="126132" y="261425"/>
                </a:cubicBezTo>
                <a:cubicBezTo>
                  <a:pt x="134990" y="256352"/>
                  <a:pt x="143848" y="251355"/>
                  <a:pt x="152706" y="246283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759" y="226447"/>
                  <a:pt x="188365" y="225387"/>
                  <a:pt x="188214" y="224251"/>
                </a:cubicBezTo>
                <a:cubicBezTo>
                  <a:pt x="188214" y="215318"/>
                  <a:pt x="188214" y="206460"/>
                  <a:pt x="188214" y="197602"/>
                </a:cubicBezTo>
                <a:cubicBezTo>
                  <a:pt x="188214" y="196996"/>
                  <a:pt x="188138" y="196390"/>
                  <a:pt x="188062" y="195558"/>
                </a:cubicBezTo>
                <a:cubicBezTo>
                  <a:pt x="187381" y="195936"/>
                  <a:pt x="186851" y="196163"/>
                  <a:pt x="186397" y="196466"/>
                </a:cubicBezTo>
                <a:cubicBezTo>
                  <a:pt x="178371" y="200933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504" y="238561"/>
                </a:lnTo>
                <a:cubicBezTo>
                  <a:pt x="109324" y="240529"/>
                  <a:pt x="105388" y="240529"/>
                  <a:pt x="102208" y="238561"/>
                </a:cubicBezTo>
                <a:lnTo>
                  <a:pt x="100694" y="237728"/>
                </a:lnTo>
                <a:lnTo>
                  <a:pt x="44820" y="205930"/>
                </a:lnTo>
                <a:cubicBezTo>
                  <a:pt x="42700" y="204643"/>
                  <a:pt x="40656" y="203507"/>
                  <a:pt x="38082" y="202069"/>
                </a:cubicBezTo>
                <a:close/>
                <a:moveTo>
                  <a:pt x="168681" y="113413"/>
                </a:moveTo>
                <a:cubicBezTo>
                  <a:pt x="169286" y="113791"/>
                  <a:pt x="169589" y="114094"/>
                  <a:pt x="169892" y="114246"/>
                </a:cubicBezTo>
                <a:cubicBezTo>
                  <a:pt x="185715" y="123255"/>
                  <a:pt x="201539" y="132264"/>
                  <a:pt x="217362" y="141274"/>
                </a:cubicBezTo>
                <a:lnTo>
                  <a:pt x="244390" y="156719"/>
                </a:lnTo>
                <a:cubicBezTo>
                  <a:pt x="246737" y="157930"/>
                  <a:pt x="248403" y="160050"/>
                  <a:pt x="249008" y="162548"/>
                </a:cubicBezTo>
                <a:cubicBezTo>
                  <a:pt x="249387" y="163835"/>
                  <a:pt x="249538" y="165047"/>
                  <a:pt x="249538" y="166334"/>
                </a:cubicBezTo>
                <a:cubicBezTo>
                  <a:pt x="249538" y="189652"/>
                  <a:pt x="249538" y="212971"/>
                  <a:pt x="249538" y="236289"/>
                </a:cubicBezTo>
                <a:lnTo>
                  <a:pt x="249538" y="238182"/>
                </a:lnTo>
                <a:cubicBezTo>
                  <a:pt x="250598" y="237803"/>
                  <a:pt x="251507" y="237501"/>
                  <a:pt x="252415" y="237122"/>
                </a:cubicBezTo>
                <a:cubicBezTo>
                  <a:pt x="259229" y="234321"/>
                  <a:pt x="265437" y="230157"/>
                  <a:pt x="270661" y="224933"/>
                </a:cubicBezTo>
                <a:cubicBezTo>
                  <a:pt x="282775" y="212668"/>
                  <a:pt x="288756" y="198056"/>
                  <a:pt x="287620" y="180946"/>
                </a:cubicBezTo>
                <a:cubicBezTo>
                  <a:pt x="286257" y="160580"/>
                  <a:pt x="276567" y="145059"/>
                  <a:pt x="258926" y="134384"/>
                </a:cubicBezTo>
                <a:cubicBezTo>
                  <a:pt x="253172" y="130902"/>
                  <a:pt x="247191" y="127646"/>
                  <a:pt x="241286" y="124315"/>
                </a:cubicBezTo>
                <a:lnTo>
                  <a:pt x="196996" y="99028"/>
                </a:lnTo>
                <a:cubicBezTo>
                  <a:pt x="196012" y="98347"/>
                  <a:pt x="194725" y="98347"/>
                  <a:pt x="193816" y="99028"/>
                </a:cubicBezTo>
                <a:cubicBezTo>
                  <a:pt x="188517" y="102132"/>
                  <a:pt x="183217" y="105085"/>
                  <a:pt x="177917" y="108113"/>
                </a:cubicBezTo>
                <a:lnTo>
                  <a:pt x="168681" y="113413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12"/>
                  <a:pt x="200706" y="241967"/>
                  <a:pt x="196920" y="244087"/>
                </a:cubicBezTo>
                <a:lnTo>
                  <a:pt x="166031" y="261728"/>
                </a:lnTo>
                <a:lnTo>
                  <a:pt x="134914" y="279444"/>
                </a:lnTo>
                <a:cubicBezTo>
                  <a:pt x="134460" y="279671"/>
                  <a:pt x="134006" y="280049"/>
                  <a:pt x="133400" y="280504"/>
                </a:cubicBezTo>
                <a:cubicBezTo>
                  <a:pt x="134157" y="281034"/>
                  <a:pt x="134687" y="281488"/>
                  <a:pt x="135217" y="281942"/>
                </a:cubicBezTo>
                <a:cubicBezTo>
                  <a:pt x="152252" y="294207"/>
                  <a:pt x="170876" y="297160"/>
                  <a:pt x="190788" y="290270"/>
                </a:cubicBezTo>
                <a:cubicBezTo>
                  <a:pt x="213501" y="282321"/>
                  <a:pt x="228870" y="261122"/>
                  <a:pt x="229173" y="237046"/>
                </a:cubicBezTo>
                <a:cubicBezTo>
                  <a:pt x="229324" y="213349"/>
                  <a:pt x="229173" y="189652"/>
                  <a:pt x="229248" y="165955"/>
                </a:cubicBezTo>
                <a:cubicBezTo>
                  <a:pt x="229400" y="164819"/>
                  <a:pt x="228718" y="163684"/>
                  <a:pt x="227658" y="163230"/>
                </a:cubicBezTo>
                <a:cubicBezTo>
                  <a:pt x="219709" y="158763"/>
                  <a:pt x="211835" y="154220"/>
                  <a:pt x="203961" y="149678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81" y="179356"/>
                </a:moveTo>
                <a:lnTo>
                  <a:pt x="154447" y="198586"/>
                </a:lnTo>
                <a:lnTo>
                  <a:pt x="188062" y="179431"/>
                </a:lnTo>
                <a:cubicBezTo>
                  <a:pt x="188138" y="179204"/>
                  <a:pt x="188138" y="179053"/>
                  <a:pt x="188214" y="178826"/>
                </a:cubicBezTo>
                <a:cubicBezTo>
                  <a:pt x="188214" y="166561"/>
                  <a:pt x="188214" y="154220"/>
                  <a:pt x="188214" y="141880"/>
                </a:cubicBezTo>
                <a:cubicBezTo>
                  <a:pt x="188214" y="140895"/>
                  <a:pt x="187759" y="140441"/>
                  <a:pt x="186927" y="140063"/>
                </a:cubicBezTo>
                <a:lnTo>
                  <a:pt x="157324" y="123179"/>
                </a:lnTo>
                <a:lnTo>
                  <a:pt x="154447" y="121589"/>
                </a:lnTo>
                <a:lnTo>
                  <a:pt x="153236" y="122195"/>
                </a:lnTo>
                <a:lnTo>
                  <a:pt x="121968" y="139987"/>
                </a:lnTo>
                <a:cubicBezTo>
                  <a:pt x="121059" y="140441"/>
                  <a:pt x="120529" y="141425"/>
                  <a:pt x="120605" y="142409"/>
                </a:cubicBezTo>
                <a:cubicBezTo>
                  <a:pt x="120681" y="151116"/>
                  <a:pt x="120605" y="159823"/>
                  <a:pt x="120605" y="168529"/>
                </a:cubicBezTo>
                <a:lnTo>
                  <a:pt x="120605" y="179356"/>
                </a:lnTo>
                <a:lnTo>
                  <a:pt x="120681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9F029-4183-4DEF-8209-AAC5CABB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577" y="5214459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547" y="38612"/>
                </a:lnTo>
                <a:lnTo>
                  <a:pt x="327292" y="54511"/>
                </a:lnTo>
                <a:lnTo>
                  <a:pt x="326970" y="54719"/>
                </a:lnTo>
                <a:lnTo>
                  <a:pt x="326665" y="54946"/>
                </a:lnTo>
                <a:lnTo>
                  <a:pt x="326378" y="55191"/>
                </a:lnTo>
                <a:lnTo>
                  <a:pt x="326110" y="55451"/>
                </a:lnTo>
                <a:lnTo>
                  <a:pt x="325861" y="55727"/>
                </a:lnTo>
                <a:lnTo>
                  <a:pt x="325631" y="56017"/>
                </a:lnTo>
                <a:lnTo>
                  <a:pt x="325421" y="56319"/>
                </a:lnTo>
                <a:lnTo>
                  <a:pt x="325231" y="56633"/>
                </a:lnTo>
                <a:lnTo>
                  <a:pt x="325062" y="56958"/>
                </a:lnTo>
                <a:lnTo>
                  <a:pt x="324913" y="57292"/>
                </a:lnTo>
                <a:lnTo>
                  <a:pt x="324786" y="57635"/>
                </a:lnTo>
                <a:lnTo>
                  <a:pt x="324680" y="57984"/>
                </a:lnTo>
                <a:lnTo>
                  <a:pt x="324596" y="58339"/>
                </a:lnTo>
                <a:lnTo>
                  <a:pt x="324535" y="58699"/>
                </a:lnTo>
                <a:lnTo>
                  <a:pt x="324497" y="59063"/>
                </a:lnTo>
                <a:lnTo>
                  <a:pt x="324482" y="59429"/>
                </a:lnTo>
                <a:lnTo>
                  <a:pt x="324491" y="59797"/>
                </a:lnTo>
                <a:lnTo>
                  <a:pt x="324524" y="60164"/>
                </a:lnTo>
                <a:lnTo>
                  <a:pt x="324581" y="60531"/>
                </a:lnTo>
                <a:lnTo>
                  <a:pt x="324663" y="60895"/>
                </a:lnTo>
                <a:lnTo>
                  <a:pt x="324771" y="61256"/>
                </a:lnTo>
                <a:lnTo>
                  <a:pt x="324903" y="61613"/>
                </a:lnTo>
                <a:lnTo>
                  <a:pt x="325062" y="61964"/>
                </a:lnTo>
                <a:lnTo>
                  <a:pt x="325248" y="62309"/>
                </a:lnTo>
                <a:lnTo>
                  <a:pt x="325456" y="62640"/>
                </a:lnTo>
                <a:lnTo>
                  <a:pt x="325683" y="62952"/>
                </a:lnTo>
                <a:lnTo>
                  <a:pt x="325928" y="63244"/>
                </a:lnTo>
                <a:lnTo>
                  <a:pt x="326188" y="63517"/>
                </a:lnTo>
                <a:lnTo>
                  <a:pt x="326464" y="63770"/>
                </a:lnTo>
                <a:lnTo>
                  <a:pt x="326754" y="64002"/>
                </a:lnTo>
                <a:lnTo>
                  <a:pt x="327056" y="64213"/>
                </a:lnTo>
                <a:lnTo>
                  <a:pt x="327371" y="64404"/>
                </a:lnTo>
                <a:lnTo>
                  <a:pt x="327695" y="64573"/>
                </a:lnTo>
                <a:lnTo>
                  <a:pt x="328029" y="64720"/>
                </a:lnTo>
                <a:lnTo>
                  <a:pt x="328372" y="64846"/>
                </a:lnTo>
                <a:lnTo>
                  <a:pt x="328721" y="64949"/>
                </a:lnTo>
                <a:lnTo>
                  <a:pt x="329076" y="65030"/>
                </a:lnTo>
                <a:lnTo>
                  <a:pt x="329436" y="65088"/>
                </a:lnTo>
                <a:lnTo>
                  <a:pt x="329800" y="65124"/>
                </a:lnTo>
                <a:lnTo>
                  <a:pt x="330166" y="65135"/>
                </a:lnTo>
                <a:lnTo>
                  <a:pt x="330534" y="65123"/>
                </a:lnTo>
                <a:lnTo>
                  <a:pt x="330901" y="65088"/>
                </a:lnTo>
                <a:lnTo>
                  <a:pt x="331268" y="65028"/>
                </a:lnTo>
                <a:lnTo>
                  <a:pt x="331632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1" y="1337"/>
                </a:lnTo>
                <a:lnTo>
                  <a:pt x="332350" y="1186"/>
                </a:lnTo>
                <a:lnTo>
                  <a:pt x="331994" y="1059"/>
                </a:lnTo>
                <a:lnTo>
                  <a:pt x="331632" y="956"/>
                </a:lnTo>
                <a:lnTo>
                  <a:pt x="331268" y="877"/>
                </a:lnTo>
                <a:lnTo>
                  <a:pt x="330901" y="822"/>
                </a:lnTo>
                <a:lnTo>
                  <a:pt x="330534" y="791"/>
                </a:lnTo>
                <a:lnTo>
                  <a:pt x="330166" y="782"/>
                </a:lnTo>
                <a:lnTo>
                  <a:pt x="329800" y="797"/>
                </a:lnTo>
                <a:lnTo>
                  <a:pt x="329436" y="834"/>
                </a:lnTo>
                <a:lnTo>
                  <a:pt x="329076" y="893"/>
                </a:lnTo>
                <a:lnTo>
                  <a:pt x="328721" y="975"/>
                </a:lnTo>
                <a:lnTo>
                  <a:pt x="328372" y="1078"/>
                </a:lnTo>
                <a:lnTo>
                  <a:pt x="328029" y="1202"/>
                </a:lnTo>
                <a:lnTo>
                  <a:pt x="327695" y="1348"/>
                </a:lnTo>
                <a:lnTo>
                  <a:pt x="327371" y="1514"/>
                </a:lnTo>
                <a:lnTo>
                  <a:pt x="327056" y="1701"/>
                </a:lnTo>
                <a:lnTo>
                  <a:pt x="326754" y="1908"/>
                </a:lnTo>
                <a:lnTo>
                  <a:pt x="326464" y="2135"/>
                </a:lnTo>
                <a:lnTo>
                  <a:pt x="326188" y="2382"/>
                </a:lnTo>
                <a:lnTo>
                  <a:pt x="325928" y="2648"/>
                </a:lnTo>
                <a:lnTo>
                  <a:pt x="325683" y="2933"/>
                </a:lnTo>
                <a:lnTo>
                  <a:pt x="325456" y="3236"/>
                </a:lnTo>
                <a:lnTo>
                  <a:pt x="325248" y="3558"/>
                </a:lnTo>
                <a:lnTo>
                  <a:pt x="325062" y="3903"/>
                </a:lnTo>
                <a:lnTo>
                  <a:pt x="324903" y="4254"/>
                </a:lnTo>
                <a:lnTo>
                  <a:pt x="324771" y="4611"/>
                </a:lnTo>
                <a:lnTo>
                  <a:pt x="324663" y="4972"/>
                </a:lnTo>
                <a:lnTo>
                  <a:pt x="324581" y="5336"/>
                </a:lnTo>
                <a:lnTo>
                  <a:pt x="324524" y="5703"/>
                </a:lnTo>
                <a:lnTo>
                  <a:pt x="324491" y="6071"/>
                </a:lnTo>
                <a:lnTo>
                  <a:pt x="324482" y="6438"/>
                </a:lnTo>
                <a:lnTo>
                  <a:pt x="324497" y="6804"/>
                </a:lnTo>
                <a:lnTo>
                  <a:pt x="324535" y="7168"/>
                </a:lnTo>
                <a:lnTo>
                  <a:pt x="324596" y="7528"/>
                </a:lnTo>
                <a:lnTo>
                  <a:pt x="324680" y="7883"/>
                </a:lnTo>
                <a:lnTo>
                  <a:pt x="324786" y="8233"/>
                </a:lnTo>
                <a:lnTo>
                  <a:pt x="324913" y="8575"/>
                </a:lnTo>
                <a:lnTo>
                  <a:pt x="325062" y="8909"/>
                </a:lnTo>
                <a:lnTo>
                  <a:pt x="325231" y="9234"/>
                </a:lnTo>
                <a:lnTo>
                  <a:pt x="325421" y="9548"/>
                </a:lnTo>
                <a:lnTo>
                  <a:pt x="325631" y="9851"/>
                </a:lnTo>
                <a:lnTo>
                  <a:pt x="325861" y="10140"/>
                </a:lnTo>
                <a:lnTo>
                  <a:pt x="326110" y="10416"/>
                </a:lnTo>
                <a:lnTo>
                  <a:pt x="326378" y="10677"/>
                </a:lnTo>
                <a:lnTo>
                  <a:pt x="326665" y="10921"/>
                </a:lnTo>
                <a:lnTo>
                  <a:pt x="326970" y="11148"/>
                </a:lnTo>
                <a:lnTo>
                  <a:pt x="327292" y="11356"/>
                </a:lnTo>
                <a:lnTo>
                  <a:pt x="354547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FC724-AB30-44D4-9DBD-5EF2101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083" y="5019053"/>
            <a:ext cx="1515173" cy="1075105"/>
          </a:xfrm>
          <a:custGeom xmlns:a="http://schemas.openxmlformats.org/drawingml/2006/main">
            <a:pathLst>
              <a:path w="1515173" h="1075105">
                <a:moveTo>
                  <a:pt x="0" y="37173"/>
                </a:moveTo>
                <a:cubicBezTo>
                  <a:pt x="0" y="16656"/>
                  <a:pt x="16656" y="0"/>
                  <a:pt x="37173" y="0"/>
                </a:cubicBezTo>
                <a:lnTo>
                  <a:pt x="1477924" y="0"/>
                </a:lnTo>
                <a:cubicBezTo>
                  <a:pt x="1498442" y="0"/>
                  <a:pt x="1515173" y="16656"/>
                  <a:pt x="1515173" y="37173"/>
                </a:cubicBezTo>
                <a:lnTo>
                  <a:pt x="1515173" y="1037893"/>
                </a:lnTo>
                <a:cubicBezTo>
                  <a:pt x="1515173" y="1058449"/>
                  <a:pt x="1498442" y="1075105"/>
                  <a:pt x="1477924" y="1075105"/>
                </a:cubicBezTo>
                <a:lnTo>
                  <a:pt x="37173" y="1075105"/>
                </a:lnTo>
                <a:cubicBezTo>
                  <a:pt x="16656" y="1075105"/>
                  <a:pt x="0" y="1058449"/>
                  <a:pt x="0" y="1037893"/>
                </a:cubicBezTo>
                <a:lnTo>
                  <a:pt x="0" y="3717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B37B9-3835-4298-9666-1EAD9EFE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083" y="5019053"/>
            <a:ext cx="1515173" cy="1075105"/>
          </a:xfrm>
          <a:custGeom xmlns:a="http://schemas.openxmlformats.org/drawingml/2006/main">
            <a:pathLst>
              <a:path w="1515173" h="1075105" fill="none">
                <a:moveTo>
                  <a:pt x="0" y="37173"/>
                </a:moveTo>
                <a:cubicBezTo>
                  <a:pt x="0" y="16656"/>
                  <a:pt x="16656" y="0"/>
                  <a:pt x="37173" y="0"/>
                </a:cubicBezTo>
                <a:lnTo>
                  <a:pt x="1477924" y="0"/>
                </a:lnTo>
                <a:cubicBezTo>
                  <a:pt x="1498442" y="0"/>
                  <a:pt x="1515173" y="16656"/>
                  <a:pt x="1515173" y="37173"/>
                </a:cubicBezTo>
                <a:lnTo>
                  <a:pt x="1515173" y="1037893"/>
                </a:lnTo>
                <a:cubicBezTo>
                  <a:pt x="1515173" y="1058449"/>
                  <a:pt x="1498442" y="1075105"/>
                  <a:pt x="1477924" y="1075105"/>
                </a:cubicBezTo>
                <a:lnTo>
                  <a:pt x="37173" y="1075105"/>
                </a:lnTo>
                <a:cubicBezTo>
                  <a:pt x="16656" y="1075105"/>
                  <a:pt x="0" y="1058449"/>
                  <a:pt x="0" y="1037893"/>
                </a:cubicBezTo>
                <a:lnTo>
                  <a:pt x="0" y="37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pic>
        <p:nvPicPr>
          <p:cNvPr id="7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69bfc66094c21"/>
          <a:stretch xmlns:a="http://schemas.openxmlformats.org/drawingml/2006/main"/>
        </p:blipFill>
        <p:spPr>
          <a:xfrm xmlns:a="http://schemas.openxmlformats.org/drawingml/2006/main">
            <a:off x="9234145" y="5603530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2D0EA-4116-4066-A4DC-95CA769C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36" y="5612842"/>
            <a:ext cx="386118" cy="363398"/>
          </a:xfrm>
          <a:custGeom xmlns:a="http://schemas.openxmlformats.org/drawingml/2006/main">
            <a:pathLst>
              <a:path w="386118" h="363398">
                <a:moveTo>
                  <a:pt x="0" y="15967"/>
                </a:moveTo>
                <a:cubicBezTo>
                  <a:pt x="0" y="7117"/>
                  <a:pt x="7117" y="0"/>
                  <a:pt x="15899" y="0"/>
                </a:cubicBezTo>
                <a:lnTo>
                  <a:pt x="370144" y="0"/>
                </a:lnTo>
                <a:cubicBezTo>
                  <a:pt x="379002" y="0"/>
                  <a:pt x="386118" y="7117"/>
                  <a:pt x="386118" y="15967"/>
                </a:cubicBezTo>
                <a:lnTo>
                  <a:pt x="386118" y="347431"/>
                </a:lnTo>
                <a:cubicBezTo>
                  <a:pt x="386118" y="356251"/>
                  <a:pt x="379002" y="363398"/>
                  <a:pt x="370144" y="363398"/>
                </a:cubicBezTo>
                <a:lnTo>
                  <a:pt x="15899" y="363398"/>
                </a:lnTo>
                <a:cubicBezTo>
                  <a:pt x="7117" y="363398"/>
                  <a:pt x="0" y="356251"/>
                  <a:pt x="0" y="347431"/>
                </a:cubicBezTo>
                <a:lnTo>
                  <a:pt x="0" y="15967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●">
            <a:extLst xmlns:a="http://schemas.openxmlformats.org/drawingml/2006/main">
              <a:ext uri="{FF2B5EF4-FFF2-40B4-BE49-F238E27FC236}">
                <a16:creationId xmlns:a16="http://schemas.microsoft.com/office/drawing/2014/main" id="{8D7A8EF7-CCE1-4C5E-8E89-35AEC6E7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92" y="5650263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●">
            <a:extLst xmlns:a="http://schemas.openxmlformats.org/drawingml/2006/main">
              <a:ext uri="{FF2B5EF4-FFF2-40B4-BE49-F238E27FC236}">
                <a16:creationId xmlns:a16="http://schemas.microsoft.com/office/drawing/2014/main" id="{06FD126F-177C-4DDD-9394-2299A37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673" y="5650263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●">
            <a:extLst xmlns:a="http://schemas.openxmlformats.org/drawingml/2006/main">
              <a:ext uri="{FF2B5EF4-FFF2-40B4-BE49-F238E27FC236}">
                <a16:creationId xmlns:a16="http://schemas.microsoft.com/office/drawing/2014/main" id="{4A9B4CD8-8B09-466C-B593-2EAEB4B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54" y="5650263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265A4-6E1F-4513-B50D-074D6B01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362" y="5475600"/>
            <a:ext cx="118009" cy="89369"/>
          </a:xfrm>
          <a:custGeom xmlns:a="http://schemas.openxmlformats.org/drawingml/2006/main">
            <a:pathLst>
              <a:path w="118009" h="89369">
                <a:moveTo>
                  <a:pt x="109030" y="89369"/>
                </a:moveTo>
                <a:lnTo>
                  <a:pt x="8980" y="89369"/>
                </a:lnTo>
                <a:cubicBezTo>
                  <a:pt x="4021" y="89369"/>
                  <a:pt x="1" y="85683"/>
                  <a:pt x="1" y="81137"/>
                </a:cubicBezTo>
                <a:lnTo>
                  <a:pt x="0" y="8231"/>
                </a:lnTo>
                <a:cubicBezTo>
                  <a:pt x="0" y="3688"/>
                  <a:pt x="4023" y="0"/>
                  <a:pt x="8979" y="0"/>
                </a:cubicBezTo>
                <a:lnTo>
                  <a:pt x="109029" y="0"/>
                </a:lnTo>
                <a:cubicBezTo>
                  <a:pt x="113989" y="0"/>
                  <a:pt x="118008" y="3688"/>
                  <a:pt x="118008" y="8231"/>
                </a:cubicBezTo>
                <a:lnTo>
                  <a:pt x="118009" y="81137"/>
                </a:lnTo>
                <a:cubicBezTo>
                  <a:pt x="118009" y="85683"/>
                  <a:pt x="113989" y="89369"/>
                  <a:pt x="109030" y="89369"/>
                </a:cubicBezTo>
                <a:close/>
                <a:moveTo>
                  <a:pt x="8979" y="7055"/>
                </a:moveTo>
                <a:cubicBezTo>
                  <a:pt x="8271" y="7055"/>
                  <a:pt x="7696" y="7581"/>
                  <a:pt x="7696" y="8231"/>
                </a:cubicBezTo>
                <a:lnTo>
                  <a:pt x="7697" y="81137"/>
                </a:lnTo>
                <a:cubicBezTo>
                  <a:pt x="7697" y="81786"/>
                  <a:pt x="8272" y="82313"/>
                  <a:pt x="8980" y="82313"/>
                </a:cubicBezTo>
                <a:lnTo>
                  <a:pt x="25285" y="82313"/>
                </a:lnTo>
                <a:lnTo>
                  <a:pt x="69265" y="39871"/>
                </a:lnTo>
                <a:cubicBezTo>
                  <a:pt x="72677" y="36578"/>
                  <a:pt x="78359" y="36441"/>
                  <a:pt x="81955" y="39569"/>
                </a:cubicBezTo>
                <a:cubicBezTo>
                  <a:pt x="82011" y="39620"/>
                  <a:pt x="82066" y="39671"/>
                  <a:pt x="82126" y="39722"/>
                </a:cubicBezTo>
                <a:lnTo>
                  <a:pt x="110312" y="65568"/>
                </a:lnTo>
                <a:lnTo>
                  <a:pt x="110312" y="8231"/>
                </a:lnTo>
                <a:cubicBezTo>
                  <a:pt x="110312" y="7581"/>
                  <a:pt x="109739" y="7055"/>
                  <a:pt x="109029" y="7055"/>
                </a:cubicBezTo>
                <a:lnTo>
                  <a:pt x="8979" y="7055"/>
                </a:lnTo>
                <a:close/>
                <a:moveTo>
                  <a:pt x="110312" y="81137"/>
                </a:moveTo>
                <a:lnTo>
                  <a:pt x="110312" y="75540"/>
                </a:lnTo>
                <a:lnTo>
                  <a:pt x="76679" y="44712"/>
                </a:lnTo>
                <a:cubicBezTo>
                  <a:pt x="76435" y="44488"/>
                  <a:pt x="76102" y="44363"/>
                  <a:pt x="75756" y="44371"/>
                </a:cubicBezTo>
                <a:cubicBezTo>
                  <a:pt x="75413" y="44371"/>
                  <a:pt x="75084" y="44500"/>
                  <a:pt x="74845" y="44731"/>
                </a:cubicBezTo>
                <a:lnTo>
                  <a:pt x="35901" y="82313"/>
                </a:lnTo>
                <a:lnTo>
                  <a:pt x="109029" y="82313"/>
                </a:lnTo>
                <a:cubicBezTo>
                  <a:pt x="109739" y="82313"/>
                  <a:pt x="110312" y="81787"/>
                  <a:pt x="110312" y="81137"/>
                </a:cubicBezTo>
                <a:close/>
                <a:moveTo>
                  <a:pt x="51307" y="31749"/>
                </a:moveTo>
                <a:cubicBezTo>
                  <a:pt x="51307" y="40192"/>
                  <a:pt x="43841" y="47036"/>
                  <a:pt x="34634" y="47036"/>
                </a:cubicBezTo>
                <a:cubicBezTo>
                  <a:pt x="25424" y="47036"/>
                  <a:pt x="17958" y="40192"/>
                  <a:pt x="17958" y="31749"/>
                </a:cubicBezTo>
                <a:cubicBezTo>
                  <a:pt x="17958" y="23306"/>
                  <a:pt x="25424" y="16463"/>
                  <a:pt x="34633" y="16463"/>
                </a:cubicBezTo>
                <a:cubicBezTo>
                  <a:pt x="43841" y="16463"/>
                  <a:pt x="51307" y="23306"/>
                  <a:pt x="51307" y="31749"/>
                </a:cubicBezTo>
                <a:close/>
                <a:moveTo>
                  <a:pt x="43610" y="31749"/>
                </a:moveTo>
                <a:cubicBezTo>
                  <a:pt x="43610" y="27203"/>
                  <a:pt x="39587" y="23518"/>
                  <a:pt x="34628" y="23518"/>
                </a:cubicBezTo>
                <a:cubicBezTo>
                  <a:pt x="29668" y="23518"/>
                  <a:pt x="25648" y="27206"/>
                  <a:pt x="25649" y="31753"/>
                </a:cubicBezTo>
                <a:cubicBezTo>
                  <a:pt x="25651" y="36300"/>
                  <a:pt x="29673" y="39988"/>
                  <a:pt x="34634" y="39985"/>
                </a:cubicBezTo>
                <a:cubicBezTo>
                  <a:pt x="39596" y="39985"/>
                  <a:pt x="43615" y="36296"/>
                  <a:pt x="43610" y="31749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Image">
            <a:extLst xmlns:a="http://schemas.openxmlformats.org/drawingml/2006/main">
              <a:ext uri="{FF2B5EF4-FFF2-40B4-BE49-F238E27FC236}">
                <a16:creationId xmlns:a16="http://schemas.microsoft.com/office/drawing/2014/main" id="{2A02EDC1-C0CF-45C8-8C7D-80AEAE3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162" y="5506074"/>
            <a:ext cx="181138" cy="63148"/>
          </a:xfrm>
          <a:custGeom xmlns:a="http://schemas.openxmlformats.org/drawingml/2006/main">
            <a:pathLst>
              <a:path w="181138" h="63148">
                <a:moveTo>
                  <a:pt x="0" y="48775"/>
                </a:moveTo>
                <a:lnTo>
                  <a:pt x="0" y="0"/>
                </a:lnTo>
                <a:lnTo>
                  <a:pt x="6455" y="0"/>
                </a:lnTo>
                <a:lnTo>
                  <a:pt x="6455" y="48775"/>
                </a:lnTo>
                <a:lnTo>
                  <a:pt x="0" y="48775"/>
                </a:lnTo>
                <a:close/>
                <a:moveTo>
                  <a:pt x="17078" y="48775"/>
                </a:moveTo>
                <a:lnTo>
                  <a:pt x="17078" y="13441"/>
                </a:lnTo>
                <a:lnTo>
                  <a:pt x="22435" y="13441"/>
                </a:lnTo>
                <a:lnTo>
                  <a:pt x="22435" y="18365"/>
                </a:lnTo>
                <a:cubicBezTo>
                  <a:pt x="23544" y="16645"/>
                  <a:pt x="25019" y="15261"/>
                  <a:pt x="26860" y="14214"/>
                </a:cubicBezTo>
                <a:cubicBezTo>
                  <a:pt x="28701" y="13167"/>
                  <a:pt x="30797" y="12643"/>
                  <a:pt x="33148" y="12643"/>
                </a:cubicBezTo>
                <a:cubicBezTo>
                  <a:pt x="35765" y="12643"/>
                  <a:pt x="37911" y="13184"/>
                  <a:pt x="39586" y="14265"/>
                </a:cubicBezTo>
                <a:cubicBezTo>
                  <a:pt x="41260" y="15345"/>
                  <a:pt x="42441" y="16856"/>
                  <a:pt x="43129" y="18798"/>
                </a:cubicBezTo>
                <a:cubicBezTo>
                  <a:pt x="45924" y="14695"/>
                  <a:pt x="49561" y="12643"/>
                  <a:pt x="54042" y="12643"/>
                </a:cubicBezTo>
                <a:cubicBezTo>
                  <a:pt x="57546" y="12643"/>
                  <a:pt x="60241" y="13613"/>
                  <a:pt x="62127" y="15554"/>
                </a:cubicBezTo>
                <a:cubicBezTo>
                  <a:pt x="64012" y="17495"/>
                  <a:pt x="64955" y="20484"/>
                  <a:pt x="64955" y="24521"/>
                </a:cubicBezTo>
                <a:lnTo>
                  <a:pt x="64955" y="48775"/>
                </a:lnTo>
                <a:lnTo>
                  <a:pt x="58999" y="48775"/>
                </a:lnTo>
                <a:lnTo>
                  <a:pt x="58999" y="26493"/>
                </a:lnTo>
                <a:cubicBezTo>
                  <a:pt x="58999" y="24095"/>
                  <a:pt x="58805" y="22368"/>
                  <a:pt x="58417" y="21314"/>
                </a:cubicBezTo>
                <a:cubicBezTo>
                  <a:pt x="58029" y="20259"/>
                  <a:pt x="57325" y="19410"/>
                  <a:pt x="56304" y="18766"/>
                </a:cubicBezTo>
                <a:cubicBezTo>
                  <a:pt x="55284" y="18122"/>
                  <a:pt x="54086" y="17800"/>
                  <a:pt x="52711" y="17800"/>
                </a:cubicBezTo>
                <a:cubicBezTo>
                  <a:pt x="50227" y="17800"/>
                  <a:pt x="48164" y="18627"/>
                  <a:pt x="46523" y="20282"/>
                </a:cubicBezTo>
                <a:cubicBezTo>
                  <a:pt x="44881" y="21935"/>
                  <a:pt x="44061" y="24583"/>
                  <a:pt x="44061" y="28225"/>
                </a:cubicBezTo>
                <a:lnTo>
                  <a:pt x="44061" y="48775"/>
                </a:lnTo>
                <a:lnTo>
                  <a:pt x="38072" y="48775"/>
                </a:lnTo>
                <a:lnTo>
                  <a:pt x="38072" y="25793"/>
                </a:lnTo>
                <a:cubicBezTo>
                  <a:pt x="38072" y="23129"/>
                  <a:pt x="37584" y="21130"/>
                  <a:pt x="36608" y="19798"/>
                </a:cubicBezTo>
                <a:cubicBezTo>
                  <a:pt x="35632" y="18466"/>
                  <a:pt x="34035" y="17800"/>
                  <a:pt x="31817" y="17800"/>
                </a:cubicBezTo>
                <a:cubicBezTo>
                  <a:pt x="30131" y="17800"/>
                  <a:pt x="28573" y="18244"/>
                  <a:pt x="27142" y="19133"/>
                </a:cubicBezTo>
                <a:cubicBezTo>
                  <a:pt x="25712" y="20021"/>
                  <a:pt x="24675" y="21320"/>
                  <a:pt x="24032" y="23030"/>
                </a:cubicBezTo>
                <a:cubicBezTo>
                  <a:pt x="23388" y="24739"/>
                  <a:pt x="23067" y="27203"/>
                  <a:pt x="23067" y="30423"/>
                </a:cubicBezTo>
                <a:lnTo>
                  <a:pt x="23067" y="48775"/>
                </a:lnTo>
                <a:lnTo>
                  <a:pt x="17078" y="48775"/>
                </a:lnTo>
                <a:close/>
                <a:moveTo>
                  <a:pt x="97439" y="44412"/>
                </a:moveTo>
                <a:cubicBezTo>
                  <a:pt x="95221" y="46299"/>
                  <a:pt x="93086" y="47631"/>
                  <a:pt x="91034" y="48408"/>
                </a:cubicBezTo>
                <a:cubicBezTo>
                  <a:pt x="88983" y="49185"/>
                  <a:pt x="86781" y="49573"/>
                  <a:pt x="84430" y="49573"/>
                </a:cubicBezTo>
                <a:cubicBezTo>
                  <a:pt x="80549" y="49573"/>
                  <a:pt x="77565" y="48625"/>
                  <a:pt x="75480" y="46727"/>
                </a:cubicBezTo>
                <a:cubicBezTo>
                  <a:pt x="73395" y="44829"/>
                  <a:pt x="72353" y="42404"/>
                  <a:pt x="72353" y="39452"/>
                </a:cubicBezTo>
                <a:cubicBezTo>
                  <a:pt x="72353" y="37721"/>
                  <a:pt x="72747" y="36140"/>
                  <a:pt x="73534" y="34709"/>
                </a:cubicBezTo>
                <a:cubicBezTo>
                  <a:pt x="74321" y="33277"/>
                  <a:pt x="75353" y="32128"/>
                  <a:pt x="76628" y="31262"/>
                </a:cubicBezTo>
                <a:cubicBezTo>
                  <a:pt x="77904" y="30396"/>
                  <a:pt x="79340" y="29742"/>
                  <a:pt x="80937" y="29298"/>
                </a:cubicBezTo>
                <a:cubicBezTo>
                  <a:pt x="82112" y="28987"/>
                  <a:pt x="83887" y="28687"/>
                  <a:pt x="86260" y="28399"/>
                </a:cubicBezTo>
                <a:cubicBezTo>
                  <a:pt x="91095" y="27826"/>
                  <a:pt x="94655" y="27143"/>
                  <a:pt x="96940" y="26350"/>
                </a:cubicBezTo>
                <a:cubicBezTo>
                  <a:pt x="96962" y="25533"/>
                  <a:pt x="96973" y="25014"/>
                  <a:pt x="96973" y="24793"/>
                </a:cubicBezTo>
                <a:cubicBezTo>
                  <a:pt x="96973" y="22362"/>
                  <a:pt x="96408" y="20650"/>
                  <a:pt x="95276" y="19656"/>
                </a:cubicBezTo>
                <a:cubicBezTo>
                  <a:pt x="93746" y="18308"/>
                  <a:pt x="91472" y="17634"/>
                  <a:pt x="88456" y="17634"/>
                </a:cubicBezTo>
                <a:cubicBezTo>
                  <a:pt x="85639" y="17634"/>
                  <a:pt x="83560" y="18127"/>
                  <a:pt x="82218" y="19114"/>
                </a:cubicBezTo>
                <a:cubicBezTo>
                  <a:pt x="80876" y="20101"/>
                  <a:pt x="79883" y="21848"/>
                  <a:pt x="79240" y="24354"/>
                </a:cubicBezTo>
                <a:lnTo>
                  <a:pt x="73384" y="23556"/>
                </a:lnTo>
                <a:cubicBezTo>
                  <a:pt x="73917" y="21042"/>
                  <a:pt x="74793" y="19011"/>
                  <a:pt x="76013" y="17465"/>
                </a:cubicBezTo>
                <a:cubicBezTo>
                  <a:pt x="77233" y="15919"/>
                  <a:pt x="78996" y="14729"/>
                  <a:pt x="81303" y="13895"/>
                </a:cubicBezTo>
                <a:cubicBezTo>
                  <a:pt x="83609" y="13060"/>
                  <a:pt x="86282" y="12643"/>
                  <a:pt x="89321" y="12643"/>
                </a:cubicBezTo>
                <a:cubicBezTo>
                  <a:pt x="92337" y="12643"/>
                  <a:pt x="94788" y="12998"/>
                  <a:pt x="96674" y="13708"/>
                </a:cubicBezTo>
                <a:cubicBezTo>
                  <a:pt x="98559" y="14417"/>
                  <a:pt x="99945" y="15310"/>
                  <a:pt x="100833" y="16386"/>
                </a:cubicBezTo>
                <a:cubicBezTo>
                  <a:pt x="101720" y="17462"/>
                  <a:pt x="102341" y="18820"/>
                  <a:pt x="102696" y="20462"/>
                </a:cubicBezTo>
                <a:cubicBezTo>
                  <a:pt x="102895" y="21482"/>
                  <a:pt x="102995" y="23323"/>
                  <a:pt x="102995" y="25984"/>
                </a:cubicBezTo>
                <a:lnTo>
                  <a:pt x="102995" y="33969"/>
                </a:lnTo>
                <a:cubicBezTo>
                  <a:pt x="102995" y="39537"/>
                  <a:pt x="103123" y="43058"/>
                  <a:pt x="103378" y="44533"/>
                </a:cubicBezTo>
                <a:cubicBezTo>
                  <a:pt x="103633" y="46008"/>
                  <a:pt x="104138" y="47422"/>
                  <a:pt x="104892" y="48775"/>
                </a:cubicBezTo>
                <a:lnTo>
                  <a:pt x="98637" y="48775"/>
                </a:lnTo>
                <a:cubicBezTo>
                  <a:pt x="98016" y="47531"/>
                  <a:pt x="97616" y="46077"/>
                  <a:pt x="97439" y="44412"/>
                </a:cubicBezTo>
                <a:moveTo>
                  <a:pt x="96940" y="31008"/>
                </a:moveTo>
                <a:cubicBezTo>
                  <a:pt x="94766" y="31903"/>
                  <a:pt x="91506" y="32664"/>
                  <a:pt x="87158" y="33289"/>
                </a:cubicBezTo>
                <a:cubicBezTo>
                  <a:pt x="84696" y="33646"/>
                  <a:pt x="82955" y="34047"/>
                  <a:pt x="81935" y="34492"/>
                </a:cubicBezTo>
                <a:cubicBezTo>
                  <a:pt x="80915" y="34937"/>
                  <a:pt x="80127" y="35589"/>
                  <a:pt x="79573" y="36447"/>
                </a:cubicBezTo>
                <a:cubicBezTo>
                  <a:pt x="79018" y="37304"/>
                  <a:pt x="78741" y="38257"/>
                  <a:pt x="78741" y="39303"/>
                </a:cubicBezTo>
                <a:cubicBezTo>
                  <a:pt x="78741" y="40906"/>
                  <a:pt x="79345" y="42243"/>
                  <a:pt x="80554" y="43312"/>
                </a:cubicBezTo>
                <a:cubicBezTo>
                  <a:pt x="81763" y="44381"/>
                  <a:pt x="83532" y="44916"/>
                  <a:pt x="85861" y="44916"/>
                </a:cubicBezTo>
                <a:cubicBezTo>
                  <a:pt x="88168" y="44916"/>
                  <a:pt x="90219" y="44408"/>
                  <a:pt x="92016" y="43394"/>
                </a:cubicBezTo>
                <a:cubicBezTo>
                  <a:pt x="93812" y="42380"/>
                  <a:pt x="95132" y="40993"/>
                  <a:pt x="95975" y="39232"/>
                </a:cubicBezTo>
                <a:cubicBezTo>
                  <a:pt x="96618" y="37873"/>
                  <a:pt x="96940" y="35867"/>
                  <a:pt x="96940" y="33215"/>
                </a:cubicBezTo>
                <a:lnTo>
                  <a:pt x="96940" y="31008"/>
                </a:lnTo>
                <a:close/>
                <a:moveTo>
                  <a:pt x="111375" y="51703"/>
                </a:moveTo>
                <a:lnTo>
                  <a:pt x="117197" y="52568"/>
                </a:lnTo>
                <a:cubicBezTo>
                  <a:pt x="117441" y="54364"/>
                  <a:pt x="118117" y="55673"/>
                  <a:pt x="119227" y="56494"/>
                </a:cubicBezTo>
                <a:cubicBezTo>
                  <a:pt x="120713" y="57603"/>
                  <a:pt x="122742" y="58157"/>
                  <a:pt x="125315" y="58157"/>
                </a:cubicBezTo>
                <a:cubicBezTo>
                  <a:pt x="128088" y="58157"/>
                  <a:pt x="130228" y="57601"/>
                  <a:pt x="131736" y="56490"/>
                </a:cubicBezTo>
                <a:cubicBezTo>
                  <a:pt x="133245" y="55378"/>
                  <a:pt x="134265" y="53822"/>
                  <a:pt x="134797" y="51821"/>
                </a:cubicBezTo>
                <a:cubicBezTo>
                  <a:pt x="135108" y="50599"/>
                  <a:pt x="135252" y="48032"/>
                  <a:pt x="135230" y="44119"/>
                </a:cubicBezTo>
                <a:cubicBezTo>
                  <a:pt x="132612" y="47223"/>
                  <a:pt x="129352" y="48775"/>
                  <a:pt x="125448" y="48775"/>
                </a:cubicBezTo>
                <a:cubicBezTo>
                  <a:pt x="120591" y="48775"/>
                  <a:pt x="116831" y="47023"/>
                  <a:pt x="114169" y="43518"/>
                </a:cubicBezTo>
                <a:cubicBezTo>
                  <a:pt x="111508" y="40014"/>
                  <a:pt x="110177" y="35810"/>
                  <a:pt x="110177" y="30909"/>
                </a:cubicBezTo>
                <a:cubicBezTo>
                  <a:pt x="110177" y="27537"/>
                  <a:pt x="110787" y="24426"/>
                  <a:pt x="112007" y="21576"/>
                </a:cubicBezTo>
                <a:cubicBezTo>
                  <a:pt x="113227" y="18726"/>
                  <a:pt x="114996" y="16524"/>
                  <a:pt x="117313" y="14972"/>
                </a:cubicBezTo>
                <a:cubicBezTo>
                  <a:pt x="119631" y="13419"/>
                  <a:pt x="122354" y="12643"/>
                  <a:pt x="125481" y="12643"/>
                </a:cubicBezTo>
                <a:cubicBezTo>
                  <a:pt x="129651" y="12643"/>
                  <a:pt x="133089" y="14340"/>
                  <a:pt x="135795" y="17733"/>
                </a:cubicBezTo>
                <a:lnTo>
                  <a:pt x="135795" y="13441"/>
                </a:lnTo>
                <a:lnTo>
                  <a:pt x="141318" y="13441"/>
                </a:lnTo>
                <a:lnTo>
                  <a:pt x="141318" y="44005"/>
                </a:lnTo>
                <a:cubicBezTo>
                  <a:pt x="141318" y="49509"/>
                  <a:pt x="140758" y="53410"/>
                  <a:pt x="139638" y="55707"/>
                </a:cubicBezTo>
                <a:cubicBezTo>
                  <a:pt x="138518" y="58004"/>
                  <a:pt x="136744" y="59818"/>
                  <a:pt x="134315" y="61150"/>
                </a:cubicBezTo>
                <a:cubicBezTo>
                  <a:pt x="131886" y="62482"/>
                  <a:pt x="128897" y="63148"/>
                  <a:pt x="125348" y="63148"/>
                </a:cubicBezTo>
                <a:cubicBezTo>
                  <a:pt x="121134" y="63148"/>
                  <a:pt x="117729" y="62197"/>
                  <a:pt x="115134" y="60295"/>
                </a:cubicBezTo>
                <a:cubicBezTo>
                  <a:pt x="112539" y="58393"/>
                  <a:pt x="111286" y="55529"/>
                  <a:pt x="111375" y="51703"/>
                </a:cubicBezTo>
                <a:moveTo>
                  <a:pt x="116332" y="30477"/>
                </a:moveTo>
                <a:cubicBezTo>
                  <a:pt x="116332" y="35101"/>
                  <a:pt x="117252" y="38475"/>
                  <a:pt x="119093" y="40599"/>
                </a:cubicBezTo>
                <a:cubicBezTo>
                  <a:pt x="120934" y="42722"/>
                  <a:pt x="123241" y="43784"/>
                  <a:pt x="126014" y="43784"/>
                </a:cubicBezTo>
                <a:cubicBezTo>
                  <a:pt x="128764" y="43784"/>
                  <a:pt x="131071" y="42728"/>
                  <a:pt x="132934" y="40615"/>
                </a:cubicBezTo>
                <a:cubicBezTo>
                  <a:pt x="134797" y="38503"/>
                  <a:pt x="135729" y="35189"/>
                  <a:pt x="135729" y="30676"/>
                </a:cubicBezTo>
                <a:cubicBezTo>
                  <a:pt x="135729" y="26362"/>
                  <a:pt x="134770" y="23109"/>
                  <a:pt x="132851" y="20919"/>
                </a:cubicBezTo>
                <a:cubicBezTo>
                  <a:pt x="130932" y="18729"/>
                  <a:pt x="128620" y="17634"/>
                  <a:pt x="125914" y="17634"/>
                </a:cubicBezTo>
                <a:cubicBezTo>
                  <a:pt x="123252" y="17634"/>
                  <a:pt x="120990" y="18712"/>
                  <a:pt x="119127" y="20869"/>
                </a:cubicBezTo>
                <a:cubicBezTo>
                  <a:pt x="117264" y="23026"/>
                  <a:pt x="116332" y="26229"/>
                  <a:pt x="116332" y="30477"/>
                </a:cubicBezTo>
                <a:close/>
                <a:moveTo>
                  <a:pt x="174750" y="37396"/>
                </a:moveTo>
                <a:lnTo>
                  <a:pt x="180939" y="38162"/>
                </a:lnTo>
                <a:cubicBezTo>
                  <a:pt x="179963" y="41777"/>
                  <a:pt x="178155" y="44583"/>
                  <a:pt x="175516" y="46579"/>
                </a:cubicBezTo>
                <a:cubicBezTo>
                  <a:pt x="172876" y="48575"/>
                  <a:pt x="169505" y="49573"/>
                  <a:pt x="165401" y="49573"/>
                </a:cubicBezTo>
                <a:cubicBezTo>
                  <a:pt x="160233" y="49573"/>
                  <a:pt x="156135" y="47982"/>
                  <a:pt x="153108" y="44799"/>
                </a:cubicBezTo>
                <a:cubicBezTo>
                  <a:pt x="150080" y="41616"/>
                  <a:pt x="148566" y="37152"/>
                  <a:pt x="148566" y="31408"/>
                </a:cubicBezTo>
                <a:cubicBezTo>
                  <a:pt x="148566" y="25463"/>
                  <a:pt x="150097" y="20850"/>
                  <a:pt x="153158" y="17567"/>
                </a:cubicBezTo>
                <a:cubicBezTo>
                  <a:pt x="156218" y="14284"/>
                  <a:pt x="160189" y="12643"/>
                  <a:pt x="165069" y="12643"/>
                </a:cubicBezTo>
                <a:cubicBezTo>
                  <a:pt x="169793" y="12643"/>
                  <a:pt x="173652" y="14249"/>
                  <a:pt x="176647" y="17460"/>
                </a:cubicBezTo>
                <a:cubicBezTo>
                  <a:pt x="179641" y="20670"/>
                  <a:pt x="181138" y="25188"/>
                  <a:pt x="181138" y="31011"/>
                </a:cubicBezTo>
                <a:cubicBezTo>
                  <a:pt x="181138" y="31366"/>
                  <a:pt x="181127" y="31897"/>
                  <a:pt x="181105" y="32605"/>
                </a:cubicBezTo>
                <a:lnTo>
                  <a:pt x="154755" y="32605"/>
                </a:lnTo>
                <a:cubicBezTo>
                  <a:pt x="154976" y="36476"/>
                  <a:pt x="156074" y="39440"/>
                  <a:pt x="158048" y="41497"/>
                </a:cubicBezTo>
                <a:cubicBezTo>
                  <a:pt x="160022" y="43554"/>
                  <a:pt x="162484" y="44583"/>
                  <a:pt x="165434" y="44583"/>
                </a:cubicBezTo>
                <a:cubicBezTo>
                  <a:pt x="167630" y="44583"/>
                  <a:pt x="169505" y="44012"/>
                  <a:pt x="171057" y="42869"/>
                </a:cubicBezTo>
                <a:cubicBezTo>
                  <a:pt x="172610" y="41726"/>
                  <a:pt x="173841" y="39902"/>
                  <a:pt x="174750" y="37396"/>
                </a:cubicBezTo>
                <a:moveTo>
                  <a:pt x="155087" y="27615"/>
                </a:moveTo>
                <a:lnTo>
                  <a:pt x="174817" y="27615"/>
                </a:lnTo>
                <a:cubicBezTo>
                  <a:pt x="174551" y="24691"/>
                  <a:pt x="173797" y="22498"/>
                  <a:pt x="172554" y="21036"/>
                </a:cubicBezTo>
                <a:cubicBezTo>
                  <a:pt x="170647" y="18768"/>
                  <a:pt x="168174" y="17634"/>
                  <a:pt x="165135" y="17634"/>
                </a:cubicBezTo>
                <a:cubicBezTo>
                  <a:pt x="162385" y="17634"/>
                  <a:pt x="160072" y="18539"/>
                  <a:pt x="158198" y="20350"/>
                </a:cubicBezTo>
                <a:cubicBezTo>
                  <a:pt x="156324" y="22161"/>
                  <a:pt x="155287" y="24582"/>
                  <a:pt x="155087" y="276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C05FE-A07B-424D-85BA-DB39592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90" y="5726174"/>
            <a:ext cx="209063" cy="177708"/>
          </a:xfrm>
          <a:custGeom xmlns:a="http://schemas.openxmlformats.org/drawingml/2006/main">
            <a:pathLst>
              <a:path w="209063" h="177708">
                <a:moveTo>
                  <a:pt x="188159" y="177708"/>
                </a:moveTo>
                <a:lnTo>
                  <a:pt x="20907" y="177708"/>
                </a:lnTo>
                <a:cubicBezTo>
                  <a:pt x="9354" y="177708"/>
                  <a:pt x="0" y="168355"/>
                  <a:pt x="0" y="156801"/>
                </a:cubicBezTo>
                <a:lnTo>
                  <a:pt x="0" y="20905"/>
                </a:lnTo>
                <a:cubicBezTo>
                  <a:pt x="0" y="9346"/>
                  <a:pt x="9353" y="0"/>
                  <a:pt x="20906" y="0"/>
                </a:cubicBezTo>
                <a:lnTo>
                  <a:pt x="188158" y="0"/>
                </a:lnTo>
                <a:cubicBezTo>
                  <a:pt x="199717" y="0"/>
                  <a:pt x="209062" y="9346"/>
                  <a:pt x="209062" y="20905"/>
                </a:cubicBezTo>
                <a:lnTo>
                  <a:pt x="209063" y="156801"/>
                </a:lnTo>
                <a:cubicBezTo>
                  <a:pt x="209063" y="168355"/>
                  <a:pt x="199717" y="177708"/>
                  <a:pt x="188159" y="177708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FBBA5-3904-4E00-BD3B-7F7374DF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90" y="5771421"/>
            <a:ext cx="209062" cy="132599"/>
          </a:xfrm>
          <a:custGeom xmlns:a="http://schemas.openxmlformats.org/drawingml/2006/main">
            <a:pathLst>
              <a:path w="209062" h="132599">
                <a:moveTo>
                  <a:pt x="209062" y="81568"/>
                </a:moveTo>
                <a:lnTo>
                  <a:pt x="198616" y="68913"/>
                </a:lnTo>
                <a:lnTo>
                  <a:pt x="134657" y="5089"/>
                </a:lnTo>
                <a:cubicBezTo>
                  <a:pt x="129569" y="0"/>
                  <a:pt x="121313" y="0"/>
                  <a:pt x="116225" y="5089"/>
                </a:cubicBezTo>
                <a:lnTo>
                  <a:pt x="80187" y="40990"/>
                </a:lnTo>
                <a:cubicBezTo>
                  <a:pt x="79500" y="41675"/>
                  <a:pt x="78811" y="41821"/>
                  <a:pt x="78399" y="41821"/>
                </a:cubicBezTo>
                <a:cubicBezTo>
                  <a:pt x="77987" y="41821"/>
                  <a:pt x="77161" y="41675"/>
                  <a:pt x="76611" y="40990"/>
                </a:cubicBezTo>
                <a:lnTo>
                  <a:pt x="66708" y="31228"/>
                </a:lnTo>
                <a:cubicBezTo>
                  <a:pt x="61618" y="26140"/>
                  <a:pt x="53366" y="26140"/>
                  <a:pt x="48278" y="31228"/>
                </a:cubicBezTo>
                <a:lnTo>
                  <a:pt x="10453" y="69050"/>
                </a:lnTo>
                <a:lnTo>
                  <a:pt x="0" y="81706"/>
                </a:lnTo>
                <a:lnTo>
                  <a:pt x="0" y="111692"/>
                </a:lnTo>
                <a:cubicBezTo>
                  <a:pt x="0" y="123245"/>
                  <a:pt x="9354" y="132599"/>
                  <a:pt x="20906" y="132599"/>
                </a:cubicBezTo>
                <a:lnTo>
                  <a:pt x="188158" y="132599"/>
                </a:lnTo>
                <a:cubicBezTo>
                  <a:pt x="199717" y="132599"/>
                  <a:pt x="209062" y="123245"/>
                  <a:pt x="209062" y="111692"/>
                </a:cubicBezTo>
                <a:lnTo>
                  <a:pt x="209062" y="81568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01A4B-43CA-4D18-9919-5E3E7E53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736" y="5749685"/>
            <a:ext cx="26133" cy="26140"/>
          </a:xfrm>
          <a:custGeom xmlns:a="http://schemas.openxmlformats.org/drawingml/2006/main">
            <a:pathLst>
              <a:path w="26133" h="26140">
                <a:moveTo>
                  <a:pt x="0" y="13075"/>
                </a:moveTo>
                <a:cubicBezTo>
                  <a:pt x="0" y="20287"/>
                  <a:pt x="5850" y="26140"/>
                  <a:pt x="13067" y="26140"/>
                </a:cubicBezTo>
                <a:cubicBezTo>
                  <a:pt x="20283" y="26140"/>
                  <a:pt x="26133" y="20287"/>
                  <a:pt x="26133" y="13075"/>
                </a:cubicBezTo>
                <a:cubicBezTo>
                  <a:pt x="26133" y="5852"/>
                  <a:pt x="20283" y="0"/>
                  <a:pt x="13067" y="0"/>
                </a:cubicBezTo>
                <a:cubicBezTo>
                  <a:pt x="5850" y="0"/>
                  <a:pt x="0" y="5852"/>
                  <a:pt x="0" y="13075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EF94C-9D9A-4E12-939A-21918B22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540" y="5845837"/>
            <a:ext cx="107285" cy="36588"/>
          </a:xfrm>
          <a:custGeom xmlns:a="http://schemas.openxmlformats.org/drawingml/2006/main">
            <a:pathLst>
              <a:path w="107285" h="36588">
                <a:moveTo>
                  <a:pt x="101781" y="36588"/>
                </a:moveTo>
                <a:lnTo>
                  <a:pt x="5502" y="36588"/>
                </a:lnTo>
                <a:cubicBezTo>
                  <a:pt x="2476" y="36588"/>
                  <a:pt x="0" y="34112"/>
                  <a:pt x="0" y="31086"/>
                </a:cubicBezTo>
                <a:cubicBezTo>
                  <a:pt x="0" y="28059"/>
                  <a:pt x="2476" y="25584"/>
                  <a:pt x="5502" y="25584"/>
                </a:cubicBezTo>
                <a:lnTo>
                  <a:pt x="101781" y="25584"/>
                </a:lnTo>
                <a:cubicBezTo>
                  <a:pt x="104802" y="25584"/>
                  <a:pt x="107285" y="28059"/>
                  <a:pt x="107285" y="31086"/>
                </a:cubicBezTo>
                <a:cubicBezTo>
                  <a:pt x="107285" y="34112"/>
                  <a:pt x="104802" y="36588"/>
                  <a:pt x="101781" y="36588"/>
                </a:cubicBezTo>
                <a:close/>
                <a:moveTo>
                  <a:pt x="53638" y="11004"/>
                </a:moveTo>
                <a:lnTo>
                  <a:pt x="5502" y="11004"/>
                </a:lnTo>
                <a:cubicBezTo>
                  <a:pt x="2476" y="11004"/>
                  <a:pt x="0" y="8528"/>
                  <a:pt x="0" y="5502"/>
                </a:cubicBezTo>
                <a:cubicBezTo>
                  <a:pt x="0" y="2476"/>
                  <a:pt x="2476" y="0"/>
                  <a:pt x="5502" y="0"/>
                </a:cubicBezTo>
                <a:lnTo>
                  <a:pt x="53638" y="0"/>
                </a:lnTo>
                <a:cubicBezTo>
                  <a:pt x="56671" y="0"/>
                  <a:pt x="59142" y="2476"/>
                  <a:pt x="59142" y="5502"/>
                </a:cubicBezTo>
                <a:cubicBezTo>
                  <a:pt x="59142" y="8528"/>
                  <a:pt x="56671" y="11004"/>
                  <a:pt x="53638" y="11004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ABBFD-1E80-42B6-8023-5878C95A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75" y="5502657"/>
            <a:ext cx="60012" cy="35527"/>
          </a:xfrm>
          <a:custGeom xmlns:a="http://schemas.openxmlformats.org/drawingml/2006/main">
            <a:pathLst>
              <a:path w="60012" h="35527">
                <a:moveTo>
                  <a:pt x="21573" y="17857"/>
                </a:moveTo>
                <a:cubicBezTo>
                  <a:pt x="21573" y="18844"/>
                  <a:pt x="21180" y="19787"/>
                  <a:pt x="20482" y="20485"/>
                </a:cubicBezTo>
                <a:lnTo>
                  <a:pt x="6844" y="34126"/>
                </a:lnTo>
                <a:cubicBezTo>
                  <a:pt x="5341" y="35527"/>
                  <a:pt x="2987" y="35444"/>
                  <a:pt x="1587" y="33940"/>
                </a:cubicBezTo>
                <a:cubicBezTo>
                  <a:pt x="255" y="32514"/>
                  <a:pt x="255" y="30298"/>
                  <a:pt x="1587" y="28868"/>
                </a:cubicBezTo>
                <a:lnTo>
                  <a:pt x="12597" y="17857"/>
                </a:lnTo>
                <a:lnTo>
                  <a:pt x="1586" y="6845"/>
                </a:lnTo>
                <a:cubicBezTo>
                  <a:pt x="83" y="5444"/>
                  <a:pt x="0" y="3092"/>
                  <a:pt x="1401" y="1587"/>
                </a:cubicBezTo>
                <a:cubicBezTo>
                  <a:pt x="2801" y="83"/>
                  <a:pt x="5155" y="0"/>
                  <a:pt x="6658" y="1401"/>
                </a:cubicBezTo>
                <a:cubicBezTo>
                  <a:pt x="6722" y="1463"/>
                  <a:pt x="6784" y="1525"/>
                  <a:pt x="6844" y="1587"/>
                </a:cubicBezTo>
                <a:lnTo>
                  <a:pt x="20482" y="15228"/>
                </a:lnTo>
                <a:cubicBezTo>
                  <a:pt x="21184" y="15922"/>
                  <a:pt x="21573" y="16869"/>
                  <a:pt x="21573" y="17857"/>
                </a:cubicBezTo>
                <a:close/>
                <a:moveTo>
                  <a:pt x="31493" y="27777"/>
                </a:moveTo>
                <a:cubicBezTo>
                  <a:pt x="29439" y="27777"/>
                  <a:pt x="27773" y="29443"/>
                  <a:pt x="27773" y="31497"/>
                </a:cubicBezTo>
                <a:cubicBezTo>
                  <a:pt x="27773" y="33551"/>
                  <a:pt x="29439" y="35217"/>
                  <a:pt x="31493" y="35217"/>
                </a:cubicBezTo>
                <a:lnTo>
                  <a:pt x="56293" y="35217"/>
                </a:lnTo>
                <a:cubicBezTo>
                  <a:pt x="58347" y="35217"/>
                  <a:pt x="60012" y="33551"/>
                  <a:pt x="60012" y="31497"/>
                </a:cubicBezTo>
                <a:cubicBezTo>
                  <a:pt x="60012" y="29443"/>
                  <a:pt x="58347" y="27777"/>
                  <a:pt x="56292" y="27777"/>
                </a:cubicBezTo>
                <a:lnTo>
                  <a:pt x="31493" y="27777"/>
                </a:ln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59D1A-977B-4596-BEF8-30F4DDF1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871" y="5475872"/>
            <a:ext cx="119037" cy="89283"/>
          </a:xfrm>
          <a:custGeom xmlns:a="http://schemas.openxmlformats.org/drawingml/2006/main">
            <a:pathLst>
              <a:path w="119037" h="89283">
                <a:moveTo>
                  <a:pt x="0" y="8680"/>
                </a:moveTo>
                <a:cubicBezTo>
                  <a:pt x="0" y="3890"/>
                  <a:pt x="3889" y="0"/>
                  <a:pt x="8680" y="0"/>
                </a:cubicBezTo>
                <a:lnTo>
                  <a:pt x="110357" y="0"/>
                </a:lnTo>
                <a:cubicBezTo>
                  <a:pt x="115151" y="0"/>
                  <a:pt x="119036" y="3890"/>
                  <a:pt x="119036" y="8680"/>
                </a:cubicBezTo>
                <a:lnTo>
                  <a:pt x="119037" y="80602"/>
                </a:lnTo>
                <a:cubicBezTo>
                  <a:pt x="119037" y="85396"/>
                  <a:pt x="115152" y="89283"/>
                  <a:pt x="110357" y="89283"/>
                </a:cubicBezTo>
                <a:lnTo>
                  <a:pt x="8681" y="89283"/>
                </a:lnTo>
                <a:cubicBezTo>
                  <a:pt x="3887" y="89283"/>
                  <a:pt x="1" y="85396"/>
                  <a:pt x="1" y="80602"/>
                </a:cubicBezTo>
                <a:lnTo>
                  <a:pt x="0" y="8680"/>
                </a:lnTo>
                <a:close/>
                <a:moveTo>
                  <a:pt x="8680" y="7440"/>
                </a:moveTo>
                <a:cubicBezTo>
                  <a:pt x="7995" y="7440"/>
                  <a:pt x="7440" y="7994"/>
                  <a:pt x="7440" y="8680"/>
                </a:cubicBezTo>
                <a:lnTo>
                  <a:pt x="7441" y="80602"/>
                </a:lnTo>
                <a:cubicBezTo>
                  <a:pt x="7441" y="81287"/>
                  <a:pt x="7996" y="81842"/>
                  <a:pt x="8681" y="81842"/>
                </a:cubicBezTo>
                <a:lnTo>
                  <a:pt x="110357" y="81842"/>
                </a:lnTo>
                <a:cubicBezTo>
                  <a:pt x="111043" y="81842"/>
                  <a:pt x="111597" y="81287"/>
                  <a:pt x="111597" y="80602"/>
                </a:cubicBezTo>
                <a:lnTo>
                  <a:pt x="111597" y="8680"/>
                </a:lnTo>
                <a:cubicBezTo>
                  <a:pt x="111597" y="7994"/>
                  <a:pt x="111043" y="7440"/>
                  <a:pt x="110357" y="7440"/>
                </a:cubicBezTo>
                <a:lnTo>
                  <a:pt x="8680" y="7440"/>
                </a:ln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Patch2">
            <a:extLst xmlns:a="http://schemas.openxmlformats.org/drawingml/2006/main">
              <a:ext uri="{FF2B5EF4-FFF2-40B4-BE49-F238E27FC236}">
                <a16:creationId xmlns:a16="http://schemas.microsoft.com/office/drawing/2014/main" id="{44CE44E2-4258-42D9-8FF9-0BCD7E5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063" y="5506026"/>
            <a:ext cx="204230" cy="49773"/>
          </a:xfrm>
          <a:custGeom xmlns:a="http://schemas.openxmlformats.org/drawingml/2006/main">
            <a:pathLst>
              <a:path w="204230" h="49773">
                <a:moveTo>
                  <a:pt x="0" y="48975"/>
                </a:moveTo>
                <a:lnTo>
                  <a:pt x="0" y="200"/>
                </a:lnTo>
                <a:lnTo>
                  <a:pt x="18399" y="200"/>
                </a:lnTo>
                <a:cubicBezTo>
                  <a:pt x="21637" y="200"/>
                  <a:pt x="24110" y="355"/>
                  <a:pt x="25818" y="664"/>
                </a:cubicBezTo>
                <a:cubicBezTo>
                  <a:pt x="28214" y="1064"/>
                  <a:pt x="30221" y="1823"/>
                  <a:pt x="31840" y="2941"/>
                </a:cubicBezTo>
                <a:cubicBezTo>
                  <a:pt x="33459" y="4060"/>
                  <a:pt x="34762" y="5628"/>
                  <a:pt x="35749" y="7644"/>
                </a:cubicBezTo>
                <a:cubicBezTo>
                  <a:pt x="36736" y="9660"/>
                  <a:pt x="37230" y="11875"/>
                  <a:pt x="37230" y="14290"/>
                </a:cubicBezTo>
                <a:cubicBezTo>
                  <a:pt x="37230" y="18433"/>
                  <a:pt x="35910" y="21940"/>
                  <a:pt x="33271" y="24809"/>
                </a:cubicBezTo>
                <a:cubicBezTo>
                  <a:pt x="30631" y="27677"/>
                  <a:pt x="25862" y="29112"/>
                  <a:pt x="18964" y="29112"/>
                </a:cubicBezTo>
                <a:lnTo>
                  <a:pt x="6455" y="29112"/>
                </a:lnTo>
                <a:lnTo>
                  <a:pt x="6455" y="48975"/>
                </a:lnTo>
                <a:lnTo>
                  <a:pt x="0" y="48975"/>
                </a:lnTo>
                <a:moveTo>
                  <a:pt x="6455" y="23356"/>
                </a:moveTo>
                <a:lnTo>
                  <a:pt x="19064" y="23356"/>
                </a:lnTo>
                <a:cubicBezTo>
                  <a:pt x="23234" y="23356"/>
                  <a:pt x="26195" y="22581"/>
                  <a:pt x="27947" y="21032"/>
                </a:cubicBezTo>
                <a:cubicBezTo>
                  <a:pt x="29700" y="19482"/>
                  <a:pt x="30576" y="17301"/>
                  <a:pt x="30576" y="14489"/>
                </a:cubicBezTo>
                <a:cubicBezTo>
                  <a:pt x="30576" y="12453"/>
                  <a:pt x="30060" y="10710"/>
                  <a:pt x="29029" y="9260"/>
                </a:cubicBezTo>
                <a:cubicBezTo>
                  <a:pt x="27997" y="7810"/>
                  <a:pt x="26639" y="6852"/>
                  <a:pt x="24953" y="6387"/>
                </a:cubicBezTo>
                <a:cubicBezTo>
                  <a:pt x="23866" y="6099"/>
                  <a:pt x="21859" y="5955"/>
                  <a:pt x="18931" y="5955"/>
                </a:cubicBezTo>
                <a:lnTo>
                  <a:pt x="6455" y="5955"/>
                </a:lnTo>
                <a:lnTo>
                  <a:pt x="6455" y="23356"/>
                </a:lnTo>
                <a:close/>
                <a:moveTo>
                  <a:pt x="67741" y="44612"/>
                </a:moveTo>
                <a:cubicBezTo>
                  <a:pt x="65522" y="46499"/>
                  <a:pt x="63388" y="47831"/>
                  <a:pt x="61336" y="48608"/>
                </a:cubicBezTo>
                <a:cubicBezTo>
                  <a:pt x="59284" y="49385"/>
                  <a:pt x="57083" y="49773"/>
                  <a:pt x="54732" y="49773"/>
                </a:cubicBezTo>
                <a:cubicBezTo>
                  <a:pt x="50850" y="49773"/>
                  <a:pt x="47867" y="48824"/>
                  <a:pt x="45782" y="46926"/>
                </a:cubicBezTo>
                <a:cubicBezTo>
                  <a:pt x="43697" y="45029"/>
                  <a:pt x="42654" y="42604"/>
                  <a:pt x="42654" y="39651"/>
                </a:cubicBezTo>
                <a:cubicBezTo>
                  <a:pt x="42654" y="37921"/>
                  <a:pt x="43048" y="36340"/>
                  <a:pt x="43835" y="34908"/>
                </a:cubicBezTo>
                <a:cubicBezTo>
                  <a:pt x="44623" y="33476"/>
                  <a:pt x="45654" y="32327"/>
                  <a:pt x="46930" y="31462"/>
                </a:cubicBezTo>
                <a:cubicBezTo>
                  <a:pt x="48205" y="30596"/>
                  <a:pt x="49641" y="29941"/>
                  <a:pt x="51238" y="29498"/>
                </a:cubicBezTo>
                <a:cubicBezTo>
                  <a:pt x="52414" y="29186"/>
                  <a:pt x="54188" y="28887"/>
                  <a:pt x="56562" y="28598"/>
                </a:cubicBezTo>
                <a:cubicBezTo>
                  <a:pt x="61397" y="28026"/>
                  <a:pt x="64957" y="27343"/>
                  <a:pt x="67241" y="26550"/>
                </a:cubicBezTo>
                <a:cubicBezTo>
                  <a:pt x="67264" y="25733"/>
                  <a:pt x="67275" y="25214"/>
                  <a:pt x="67275" y="24993"/>
                </a:cubicBezTo>
                <a:cubicBezTo>
                  <a:pt x="67275" y="22562"/>
                  <a:pt x="66709" y="20849"/>
                  <a:pt x="65578" y="19855"/>
                </a:cubicBezTo>
                <a:cubicBezTo>
                  <a:pt x="64047" y="18507"/>
                  <a:pt x="61774" y="17833"/>
                  <a:pt x="58757" y="17833"/>
                </a:cubicBezTo>
                <a:cubicBezTo>
                  <a:pt x="55940" y="17833"/>
                  <a:pt x="53861" y="18327"/>
                  <a:pt x="52519" y="19314"/>
                </a:cubicBezTo>
                <a:cubicBezTo>
                  <a:pt x="51177" y="20301"/>
                  <a:pt x="50185" y="22047"/>
                  <a:pt x="49541" y="24554"/>
                </a:cubicBezTo>
                <a:lnTo>
                  <a:pt x="43686" y="23755"/>
                </a:lnTo>
                <a:cubicBezTo>
                  <a:pt x="44218" y="21241"/>
                  <a:pt x="45094" y="19211"/>
                  <a:pt x="46314" y="17665"/>
                </a:cubicBezTo>
                <a:cubicBezTo>
                  <a:pt x="47534" y="16118"/>
                  <a:pt x="49297" y="14928"/>
                  <a:pt x="51604" y="14094"/>
                </a:cubicBezTo>
                <a:cubicBezTo>
                  <a:pt x="53911" y="13260"/>
                  <a:pt x="56584" y="12843"/>
                  <a:pt x="59622" y="12843"/>
                </a:cubicBezTo>
                <a:cubicBezTo>
                  <a:pt x="62639" y="12843"/>
                  <a:pt x="65090" y="13197"/>
                  <a:pt x="66975" y="13907"/>
                </a:cubicBezTo>
                <a:cubicBezTo>
                  <a:pt x="68861" y="14617"/>
                  <a:pt x="70247" y="15510"/>
                  <a:pt x="71134" y="16585"/>
                </a:cubicBezTo>
                <a:cubicBezTo>
                  <a:pt x="72021" y="17661"/>
                  <a:pt x="72642" y="19020"/>
                  <a:pt x="72997" y="20661"/>
                </a:cubicBezTo>
                <a:cubicBezTo>
                  <a:pt x="73197" y="21681"/>
                  <a:pt x="73297" y="23522"/>
                  <a:pt x="73297" y="26184"/>
                </a:cubicBezTo>
                <a:lnTo>
                  <a:pt x="73297" y="34169"/>
                </a:lnTo>
                <a:cubicBezTo>
                  <a:pt x="73297" y="39736"/>
                  <a:pt x="73424" y="43258"/>
                  <a:pt x="73679" y="44733"/>
                </a:cubicBezTo>
                <a:cubicBezTo>
                  <a:pt x="73934" y="46208"/>
                  <a:pt x="74439" y="47622"/>
                  <a:pt x="75193" y="48975"/>
                </a:cubicBezTo>
                <a:lnTo>
                  <a:pt x="68938" y="48975"/>
                </a:lnTo>
                <a:cubicBezTo>
                  <a:pt x="68317" y="47731"/>
                  <a:pt x="67918" y="46277"/>
                  <a:pt x="67741" y="44612"/>
                </a:cubicBezTo>
                <a:moveTo>
                  <a:pt x="67241" y="31208"/>
                </a:moveTo>
                <a:cubicBezTo>
                  <a:pt x="65068" y="32103"/>
                  <a:pt x="61807" y="32863"/>
                  <a:pt x="57460" y="33489"/>
                </a:cubicBezTo>
                <a:cubicBezTo>
                  <a:pt x="54998" y="33845"/>
                  <a:pt x="53257" y="34246"/>
                  <a:pt x="52236" y="34692"/>
                </a:cubicBezTo>
                <a:cubicBezTo>
                  <a:pt x="51216" y="35137"/>
                  <a:pt x="50429" y="35789"/>
                  <a:pt x="49874" y="36647"/>
                </a:cubicBezTo>
                <a:cubicBezTo>
                  <a:pt x="49320" y="37504"/>
                  <a:pt x="49042" y="38456"/>
                  <a:pt x="49042" y="39503"/>
                </a:cubicBezTo>
                <a:cubicBezTo>
                  <a:pt x="49042" y="41106"/>
                  <a:pt x="49647" y="42442"/>
                  <a:pt x="50856" y="43512"/>
                </a:cubicBezTo>
                <a:cubicBezTo>
                  <a:pt x="52064" y="44581"/>
                  <a:pt x="53833" y="45115"/>
                  <a:pt x="56162" y="45115"/>
                </a:cubicBezTo>
                <a:cubicBezTo>
                  <a:pt x="58469" y="45115"/>
                  <a:pt x="60521" y="44608"/>
                  <a:pt x="62317" y="43594"/>
                </a:cubicBezTo>
                <a:cubicBezTo>
                  <a:pt x="64114" y="42580"/>
                  <a:pt x="65434" y="41193"/>
                  <a:pt x="66277" y="39432"/>
                </a:cubicBezTo>
                <a:cubicBezTo>
                  <a:pt x="66920" y="38072"/>
                  <a:pt x="67241" y="36066"/>
                  <a:pt x="67241" y="33414"/>
                </a:cubicBezTo>
                <a:lnTo>
                  <a:pt x="67241" y="31208"/>
                </a:lnTo>
                <a:close/>
                <a:moveTo>
                  <a:pt x="95849" y="43685"/>
                </a:moveTo>
                <a:lnTo>
                  <a:pt x="96714" y="48975"/>
                </a:lnTo>
                <a:cubicBezTo>
                  <a:pt x="95028" y="49285"/>
                  <a:pt x="93520" y="49440"/>
                  <a:pt x="92189" y="49440"/>
                </a:cubicBezTo>
                <a:cubicBezTo>
                  <a:pt x="90015" y="49440"/>
                  <a:pt x="88330" y="49097"/>
                  <a:pt x="87132" y="48409"/>
                </a:cubicBezTo>
                <a:cubicBezTo>
                  <a:pt x="85934" y="47721"/>
                  <a:pt x="85091" y="46818"/>
                  <a:pt x="84603" y="45697"/>
                </a:cubicBezTo>
                <a:cubicBezTo>
                  <a:pt x="84115" y="44577"/>
                  <a:pt x="83871" y="42221"/>
                  <a:pt x="83871" y="38627"/>
                </a:cubicBezTo>
                <a:lnTo>
                  <a:pt x="83871" y="18299"/>
                </a:lnTo>
                <a:lnTo>
                  <a:pt x="79480" y="18299"/>
                </a:lnTo>
                <a:lnTo>
                  <a:pt x="79480" y="13641"/>
                </a:lnTo>
                <a:lnTo>
                  <a:pt x="83871" y="13641"/>
                </a:lnTo>
                <a:lnTo>
                  <a:pt x="83871" y="4867"/>
                </a:lnTo>
                <a:lnTo>
                  <a:pt x="89827" y="1264"/>
                </a:lnTo>
                <a:lnTo>
                  <a:pt x="89827" y="13641"/>
                </a:lnTo>
                <a:lnTo>
                  <a:pt x="95849" y="13641"/>
                </a:lnTo>
                <a:lnTo>
                  <a:pt x="95849" y="18299"/>
                </a:lnTo>
                <a:lnTo>
                  <a:pt x="89827" y="18299"/>
                </a:lnTo>
                <a:lnTo>
                  <a:pt x="89827" y="38960"/>
                </a:lnTo>
                <a:cubicBezTo>
                  <a:pt x="89827" y="40668"/>
                  <a:pt x="89932" y="41766"/>
                  <a:pt x="90143" y="42254"/>
                </a:cubicBezTo>
                <a:cubicBezTo>
                  <a:pt x="90354" y="42742"/>
                  <a:pt x="90697" y="43130"/>
                  <a:pt x="91174" y="43418"/>
                </a:cubicBezTo>
                <a:cubicBezTo>
                  <a:pt x="91651" y="43707"/>
                  <a:pt x="92333" y="43851"/>
                  <a:pt x="93221" y="43851"/>
                </a:cubicBezTo>
                <a:cubicBezTo>
                  <a:pt x="93886" y="43851"/>
                  <a:pt x="94762" y="43795"/>
                  <a:pt x="95849" y="43685"/>
                </a:cubicBezTo>
                <a:close/>
                <a:moveTo>
                  <a:pt x="124772" y="35999"/>
                </a:moveTo>
                <a:lnTo>
                  <a:pt x="130661" y="36764"/>
                </a:lnTo>
                <a:cubicBezTo>
                  <a:pt x="130018" y="40834"/>
                  <a:pt x="128371" y="44019"/>
                  <a:pt x="125720" y="46321"/>
                </a:cubicBezTo>
                <a:cubicBezTo>
                  <a:pt x="123070" y="48622"/>
                  <a:pt x="119815" y="49773"/>
                  <a:pt x="115955" y="49773"/>
                </a:cubicBezTo>
                <a:cubicBezTo>
                  <a:pt x="111120" y="49773"/>
                  <a:pt x="107233" y="48193"/>
                  <a:pt x="104294" y="45032"/>
                </a:cubicBezTo>
                <a:cubicBezTo>
                  <a:pt x="101355" y="41871"/>
                  <a:pt x="99885" y="37341"/>
                  <a:pt x="99885" y="31441"/>
                </a:cubicBezTo>
                <a:cubicBezTo>
                  <a:pt x="99885" y="27626"/>
                  <a:pt x="100518" y="24288"/>
                  <a:pt x="101782" y="21426"/>
                </a:cubicBezTo>
                <a:cubicBezTo>
                  <a:pt x="103046" y="18565"/>
                  <a:pt x="104970" y="16419"/>
                  <a:pt x="107554" y="14988"/>
                </a:cubicBezTo>
                <a:cubicBezTo>
                  <a:pt x="110138" y="13558"/>
                  <a:pt x="112950" y="12843"/>
                  <a:pt x="115988" y="12843"/>
                </a:cubicBezTo>
                <a:cubicBezTo>
                  <a:pt x="119826" y="12843"/>
                  <a:pt x="122964" y="13816"/>
                  <a:pt x="125404" y="15763"/>
                </a:cubicBezTo>
                <a:cubicBezTo>
                  <a:pt x="127844" y="17709"/>
                  <a:pt x="129408" y="20473"/>
                  <a:pt x="130095" y="24055"/>
                </a:cubicBezTo>
                <a:lnTo>
                  <a:pt x="124273" y="24953"/>
                </a:lnTo>
                <a:cubicBezTo>
                  <a:pt x="123718" y="22591"/>
                  <a:pt x="122737" y="20814"/>
                  <a:pt x="121328" y="19621"/>
                </a:cubicBezTo>
                <a:cubicBezTo>
                  <a:pt x="119920" y="18429"/>
                  <a:pt x="118218" y="17833"/>
                  <a:pt x="116221" y="17833"/>
                </a:cubicBezTo>
                <a:cubicBezTo>
                  <a:pt x="113205" y="17833"/>
                  <a:pt x="110754" y="18909"/>
                  <a:pt x="108869" y="21061"/>
                </a:cubicBezTo>
                <a:cubicBezTo>
                  <a:pt x="106983" y="23213"/>
                  <a:pt x="106040" y="26617"/>
                  <a:pt x="106040" y="31275"/>
                </a:cubicBezTo>
                <a:cubicBezTo>
                  <a:pt x="106040" y="35998"/>
                  <a:pt x="106950" y="39431"/>
                  <a:pt x="108769" y="41572"/>
                </a:cubicBezTo>
                <a:cubicBezTo>
                  <a:pt x="110587" y="43712"/>
                  <a:pt x="112961" y="44782"/>
                  <a:pt x="115889" y="44782"/>
                </a:cubicBezTo>
                <a:cubicBezTo>
                  <a:pt x="118240" y="44782"/>
                  <a:pt x="120203" y="44064"/>
                  <a:pt x="121778" y="42628"/>
                </a:cubicBezTo>
                <a:cubicBezTo>
                  <a:pt x="123352" y="41192"/>
                  <a:pt x="124351" y="38982"/>
                  <a:pt x="124772" y="35999"/>
                </a:cubicBezTo>
                <a:close/>
                <a:moveTo>
                  <a:pt x="136330" y="48975"/>
                </a:moveTo>
                <a:lnTo>
                  <a:pt x="136330" y="200"/>
                </a:lnTo>
                <a:lnTo>
                  <a:pt x="142319" y="200"/>
                </a:lnTo>
                <a:lnTo>
                  <a:pt x="142319" y="17700"/>
                </a:lnTo>
                <a:cubicBezTo>
                  <a:pt x="145113" y="14462"/>
                  <a:pt x="148640" y="12843"/>
                  <a:pt x="152899" y="12843"/>
                </a:cubicBezTo>
                <a:cubicBezTo>
                  <a:pt x="155516" y="12843"/>
                  <a:pt x="157790" y="13358"/>
                  <a:pt x="159719" y="14390"/>
                </a:cubicBezTo>
                <a:cubicBezTo>
                  <a:pt x="161649" y="15421"/>
                  <a:pt x="163030" y="16846"/>
                  <a:pt x="163861" y="18665"/>
                </a:cubicBezTo>
                <a:cubicBezTo>
                  <a:pt x="164693" y="20484"/>
                  <a:pt x="165109" y="23123"/>
                  <a:pt x="165109" y="26583"/>
                </a:cubicBezTo>
                <a:lnTo>
                  <a:pt x="165109" y="48975"/>
                </a:lnTo>
                <a:lnTo>
                  <a:pt x="159120" y="48975"/>
                </a:lnTo>
                <a:lnTo>
                  <a:pt x="159120" y="26583"/>
                </a:lnTo>
                <a:cubicBezTo>
                  <a:pt x="159120" y="23589"/>
                  <a:pt x="158472" y="21410"/>
                  <a:pt x="157174" y="20046"/>
                </a:cubicBezTo>
                <a:cubicBezTo>
                  <a:pt x="155876" y="18682"/>
                  <a:pt x="154041" y="17999"/>
                  <a:pt x="151668" y="17999"/>
                </a:cubicBezTo>
                <a:cubicBezTo>
                  <a:pt x="149893" y="17999"/>
                  <a:pt x="148224" y="18460"/>
                  <a:pt x="146660" y="19380"/>
                </a:cubicBezTo>
                <a:cubicBezTo>
                  <a:pt x="145097" y="20301"/>
                  <a:pt x="143982" y="21548"/>
                  <a:pt x="143317" y="23123"/>
                </a:cubicBezTo>
                <a:cubicBezTo>
                  <a:pt x="142651" y="24698"/>
                  <a:pt x="142319" y="26872"/>
                  <a:pt x="142319" y="29644"/>
                </a:cubicBezTo>
                <a:lnTo>
                  <a:pt x="142319" y="48975"/>
                </a:lnTo>
                <a:lnTo>
                  <a:pt x="136330" y="48975"/>
                </a:lnTo>
                <a:close/>
                <a:moveTo>
                  <a:pt x="204230" y="43219"/>
                </a:moveTo>
                <a:lnTo>
                  <a:pt x="204230" y="48975"/>
                </a:lnTo>
                <a:lnTo>
                  <a:pt x="171991" y="48975"/>
                </a:lnTo>
                <a:cubicBezTo>
                  <a:pt x="171947" y="47534"/>
                  <a:pt x="172180" y="46148"/>
                  <a:pt x="172690" y="44818"/>
                </a:cubicBezTo>
                <a:cubicBezTo>
                  <a:pt x="173510" y="42623"/>
                  <a:pt x="174825" y="40462"/>
                  <a:pt x="176632" y="38334"/>
                </a:cubicBezTo>
                <a:cubicBezTo>
                  <a:pt x="178440" y="36206"/>
                  <a:pt x="181052" y="33746"/>
                  <a:pt x="184468" y="30952"/>
                </a:cubicBezTo>
                <a:cubicBezTo>
                  <a:pt x="189769" y="26609"/>
                  <a:pt x="193351" y="23169"/>
                  <a:pt x="195214" y="20631"/>
                </a:cubicBezTo>
                <a:cubicBezTo>
                  <a:pt x="197077" y="18093"/>
                  <a:pt x="198009" y="15694"/>
                  <a:pt x="198009" y="13434"/>
                </a:cubicBezTo>
                <a:cubicBezTo>
                  <a:pt x="198009" y="11063"/>
                  <a:pt x="197160" y="9063"/>
                  <a:pt x="195464" y="7434"/>
                </a:cubicBezTo>
                <a:cubicBezTo>
                  <a:pt x="193767" y="5805"/>
                  <a:pt x="191554" y="4991"/>
                  <a:pt x="188826" y="4991"/>
                </a:cubicBezTo>
                <a:cubicBezTo>
                  <a:pt x="185943" y="4991"/>
                  <a:pt x="183636" y="5856"/>
                  <a:pt x="181906" y="7586"/>
                </a:cubicBezTo>
                <a:cubicBezTo>
                  <a:pt x="180176" y="9316"/>
                  <a:pt x="179300" y="11711"/>
                  <a:pt x="179277" y="14772"/>
                </a:cubicBezTo>
                <a:lnTo>
                  <a:pt x="173122" y="14139"/>
                </a:lnTo>
                <a:cubicBezTo>
                  <a:pt x="173544" y="9537"/>
                  <a:pt x="175130" y="6030"/>
                  <a:pt x="177880" y="3618"/>
                </a:cubicBezTo>
                <a:cubicBezTo>
                  <a:pt x="180630" y="1206"/>
                  <a:pt x="184323" y="0"/>
                  <a:pt x="188959" y="0"/>
                </a:cubicBezTo>
                <a:cubicBezTo>
                  <a:pt x="193639" y="0"/>
                  <a:pt x="197343" y="1298"/>
                  <a:pt x="200072" y="3894"/>
                </a:cubicBezTo>
                <a:cubicBezTo>
                  <a:pt x="202800" y="6490"/>
                  <a:pt x="204164" y="9707"/>
                  <a:pt x="204164" y="13545"/>
                </a:cubicBezTo>
                <a:cubicBezTo>
                  <a:pt x="204164" y="15498"/>
                  <a:pt x="203765" y="17417"/>
                  <a:pt x="202966" y="19303"/>
                </a:cubicBezTo>
                <a:cubicBezTo>
                  <a:pt x="202168" y="21189"/>
                  <a:pt x="200842" y="23175"/>
                  <a:pt x="198990" y="25261"/>
                </a:cubicBezTo>
                <a:cubicBezTo>
                  <a:pt x="197138" y="27346"/>
                  <a:pt x="194061" y="30208"/>
                  <a:pt x="189758" y="33847"/>
                </a:cubicBezTo>
                <a:cubicBezTo>
                  <a:pt x="186164" y="36860"/>
                  <a:pt x="183858" y="38904"/>
                  <a:pt x="182837" y="39979"/>
                </a:cubicBezTo>
                <a:cubicBezTo>
                  <a:pt x="181817" y="41053"/>
                  <a:pt x="180974" y="42133"/>
                  <a:pt x="180309" y="43219"/>
                </a:cubicBezTo>
                <a:lnTo>
                  <a:pt x="204230" y="43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2f95eee154d1a"/>
          <a:stretch xmlns:a="http://schemas.openxmlformats.org/drawingml/2006/main"/>
        </p:blipFill>
        <p:spPr>
          <a:xfrm xmlns:a="http://schemas.openxmlformats.org/drawingml/2006/main">
            <a:off x="8515511" y="5603530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BB840-62C5-4A3E-894C-5327789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526" y="5612994"/>
            <a:ext cx="386194" cy="363436"/>
          </a:xfrm>
          <a:custGeom xmlns:a="http://schemas.openxmlformats.org/drawingml/2006/main">
            <a:pathLst>
              <a:path w="386194" h="363436">
                <a:moveTo>
                  <a:pt x="0" y="16005"/>
                </a:moveTo>
                <a:cubicBezTo>
                  <a:pt x="0" y="7192"/>
                  <a:pt x="7192" y="0"/>
                  <a:pt x="15975" y="0"/>
                </a:cubicBezTo>
                <a:lnTo>
                  <a:pt x="370219" y="0"/>
                </a:lnTo>
                <a:cubicBezTo>
                  <a:pt x="379077" y="0"/>
                  <a:pt x="386194" y="7192"/>
                  <a:pt x="386194" y="16005"/>
                </a:cubicBezTo>
                <a:lnTo>
                  <a:pt x="386194" y="347461"/>
                </a:lnTo>
                <a:cubicBezTo>
                  <a:pt x="386194" y="356281"/>
                  <a:pt x="379077" y="363436"/>
                  <a:pt x="370219" y="363436"/>
                </a:cubicBezTo>
                <a:lnTo>
                  <a:pt x="15975" y="363436"/>
                </a:lnTo>
                <a:cubicBezTo>
                  <a:pt x="7192" y="363436"/>
                  <a:pt x="0" y="356281"/>
                  <a:pt x="0" y="347461"/>
                </a:cubicBezTo>
                <a:lnTo>
                  <a:pt x="0" y="16005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C8CC7-B113-44EA-B692-E2E86684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911" y="5716245"/>
            <a:ext cx="326531" cy="162628"/>
          </a:xfrm>
          <a:custGeom xmlns:a="http://schemas.openxmlformats.org/drawingml/2006/main">
            <a:pathLst>
              <a:path w="326531" h="162628">
                <a:moveTo>
                  <a:pt x="310693" y="162365"/>
                </a:moveTo>
                <a:lnTo>
                  <a:pt x="312577" y="162043"/>
                </a:lnTo>
                <a:lnTo>
                  <a:pt x="314417" y="161599"/>
                </a:lnTo>
                <a:lnTo>
                  <a:pt x="316211" y="161039"/>
                </a:lnTo>
                <a:lnTo>
                  <a:pt x="317952" y="160366"/>
                </a:lnTo>
                <a:lnTo>
                  <a:pt x="319637" y="159584"/>
                </a:lnTo>
                <a:lnTo>
                  <a:pt x="321262" y="158699"/>
                </a:lnTo>
                <a:lnTo>
                  <a:pt x="322822" y="157714"/>
                </a:lnTo>
                <a:lnTo>
                  <a:pt x="324313" y="156634"/>
                </a:lnTo>
                <a:lnTo>
                  <a:pt x="325731" y="155463"/>
                </a:lnTo>
                <a:lnTo>
                  <a:pt x="326531" y="154712"/>
                </a:lnTo>
                <a:lnTo>
                  <a:pt x="326531" y="0"/>
                </a:lnTo>
                <a:lnTo>
                  <a:pt x="0" y="0"/>
                </a:lnTo>
                <a:lnTo>
                  <a:pt x="1" y="158477"/>
                </a:lnTo>
                <a:lnTo>
                  <a:pt x="353" y="158699"/>
                </a:lnTo>
                <a:lnTo>
                  <a:pt x="1978" y="159584"/>
                </a:lnTo>
                <a:lnTo>
                  <a:pt x="3664" y="160366"/>
                </a:lnTo>
                <a:lnTo>
                  <a:pt x="5406" y="161039"/>
                </a:lnTo>
                <a:lnTo>
                  <a:pt x="7199" y="161599"/>
                </a:lnTo>
                <a:lnTo>
                  <a:pt x="9040" y="162043"/>
                </a:lnTo>
                <a:lnTo>
                  <a:pt x="10924" y="162365"/>
                </a:lnTo>
                <a:lnTo>
                  <a:pt x="12847" y="162561"/>
                </a:lnTo>
                <a:lnTo>
                  <a:pt x="14804" y="162628"/>
                </a:lnTo>
                <a:lnTo>
                  <a:pt x="306814" y="162628"/>
                </a:lnTo>
                <a:lnTo>
                  <a:pt x="308771" y="162561"/>
                </a:lnTo>
                <a:lnTo>
                  <a:pt x="310693" y="162365"/>
                </a:lnTo>
                <a:close/>
              </a:path>
            </a:pathLst>
          </a:custGeom>
          <a:solidFill xmlns:a="http://schemas.openxmlformats.org/drawingml/2006/main">
            <a:srgbClr val="E3E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AC32B-D0EC-4F77-9918-5631745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911" y="5716245"/>
            <a:ext cx="326531" cy="229507"/>
          </a:xfrm>
          <a:custGeom xmlns:a="http://schemas.openxmlformats.org/drawingml/2006/main">
            <a:pathLst>
              <a:path w="326531" h="229507">
                <a:moveTo>
                  <a:pt x="326531" y="0"/>
                </a:moveTo>
                <a:lnTo>
                  <a:pt x="0" y="0"/>
                </a:lnTo>
                <a:lnTo>
                  <a:pt x="1" y="229507"/>
                </a:lnTo>
                <a:lnTo>
                  <a:pt x="326531" y="229507"/>
                </a:lnTo>
                <a:lnTo>
                  <a:pt x="326531" y="0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225F5-16E9-4CDE-82C4-A6EC873C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746" y="5745986"/>
            <a:ext cx="23624" cy="12345"/>
          </a:xfrm>
          <a:custGeom xmlns:a="http://schemas.openxmlformats.org/drawingml/2006/main">
            <a:pathLst>
              <a:path w="23624" h="12345">
                <a:moveTo>
                  <a:pt x="17872" y="12331"/>
                </a:moveTo>
                <a:lnTo>
                  <a:pt x="18286" y="12289"/>
                </a:lnTo>
                <a:lnTo>
                  <a:pt x="18692" y="12219"/>
                </a:lnTo>
                <a:lnTo>
                  <a:pt x="19088" y="12124"/>
                </a:lnTo>
                <a:lnTo>
                  <a:pt x="19474" y="12003"/>
                </a:lnTo>
                <a:lnTo>
                  <a:pt x="19849" y="11858"/>
                </a:lnTo>
                <a:lnTo>
                  <a:pt x="20212" y="11690"/>
                </a:lnTo>
                <a:lnTo>
                  <a:pt x="20562" y="11499"/>
                </a:lnTo>
                <a:lnTo>
                  <a:pt x="20898" y="11287"/>
                </a:lnTo>
                <a:lnTo>
                  <a:pt x="21219" y="11054"/>
                </a:lnTo>
                <a:lnTo>
                  <a:pt x="21524" y="10802"/>
                </a:lnTo>
                <a:lnTo>
                  <a:pt x="21812" y="10531"/>
                </a:lnTo>
                <a:lnTo>
                  <a:pt x="22083" y="10242"/>
                </a:lnTo>
                <a:lnTo>
                  <a:pt x="22335" y="9937"/>
                </a:lnTo>
                <a:lnTo>
                  <a:pt x="22567" y="9615"/>
                </a:lnTo>
                <a:lnTo>
                  <a:pt x="22779" y="9279"/>
                </a:lnTo>
                <a:lnTo>
                  <a:pt x="22970" y="8929"/>
                </a:lnTo>
                <a:lnTo>
                  <a:pt x="23138" y="8566"/>
                </a:lnTo>
                <a:lnTo>
                  <a:pt x="23282" y="8190"/>
                </a:lnTo>
                <a:lnTo>
                  <a:pt x="23403" y="7804"/>
                </a:lnTo>
                <a:lnTo>
                  <a:pt x="23498" y="7407"/>
                </a:lnTo>
                <a:lnTo>
                  <a:pt x="23568" y="7001"/>
                </a:lnTo>
                <a:lnTo>
                  <a:pt x="23610" y="6587"/>
                </a:lnTo>
                <a:lnTo>
                  <a:pt x="23624" y="6165"/>
                </a:lnTo>
                <a:lnTo>
                  <a:pt x="23610" y="5744"/>
                </a:lnTo>
                <a:lnTo>
                  <a:pt x="23568" y="5330"/>
                </a:lnTo>
                <a:lnTo>
                  <a:pt x="23498" y="4924"/>
                </a:lnTo>
                <a:lnTo>
                  <a:pt x="23403" y="4528"/>
                </a:lnTo>
                <a:lnTo>
                  <a:pt x="23282" y="4142"/>
                </a:lnTo>
                <a:lnTo>
                  <a:pt x="23138" y="3767"/>
                </a:lnTo>
                <a:lnTo>
                  <a:pt x="22969" y="3405"/>
                </a:lnTo>
                <a:lnTo>
                  <a:pt x="22779" y="3055"/>
                </a:lnTo>
                <a:lnTo>
                  <a:pt x="22567" y="2720"/>
                </a:lnTo>
                <a:lnTo>
                  <a:pt x="22335" y="2400"/>
                </a:lnTo>
                <a:lnTo>
                  <a:pt x="22083" y="2095"/>
                </a:lnTo>
                <a:lnTo>
                  <a:pt x="21812" y="1807"/>
                </a:lnTo>
                <a:lnTo>
                  <a:pt x="21524" y="1537"/>
                </a:lnTo>
                <a:lnTo>
                  <a:pt x="21219" y="1286"/>
                </a:lnTo>
                <a:lnTo>
                  <a:pt x="20898" y="1054"/>
                </a:lnTo>
                <a:lnTo>
                  <a:pt x="20562" y="843"/>
                </a:lnTo>
                <a:lnTo>
                  <a:pt x="20212" y="653"/>
                </a:lnTo>
                <a:lnTo>
                  <a:pt x="19849" y="485"/>
                </a:lnTo>
                <a:lnTo>
                  <a:pt x="19474" y="341"/>
                </a:lnTo>
                <a:lnTo>
                  <a:pt x="19088" y="221"/>
                </a:lnTo>
                <a:lnTo>
                  <a:pt x="18691" y="125"/>
                </a:lnTo>
                <a:lnTo>
                  <a:pt x="18286" y="56"/>
                </a:lnTo>
                <a:lnTo>
                  <a:pt x="17872" y="14"/>
                </a:lnTo>
                <a:lnTo>
                  <a:pt x="17450" y="0"/>
                </a:lnTo>
                <a:lnTo>
                  <a:pt x="6174" y="0"/>
                </a:lnTo>
                <a:lnTo>
                  <a:pt x="5753" y="14"/>
                </a:lnTo>
                <a:lnTo>
                  <a:pt x="5338" y="56"/>
                </a:lnTo>
                <a:lnTo>
                  <a:pt x="4933" y="125"/>
                </a:lnTo>
                <a:lnTo>
                  <a:pt x="4536" y="221"/>
                </a:lnTo>
                <a:lnTo>
                  <a:pt x="4150" y="341"/>
                </a:lnTo>
                <a:lnTo>
                  <a:pt x="3775" y="485"/>
                </a:lnTo>
                <a:lnTo>
                  <a:pt x="3412" y="653"/>
                </a:lnTo>
                <a:lnTo>
                  <a:pt x="3062" y="843"/>
                </a:lnTo>
                <a:lnTo>
                  <a:pt x="2726" y="1054"/>
                </a:lnTo>
                <a:lnTo>
                  <a:pt x="2405" y="1286"/>
                </a:lnTo>
                <a:lnTo>
                  <a:pt x="2100" y="1537"/>
                </a:lnTo>
                <a:lnTo>
                  <a:pt x="1812" y="1807"/>
                </a:lnTo>
                <a:lnTo>
                  <a:pt x="1541" y="2095"/>
                </a:lnTo>
                <a:lnTo>
                  <a:pt x="1289" y="2400"/>
                </a:lnTo>
                <a:lnTo>
                  <a:pt x="1057" y="2720"/>
                </a:lnTo>
                <a:lnTo>
                  <a:pt x="845" y="3055"/>
                </a:lnTo>
                <a:lnTo>
                  <a:pt x="655" y="3405"/>
                </a:lnTo>
                <a:lnTo>
                  <a:pt x="487" y="3767"/>
                </a:lnTo>
                <a:lnTo>
                  <a:pt x="342" y="4142"/>
                </a:lnTo>
                <a:lnTo>
                  <a:pt x="221" y="4528"/>
                </a:lnTo>
                <a:lnTo>
                  <a:pt x="126" y="4924"/>
                </a:lnTo>
                <a:lnTo>
                  <a:pt x="57" y="5330"/>
                </a:lnTo>
                <a:lnTo>
                  <a:pt x="14" y="5744"/>
                </a:lnTo>
                <a:lnTo>
                  <a:pt x="0" y="6165"/>
                </a:lnTo>
                <a:lnTo>
                  <a:pt x="14" y="6587"/>
                </a:lnTo>
                <a:lnTo>
                  <a:pt x="57" y="7001"/>
                </a:lnTo>
                <a:lnTo>
                  <a:pt x="126" y="7407"/>
                </a:lnTo>
                <a:lnTo>
                  <a:pt x="221" y="7804"/>
                </a:lnTo>
                <a:lnTo>
                  <a:pt x="342" y="8190"/>
                </a:lnTo>
                <a:lnTo>
                  <a:pt x="487" y="8566"/>
                </a:lnTo>
                <a:lnTo>
                  <a:pt x="655" y="8929"/>
                </a:lnTo>
                <a:lnTo>
                  <a:pt x="845" y="9279"/>
                </a:lnTo>
                <a:lnTo>
                  <a:pt x="1057" y="9615"/>
                </a:lnTo>
                <a:lnTo>
                  <a:pt x="1289" y="9937"/>
                </a:lnTo>
                <a:lnTo>
                  <a:pt x="1541" y="10242"/>
                </a:lnTo>
                <a:lnTo>
                  <a:pt x="1812" y="10531"/>
                </a:lnTo>
                <a:lnTo>
                  <a:pt x="2100" y="10802"/>
                </a:lnTo>
                <a:lnTo>
                  <a:pt x="2405" y="11054"/>
                </a:lnTo>
                <a:lnTo>
                  <a:pt x="2726" y="11287"/>
                </a:lnTo>
                <a:lnTo>
                  <a:pt x="3062" y="11499"/>
                </a:lnTo>
                <a:lnTo>
                  <a:pt x="3412" y="11690"/>
                </a:lnTo>
                <a:lnTo>
                  <a:pt x="3775" y="11858"/>
                </a:lnTo>
                <a:lnTo>
                  <a:pt x="4150" y="12003"/>
                </a:lnTo>
                <a:lnTo>
                  <a:pt x="4536" y="12124"/>
                </a:lnTo>
                <a:lnTo>
                  <a:pt x="4933" y="12219"/>
                </a:lnTo>
                <a:lnTo>
                  <a:pt x="5338" y="12289"/>
                </a:lnTo>
                <a:lnTo>
                  <a:pt x="5753" y="12331"/>
                </a:lnTo>
                <a:lnTo>
                  <a:pt x="6174" y="12345"/>
                </a:lnTo>
                <a:lnTo>
                  <a:pt x="17450" y="12345"/>
                </a:lnTo>
                <a:lnTo>
                  <a:pt x="17872" y="12331"/>
                </a:ln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4F5BD-8E6B-44F3-B00A-A3A71EC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80" y="5732165"/>
            <a:ext cx="65296" cy="76384"/>
          </a:xfrm>
          <a:custGeom xmlns:a="http://schemas.openxmlformats.org/drawingml/2006/main">
            <a:pathLst>
              <a:path w="65296" h="76384">
                <a:moveTo>
                  <a:pt x="31937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31936" y="0"/>
                </a:lnTo>
                <a:cubicBezTo>
                  <a:pt x="36340" y="0"/>
                  <a:pt x="39929" y="3589"/>
                  <a:pt x="39929" y="7989"/>
                </a:cubicBezTo>
                <a:cubicBezTo>
                  <a:pt x="39929" y="12389"/>
                  <a:pt x="36340" y="15978"/>
                  <a:pt x="31937" y="15978"/>
                </a:cubicBezTo>
                <a:close/>
                <a:moveTo>
                  <a:pt x="39592" y="46182"/>
                </a:moveTo>
                <a:lnTo>
                  <a:pt x="27974" y="46182"/>
                </a:lnTo>
                <a:cubicBezTo>
                  <a:pt x="23572" y="46182"/>
                  <a:pt x="19982" y="42593"/>
                  <a:pt x="19982" y="38193"/>
                </a:cubicBezTo>
                <a:cubicBezTo>
                  <a:pt x="19982" y="33794"/>
                  <a:pt x="23572" y="30204"/>
                  <a:pt x="27974" y="30204"/>
                </a:cubicBezTo>
                <a:lnTo>
                  <a:pt x="39592" y="30204"/>
                </a:lnTo>
                <a:cubicBezTo>
                  <a:pt x="43994" y="30204"/>
                  <a:pt x="47584" y="33794"/>
                  <a:pt x="47584" y="38193"/>
                </a:cubicBezTo>
                <a:cubicBezTo>
                  <a:pt x="47584" y="42593"/>
                  <a:pt x="43959" y="46182"/>
                  <a:pt x="39592" y="46182"/>
                </a:cubicBezTo>
                <a:close/>
                <a:moveTo>
                  <a:pt x="57304" y="76384"/>
                </a:moveTo>
                <a:lnTo>
                  <a:pt x="46195" y="76384"/>
                </a:lnTo>
                <a:cubicBezTo>
                  <a:pt x="41792" y="76384"/>
                  <a:pt x="38202" y="72795"/>
                  <a:pt x="38202" y="68398"/>
                </a:cubicBezTo>
                <a:cubicBezTo>
                  <a:pt x="38202" y="63998"/>
                  <a:pt x="41792" y="60409"/>
                  <a:pt x="46195" y="60409"/>
                </a:cubicBezTo>
                <a:lnTo>
                  <a:pt x="57304" y="60409"/>
                </a:lnTo>
                <a:cubicBezTo>
                  <a:pt x="61706" y="60409"/>
                  <a:pt x="65296" y="63998"/>
                  <a:pt x="65296" y="68398"/>
                </a:cubicBezTo>
                <a:cubicBezTo>
                  <a:pt x="65296" y="72795"/>
                  <a:pt x="61673" y="76384"/>
                  <a:pt x="57304" y="76384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FB0E9-A3B3-48BD-BBF6-BFD82D43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451" y="5792646"/>
            <a:ext cx="52067" cy="12344"/>
          </a:xfrm>
          <a:custGeom xmlns:a="http://schemas.openxmlformats.org/drawingml/2006/main">
            <a:pathLst>
              <a:path w="52067" h="12344">
                <a:moveTo>
                  <a:pt x="45886" y="12344"/>
                </a:moveTo>
                <a:lnTo>
                  <a:pt x="6177" y="12344"/>
                </a:lnTo>
                <a:cubicBezTo>
                  <a:pt x="2775" y="12344"/>
                  <a:pt x="0" y="9571"/>
                  <a:pt x="0" y="6165"/>
                </a:cubicBezTo>
                <a:cubicBezTo>
                  <a:pt x="0" y="2764"/>
                  <a:pt x="2775" y="0"/>
                  <a:pt x="6177" y="0"/>
                </a:cubicBezTo>
                <a:lnTo>
                  <a:pt x="45886" y="0"/>
                </a:lnTo>
                <a:cubicBezTo>
                  <a:pt x="49288" y="0"/>
                  <a:pt x="52067" y="2764"/>
                  <a:pt x="52067" y="6165"/>
                </a:cubicBezTo>
                <a:cubicBezTo>
                  <a:pt x="52038" y="9571"/>
                  <a:pt x="49259" y="12344"/>
                  <a:pt x="45886" y="12344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C5DA2-B733-45D6-866B-1388D372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858" y="5792574"/>
            <a:ext cx="118330" cy="106581"/>
          </a:xfrm>
          <a:custGeom xmlns:a="http://schemas.openxmlformats.org/drawingml/2006/main">
            <a:pathLst>
              <a:path w="118330" h="106581">
                <a:moveTo>
                  <a:pt x="63103" y="15975"/>
                </a:moveTo>
                <a:lnTo>
                  <a:pt x="41562" y="15975"/>
                </a:lnTo>
                <a:cubicBezTo>
                  <a:pt x="37161" y="15975"/>
                  <a:pt x="33571" y="12386"/>
                  <a:pt x="33571" y="7989"/>
                </a:cubicBezTo>
                <a:cubicBezTo>
                  <a:pt x="33571" y="3589"/>
                  <a:pt x="37161" y="0"/>
                  <a:pt x="41562" y="0"/>
                </a:cubicBezTo>
                <a:lnTo>
                  <a:pt x="63102" y="0"/>
                </a:lnTo>
                <a:cubicBezTo>
                  <a:pt x="67503" y="0"/>
                  <a:pt x="71093" y="3589"/>
                  <a:pt x="71093" y="7989"/>
                </a:cubicBezTo>
                <a:cubicBezTo>
                  <a:pt x="71093" y="12386"/>
                  <a:pt x="67503" y="15975"/>
                  <a:pt x="63103" y="15975"/>
                </a:cubicBezTo>
                <a:close/>
                <a:moveTo>
                  <a:pt x="110339" y="43739"/>
                </a:moveTo>
                <a:lnTo>
                  <a:pt x="60323" y="43739"/>
                </a:lnTo>
                <a:cubicBezTo>
                  <a:pt x="55922" y="43739"/>
                  <a:pt x="52332" y="40150"/>
                  <a:pt x="52332" y="35749"/>
                </a:cubicBezTo>
                <a:cubicBezTo>
                  <a:pt x="52332" y="31348"/>
                  <a:pt x="55922" y="27759"/>
                  <a:pt x="60323" y="27759"/>
                </a:cubicBezTo>
                <a:lnTo>
                  <a:pt x="110339" y="27759"/>
                </a:lnTo>
                <a:cubicBezTo>
                  <a:pt x="114740" y="27759"/>
                  <a:pt x="118330" y="31348"/>
                  <a:pt x="118330" y="35749"/>
                </a:cubicBezTo>
                <a:cubicBezTo>
                  <a:pt x="118330" y="40117"/>
                  <a:pt x="114711" y="43739"/>
                  <a:pt x="110339" y="43739"/>
                </a:cubicBezTo>
                <a:close/>
                <a:moveTo>
                  <a:pt x="59643" y="76379"/>
                </a:moveTo>
                <a:lnTo>
                  <a:pt x="35699" y="76379"/>
                </a:lnTo>
                <a:cubicBezTo>
                  <a:pt x="31298" y="76379"/>
                  <a:pt x="27708" y="72790"/>
                  <a:pt x="27708" y="68388"/>
                </a:cubicBezTo>
                <a:cubicBezTo>
                  <a:pt x="27708" y="63987"/>
                  <a:pt x="31298" y="60397"/>
                  <a:pt x="35699" y="60397"/>
                </a:cubicBezTo>
                <a:lnTo>
                  <a:pt x="59643" y="60397"/>
                </a:lnTo>
                <a:cubicBezTo>
                  <a:pt x="64044" y="60397"/>
                  <a:pt x="67634" y="63987"/>
                  <a:pt x="67634" y="68388"/>
                </a:cubicBezTo>
                <a:cubicBezTo>
                  <a:pt x="67634" y="72790"/>
                  <a:pt x="64015" y="76379"/>
                  <a:pt x="59643" y="76379"/>
                </a:cubicBezTo>
                <a:close/>
                <a:moveTo>
                  <a:pt x="31935" y="106581"/>
                </a:moveTo>
                <a:lnTo>
                  <a:pt x="7991" y="106581"/>
                </a:lnTo>
                <a:cubicBezTo>
                  <a:pt x="3590" y="106581"/>
                  <a:pt x="0" y="102992"/>
                  <a:pt x="0" y="98591"/>
                </a:cubicBezTo>
                <a:cubicBezTo>
                  <a:pt x="0" y="94188"/>
                  <a:pt x="3590" y="90599"/>
                  <a:pt x="7991" y="90599"/>
                </a:cubicBezTo>
                <a:lnTo>
                  <a:pt x="31935" y="90599"/>
                </a:lnTo>
                <a:cubicBezTo>
                  <a:pt x="36336" y="90599"/>
                  <a:pt x="39926" y="94188"/>
                  <a:pt x="39926" y="98591"/>
                </a:cubicBezTo>
                <a:cubicBezTo>
                  <a:pt x="39926" y="102992"/>
                  <a:pt x="36336" y="106581"/>
                  <a:pt x="31935" y="106581"/>
                </a:cubicBezTo>
                <a:close/>
                <a:moveTo>
                  <a:pt x="110339" y="15975"/>
                </a:moveTo>
                <a:lnTo>
                  <a:pt x="88798" y="15975"/>
                </a:lnTo>
                <a:cubicBezTo>
                  <a:pt x="84397" y="15975"/>
                  <a:pt x="80807" y="12386"/>
                  <a:pt x="80807" y="7989"/>
                </a:cubicBezTo>
                <a:cubicBezTo>
                  <a:pt x="80807" y="3589"/>
                  <a:pt x="84397" y="0"/>
                  <a:pt x="88798" y="0"/>
                </a:cubicBezTo>
                <a:lnTo>
                  <a:pt x="110339" y="0"/>
                </a:lnTo>
                <a:cubicBezTo>
                  <a:pt x="114740" y="0"/>
                  <a:pt x="118330" y="3589"/>
                  <a:pt x="118330" y="7989"/>
                </a:cubicBezTo>
                <a:cubicBezTo>
                  <a:pt x="118330" y="12386"/>
                  <a:pt x="114711" y="15975"/>
                  <a:pt x="110339" y="15975"/>
                </a:cubicBezTo>
                <a:close/>
                <a:moveTo>
                  <a:pt x="107734" y="76379"/>
                </a:moveTo>
                <a:lnTo>
                  <a:pt x="100785" y="76379"/>
                </a:lnTo>
                <a:cubicBezTo>
                  <a:pt x="96384" y="76379"/>
                  <a:pt x="92794" y="72790"/>
                  <a:pt x="92794" y="68388"/>
                </a:cubicBezTo>
                <a:cubicBezTo>
                  <a:pt x="92794" y="63987"/>
                  <a:pt x="96384" y="60397"/>
                  <a:pt x="100785" y="60397"/>
                </a:cubicBezTo>
                <a:lnTo>
                  <a:pt x="107734" y="60397"/>
                </a:lnTo>
                <a:cubicBezTo>
                  <a:pt x="112134" y="60397"/>
                  <a:pt x="115725" y="63987"/>
                  <a:pt x="115725" y="68388"/>
                </a:cubicBezTo>
                <a:cubicBezTo>
                  <a:pt x="115725" y="72790"/>
                  <a:pt x="112134" y="76379"/>
                  <a:pt x="107734" y="76379"/>
                </a:cubicBez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EC363-1A76-4C4F-97B2-7B6162C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4" y="5762369"/>
            <a:ext cx="83376" cy="136786"/>
          </a:xfrm>
          <a:custGeom xmlns:a="http://schemas.openxmlformats.org/drawingml/2006/main">
            <a:pathLst>
              <a:path w="83376" h="136786">
                <a:moveTo>
                  <a:pt x="59403" y="15978"/>
                </a:moveTo>
                <a:lnTo>
                  <a:pt x="7994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4" y="0"/>
                </a:cubicBezTo>
                <a:lnTo>
                  <a:pt x="59403" y="0"/>
                </a:lnTo>
                <a:cubicBezTo>
                  <a:pt x="63803" y="0"/>
                  <a:pt x="67394" y="3589"/>
                  <a:pt x="67394" y="7989"/>
                </a:cubicBezTo>
                <a:cubicBezTo>
                  <a:pt x="67394" y="12389"/>
                  <a:pt x="63803" y="15978"/>
                  <a:pt x="59403" y="15978"/>
                </a:cubicBezTo>
                <a:close/>
                <a:moveTo>
                  <a:pt x="75385" y="73944"/>
                </a:moveTo>
                <a:lnTo>
                  <a:pt x="23979" y="73944"/>
                </a:lnTo>
                <a:cubicBezTo>
                  <a:pt x="19577" y="73944"/>
                  <a:pt x="15987" y="70355"/>
                  <a:pt x="15987" y="65953"/>
                </a:cubicBezTo>
                <a:cubicBezTo>
                  <a:pt x="15987" y="61552"/>
                  <a:pt x="19577" y="57963"/>
                  <a:pt x="23979" y="57963"/>
                </a:cubicBezTo>
                <a:lnTo>
                  <a:pt x="75385" y="57963"/>
                </a:lnTo>
                <a:cubicBezTo>
                  <a:pt x="79786" y="57963"/>
                  <a:pt x="83376" y="61552"/>
                  <a:pt x="83376" y="65953"/>
                </a:cubicBezTo>
                <a:cubicBezTo>
                  <a:pt x="83347" y="70321"/>
                  <a:pt x="79757" y="73944"/>
                  <a:pt x="75385" y="73944"/>
                </a:cubicBezTo>
                <a:close/>
                <a:moveTo>
                  <a:pt x="75385" y="106584"/>
                </a:moveTo>
                <a:lnTo>
                  <a:pt x="23979" y="106584"/>
                </a:lnTo>
                <a:cubicBezTo>
                  <a:pt x="19577" y="106584"/>
                  <a:pt x="15987" y="102995"/>
                  <a:pt x="15987" y="98592"/>
                </a:cubicBezTo>
                <a:cubicBezTo>
                  <a:pt x="15987" y="94191"/>
                  <a:pt x="19577" y="90602"/>
                  <a:pt x="23979" y="90602"/>
                </a:cubicBezTo>
                <a:lnTo>
                  <a:pt x="75385" y="90602"/>
                </a:lnTo>
                <a:cubicBezTo>
                  <a:pt x="79786" y="90602"/>
                  <a:pt x="83376" y="94191"/>
                  <a:pt x="83376" y="98592"/>
                </a:cubicBezTo>
                <a:cubicBezTo>
                  <a:pt x="83347" y="102995"/>
                  <a:pt x="79757" y="106584"/>
                  <a:pt x="75385" y="106584"/>
                </a:cubicBezTo>
                <a:close/>
                <a:moveTo>
                  <a:pt x="36472" y="136786"/>
                </a:moveTo>
                <a:lnTo>
                  <a:pt x="23979" y="136786"/>
                </a:lnTo>
                <a:cubicBezTo>
                  <a:pt x="19577" y="136786"/>
                  <a:pt x="15987" y="133196"/>
                  <a:pt x="15987" y="128795"/>
                </a:cubicBezTo>
                <a:cubicBezTo>
                  <a:pt x="15987" y="124393"/>
                  <a:pt x="19577" y="120803"/>
                  <a:pt x="23979" y="120803"/>
                </a:cubicBezTo>
                <a:lnTo>
                  <a:pt x="36472" y="120803"/>
                </a:lnTo>
                <a:cubicBezTo>
                  <a:pt x="40873" y="120803"/>
                  <a:pt x="44463" y="124393"/>
                  <a:pt x="44463" y="128795"/>
                </a:cubicBezTo>
                <a:cubicBezTo>
                  <a:pt x="44463" y="133196"/>
                  <a:pt x="40873" y="136786"/>
                  <a:pt x="36472" y="136786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F0AE0-03D4-40E4-B118-4C90C73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501" y="5815974"/>
            <a:ext cx="53500" cy="81002"/>
          </a:xfrm>
          <a:custGeom xmlns:a="http://schemas.openxmlformats.org/drawingml/2006/main">
            <a:pathLst>
              <a:path w="53500" h="81002">
                <a:moveTo>
                  <a:pt x="47326" y="12345"/>
                </a:moveTo>
                <a:lnTo>
                  <a:pt x="38352" y="12345"/>
                </a:lnTo>
                <a:cubicBezTo>
                  <a:pt x="34952" y="12345"/>
                  <a:pt x="32179" y="9574"/>
                  <a:pt x="32179" y="6173"/>
                </a:cubicBezTo>
                <a:cubicBezTo>
                  <a:pt x="32179" y="2773"/>
                  <a:pt x="34952" y="0"/>
                  <a:pt x="38352" y="0"/>
                </a:cubicBezTo>
                <a:lnTo>
                  <a:pt x="47326" y="0"/>
                </a:lnTo>
                <a:cubicBezTo>
                  <a:pt x="50727" y="0"/>
                  <a:pt x="53500" y="2773"/>
                  <a:pt x="53500" y="6173"/>
                </a:cubicBezTo>
                <a:cubicBezTo>
                  <a:pt x="53500" y="9574"/>
                  <a:pt x="50727" y="12345"/>
                  <a:pt x="47326" y="12345"/>
                </a:cubicBezTo>
                <a:close/>
                <a:moveTo>
                  <a:pt x="47326" y="35675"/>
                </a:moveTo>
                <a:lnTo>
                  <a:pt x="38352" y="35675"/>
                </a:lnTo>
                <a:cubicBezTo>
                  <a:pt x="34952" y="35675"/>
                  <a:pt x="32180" y="32904"/>
                  <a:pt x="32180" y="29504"/>
                </a:cubicBezTo>
                <a:cubicBezTo>
                  <a:pt x="32180" y="26103"/>
                  <a:pt x="34952" y="23331"/>
                  <a:pt x="38352" y="23331"/>
                </a:cubicBezTo>
                <a:lnTo>
                  <a:pt x="47326" y="23331"/>
                </a:lnTo>
                <a:cubicBezTo>
                  <a:pt x="50727" y="23331"/>
                  <a:pt x="53500" y="26103"/>
                  <a:pt x="53500" y="29504"/>
                </a:cubicBezTo>
                <a:cubicBezTo>
                  <a:pt x="53500" y="32904"/>
                  <a:pt x="50727" y="35675"/>
                  <a:pt x="47326" y="35675"/>
                </a:cubicBezTo>
                <a:close/>
                <a:moveTo>
                  <a:pt x="33801" y="59007"/>
                </a:moveTo>
                <a:lnTo>
                  <a:pt x="22944" y="59007"/>
                </a:lnTo>
                <a:cubicBezTo>
                  <a:pt x="19543" y="59007"/>
                  <a:pt x="16769" y="56234"/>
                  <a:pt x="16769" y="52834"/>
                </a:cubicBezTo>
                <a:cubicBezTo>
                  <a:pt x="16769" y="49433"/>
                  <a:pt x="19543" y="46661"/>
                  <a:pt x="22944" y="46661"/>
                </a:cubicBezTo>
                <a:lnTo>
                  <a:pt x="33801" y="46661"/>
                </a:lnTo>
                <a:cubicBezTo>
                  <a:pt x="37201" y="46661"/>
                  <a:pt x="39975" y="49433"/>
                  <a:pt x="39975" y="52834"/>
                </a:cubicBezTo>
                <a:cubicBezTo>
                  <a:pt x="39949" y="56234"/>
                  <a:pt x="37175" y="59007"/>
                  <a:pt x="33801" y="59007"/>
                </a:cubicBezTo>
                <a:close/>
                <a:moveTo>
                  <a:pt x="24671" y="81002"/>
                </a:moveTo>
                <a:lnTo>
                  <a:pt x="6174" y="81002"/>
                </a:lnTo>
                <a:cubicBezTo>
                  <a:pt x="2774" y="81002"/>
                  <a:pt x="0" y="78229"/>
                  <a:pt x="0" y="74829"/>
                </a:cubicBezTo>
                <a:cubicBezTo>
                  <a:pt x="0" y="71430"/>
                  <a:pt x="2774" y="68657"/>
                  <a:pt x="6174" y="68657"/>
                </a:cubicBezTo>
                <a:lnTo>
                  <a:pt x="24671" y="68657"/>
                </a:lnTo>
                <a:cubicBezTo>
                  <a:pt x="28071" y="68657"/>
                  <a:pt x="30845" y="71430"/>
                  <a:pt x="30845" y="74829"/>
                </a:cubicBezTo>
                <a:cubicBezTo>
                  <a:pt x="30845" y="78229"/>
                  <a:pt x="28071" y="81002"/>
                  <a:pt x="24671" y="81002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263DF-E87E-4741-9F63-3C3E786E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851" y="5762369"/>
            <a:ext cx="30582" cy="166987"/>
          </a:xfrm>
          <a:custGeom xmlns:a="http://schemas.openxmlformats.org/drawingml/2006/main">
            <a:pathLst>
              <a:path w="30582" h="166987">
                <a:moveTo>
                  <a:pt x="22589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22589" y="0"/>
                </a:lnTo>
                <a:cubicBezTo>
                  <a:pt x="26991" y="0"/>
                  <a:pt x="30581" y="3589"/>
                  <a:pt x="30581" y="7989"/>
                </a:cubicBezTo>
                <a:cubicBezTo>
                  <a:pt x="30582" y="12389"/>
                  <a:pt x="26991" y="15978"/>
                  <a:pt x="22589" y="15978"/>
                </a:cubicBezTo>
                <a:close/>
                <a:moveTo>
                  <a:pt x="22589" y="46179"/>
                </a:moveTo>
                <a:lnTo>
                  <a:pt x="7993" y="46179"/>
                </a:lnTo>
                <a:cubicBezTo>
                  <a:pt x="3590" y="46179"/>
                  <a:pt x="0" y="42590"/>
                  <a:pt x="0" y="38193"/>
                </a:cubicBezTo>
                <a:cubicBezTo>
                  <a:pt x="0" y="33794"/>
                  <a:pt x="3590" y="30204"/>
                  <a:pt x="7993" y="30204"/>
                </a:cubicBezTo>
                <a:lnTo>
                  <a:pt x="22589" y="30204"/>
                </a:lnTo>
                <a:cubicBezTo>
                  <a:pt x="26991" y="30204"/>
                  <a:pt x="30582" y="33794"/>
                  <a:pt x="30582" y="38193"/>
                </a:cubicBezTo>
                <a:cubicBezTo>
                  <a:pt x="30582" y="42590"/>
                  <a:pt x="26991" y="46179"/>
                  <a:pt x="22589" y="46179"/>
                </a:cubicBezTo>
                <a:close/>
                <a:moveTo>
                  <a:pt x="22589" y="76381"/>
                </a:moveTo>
                <a:lnTo>
                  <a:pt x="7993" y="76381"/>
                </a:lnTo>
                <a:cubicBezTo>
                  <a:pt x="3590" y="76381"/>
                  <a:pt x="0" y="72793"/>
                  <a:pt x="0" y="68391"/>
                </a:cubicBezTo>
                <a:cubicBezTo>
                  <a:pt x="0" y="63989"/>
                  <a:pt x="3590" y="60400"/>
                  <a:pt x="7993" y="60400"/>
                </a:cubicBezTo>
                <a:lnTo>
                  <a:pt x="22589" y="60400"/>
                </a:lnTo>
                <a:cubicBezTo>
                  <a:pt x="26992" y="60400"/>
                  <a:pt x="30582" y="63989"/>
                  <a:pt x="30582" y="68391"/>
                </a:cubicBezTo>
                <a:cubicBezTo>
                  <a:pt x="30582" y="72793"/>
                  <a:pt x="26992" y="76381"/>
                  <a:pt x="22589" y="76381"/>
                </a:cubicBezTo>
                <a:close/>
                <a:moveTo>
                  <a:pt x="22589" y="106584"/>
                </a:moveTo>
                <a:lnTo>
                  <a:pt x="7993" y="106584"/>
                </a:lnTo>
                <a:cubicBezTo>
                  <a:pt x="3591" y="106584"/>
                  <a:pt x="0" y="102995"/>
                  <a:pt x="0" y="98592"/>
                </a:cubicBezTo>
                <a:cubicBezTo>
                  <a:pt x="0" y="94191"/>
                  <a:pt x="3590" y="90602"/>
                  <a:pt x="7993" y="90602"/>
                </a:cubicBezTo>
                <a:lnTo>
                  <a:pt x="22589" y="90602"/>
                </a:lnTo>
                <a:cubicBezTo>
                  <a:pt x="26992" y="90602"/>
                  <a:pt x="30582" y="94191"/>
                  <a:pt x="30582" y="98592"/>
                </a:cubicBezTo>
                <a:cubicBezTo>
                  <a:pt x="30582" y="102995"/>
                  <a:pt x="26992" y="106584"/>
                  <a:pt x="22589" y="106584"/>
                </a:cubicBezTo>
                <a:close/>
                <a:moveTo>
                  <a:pt x="22590" y="136786"/>
                </a:moveTo>
                <a:lnTo>
                  <a:pt x="7993" y="136786"/>
                </a:lnTo>
                <a:cubicBezTo>
                  <a:pt x="3591" y="136786"/>
                  <a:pt x="0" y="133196"/>
                  <a:pt x="0" y="128795"/>
                </a:cubicBezTo>
                <a:cubicBezTo>
                  <a:pt x="0" y="124393"/>
                  <a:pt x="3591" y="120803"/>
                  <a:pt x="7993" y="120803"/>
                </a:cubicBezTo>
                <a:lnTo>
                  <a:pt x="22589" y="120803"/>
                </a:lnTo>
                <a:cubicBezTo>
                  <a:pt x="26992" y="120803"/>
                  <a:pt x="30582" y="124393"/>
                  <a:pt x="30582" y="128795"/>
                </a:cubicBezTo>
                <a:cubicBezTo>
                  <a:pt x="30582" y="133196"/>
                  <a:pt x="26992" y="136786"/>
                  <a:pt x="22590" y="136786"/>
                </a:cubicBezTo>
                <a:close/>
                <a:moveTo>
                  <a:pt x="22590" y="166987"/>
                </a:moveTo>
                <a:lnTo>
                  <a:pt x="7993" y="166987"/>
                </a:lnTo>
                <a:cubicBezTo>
                  <a:pt x="3591" y="166987"/>
                  <a:pt x="1" y="163398"/>
                  <a:pt x="1" y="158997"/>
                </a:cubicBezTo>
                <a:cubicBezTo>
                  <a:pt x="1" y="154594"/>
                  <a:pt x="3591" y="151005"/>
                  <a:pt x="7993" y="151005"/>
                </a:cubicBezTo>
                <a:lnTo>
                  <a:pt x="22590" y="151005"/>
                </a:lnTo>
                <a:cubicBezTo>
                  <a:pt x="26992" y="151005"/>
                  <a:pt x="30582" y="154594"/>
                  <a:pt x="30582" y="158997"/>
                </a:cubicBezTo>
                <a:cubicBezTo>
                  <a:pt x="30582" y="163398"/>
                  <a:pt x="26992" y="166987"/>
                  <a:pt x="22590" y="166987"/>
                </a:cubicBez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●">
            <a:extLst xmlns:a="http://schemas.openxmlformats.org/drawingml/2006/main">
              <a:ext uri="{FF2B5EF4-FFF2-40B4-BE49-F238E27FC236}">
                <a16:creationId xmlns:a16="http://schemas.microsoft.com/office/drawing/2014/main" id="{6DE11EE3-165B-40E7-B147-02E86DBE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908" y="565062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●">
            <a:extLst xmlns:a="http://schemas.openxmlformats.org/drawingml/2006/main">
              <a:ext uri="{FF2B5EF4-FFF2-40B4-BE49-F238E27FC236}">
                <a16:creationId xmlns:a16="http://schemas.microsoft.com/office/drawing/2014/main" id="{765FD6F5-B49E-417D-A9F9-3518D003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888" y="565062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●">
            <a:extLst xmlns:a="http://schemas.openxmlformats.org/drawingml/2006/main">
              <a:ext uri="{FF2B5EF4-FFF2-40B4-BE49-F238E27FC236}">
                <a16:creationId xmlns:a16="http://schemas.microsoft.com/office/drawing/2014/main" id="{122FB359-1F15-4056-BD0C-1C1FC24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869" y="565062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PatchImage">
            <a:extLst xmlns:a="http://schemas.openxmlformats.org/drawingml/2006/main">
              <a:ext uri="{FF2B5EF4-FFF2-40B4-BE49-F238E27FC236}">
                <a16:creationId xmlns:a16="http://schemas.microsoft.com/office/drawing/2014/main" id="{095B1294-06D0-4815-929C-A633477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303" y="5242911"/>
            <a:ext cx="787135" cy="126464"/>
          </a:xfrm>
          <a:custGeom xmlns:a="http://schemas.openxmlformats.org/drawingml/2006/main">
            <a:pathLst>
              <a:path w="787135" h="126464">
                <a:moveTo>
                  <a:pt x="0" y="97680"/>
                </a:moveTo>
                <a:lnTo>
                  <a:pt x="0" y="0"/>
                </a:lnTo>
                <a:lnTo>
                  <a:pt x="31649" y="0"/>
                </a:lnTo>
                <a:cubicBezTo>
                  <a:pt x="43643" y="0"/>
                  <a:pt x="51461" y="488"/>
                  <a:pt x="55103" y="1464"/>
                </a:cubicBezTo>
                <a:cubicBezTo>
                  <a:pt x="60700" y="2928"/>
                  <a:pt x="65386" y="6112"/>
                  <a:pt x="69162" y="11015"/>
                </a:cubicBezTo>
                <a:cubicBezTo>
                  <a:pt x="72938" y="15918"/>
                  <a:pt x="74826" y="22252"/>
                  <a:pt x="74826" y="30017"/>
                </a:cubicBezTo>
                <a:cubicBezTo>
                  <a:pt x="74826" y="36007"/>
                  <a:pt x="73737" y="41043"/>
                  <a:pt x="71561" y="45125"/>
                </a:cubicBezTo>
                <a:cubicBezTo>
                  <a:pt x="69384" y="49208"/>
                  <a:pt x="66619" y="52414"/>
                  <a:pt x="63265" y="54743"/>
                </a:cubicBezTo>
                <a:cubicBezTo>
                  <a:pt x="59912" y="57072"/>
                  <a:pt x="56502" y="58614"/>
                  <a:pt x="53038" y="59370"/>
                </a:cubicBezTo>
                <a:cubicBezTo>
                  <a:pt x="48329" y="60301"/>
                  <a:pt x="41511" y="60767"/>
                  <a:pt x="32582" y="60767"/>
                </a:cubicBezTo>
                <a:lnTo>
                  <a:pt x="19723" y="60767"/>
                </a:lnTo>
                <a:lnTo>
                  <a:pt x="19723" y="97680"/>
                </a:lnTo>
                <a:lnTo>
                  <a:pt x="0" y="97680"/>
                </a:lnTo>
                <a:moveTo>
                  <a:pt x="19723" y="16524"/>
                </a:moveTo>
                <a:lnTo>
                  <a:pt x="19723" y="44242"/>
                </a:lnTo>
                <a:lnTo>
                  <a:pt x="30517" y="44242"/>
                </a:lnTo>
                <a:cubicBezTo>
                  <a:pt x="38290" y="44242"/>
                  <a:pt x="43487" y="43732"/>
                  <a:pt x="46108" y="42710"/>
                </a:cubicBezTo>
                <a:cubicBezTo>
                  <a:pt x="48729" y="41688"/>
                  <a:pt x="50783" y="40089"/>
                  <a:pt x="52271" y="37913"/>
                </a:cubicBezTo>
                <a:cubicBezTo>
                  <a:pt x="53760" y="35736"/>
                  <a:pt x="54504" y="33204"/>
                  <a:pt x="54504" y="30317"/>
                </a:cubicBezTo>
                <a:cubicBezTo>
                  <a:pt x="54504" y="26763"/>
                  <a:pt x="53460" y="23831"/>
                  <a:pt x="51372" y="21522"/>
                </a:cubicBezTo>
                <a:cubicBezTo>
                  <a:pt x="49284" y="19212"/>
                  <a:pt x="46641" y="17768"/>
                  <a:pt x="43443" y="17191"/>
                </a:cubicBezTo>
                <a:cubicBezTo>
                  <a:pt x="41089" y="16746"/>
                  <a:pt x="36358" y="16524"/>
                  <a:pt x="29251" y="16524"/>
                </a:cubicBezTo>
                <a:lnTo>
                  <a:pt x="19723" y="16524"/>
                </a:lnTo>
                <a:close/>
                <a:moveTo>
                  <a:pt x="104876" y="48773"/>
                </a:moveTo>
                <a:lnTo>
                  <a:pt x="87886" y="45708"/>
                </a:lnTo>
                <a:cubicBezTo>
                  <a:pt x="89796" y="38777"/>
                  <a:pt x="93083" y="33647"/>
                  <a:pt x="97747" y="30317"/>
                </a:cubicBezTo>
                <a:cubicBezTo>
                  <a:pt x="102411" y="26985"/>
                  <a:pt x="109341" y="25319"/>
                  <a:pt x="118536" y="25319"/>
                </a:cubicBezTo>
                <a:cubicBezTo>
                  <a:pt x="126887" y="25319"/>
                  <a:pt x="133105" y="26308"/>
                  <a:pt x="137192" y="28285"/>
                </a:cubicBezTo>
                <a:cubicBezTo>
                  <a:pt x="141279" y="30261"/>
                  <a:pt x="144155" y="32771"/>
                  <a:pt x="145821" y="35814"/>
                </a:cubicBezTo>
                <a:cubicBezTo>
                  <a:pt x="147487" y="38857"/>
                  <a:pt x="148319" y="44442"/>
                  <a:pt x="148319" y="52571"/>
                </a:cubicBezTo>
                <a:lnTo>
                  <a:pt x="148119" y="74426"/>
                </a:lnTo>
                <a:cubicBezTo>
                  <a:pt x="148119" y="80645"/>
                  <a:pt x="148419" y="85231"/>
                  <a:pt x="149019" y="88185"/>
                </a:cubicBezTo>
                <a:cubicBezTo>
                  <a:pt x="149619" y="91139"/>
                  <a:pt x="150740" y="94304"/>
                  <a:pt x="152384" y="97680"/>
                </a:cubicBezTo>
                <a:lnTo>
                  <a:pt x="133861" y="97680"/>
                </a:lnTo>
                <a:cubicBezTo>
                  <a:pt x="133372" y="96436"/>
                  <a:pt x="132772" y="94593"/>
                  <a:pt x="132062" y="92150"/>
                </a:cubicBezTo>
                <a:cubicBezTo>
                  <a:pt x="131751" y="91039"/>
                  <a:pt x="131529" y="90306"/>
                  <a:pt x="131395" y="89951"/>
                </a:cubicBezTo>
                <a:cubicBezTo>
                  <a:pt x="128197" y="93060"/>
                  <a:pt x="124777" y="95392"/>
                  <a:pt x="121134" y="96947"/>
                </a:cubicBezTo>
                <a:cubicBezTo>
                  <a:pt x="117492" y="98502"/>
                  <a:pt x="113605" y="99279"/>
                  <a:pt x="109474" y="99279"/>
                </a:cubicBezTo>
                <a:cubicBezTo>
                  <a:pt x="102189" y="99279"/>
                  <a:pt x="96448" y="97311"/>
                  <a:pt x="92250" y="93374"/>
                </a:cubicBezTo>
                <a:cubicBezTo>
                  <a:pt x="88052" y="89437"/>
                  <a:pt x="85953" y="84461"/>
                  <a:pt x="85953" y="78445"/>
                </a:cubicBezTo>
                <a:cubicBezTo>
                  <a:pt x="85953" y="74463"/>
                  <a:pt x="86909" y="70914"/>
                  <a:pt x="88819" y="67796"/>
                </a:cubicBezTo>
                <a:cubicBezTo>
                  <a:pt x="90729" y="64677"/>
                  <a:pt x="93405" y="62288"/>
                  <a:pt x="96848" y="60629"/>
                </a:cubicBezTo>
                <a:cubicBezTo>
                  <a:pt x="100290" y="58971"/>
                  <a:pt x="105254" y="57522"/>
                  <a:pt x="111739" y="56284"/>
                </a:cubicBezTo>
                <a:cubicBezTo>
                  <a:pt x="120490" y="54647"/>
                  <a:pt x="126554" y="53121"/>
                  <a:pt x="129929" y="51705"/>
                </a:cubicBezTo>
                <a:lnTo>
                  <a:pt x="129929" y="49819"/>
                </a:lnTo>
                <a:cubicBezTo>
                  <a:pt x="129929" y="46180"/>
                  <a:pt x="129041" y="43587"/>
                  <a:pt x="127264" y="42037"/>
                </a:cubicBezTo>
                <a:cubicBezTo>
                  <a:pt x="125487" y="40487"/>
                  <a:pt x="122134" y="39712"/>
                  <a:pt x="117203" y="39712"/>
                </a:cubicBezTo>
                <a:cubicBezTo>
                  <a:pt x="113872" y="39712"/>
                  <a:pt x="111273" y="40382"/>
                  <a:pt x="109407" y="41723"/>
                </a:cubicBezTo>
                <a:cubicBezTo>
                  <a:pt x="107542" y="43063"/>
                  <a:pt x="106031" y="45413"/>
                  <a:pt x="104876" y="48773"/>
                </a:cubicBezTo>
                <a:moveTo>
                  <a:pt x="129929" y="63965"/>
                </a:moveTo>
                <a:cubicBezTo>
                  <a:pt x="127531" y="64755"/>
                  <a:pt x="123733" y="65699"/>
                  <a:pt x="118536" y="66797"/>
                </a:cubicBezTo>
                <a:cubicBezTo>
                  <a:pt x="113339" y="67893"/>
                  <a:pt x="109940" y="68969"/>
                  <a:pt x="108341" y="70022"/>
                </a:cubicBezTo>
                <a:cubicBezTo>
                  <a:pt x="105898" y="71734"/>
                  <a:pt x="104677" y="73906"/>
                  <a:pt x="104677" y="76539"/>
                </a:cubicBezTo>
                <a:cubicBezTo>
                  <a:pt x="104677" y="79130"/>
                  <a:pt x="105654" y="81369"/>
                  <a:pt x="107608" y="83257"/>
                </a:cubicBezTo>
                <a:cubicBezTo>
                  <a:pt x="109563" y="85143"/>
                  <a:pt x="112050" y="86086"/>
                  <a:pt x="115071" y="86086"/>
                </a:cubicBezTo>
                <a:cubicBezTo>
                  <a:pt x="118447" y="86086"/>
                  <a:pt x="121667" y="84989"/>
                  <a:pt x="124732" y="82794"/>
                </a:cubicBezTo>
                <a:cubicBezTo>
                  <a:pt x="126998" y="81127"/>
                  <a:pt x="128486" y="79086"/>
                  <a:pt x="129197" y="76671"/>
                </a:cubicBezTo>
                <a:cubicBezTo>
                  <a:pt x="129685" y="75091"/>
                  <a:pt x="129929" y="72085"/>
                  <a:pt x="129929" y="67653"/>
                </a:cubicBezTo>
                <a:lnTo>
                  <a:pt x="129929" y="63965"/>
                </a:lnTo>
                <a:close/>
                <a:moveTo>
                  <a:pt x="198522" y="26919"/>
                </a:moveTo>
                <a:lnTo>
                  <a:pt x="198522" y="41844"/>
                </a:lnTo>
                <a:lnTo>
                  <a:pt x="185729" y="41844"/>
                </a:lnTo>
                <a:lnTo>
                  <a:pt x="185729" y="70316"/>
                </a:lnTo>
                <a:cubicBezTo>
                  <a:pt x="185729" y="76082"/>
                  <a:pt x="185851" y="79442"/>
                  <a:pt x="186095" y="80396"/>
                </a:cubicBezTo>
                <a:cubicBezTo>
                  <a:pt x="186340" y="81348"/>
                  <a:pt x="186895" y="82135"/>
                  <a:pt x="187761" y="82757"/>
                </a:cubicBezTo>
                <a:cubicBezTo>
                  <a:pt x="188627" y="83377"/>
                  <a:pt x="189682" y="83688"/>
                  <a:pt x="190926" y="83688"/>
                </a:cubicBezTo>
                <a:cubicBezTo>
                  <a:pt x="192658" y="83688"/>
                  <a:pt x="195168" y="83088"/>
                  <a:pt x="198455" y="81889"/>
                </a:cubicBezTo>
                <a:lnTo>
                  <a:pt x="200054" y="96468"/>
                </a:lnTo>
                <a:cubicBezTo>
                  <a:pt x="195701" y="98342"/>
                  <a:pt x="190771" y="99279"/>
                  <a:pt x="185262" y="99279"/>
                </a:cubicBezTo>
                <a:cubicBezTo>
                  <a:pt x="181887" y="99279"/>
                  <a:pt x="178844" y="98713"/>
                  <a:pt x="176134" y="97580"/>
                </a:cubicBezTo>
                <a:cubicBezTo>
                  <a:pt x="173424" y="96447"/>
                  <a:pt x="171437" y="94981"/>
                  <a:pt x="170171" y="93182"/>
                </a:cubicBezTo>
                <a:cubicBezTo>
                  <a:pt x="168905" y="91383"/>
                  <a:pt x="168027" y="88951"/>
                  <a:pt x="167539" y="85886"/>
                </a:cubicBezTo>
                <a:cubicBezTo>
                  <a:pt x="167139" y="83710"/>
                  <a:pt x="166939" y="79312"/>
                  <a:pt x="166939" y="72694"/>
                </a:cubicBezTo>
                <a:lnTo>
                  <a:pt x="166939" y="41844"/>
                </a:lnTo>
                <a:lnTo>
                  <a:pt x="158344" y="41844"/>
                </a:lnTo>
                <a:lnTo>
                  <a:pt x="158344" y="26919"/>
                </a:lnTo>
                <a:lnTo>
                  <a:pt x="166939" y="26919"/>
                </a:lnTo>
                <a:lnTo>
                  <a:pt x="166939" y="12793"/>
                </a:lnTo>
                <a:lnTo>
                  <a:pt x="185729" y="1732"/>
                </a:lnTo>
                <a:lnTo>
                  <a:pt x="185729" y="26919"/>
                </a:lnTo>
                <a:lnTo>
                  <a:pt x="198522" y="26919"/>
                </a:lnTo>
                <a:close/>
                <a:moveTo>
                  <a:pt x="273213" y="47841"/>
                </a:moveTo>
                <a:lnTo>
                  <a:pt x="254756" y="51172"/>
                </a:lnTo>
                <a:cubicBezTo>
                  <a:pt x="254134" y="47507"/>
                  <a:pt x="252724" y="44748"/>
                  <a:pt x="250525" y="42893"/>
                </a:cubicBezTo>
                <a:cubicBezTo>
                  <a:pt x="248326" y="41039"/>
                  <a:pt x="245472" y="40111"/>
                  <a:pt x="241963" y="40111"/>
                </a:cubicBezTo>
                <a:cubicBezTo>
                  <a:pt x="237299" y="40111"/>
                  <a:pt x="233579" y="41717"/>
                  <a:pt x="230803" y="44928"/>
                </a:cubicBezTo>
                <a:cubicBezTo>
                  <a:pt x="228026" y="48138"/>
                  <a:pt x="226638" y="53508"/>
                  <a:pt x="226638" y="61035"/>
                </a:cubicBezTo>
                <a:cubicBezTo>
                  <a:pt x="226638" y="69406"/>
                  <a:pt x="228049" y="75319"/>
                  <a:pt x="230869" y="78774"/>
                </a:cubicBezTo>
                <a:cubicBezTo>
                  <a:pt x="233690" y="82227"/>
                  <a:pt x="237477" y="83954"/>
                  <a:pt x="242230" y="83954"/>
                </a:cubicBezTo>
                <a:cubicBezTo>
                  <a:pt x="245783" y="83954"/>
                  <a:pt x="248693" y="82944"/>
                  <a:pt x="250958" y="80922"/>
                </a:cubicBezTo>
                <a:cubicBezTo>
                  <a:pt x="253224" y="78901"/>
                  <a:pt x="254823" y="75425"/>
                  <a:pt x="255756" y="70495"/>
                </a:cubicBezTo>
                <a:lnTo>
                  <a:pt x="274146" y="73693"/>
                </a:lnTo>
                <a:cubicBezTo>
                  <a:pt x="272236" y="82133"/>
                  <a:pt x="268571" y="88507"/>
                  <a:pt x="263152" y="92816"/>
                </a:cubicBezTo>
                <a:cubicBezTo>
                  <a:pt x="257732" y="97125"/>
                  <a:pt x="250470" y="99279"/>
                  <a:pt x="241364" y="99279"/>
                </a:cubicBezTo>
                <a:cubicBezTo>
                  <a:pt x="231014" y="99279"/>
                  <a:pt x="222763" y="96014"/>
                  <a:pt x="216610" y="89484"/>
                </a:cubicBezTo>
                <a:cubicBezTo>
                  <a:pt x="210458" y="82955"/>
                  <a:pt x="207382" y="73915"/>
                  <a:pt x="207382" y="62366"/>
                </a:cubicBezTo>
                <a:cubicBezTo>
                  <a:pt x="207382" y="50683"/>
                  <a:pt x="210469" y="41588"/>
                  <a:pt x="216644" y="35081"/>
                </a:cubicBezTo>
                <a:cubicBezTo>
                  <a:pt x="222818" y="28573"/>
                  <a:pt x="231169" y="25319"/>
                  <a:pt x="241697" y="25319"/>
                </a:cubicBezTo>
                <a:cubicBezTo>
                  <a:pt x="250314" y="25319"/>
                  <a:pt x="257166" y="27174"/>
                  <a:pt x="262252" y="30883"/>
                </a:cubicBezTo>
                <a:cubicBezTo>
                  <a:pt x="267338" y="34592"/>
                  <a:pt x="270992" y="40245"/>
                  <a:pt x="273213" y="47841"/>
                </a:cubicBezTo>
                <a:close/>
                <a:moveTo>
                  <a:pt x="305495" y="0"/>
                </a:moveTo>
                <a:lnTo>
                  <a:pt x="305495" y="35964"/>
                </a:lnTo>
                <a:cubicBezTo>
                  <a:pt x="311536" y="28868"/>
                  <a:pt x="318754" y="25319"/>
                  <a:pt x="327150" y="25319"/>
                </a:cubicBezTo>
                <a:cubicBezTo>
                  <a:pt x="331458" y="25319"/>
                  <a:pt x="335345" y="26119"/>
                  <a:pt x="338810" y="27718"/>
                </a:cubicBezTo>
                <a:cubicBezTo>
                  <a:pt x="342275" y="29317"/>
                  <a:pt x="344884" y="31361"/>
                  <a:pt x="346639" y="33848"/>
                </a:cubicBezTo>
                <a:cubicBezTo>
                  <a:pt x="348394" y="36336"/>
                  <a:pt x="349593" y="39090"/>
                  <a:pt x="350237" y="42110"/>
                </a:cubicBezTo>
                <a:cubicBezTo>
                  <a:pt x="350881" y="45131"/>
                  <a:pt x="351203" y="49817"/>
                  <a:pt x="351203" y="56169"/>
                </a:cubicBezTo>
                <a:lnTo>
                  <a:pt x="351203" y="97680"/>
                </a:lnTo>
                <a:lnTo>
                  <a:pt x="332480" y="97680"/>
                </a:lnTo>
                <a:lnTo>
                  <a:pt x="332480" y="60344"/>
                </a:lnTo>
                <a:cubicBezTo>
                  <a:pt x="332480" y="52934"/>
                  <a:pt x="332125" y="48231"/>
                  <a:pt x="331414" y="46235"/>
                </a:cubicBezTo>
                <a:cubicBezTo>
                  <a:pt x="330703" y="44238"/>
                  <a:pt x="329448" y="42651"/>
                  <a:pt x="327649" y="41475"/>
                </a:cubicBezTo>
                <a:cubicBezTo>
                  <a:pt x="325850" y="40300"/>
                  <a:pt x="323596" y="39712"/>
                  <a:pt x="320886" y="39712"/>
                </a:cubicBezTo>
                <a:cubicBezTo>
                  <a:pt x="317777" y="39712"/>
                  <a:pt x="315001" y="40466"/>
                  <a:pt x="312558" y="41975"/>
                </a:cubicBezTo>
                <a:cubicBezTo>
                  <a:pt x="310114" y="43484"/>
                  <a:pt x="308327" y="45758"/>
                  <a:pt x="307194" y="48796"/>
                </a:cubicBezTo>
                <a:cubicBezTo>
                  <a:pt x="306061" y="51835"/>
                  <a:pt x="305495" y="56328"/>
                  <a:pt x="305495" y="62274"/>
                </a:cubicBezTo>
                <a:lnTo>
                  <a:pt x="305495" y="97680"/>
                </a:lnTo>
                <a:lnTo>
                  <a:pt x="286772" y="97680"/>
                </a:lnTo>
                <a:lnTo>
                  <a:pt x="286772" y="0"/>
                </a:lnTo>
                <a:lnTo>
                  <a:pt x="305495" y="0"/>
                </a:lnTo>
                <a:close/>
                <a:moveTo>
                  <a:pt x="407956" y="97680"/>
                </a:moveTo>
                <a:lnTo>
                  <a:pt x="407956" y="0"/>
                </a:lnTo>
                <a:lnTo>
                  <a:pt x="427679" y="0"/>
                </a:lnTo>
                <a:lnTo>
                  <a:pt x="427679" y="97680"/>
                </a:lnTo>
                <a:lnTo>
                  <a:pt x="407956" y="97680"/>
                </a:lnTo>
                <a:close/>
                <a:moveTo>
                  <a:pt x="444959" y="26919"/>
                </a:moveTo>
                <a:lnTo>
                  <a:pt x="462216" y="26919"/>
                </a:lnTo>
                <a:lnTo>
                  <a:pt x="462216" y="36580"/>
                </a:lnTo>
                <a:cubicBezTo>
                  <a:pt x="468390" y="29073"/>
                  <a:pt x="475742" y="25319"/>
                  <a:pt x="484271" y="25319"/>
                </a:cubicBezTo>
                <a:cubicBezTo>
                  <a:pt x="488801" y="25319"/>
                  <a:pt x="492733" y="26256"/>
                  <a:pt x="496064" y="28130"/>
                </a:cubicBezTo>
                <a:cubicBezTo>
                  <a:pt x="499396" y="30004"/>
                  <a:pt x="502127" y="32838"/>
                  <a:pt x="504260" y="36632"/>
                </a:cubicBezTo>
                <a:cubicBezTo>
                  <a:pt x="507369" y="32838"/>
                  <a:pt x="510723" y="30004"/>
                  <a:pt x="514321" y="28130"/>
                </a:cubicBezTo>
                <a:cubicBezTo>
                  <a:pt x="517919" y="26256"/>
                  <a:pt x="521761" y="25319"/>
                  <a:pt x="525848" y="25319"/>
                </a:cubicBezTo>
                <a:cubicBezTo>
                  <a:pt x="531045" y="25319"/>
                  <a:pt x="535443" y="26374"/>
                  <a:pt x="539041" y="28484"/>
                </a:cubicBezTo>
                <a:cubicBezTo>
                  <a:pt x="542639" y="30594"/>
                  <a:pt x="545326" y="33693"/>
                  <a:pt x="547103" y="37779"/>
                </a:cubicBezTo>
                <a:cubicBezTo>
                  <a:pt x="548391" y="40800"/>
                  <a:pt x="549035" y="45686"/>
                  <a:pt x="549035" y="52438"/>
                </a:cubicBezTo>
                <a:lnTo>
                  <a:pt x="549035" y="97680"/>
                </a:lnTo>
                <a:lnTo>
                  <a:pt x="530312" y="97680"/>
                </a:lnTo>
                <a:lnTo>
                  <a:pt x="530312" y="57281"/>
                </a:lnTo>
                <a:cubicBezTo>
                  <a:pt x="530312" y="50271"/>
                  <a:pt x="529668" y="45746"/>
                  <a:pt x="528380" y="43705"/>
                </a:cubicBezTo>
                <a:cubicBezTo>
                  <a:pt x="526647" y="41043"/>
                  <a:pt x="523982" y="39712"/>
                  <a:pt x="520384" y="39712"/>
                </a:cubicBezTo>
                <a:cubicBezTo>
                  <a:pt x="517763" y="39712"/>
                  <a:pt x="515298" y="40510"/>
                  <a:pt x="512988" y="42108"/>
                </a:cubicBezTo>
                <a:cubicBezTo>
                  <a:pt x="510678" y="43705"/>
                  <a:pt x="509013" y="46045"/>
                  <a:pt x="507991" y="49129"/>
                </a:cubicBezTo>
                <a:cubicBezTo>
                  <a:pt x="506969" y="52212"/>
                  <a:pt x="506458" y="57082"/>
                  <a:pt x="506458" y="63738"/>
                </a:cubicBezTo>
                <a:lnTo>
                  <a:pt x="506458" y="97680"/>
                </a:lnTo>
                <a:lnTo>
                  <a:pt x="487735" y="97680"/>
                </a:lnTo>
                <a:lnTo>
                  <a:pt x="487735" y="58945"/>
                </a:lnTo>
                <a:cubicBezTo>
                  <a:pt x="487735" y="52068"/>
                  <a:pt x="487402" y="47632"/>
                  <a:pt x="486736" y="45635"/>
                </a:cubicBezTo>
                <a:cubicBezTo>
                  <a:pt x="486070" y="43638"/>
                  <a:pt x="485037" y="42151"/>
                  <a:pt x="483638" y="41175"/>
                </a:cubicBezTo>
                <a:cubicBezTo>
                  <a:pt x="482238" y="40200"/>
                  <a:pt x="480339" y="39712"/>
                  <a:pt x="477941" y="39712"/>
                </a:cubicBezTo>
                <a:cubicBezTo>
                  <a:pt x="475053" y="39712"/>
                  <a:pt x="472455" y="40488"/>
                  <a:pt x="470145" y="42042"/>
                </a:cubicBezTo>
                <a:cubicBezTo>
                  <a:pt x="467835" y="43594"/>
                  <a:pt x="466180" y="45834"/>
                  <a:pt x="465181" y="48763"/>
                </a:cubicBezTo>
                <a:cubicBezTo>
                  <a:pt x="464182" y="51692"/>
                  <a:pt x="463682" y="56550"/>
                  <a:pt x="463682" y="63338"/>
                </a:cubicBezTo>
                <a:lnTo>
                  <a:pt x="463682" y="97680"/>
                </a:lnTo>
                <a:lnTo>
                  <a:pt x="444959" y="97680"/>
                </a:lnTo>
                <a:lnTo>
                  <a:pt x="444959" y="26919"/>
                </a:lnTo>
                <a:close/>
                <a:moveTo>
                  <a:pt x="581662" y="48773"/>
                </a:moveTo>
                <a:lnTo>
                  <a:pt x="564671" y="45708"/>
                </a:lnTo>
                <a:cubicBezTo>
                  <a:pt x="566581" y="38777"/>
                  <a:pt x="569868" y="33647"/>
                  <a:pt x="574532" y="30317"/>
                </a:cubicBezTo>
                <a:cubicBezTo>
                  <a:pt x="579196" y="26985"/>
                  <a:pt x="586126" y="25319"/>
                  <a:pt x="595321" y="25319"/>
                </a:cubicBezTo>
                <a:cubicBezTo>
                  <a:pt x="603672" y="25319"/>
                  <a:pt x="609891" y="26308"/>
                  <a:pt x="613977" y="28285"/>
                </a:cubicBezTo>
                <a:cubicBezTo>
                  <a:pt x="618064" y="30261"/>
                  <a:pt x="620940" y="32771"/>
                  <a:pt x="622606" y="35814"/>
                </a:cubicBezTo>
                <a:cubicBezTo>
                  <a:pt x="624272" y="38857"/>
                  <a:pt x="625105" y="44442"/>
                  <a:pt x="625105" y="52571"/>
                </a:cubicBezTo>
                <a:lnTo>
                  <a:pt x="624905" y="74426"/>
                </a:lnTo>
                <a:cubicBezTo>
                  <a:pt x="624905" y="80645"/>
                  <a:pt x="625205" y="85231"/>
                  <a:pt x="625804" y="88185"/>
                </a:cubicBezTo>
                <a:cubicBezTo>
                  <a:pt x="626404" y="91139"/>
                  <a:pt x="627526" y="94304"/>
                  <a:pt x="629169" y="97680"/>
                </a:cubicBezTo>
                <a:lnTo>
                  <a:pt x="610646" y="97680"/>
                </a:lnTo>
                <a:cubicBezTo>
                  <a:pt x="610157" y="96436"/>
                  <a:pt x="609558" y="94593"/>
                  <a:pt x="608847" y="92150"/>
                </a:cubicBezTo>
                <a:cubicBezTo>
                  <a:pt x="608536" y="91039"/>
                  <a:pt x="608314" y="90306"/>
                  <a:pt x="608181" y="89951"/>
                </a:cubicBezTo>
                <a:cubicBezTo>
                  <a:pt x="604982" y="93060"/>
                  <a:pt x="601562" y="95392"/>
                  <a:pt x="597920" y="96947"/>
                </a:cubicBezTo>
                <a:cubicBezTo>
                  <a:pt x="594277" y="98502"/>
                  <a:pt x="590390" y="99279"/>
                  <a:pt x="586259" y="99279"/>
                </a:cubicBezTo>
                <a:cubicBezTo>
                  <a:pt x="578974" y="99279"/>
                  <a:pt x="573233" y="97311"/>
                  <a:pt x="569035" y="93374"/>
                </a:cubicBezTo>
                <a:cubicBezTo>
                  <a:pt x="564838" y="89437"/>
                  <a:pt x="562739" y="84461"/>
                  <a:pt x="562739" y="78445"/>
                </a:cubicBezTo>
                <a:cubicBezTo>
                  <a:pt x="562739" y="74463"/>
                  <a:pt x="563694" y="70914"/>
                  <a:pt x="565604" y="67796"/>
                </a:cubicBezTo>
                <a:cubicBezTo>
                  <a:pt x="567514" y="64677"/>
                  <a:pt x="570190" y="62288"/>
                  <a:pt x="573633" y="60629"/>
                </a:cubicBezTo>
                <a:cubicBezTo>
                  <a:pt x="577075" y="58971"/>
                  <a:pt x="582039" y="57522"/>
                  <a:pt x="588525" y="56284"/>
                </a:cubicBezTo>
                <a:cubicBezTo>
                  <a:pt x="597275" y="54647"/>
                  <a:pt x="603339" y="53121"/>
                  <a:pt x="606715" y="51705"/>
                </a:cubicBezTo>
                <a:lnTo>
                  <a:pt x="606715" y="49819"/>
                </a:lnTo>
                <a:cubicBezTo>
                  <a:pt x="606715" y="46180"/>
                  <a:pt x="605826" y="43587"/>
                  <a:pt x="604050" y="42037"/>
                </a:cubicBezTo>
                <a:cubicBezTo>
                  <a:pt x="602273" y="40487"/>
                  <a:pt x="598919" y="39712"/>
                  <a:pt x="593988" y="39712"/>
                </a:cubicBezTo>
                <a:cubicBezTo>
                  <a:pt x="590657" y="39712"/>
                  <a:pt x="588058" y="40382"/>
                  <a:pt x="586193" y="41723"/>
                </a:cubicBezTo>
                <a:cubicBezTo>
                  <a:pt x="584327" y="43063"/>
                  <a:pt x="582817" y="45413"/>
                  <a:pt x="581662" y="48773"/>
                </a:cubicBezTo>
                <a:moveTo>
                  <a:pt x="606715" y="63965"/>
                </a:moveTo>
                <a:cubicBezTo>
                  <a:pt x="604316" y="64755"/>
                  <a:pt x="600518" y="65699"/>
                  <a:pt x="595321" y="66797"/>
                </a:cubicBezTo>
                <a:cubicBezTo>
                  <a:pt x="590124" y="67893"/>
                  <a:pt x="586726" y="68969"/>
                  <a:pt x="585127" y="70022"/>
                </a:cubicBezTo>
                <a:cubicBezTo>
                  <a:pt x="582683" y="71734"/>
                  <a:pt x="581462" y="73906"/>
                  <a:pt x="581462" y="76539"/>
                </a:cubicBezTo>
                <a:cubicBezTo>
                  <a:pt x="581462" y="79130"/>
                  <a:pt x="582439" y="81369"/>
                  <a:pt x="584394" y="83257"/>
                </a:cubicBezTo>
                <a:cubicBezTo>
                  <a:pt x="586348" y="85143"/>
                  <a:pt x="588836" y="86086"/>
                  <a:pt x="591856" y="86086"/>
                </a:cubicBezTo>
                <a:cubicBezTo>
                  <a:pt x="595232" y="86086"/>
                  <a:pt x="598453" y="84989"/>
                  <a:pt x="601518" y="82794"/>
                </a:cubicBezTo>
                <a:cubicBezTo>
                  <a:pt x="603783" y="81127"/>
                  <a:pt x="605271" y="79086"/>
                  <a:pt x="605982" y="76671"/>
                </a:cubicBezTo>
                <a:cubicBezTo>
                  <a:pt x="606470" y="75091"/>
                  <a:pt x="606715" y="72085"/>
                  <a:pt x="606715" y="67653"/>
                </a:cubicBezTo>
                <a:lnTo>
                  <a:pt x="606715" y="63965"/>
                </a:lnTo>
                <a:close/>
                <a:moveTo>
                  <a:pt x="641126" y="102211"/>
                </a:moveTo>
                <a:lnTo>
                  <a:pt x="662515" y="104876"/>
                </a:lnTo>
                <a:cubicBezTo>
                  <a:pt x="662870" y="107387"/>
                  <a:pt x="663692" y="109113"/>
                  <a:pt x="664980" y="110054"/>
                </a:cubicBezTo>
                <a:cubicBezTo>
                  <a:pt x="666757" y="111400"/>
                  <a:pt x="669555" y="112072"/>
                  <a:pt x="673375" y="112072"/>
                </a:cubicBezTo>
                <a:cubicBezTo>
                  <a:pt x="678262" y="112072"/>
                  <a:pt x="681926" y="111334"/>
                  <a:pt x="684369" y="109857"/>
                </a:cubicBezTo>
                <a:cubicBezTo>
                  <a:pt x="686013" y="108872"/>
                  <a:pt x="687257" y="107284"/>
                  <a:pt x="688101" y="105093"/>
                </a:cubicBezTo>
                <a:cubicBezTo>
                  <a:pt x="688678" y="103527"/>
                  <a:pt x="688967" y="100642"/>
                  <a:pt x="688967" y="96437"/>
                </a:cubicBezTo>
                <a:lnTo>
                  <a:pt x="688967" y="86034"/>
                </a:lnTo>
                <a:cubicBezTo>
                  <a:pt x="683370" y="93798"/>
                  <a:pt x="676307" y="97680"/>
                  <a:pt x="667779" y="97680"/>
                </a:cubicBezTo>
                <a:cubicBezTo>
                  <a:pt x="658273" y="97680"/>
                  <a:pt x="650743" y="93660"/>
                  <a:pt x="645191" y="85620"/>
                </a:cubicBezTo>
                <a:cubicBezTo>
                  <a:pt x="640838" y="79268"/>
                  <a:pt x="638661" y="71361"/>
                  <a:pt x="638661" y="61899"/>
                </a:cubicBezTo>
                <a:cubicBezTo>
                  <a:pt x="638661" y="50039"/>
                  <a:pt x="641515" y="40978"/>
                  <a:pt x="647223" y="34714"/>
                </a:cubicBezTo>
                <a:cubicBezTo>
                  <a:pt x="652931" y="28451"/>
                  <a:pt x="660027" y="25319"/>
                  <a:pt x="668511" y="25319"/>
                </a:cubicBezTo>
                <a:cubicBezTo>
                  <a:pt x="677262" y="25319"/>
                  <a:pt x="684481" y="29180"/>
                  <a:pt x="690166" y="36901"/>
                </a:cubicBezTo>
                <a:lnTo>
                  <a:pt x="690166" y="26919"/>
                </a:lnTo>
                <a:lnTo>
                  <a:pt x="707690" y="26919"/>
                </a:lnTo>
                <a:lnTo>
                  <a:pt x="707690" y="90459"/>
                </a:lnTo>
                <a:cubicBezTo>
                  <a:pt x="707690" y="98815"/>
                  <a:pt x="707002" y="105061"/>
                  <a:pt x="705625" y="109194"/>
                </a:cubicBezTo>
                <a:cubicBezTo>
                  <a:pt x="704247" y="113328"/>
                  <a:pt x="702315" y="116573"/>
                  <a:pt x="699828" y="118929"/>
                </a:cubicBezTo>
                <a:cubicBezTo>
                  <a:pt x="697340" y="121286"/>
                  <a:pt x="694020" y="123131"/>
                  <a:pt x="689866" y="124463"/>
                </a:cubicBezTo>
                <a:cubicBezTo>
                  <a:pt x="685713" y="125797"/>
                  <a:pt x="680460" y="126464"/>
                  <a:pt x="674108" y="126464"/>
                </a:cubicBezTo>
                <a:cubicBezTo>
                  <a:pt x="662115" y="126464"/>
                  <a:pt x="653608" y="124392"/>
                  <a:pt x="648589" y="120249"/>
                </a:cubicBezTo>
                <a:cubicBezTo>
                  <a:pt x="643570" y="116107"/>
                  <a:pt x="641060" y="110855"/>
                  <a:pt x="641060" y="104495"/>
                </a:cubicBezTo>
                <a:cubicBezTo>
                  <a:pt x="641060" y="103868"/>
                  <a:pt x="641082" y="103106"/>
                  <a:pt x="641126" y="102211"/>
                </a:cubicBezTo>
                <a:moveTo>
                  <a:pt x="657851" y="60833"/>
                </a:moveTo>
                <a:cubicBezTo>
                  <a:pt x="657851" y="68318"/>
                  <a:pt x="659305" y="73799"/>
                  <a:pt x="662215" y="77274"/>
                </a:cubicBezTo>
                <a:cubicBezTo>
                  <a:pt x="665124" y="80750"/>
                  <a:pt x="668711" y="82488"/>
                  <a:pt x="672976" y="82488"/>
                </a:cubicBezTo>
                <a:cubicBezTo>
                  <a:pt x="677551" y="82488"/>
                  <a:pt x="681416" y="80706"/>
                  <a:pt x="684569" y="77141"/>
                </a:cubicBezTo>
                <a:cubicBezTo>
                  <a:pt x="687723" y="73576"/>
                  <a:pt x="689300" y="68296"/>
                  <a:pt x="689300" y="61300"/>
                </a:cubicBezTo>
                <a:cubicBezTo>
                  <a:pt x="689300" y="53993"/>
                  <a:pt x="687790" y="48568"/>
                  <a:pt x="684769" y="45025"/>
                </a:cubicBezTo>
                <a:cubicBezTo>
                  <a:pt x="681749" y="41483"/>
                  <a:pt x="677929" y="39712"/>
                  <a:pt x="673309" y="39712"/>
                </a:cubicBezTo>
                <a:cubicBezTo>
                  <a:pt x="668822" y="39712"/>
                  <a:pt x="665124" y="41450"/>
                  <a:pt x="662215" y="44925"/>
                </a:cubicBezTo>
                <a:cubicBezTo>
                  <a:pt x="659305" y="48401"/>
                  <a:pt x="657851" y="53704"/>
                  <a:pt x="657851" y="60833"/>
                </a:cubicBezTo>
                <a:close/>
                <a:moveTo>
                  <a:pt x="767213" y="75159"/>
                </a:moveTo>
                <a:lnTo>
                  <a:pt x="785869" y="78357"/>
                </a:lnTo>
                <a:cubicBezTo>
                  <a:pt x="783470" y="85176"/>
                  <a:pt x="779684" y="90367"/>
                  <a:pt x="774509" y="93932"/>
                </a:cubicBezTo>
                <a:cubicBezTo>
                  <a:pt x="769334" y="97497"/>
                  <a:pt x="762859" y="99279"/>
                  <a:pt x="755086" y="99279"/>
                </a:cubicBezTo>
                <a:cubicBezTo>
                  <a:pt x="742781" y="99279"/>
                  <a:pt x="733675" y="95259"/>
                  <a:pt x="727767" y="87219"/>
                </a:cubicBezTo>
                <a:cubicBezTo>
                  <a:pt x="723103" y="80778"/>
                  <a:pt x="720771" y="72649"/>
                  <a:pt x="720771" y="62832"/>
                </a:cubicBezTo>
                <a:cubicBezTo>
                  <a:pt x="720771" y="51105"/>
                  <a:pt x="723836" y="41922"/>
                  <a:pt x="729966" y="35281"/>
                </a:cubicBezTo>
                <a:cubicBezTo>
                  <a:pt x="736096" y="28640"/>
                  <a:pt x="743848" y="25319"/>
                  <a:pt x="753220" y="25319"/>
                </a:cubicBezTo>
                <a:cubicBezTo>
                  <a:pt x="763748" y="25319"/>
                  <a:pt x="772054" y="28795"/>
                  <a:pt x="778140" y="35747"/>
                </a:cubicBezTo>
                <a:cubicBezTo>
                  <a:pt x="784225" y="42699"/>
                  <a:pt x="787135" y="53349"/>
                  <a:pt x="786868" y="67696"/>
                </a:cubicBezTo>
                <a:lnTo>
                  <a:pt x="739961" y="67696"/>
                </a:lnTo>
                <a:cubicBezTo>
                  <a:pt x="740094" y="73249"/>
                  <a:pt x="741604" y="77569"/>
                  <a:pt x="744492" y="80656"/>
                </a:cubicBezTo>
                <a:cubicBezTo>
                  <a:pt x="747379" y="83743"/>
                  <a:pt x="750977" y="85287"/>
                  <a:pt x="755286" y="85287"/>
                </a:cubicBezTo>
                <a:cubicBezTo>
                  <a:pt x="758217" y="85287"/>
                  <a:pt x="760683" y="84487"/>
                  <a:pt x="762682" y="82888"/>
                </a:cubicBezTo>
                <a:cubicBezTo>
                  <a:pt x="764681" y="81289"/>
                  <a:pt x="766191" y="78713"/>
                  <a:pt x="767213" y="75159"/>
                </a:cubicBezTo>
                <a:moveTo>
                  <a:pt x="768279" y="56236"/>
                </a:moveTo>
                <a:cubicBezTo>
                  <a:pt x="768145" y="50839"/>
                  <a:pt x="766746" y="46736"/>
                  <a:pt x="764081" y="43926"/>
                </a:cubicBezTo>
                <a:cubicBezTo>
                  <a:pt x="761416" y="41116"/>
                  <a:pt x="758173" y="39712"/>
                  <a:pt x="754353" y="39712"/>
                </a:cubicBezTo>
                <a:cubicBezTo>
                  <a:pt x="750266" y="39712"/>
                  <a:pt x="746890" y="41193"/>
                  <a:pt x="744225" y="44157"/>
                </a:cubicBezTo>
                <a:cubicBezTo>
                  <a:pt x="741560" y="47122"/>
                  <a:pt x="740250" y="51148"/>
                  <a:pt x="740294" y="56236"/>
                </a:cubicBezTo>
                <a:lnTo>
                  <a:pt x="768279" y="562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6F160-4D61-45CA-8563-857445A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632" y="5727129"/>
            <a:ext cx="96777" cy="76763"/>
          </a:xfrm>
          <a:custGeom xmlns:a="http://schemas.openxmlformats.org/drawingml/2006/main">
            <a:pathLst>
              <a:path w="96777" h="76763">
                <a:moveTo>
                  <a:pt x="55494" y="75175"/>
                </a:moveTo>
                <a:cubicBezTo>
                  <a:pt x="53906" y="73585"/>
                  <a:pt x="53906" y="71009"/>
                  <a:pt x="55494" y="69419"/>
                </a:cubicBezTo>
                <a:lnTo>
                  <a:pt x="82482" y="42430"/>
                </a:lnTo>
                <a:lnTo>
                  <a:pt x="4073" y="42430"/>
                </a:lnTo>
                <a:cubicBezTo>
                  <a:pt x="1823" y="42430"/>
                  <a:pt x="0" y="40606"/>
                  <a:pt x="0" y="38357"/>
                </a:cubicBezTo>
                <a:cubicBezTo>
                  <a:pt x="0" y="36108"/>
                  <a:pt x="1823" y="34284"/>
                  <a:pt x="4073" y="34284"/>
                </a:cubicBezTo>
                <a:lnTo>
                  <a:pt x="82482" y="34284"/>
                </a:lnTo>
                <a:lnTo>
                  <a:pt x="55494" y="7295"/>
                </a:lnTo>
                <a:cubicBezTo>
                  <a:pt x="53851" y="5765"/>
                  <a:pt x="53756" y="3195"/>
                  <a:pt x="55281" y="1548"/>
                </a:cubicBezTo>
                <a:cubicBezTo>
                  <a:pt x="55815" y="973"/>
                  <a:pt x="56508" y="566"/>
                  <a:pt x="57268" y="371"/>
                </a:cubicBezTo>
                <a:cubicBezTo>
                  <a:pt x="58707" y="0"/>
                  <a:pt x="60236" y="448"/>
                  <a:pt x="61250" y="1539"/>
                </a:cubicBezTo>
                <a:lnTo>
                  <a:pt x="95189" y="35479"/>
                </a:lnTo>
                <a:cubicBezTo>
                  <a:pt x="96777" y="37067"/>
                  <a:pt x="96777" y="39647"/>
                  <a:pt x="95189" y="41235"/>
                </a:cubicBezTo>
                <a:lnTo>
                  <a:pt x="61250" y="75175"/>
                </a:lnTo>
                <a:cubicBezTo>
                  <a:pt x="59662" y="76763"/>
                  <a:pt x="57087" y="76763"/>
                  <a:pt x="55494" y="75175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89283-75D3-427C-B0CA-4D4F376E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155" y="5196141"/>
            <a:ext cx="177075" cy="177090"/>
          </a:xfrm>
          <a:custGeom xmlns:a="http://schemas.openxmlformats.org/drawingml/2006/main">
            <a:pathLst>
              <a:path w="177075" h="177090">
                <a:moveTo>
                  <a:pt x="0" y="88544"/>
                </a:move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5" y="137448"/>
                  <a:pt x="137435" y="177090"/>
                  <a:pt x="88536" y="177090"/>
                </a:cubicBezTo>
                <a:cubicBezTo>
                  <a:pt x="39641" y="177090"/>
                  <a:pt x="0" y="137447"/>
                  <a:pt x="0" y="88544"/>
                </a:cubicBezTo>
                <a:close/>
                <a:moveTo>
                  <a:pt x="74706" y="116215"/>
                </a:moveTo>
                <a:cubicBezTo>
                  <a:pt x="74706" y="107438"/>
                  <a:pt x="68873" y="100034"/>
                  <a:pt x="60871" y="97643"/>
                </a:cubicBezTo>
                <a:lnTo>
                  <a:pt x="60871" y="76683"/>
                </a:lnTo>
                <a:cubicBezTo>
                  <a:pt x="71115" y="73566"/>
                  <a:pt x="76891" y="62728"/>
                  <a:pt x="73772" y="52481"/>
                </a:cubicBezTo>
                <a:cubicBezTo>
                  <a:pt x="71298" y="44355"/>
                  <a:pt x="63828" y="38793"/>
                  <a:pt x="55337" y="38738"/>
                </a:cubicBezTo>
                <a:cubicBezTo>
                  <a:pt x="44641" y="38720"/>
                  <a:pt x="35953" y="47380"/>
                  <a:pt x="35934" y="58070"/>
                </a:cubicBezTo>
                <a:cubicBezTo>
                  <a:pt x="35918" y="66666"/>
                  <a:pt x="41565" y="74239"/>
                  <a:pt x="49804" y="76683"/>
                </a:cubicBezTo>
                <a:lnTo>
                  <a:pt x="49804" y="97643"/>
                </a:lnTo>
                <a:cubicBezTo>
                  <a:pt x="39559" y="100763"/>
                  <a:pt x="33783" y="111597"/>
                  <a:pt x="36902" y="121842"/>
                </a:cubicBezTo>
                <a:cubicBezTo>
                  <a:pt x="39376" y="129965"/>
                  <a:pt x="46846" y="135535"/>
                  <a:pt x="55338" y="135584"/>
                </a:cubicBezTo>
                <a:cubicBezTo>
                  <a:pt x="66034" y="135584"/>
                  <a:pt x="74706" y="126913"/>
                  <a:pt x="74706" y="116215"/>
                </a:cubicBezTo>
                <a:close/>
                <a:moveTo>
                  <a:pt x="110670" y="60874"/>
                </a:moveTo>
                <a:lnTo>
                  <a:pt x="113437" y="60874"/>
                </a:lnTo>
                <a:cubicBezTo>
                  <a:pt x="116499" y="60874"/>
                  <a:pt x="118970" y="63355"/>
                  <a:pt x="118970" y="66408"/>
                </a:cubicBezTo>
                <a:lnTo>
                  <a:pt x="118971" y="97643"/>
                </a:lnTo>
                <a:cubicBezTo>
                  <a:pt x="108733" y="100763"/>
                  <a:pt x="102951" y="111597"/>
                  <a:pt x="106077" y="121842"/>
                </a:cubicBezTo>
                <a:cubicBezTo>
                  <a:pt x="108549" y="129965"/>
                  <a:pt x="116019" y="135535"/>
                  <a:pt x="124504" y="135584"/>
                </a:cubicBezTo>
                <a:cubicBezTo>
                  <a:pt x="135203" y="135605"/>
                  <a:pt x="143891" y="126949"/>
                  <a:pt x="143909" y="116251"/>
                </a:cubicBezTo>
                <a:cubicBezTo>
                  <a:pt x="143928" y="107659"/>
                  <a:pt x="138283" y="100083"/>
                  <a:pt x="130038" y="97643"/>
                </a:cubicBezTo>
                <a:lnTo>
                  <a:pt x="130038" y="66408"/>
                </a:lnTo>
                <a:cubicBezTo>
                  <a:pt x="130038" y="57240"/>
                  <a:pt x="122613" y="49806"/>
                  <a:pt x="113437" y="49806"/>
                </a:cubicBezTo>
                <a:lnTo>
                  <a:pt x="110670" y="49806"/>
                </a:lnTo>
                <a:lnTo>
                  <a:pt x="110670" y="34634"/>
                </a:lnTo>
                <a:cubicBezTo>
                  <a:pt x="110679" y="33103"/>
                  <a:pt x="109443" y="31867"/>
                  <a:pt x="107912" y="31858"/>
                </a:cubicBezTo>
                <a:cubicBezTo>
                  <a:pt x="107174" y="31858"/>
                  <a:pt x="106464" y="32153"/>
                  <a:pt x="105948" y="32678"/>
                </a:cubicBezTo>
                <a:lnTo>
                  <a:pt x="85242" y="53385"/>
                </a:lnTo>
                <a:cubicBezTo>
                  <a:pt x="84160" y="54464"/>
                  <a:pt x="84157" y="56216"/>
                  <a:pt x="85233" y="57296"/>
                </a:cubicBezTo>
                <a:cubicBezTo>
                  <a:pt x="85233" y="57296"/>
                  <a:pt x="85243" y="57296"/>
                  <a:pt x="85243" y="57305"/>
                </a:cubicBezTo>
                <a:lnTo>
                  <a:pt x="105948" y="78011"/>
                </a:lnTo>
                <a:cubicBezTo>
                  <a:pt x="107027" y="79090"/>
                  <a:pt x="108779" y="79090"/>
                  <a:pt x="109858" y="78011"/>
                </a:cubicBezTo>
                <a:cubicBezTo>
                  <a:pt x="110384" y="77495"/>
                  <a:pt x="110679" y="76785"/>
                  <a:pt x="110670" y="76047"/>
                </a:cubicBezTo>
                <a:lnTo>
                  <a:pt x="110670" y="6087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A2BFE-5C24-48D8-80E6-943B8C90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4398765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748BF-4ADD-4C31-B6DE-3E20C485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4398765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63" name="Text ReproCode">
            <a:extLst xmlns:a="http://schemas.openxmlformats.org/drawingml/2006/main">
              <a:ext uri="{FF2B5EF4-FFF2-40B4-BE49-F238E27FC236}">
                <a16:creationId xmlns:a16="http://schemas.microsoft.com/office/drawing/2014/main" id="{AAC4F2AE-7F94-41AF-8929-00CF9E4B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50" y="4626248"/>
            <a:ext cx="756858" cy="126163"/>
          </a:xfrm>
          <a:custGeom xmlns:a="http://schemas.openxmlformats.org/drawingml/2006/main">
            <a:pathLst>
              <a:path w="756858" h="126163">
                <a:moveTo>
                  <a:pt x="0" y="99280"/>
                </a:moveTo>
                <a:lnTo>
                  <a:pt x="0" y="1730"/>
                </a:lnTo>
                <a:lnTo>
                  <a:pt x="41455" y="1730"/>
                </a:lnTo>
                <a:cubicBezTo>
                  <a:pt x="51880" y="1730"/>
                  <a:pt x="59455" y="2606"/>
                  <a:pt x="64179" y="4358"/>
                </a:cubicBezTo>
                <a:cubicBezTo>
                  <a:pt x="68904" y="6111"/>
                  <a:pt x="72686" y="9227"/>
                  <a:pt x="75525" y="13708"/>
                </a:cubicBezTo>
                <a:cubicBezTo>
                  <a:pt x="78364" y="18188"/>
                  <a:pt x="79783" y="23312"/>
                  <a:pt x="79783" y="29079"/>
                </a:cubicBezTo>
                <a:cubicBezTo>
                  <a:pt x="79783" y="36398"/>
                  <a:pt x="77632" y="42442"/>
                  <a:pt x="73329" y="47211"/>
                </a:cubicBezTo>
                <a:cubicBezTo>
                  <a:pt x="69026" y="51980"/>
                  <a:pt x="62593" y="54985"/>
                  <a:pt x="54032" y="56228"/>
                </a:cubicBezTo>
                <a:cubicBezTo>
                  <a:pt x="58290" y="58712"/>
                  <a:pt x="61806" y="61440"/>
                  <a:pt x="64579" y="64412"/>
                </a:cubicBezTo>
                <a:cubicBezTo>
                  <a:pt x="67351" y="67384"/>
                  <a:pt x="71089" y="72663"/>
                  <a:pt x="75791" y="80249"/>
                </a:cubicBezTo>
                <a:lnTo>
                  <a:pt x="87702" y="99280"/>
                </a:lnTo>
                <a:lnTo>
                  <a:pt x="64146" y="99280"/>
                </a:lnTo>
                <a:lnTo>
                  <a:pt x="49906" y="78047"/>
                </a:lnTo>
                <a:cubicBezTo>
                  <a:pt x="44849" y="70464"/>
                  <a:pt x="41389" y="65686"/>
                  <a:pt x="39526" y="63714"/>
                </a:cubicBezTo>
                <a:cubicBezTo>
                  <a:pt x="37663" y="61739"/>
                  <a:pt x="35688" y="60386"/>
                  <a:pt x="33603" y="59654"/>
                </a:cubicBezTo>
                <a:cubicBezTo>
                  <a:pt x="31519" y="58923"/>
                  <a:pt x="28214" y="58557"/>
                  <a:pt x="23689" y="58557"/>
                </a:cubicBezTo>
                <a:lnTo>
                  <a:pt x="19696" y="58557"/>
                </a:lnTo>
                <a:lnTo>
                  <a:pt x="19696" y="99280"/>
                </a:lnTo>
                <a:lnTo>
                  <a:pt x="0" y="99280"/>
                </a:lnTo>
                <a:moveTo>
                  <a:pt x="19696" y="42986"/>
                </a:moveTo>
                <a:lnTo>
                  <a:pt x="34269" y="42986"/>
                </a:lnTo>
                <a:cubicBezTo>
                  <a:pt x="43718" y="42986"/>
                  <a:pt x="49618" y="42587"/>
                  <a:pt x="51969" y="41788"/>
                </a:cubicBezTo>
                <a:cubicBezTo>
                  <a:pt x="54320" y="40990"/>
                  <a:pt x="56161" y="39614"/>
                  <a:pt x="57492" y="37662"/>
                </a:cubicBezTo>
                <a:cubicBezTo>
                  <a:pt x="58823" y="35711"/>
                  <a:pt x="59488" y="33271"/>
                  <a:pt x="59488" y="30343"/>
                </a:cubicBezTo>
                <a:cubicBezTo>
                  <a:pt x="59488" y="27060"/>
                  <a:pt x="58612" y="24410"/>
                  <a:pt x="56860" y="22391"/>
                </a:cubicBezTo>
                <a:cubicBezTo>
                  <a:pt x="55107" y="20373"/>
                  <a:pt x="52634" y="19097"/>
                  <a:pt x="49440" y="18565"/>
                </a:cubicBezTo>
                <a:cubicBezTo>
                  <a:pt x="47843" y="18343"/>
                  <a:pt x="43052" y="18232"/>
                  <a:pt x="35067" y="18232"/>
                </a:cubicBezTo>
                <a:lnTo>
                  <a:pt x="19696" y="18232"/>
                </a:lnTo>
                <a:lnTo>
                  <a:pt x="19696" y="42986"/>
                </a:lnTo>
                <a:close/>
                <a:moveTo>
                  <a:pt x="139115" y="76789"/>
                </a:moveTo>
                <a:lnTo>
                  <a:pt x="157747" y="79983"/>
                </a:lnTo>
                <a:cubicBezTo>
                  <a:pt x="155352" y="86792"/>
                  <a:pt x="151570" y="91977"/>
                  <a:pt x="146402" y="95537"/>
                </a:cubicBezTo>
                <a:cubicBezTo>
                  <a:pt x="141234" y="99097"/>
                  <a:pt x="134768" y="100877"/>
                  <a:pt x="127005" y="100877"/>
                </a:cubicBezTo>
                <a:cubicBezTo>
                  <a:pt x="114717" y="100877"/>
                  <a:pt x="105623" y="96862"/>
                  <a:pt x="99723" y="88833"/>
                </a:cubicBezTo>
                <a:cubicBezTo>
                  <a:pt x="95065" y="82401"/>
                  <a:pt x="92736" y="74283"/>
                  <a:pt x="92736" y="64479"/>
                </a:cubicBezTo>
                <a:cubicBezTo>
                  <a:pt x="92736" y="52767"/>
                  <a:pt x="95797" y="43596"/>
                  <a:pt x="101919" y="36964"/>
                </a:cubicBezTo>
                <a:cubicBezTo>
                  <a:pt x="108041" y="30332"/>
                  <a:pt x="115782" y="27016"/>
                  <a:pt x="125142" y="27016"/>
                </a:cubicBezTo>
                <a:cubicBezTo>
                  <a:pt x="135655" y="27016"/>
                  <a:pt x="143951" y="30487"/>
                  <a:pt x="150028" y="37430"/>
                </a:cubicBezTo>
                <a:cubicBezTo>
                  <a:pt x="156106" y="44372"/>
                  <a:pt x="159011" y="55008"/>
                  <a:pt x="158745" y="69336"/>
                </a:cubicBezTo>
                <a:lnTo>
                  <a:pt x="111900" y="69336"/>
                </a:lnTo>
                <a:cubicBezTo>
                  <a:pt x="112033" y="74881"/>
                  <a:pt x="113541" y="79195"/>
                  <a:pt x="116425" y="82279"/>
                </a:cubicBezTo>
                <a:cubicBezTo>
                  <a:pt x="119308" y="85362"/>
                  <a:pt x="122901" y="86903"/>
                  <a:pt x="127204" y="86903"/>
                </a:cubicBezTo>
                <a:cubicBezTo>
                  <a:pt x="130132" y="86903"/>
                  <a:pt x="132594" y="86105"/>
                  <a:pt x="134591" y="84508"/>
                </a:cubicBezTo>
                <a:cubicBezTo>
                  <a:pt x="136587" y="82911"/>
                  <a:pt x="138095" y="80338"/>
                  <a:pt x="139115" y="76789"/>
                </a:cubicBezTo>
                <a:moveTo>
                  <a:pt x="140180" y="57891"/>
                </a:moveTo>
                <a:cubicBezTo>
                  <a:pt x="140047" y="52501"/>
                  <a:pt x="138650" y="48403"/>
                  <a:pt x="135988" y="45598"/>
                </a:cubicBezTo>
                <a:cubicBezTo>
                  <a:pt x="133326" y="42792"/>
                  <a:pt x="130088" y="41389"/>
                  <a:pt x="126273" y="41389"/>
                </a:cubicBezTo>
                <a:cubicBezTo>
                  <a:pt x="122192" y="41389"/>
                  <a:pt x="118820" y="42869"/>
                  <a:pt x="116159" y="45828"/>
                </a:cubicBezTo>
                <a:cubicBezTo>
                  <a:pt x="113497" y="48789"/>
                  <a:pt x="112188" y="52810"/>
                  <a:pt x="112233" y="57891"/>
                </a:cubicBezTo>
                <a:lnTo>
                  <a:pt x="140180" y="57891"/>
                </a:lnTo>
                <a:close/>
                <a:moveTo>
                  <a:pt x="172748" y="28613"/>
                </a:moveTo>
                <a:lnTo>
                  <a:pt x="190182" y="28613"/>
                </a:lnTo>
                <a:lnTo>
                  <a:pt x="190182" y="38993"/>
                </a:lnTo>
                <a:cubicBezTo>
                  <a:pt x="192445" y="35444"/>
                  <a:pt x="195505" y="32561"/>
                  <a:pt x="199365" y="30343"/>
                </a:cubicBezTo>
                <a:cubicBezTo>
                  <a:pt x="203224" y="28125"/>
                  <a:pt x="207505" y="27016"/>
                  <a:pt x="212207" y="27016"/>
                </a:cubicBezTo>
                <a:cubicBezTo>
                  <a:pt x="220414" y="27016"/>
                  <a:pt x="227379" y="30232"/>
                  <a:pt x="233101" y="36664"/>
                </a:cubicBezTo>
                <a:cubicBezTo>
                  <a:pt x="238824" y="43097"/>
                  <a:pt x="241685" y="52058"/>
                  <a:pt x="241685" y="63547"/>
                </a:cubicBezTo>
                <a:cubicBezTo>
                  <a:pt x="241685" y="75347"/>
                  <a:pt x="238802" y="84519"/>
                  <a:pt x="233035" y="91062"/>
                </a:cubicBezTo>
                <a:cubicBezTo>
                  <a:pt x="227268" y="97605"/>
                  <a:pt x="220281" y="100877"/>
                  <a:pt x="212074" y="100877"/>
                </a:cubicBezTo>
                <a:cubicBezTo>
                  <a:pt x="208171" y="100877"/>
                  <a:pt x="204633" y="100101"/>
                  <a:pt x="201461" y="98548"/>
                </a:cubicBezTo>
                <a:cubicBezTo>
                  <a:pt x="198289" y="96995"/>
                  <a:pt x="194951" y="94334"/>
                  <a:pt x="191446" y="90563"/>
                </a:cubicBezTo>
                <a:lnTo>
                  <a:pt x="191446" y="126163"/>
                </a:lnTo>
                <a:lnTo>
                  <a:pt x="172748" y="126163"/>
                </a:lnTo>
                <a:lnTo>
                  <a:pt x="172748" y="28613"/>
                </a:lnTo>
                <a:moveTo>
                  <a:pt x="191247" y="62717"/>
                </a:moveTo>
                <a:cubicBezTo>
                  <a:pt x="191247" y="70646"/>
                  <a:pt x="192822" y="76503"/>
                  <a:pt x="195971" y="80291"/>
                </a:cubicBezTo>
                <a:cubicBezTo>
                  <a:pt x="199121" y="84078"/>
                  <a:pt x="202958" y="85972"/>
                  <a:pt x="207483" y="85972"/>
                </a:cubicBezTo>
                <a:cubicBezTo>
                  <a:pt x="211830" y="85972"/>
                  <a:pt x="215446" y="84233"/>
                  <a:pt x="218329" y="80756"/>
                </a:cubicBezTo>
                <a:cubicBezTo>
                  <a:pt x="221213" y="77280"/>
                  <a:pt x="222654" y="71576"/>
                  <a:pt x="222654" y="63647"/>
                </a:cubicBezTo>
                <a:cubicBezTo>
                  <a:pt x="222654" y="56250"/>
                  <a:pt x="221168" y="50757"/>
                  <a:pt x="218196" y="47170"/>
                </a:cubicBezTo>
                <a:cubicBezTo>
                  <a:pt x="215224" y="43582"/>
                  <a:pt x="211542" y="41788"/>
                  <a:pt x="207150" y="41788"/>
                </a:cubicBezTo>
                <a:cubicBezTo>
                  <a:pt x="202581" y="41788"/>
                  <a:pt x="198788" y="43549"/>
                  <a:pt x="195772" y="47070"/>
                </a:cubicBezTo>
                <a:cubicBezTo>
                  <a:pt x="192755" y="50591"/>
                  <a:pt x="191247" y="55807"/>
                  <a:pt x="191247" y="62717"/>
                </a:cubicBezTo>
                <a:close/>
                <a:moveTo>
                  <a:pt x="274446" y="99280"/>
                </a:moveTo>
                <a:lnTo>
                  <a:pt x="255747" y="99280"/>
                </a:lnTo>
                <a:lnTo>
                  <a:pt x="255747" y="28613"/>
                </a:lnTo>
                <a:lnTo>
                  <a:pt x="273115" y="28613"/>
                </a:lnTo>
                <a:lnTo>
                  <a:pt x="273115" y="38661"/>
                </a:lnTo>
                <a:cubicBezTo>
                  <a:pt x="276087" y="33914"/>
                  <a:pt x="278760" y="30787"/>
                  <a:pt x="281133" y="29278"/>
                </a:cubicBezTo>
                <a:cubicBezTo>
                  <a:pt x="283506" y="27770"/>
                  <a:pt x="286201" y="27016"/>
                  <a:pt x="289218" y="27016"/>
                </a:cubicBezTo>
                <a:cubicBezTo>
                  <a:pt x="293476" y="27016"/>
                  <a:pt x="297580" y="28191"/>
                  <a:pt x="301528" y="30543"/>
                </a:cubicBezTo>
                <a:lnTo>
                  <a:pt x="295739" y="46845"/>
                </a:lnTo>
                <a:cubicBezTo>
                  <a:pt x="292589" y="44805"/>
                  <a:pt x="289661" y="43784"/>
                  <a:pt x="286955" y="43784"/>
                </a:cubicBezTo>
                <a:cubicBezTo>
                  <a:pt x="284338" y="43784"/>
                  <a:pt x="282120" y="44505"/>
                  <a:pt x="280301" y="45947"/>
                </a:cubicBezTo>
                <a:cubicBezTo>
                  <a:pt x="278482" y="47389"/>
                  <a:pt x="277052" y="49995"/>
                  <a:pt x="276009" y="53766"/>
                </a:cubicBezTo>
                <a:cubicBezTo>
                  <a:pt x="274967" y="57536"/>
                  <a:pt x="274446" y="65432"/>
                  <a:pt x="274446" y="77454"/>
                </a:cubicBezTo>
                <a:lnTo>
                  <a:pt x="274446" y="99280"/>
                </a:lnTo>
                <a:close/>
                <a:moveTo>
                  <a:pt x="305232" y="62948"/>
                </a:moveTo>
                <a:cubicBezTo>
                  <a:pt x="305232" y="56738"/>
                  <a:pt x="306763" y="50727"/>
                  <a:pt x="309824" y="44916"/>
                </a:cubicBezTo>
                <a:cubicBezTo>
                  <a:pt x="312885" y="39104"/>
                  <a:pt x="317221" y="34668"/>
                  <a:pt x="322833" y="31607"/>
                </a:cubicBezTo>
                <a:cubicBezTo>
                  <a:pt x="328444" y="28546"/>
                  <a:pt x="334710" y="27016"/>
                  <a:pt x="341631" y="27016"/>
                </a:cubicBezTo>
                <a:cubicBezTo>
                  <a:pt x="352322" y="27016"/>
                  <a:pt x="361083" y="30487"/>
                  <a:pt x="367915" y="37430"/>
                </a:cubicBezTo>
                <a:cubicBezTo>
                  <a:pt x="374746" y="44372"/>
                  <a:pt x="378162" y="53144"/>
                  <a:pt x="378162" y="63747"/>
                </a:cubicBezTo>
                <a:cubicBezTo>
                  <a:pt x="378162" y="74438"/>
                  <a:pt x="374713" y="83299"/>
                  <a:pt x="367815" y="90330"/>
                </a:cubicBezTo>
                <a:cubicBezTo>
                  <a:pt x="360917" y="97361"/>
                  <a:pt x="352233" y="100877"/>
                  <a:pt x="341764" y="100877"/>
                </a:cubicBezTo>
                <a:cubicBezTo>
                  <a:pt x="335287" y="100877"/>
                  <a:pt x="329110" y="99413"/>
                  <a:pt x="323232" y="96485"/>
                </a:cubicBezTo>
                <a:cubicBezTo>
                  <a:pt x="317354" y="93557"/>
                  <a:pt x="312885" y="89265"/>
                  <a:pt x="309824" y="83609"/>
                </a:cubicBezTo>
                <a:cubicBezTo>
                  <a:pt x="306763" y="77953"/>
                  <a:pt x="305232" y="71066"/>
                  <a:pt x="305232" y="62948"/>
                </a:cubicBezTo>
                <a:moveTo>
                  <a:pt x="324396" y="63946"/>
                </a:moveTo>
                <a:cubicBezTo>
                  <a:pt x="324396" y="70933"/>
                  <a:pt x="326060" y="76284"/>
                  <a:pt x="329387" y="80000"/>
                </a:cubicBezTo>
                <a:cubicBezTo>
                  <a:pt x="332714" y="83715"/>
                  <a:pt x="336818" y="85572"/>
                  <a:pt x="341697" y="85572"/>
                </a:cubicBezTo>
                <a:cubicBezTo>
                  <a:pt x="346577" y="85572"/>
                  <a:pt x="350669" y="83715"/>
                  <a:pt x="353974" y="80000"/>
                </a:cubicBezTo>
                <a:cubicBezTo>
                  <a:pt x="357279" y="76284"/>
                  <a:pt x="358931" y="70889"/>
                  <a:pt x="358931" y="63813"/>
                </a:cubicBezTo>
                <a:cubicBezTo>
                  <a:pt x="358931" y="56915"/>
                  <a:pt x="357279" y="51608"/>
                  <a:pt x="353974" y="47893"/>
                </a:cubicBezTo>
                <a:cubicBezTo>
                  <a:pt x="350669" y="44178"/>
                  <a:pt x="346577" y="42320"/>
                  <a:pt x="341697" y="42320"/>
                </a:cubicBezTo>
                <a:cubicBezTo>
                  <a:pt x="336818" y="42320"/>
                  <a:pt x="332714" y="44178"/>
                  <a:pt x="329387" y="47893"/>
                </a:cubicBezTo>
                <a:cubicBezTo>
                  <a:pt x="326060" y="51608"/>
                  <a:pt x="324396" y="56960"/>
                  <a:pt x="324396" y="63946"/>
                </a:cubicBezTo>
                <a:close/>
                <a:moveTo>
                  <a:pt x="493666" y="63348"/>
                </a:moveTo>
                <a:lnTo>
                  <a:pt x="512764" y="69336"/>
                </a:lnTo>
                <a:cubicBezTo>
                  <a:pt x="509836" y="80051"/>
                  <a:pt x="504967" y="88009"/>
                  <a:pt x="498158" y="93210"/>
                </a:cubicBezTo>
                <a:cubicBezTo>
                  <a:pt x="491348" y="98410"/>
                  <a:pt x="482709" y="101010"/>
                  <a:pt x="472240" y="101010"/>
                </a:cubicBezTo>
                <a:cubicBezTo>
                  <a:pt x="459286" y="101010"/>
                  <a:pt x="448640" y="96579"/>
                  <a:pt x="440300" y="87718"/>
                </a:cubicBezTo>
                <a:cubicBezTo>
                  <a:pt x="431960" y="78856"/>
                  <a:pt x="427790" y="66740"/>
                  <a:pt x="427790" y="51372"/>
                </a:cubicBezTo>
                <a:cubicBezTo>
                  <a:pt x="427790" y="35114"/>
                  <a:pt x="431982" y="22488"/>
                  <a:pt x="440366" y="13493"/>
                </a:cubicBezTo>
                <a:cubicBezTo>
                  <a:pt x="448751" y="4498"/>
                  <a:pt x="459774" y="0"/>
                  <a:pt x="473438" y="0"/>
                </a:cubicBezTo>
                <a:cubicBezTo>
                  <a:pt x="485371" y="0"/>
                  <a:pt x="495064" y="3535"/>
                  <a:pt x="502516" y="10605"/>
                </a:cubicBezTo>
                <a:cubicBezTo>
                  <a:pt x="506952" y="14785"/>
                  <a:pt x="510279" y="20787"/>
                  <a:pt x="512497" y="28613"/>
                </a:cubicBezTo>
                <a:lnTo>
                  <a:pt x="493001" y="33271"/>
                </a:lnTo>
                <a:cubicBezTo>
                  <a:pt x="491847" y="28214"/>
                  <a:pt x="489441" y="24221"/>
                  <a:pt x="485781" y="21293"/>
                </a:cubicBezTo>
                <a:cubicBezTo>
                  <a:pt x="482121" y="18365"/>
                  <a:pt x="477674" y="16902"/>
                  <a:pt x="472439" y="16902"/>
                </a:cubicBezTo>
                <a:cubicBezTo>
                  <a:pt x="465209" y="16902"/>
                  <a:pt x="459342" y="19497"/>
                  <a:pt x="454839" y="24687"/>
                </a:cubicBezTo>
                <a:cubicBezTo>
                  <a:pt x="450337" y="29877"/>
                  <a:pt x="448085" y="38284"/>
                  <a:pt x="448085" y="49906"/>
                </a:cubicBezTo>
                <a:cubicBezTo>
                  <a:pt x="448085" y="62238"/>
                  <a:pt x="450303" y="71022"/>
                  <a:pt x="454739" y="76257"/>
                </a:cubicBezTo>
                <a:cubicBezTo>
                  <a:pt x="459175" y="81491"/>
                  <a:pt x="464942" y="84108"/>
                  <a:pt x="472040" y="84108"/>
                </a:cubicBezTo>
                <a:cubicBezTo>
                  <a:pt x="477275" y="84108"/>
                  <a:pt x="481777" y="82440"/>
                  <a:pt x="485548" y="79103"/>
                </a:cubicBezTo>
                <a:cubicBezTo>
                  <a:pt x="489319" y="75765"/>
                  <a:pt x="492025" y="70513"/>
                  <a:pt x="493666" y="63348"/>
                </a:cubicBezTo>
                <a:close/>
                <a:moveTo>
                  <a:pt x="525184" y="62948"/>
                </a:moveTo>
                <a:cubicBezTo>
                  <a:pt x="525184" y="56738"/>
                  <a:pt x="526714" y="50727"/>
                  <a:pt x="529775" y="44916"/>
                </a:cubicBezTo>
                <a:cubicBezTo>
                  <a:pt x="532836" y="39104"/>
                  <a:pt x="537172" y="34668"/>
                  <a:pt x="542784" y="31607"/>
                </a:cubicBezTo>
                <a:cubicBezTo>
                  <a:pt x="548396" y="28546"/>
                  <a:pt x="554662" y="27016"/>
                  <a:pt x="561582" y="27016"/>
                </a:cubicBezTo>
                <a:cubicBezTo>
                  <a:pt x="572273" y="27016"/>
                  <a:pt x="581034" y="30487"/>
                  <a:pt x="587866" y="37430"/>
                </a:cubicBezTo>
                <a:cubicBezTo>
                  <a:pt x="594697" y="44372"/>
                  <a:pt x="598113" y="53144"/>
                  <a:pt x="598113" y="63747"/>
                </a:cubicBezTo>
                <a:cubicBezTo>
                  <a:pt x="598113" y="74438"/>
                  <a:pt x="594664" y="83299"/>
                  <a:pt x="587766" y="90330"/>
                </a:cubicBezTo>
                <a:cubicBezTo>
                  <a:pt x="580868" y="97361"/>
                  <a:pt x="572184" y="100877"/>
                  <a:pt x="561715" y="100877"/>
                </a:cubicBezTo>
                <a:cubicBezTo>
                  <a:pt x="555238" y="100877"/>
                  <a:pt x="549061" y="99413"/>
                  <a:pt x="543183" y="96485"/>
                </a:cubicBezTo>
                <a:cubicBezTo>
                  <a:pt x="537305" y="93557"/>
                  <a:pt x="532836" y="89265"/>
                  <a:pt x="529775" y="83609"/>
                </a:cubicBezTo>
                <a:cubicBezTo>
                  <a:pt x="526714" y="77953"/>
                  <a:pt x="525184" y="71066"/>
                  <a:pt x="525184" y="62948"/>
                </a:cubicBezTo>
                <a:moveTo>
                  <a:pt x="544348" y="63946"/>
                </a:moveTo>
                <a:cubicBezTo>
                  <a:pt x="544348" y="70933"/>
                  <a:pt x="546011" y="76284"/>
                  <a:pt x="549338" y="80000"/>
                </a:cubicBezTo>
                <a:cubicBezTo>
                  <a:pt x="552665" y="83715"/>
                  <a:pt x="556769" y="85572"/>
                  <a:pt x="561648" y="85572"/>
                </a:cubicBezTo>
                <a:cubicBezTo>
                  <a:pt x="566528" y="85572"/>
                  <a:pt x="570620" y="83715"/>
                  <a:pt x="573925" y="80000"/>
                </a:cubicBezTo>
                <a:cubicBezTo>
                  <a:pt x="577230" y="76284"/>
                  <a:pt x="578883" y="70889"/>
                  <a:pt x="578883" y="63813"/>
                </a:cubicBezTo>
                <a:cubicBezTo>
                  <a:pt x="578883" y="56915"/>
                  <a:pt x="577230" y="51608"/>
                  <a:pt x="573925" y="47893"/>
                </a:cubicBezTo>
                <a:cubicBezTo>
                  <a:pt x="570620" y="44178"/>
                  <a:pt x="566528" y="42320"/>
                  <a:pt x="561648" y="42320"/>
                </a:cubicBezTo>
                <a:cubicBezTo>
                  <a:pt x="556769" y="42320"/>
                  <a:pt x="552665" y="44178"/>
                  <a:pt x="549338" y="47893"/>
                </a:cubicBezTo>
                <a:cubicBezTo>
                  <a:pt x="546011" y="51608"/>
                  <a:pt x="544348" y="56960"/>
                  <a:pt x="544348" y="63946"/>
                </a:cubicBezTo>
                <a:close/>
                <a:moveTo>
                  <a:pt x="677586" y="99280"/>
                </a:moveTo>
                <a:lnTo>
                  <a:pt x="660218" y="99280"/>
                </a:lnTo>
                <a:lnTo>
                  <a:pt x="660218" y="88899"/>
                </a:lnTo>
                <a:cubicBezTo>
                  <a:pt x="657335" y="92936"/>
                  <a:pt x="653930" y="95942"/>
                  <a:pt x="650004" y="97916"/>
                </a:cubicBezTo>
                <a:cubicBezTo>
                  <a:pt x="646078" y="99890"/>
                  <a:pt x="642119" y="100877"/>
                  <a:pt x="638126" y="100877"/>
                </a:cubicBezTo>
                <a:cubicBezTo>
                  <a:pt x="630008" y="100877"/>
                  <a:pt x="623055" y="97605"/>
                  <a:pt x="617266" y="91062"/>
                </a:cubicBezTo>
                <a:cubicBezTo>
                  <a:pt x="611477" y="84519"/>
                  <a:pt x="608582" y="75392"/>
                  <a:pt x="608582" y="63680"/>
                </a:cubicBezTo>
                <a:cubicBezTo>
                  <a:pt x="608582" y="51703"/>
                  <a:pt x="611399" y="42598"/>
                  <a:pt x="617033" y="36365"/>
                </a:cubicBezTo>
                <a:cubicBezTo>
                  <a:pt x="622667" y="30132"/>
                  <a:pt x="629787" y="27016"/>
                  <a:pt x="638393" y="27016"/>
                </a:cubicBezTo>
                <a:cubicBezTo>
                  <a:pt x="646289" y="27016"/>
                  <a:pt x="653120" y="30299"/>
                  <a:pt x="658887" y="36864"/>
                </a:cubicBezTo>
                <a:lnTo>
                  <a:pt x="658887" y="1730"/>
                </a:lnTo>
                <a:lnTo>
                  <a:pt x="677586" y="1730"/>
                </a:lnTo>
                <a:lnTo>
                  <a:pt x="677586" y="99280"/>
                </a:lnTo>
                <a:moveTo>
                  <a:pt x="627679" y="62451"/>
                </a:moveTo>
                <a:cubicBezTo>
                  <a:pt x="627679" y="69982"/>
                  <a:pt x="628722" y="75430"/>
                  <a:pt x="630807" y="78796"/>
                </a:cubicBezTo>
                <a:cubicBezTo>
                  <a:pt x="633823" y="83668"/>
                  <a:pt x="638038" y="86105"/>
                  <a:pt x="643450" y="86105"/>
                </a:cubicBezTo>
                <a:cubicBezTo>
                  <a:pt x="647753" y="86105"/>
                  <a:pt x="651413" y="84278"/>
                  <a:pt x="654429" y="80623"/>
                </a:cubicBezTo>
                <a:cubicBezTo>
                  <a:pt x="657446" y="76969"/>
                  <a:pt x="658954" y="71510"/>
                  <a:pt x="658954" y="64246"/>
                </a:cubicBezTo>
                <a:cubicBezTo>
                  <a:pt x="658954" y="56139"/>
                  <a:pt x="657490" y="50303"/>
                  <a:pt x="654562" y="46737"/>
                </a:cubicBezTo>
                <a:cubicBezTo>
                  <a:pt x="651634" y="43172"/>
                  <a:pt x="647886" y="41389"/>
                  <a:pt x="643317" y="41389"/>
                </a:cubicBezTo>
                <a:cubicBezTo>
                  <a:pt x="638881" y="41389"/>
                  <a:pt x="635165" y="43149"/>
                  <a:pt x="632171" y="46671"/>
                </a:cubicBezTo>
                <a:cubicBezTo>
                  <a:pt x="629177" y="50192"/>
                  <a:pt x="627679" y="55452"/>
                  <a:pt x="627679" y="62451"/>
                </a:cubicBezTo>
                <a:close/>
                <a:moveTo>
                  <a:pt x="736962" y="76789"/>
                </a:moveTo>
                <a:lnTo>
                  <a:pt x="755594" y="79983"/>
                </a:lnTo>
                <a:cubicBezTo>
                  <a:pt x="753198" y="86792"/>
                  <a:pt x="749416" y="91977"/>
                  <a:pt x="744248" y="95537"/>
                </a:cubicBezTo>
                <a:cubicBezTo>
                  <a:pt x="739080" y="99097"/>
                  <a:pt x="732615" y="100877"/>
                  <a:pt x="724852" y="100877"/>
                </a:cubicBezTo>
                <a:cubicBezTo>
                  <a:pt x="712564" y="100877"/>
                  <a:pt x="703470" y="96862"/>
                  <a:pt x="697570" y="88833"/>
                </a:cubicBezTo>
                <a:cubicBezTo>
                  <a:pt x="692912" y="82401"/>
                  <a:pt x="690583" y="74283"/>
                  <a:pt x="690583" y="64479"/>
                </a:cubicBezTo>
                <a:cubicBezTo>
                  <a:pt x="690583" y="52767"/>
                  <a:pt x="693644" y="43596"/>
                  <a:pt x="699765" y="36964"/>
                </a:cubicBezTo>
                <a:cubicBezTo>
                  <a:pt x="705887" y="30332"/>
                  <a:pt x="713628" y="27016"/>
                  <a:pt x="722988" y="27016"/>
                </a:cubicBezTo>
                <a:cubicBezTo>
                  <a:pt x="733502" y="27016"/>
                  <a:pt x="741797" y="30487"/>
                  <a:pt x="747875" y="37430"/>
                </a:cubicBezTo>
                <a:cubicBezTo>
                  <a:pt x="753952" y="44372"/>
                  <a:pt x="756858" y="55008"/>
                  <a:pt x="756592" y="69336"/>
                </a:cubicBezTo>
                <a:lnTo>
                  <a:pt x="709747" y="69336"/>
                </a:lnTo>
                <a:cubicBezTo>
                  <a:pt x="709880" y="74881"/>
                  <a:pt x="711388" y="79195"/>
                  <a:pt x="714271" y="82279"/>
                </a:cubicBezTo>
                <a:cubicBezTo>
                  <a:pt x="717155" y="85362"/>
                  <a:pt x="720748" y="86903"/>
                  <a:pt x="725051" y="86903"/>
                </a:cubicBezTo>
                <a:cubicBezTo>
                  <a:pt x="727979" y="86903"/>
                  <a:pt x="730441" y="86105"/>
                  <a:pt x="732437" y="84508"/>
                </a:cubicBezTo>
                <a:cubicBezTo>
                  <a:pt x="734434" y="82911"/>
                  <a:pt x="735942" y="80338"/>
                  <a:pt x="736962" y="76789"/>
                </a:cubicBezTo>
                <a:moveTo>
                  <a:pt x="738027" y="57891"/>
                </a:moveTo>
                <a:cubicBezTo>
                  <a:pt x="737894" y="52501"/>
                  <a:pt x="736496" y="48403"/>
                  <a:pt x="733835" y="45598"/>
                </a:cubicBezTo>
                <a:cubicBezTo>
                  <a:pt x="731173" y="42792"/>
                  <a:pt x="727935" y="41389"/>
                  <a:pt x="724120" y="41389"/>
                </a:cubicBezTo>
                <a:cubicBezTo>
                  <a:pt x="720038" y="41389"/>
                  <a:pt x="716667" y="42869"/>
                  <a:pt x="714005" y="45828"/>
                </a:cubicBezTo>
                <a:cubicBezTo>
                  <a:pt x="711344" y="48789"/>
                  <a:pt x="710035" y="52810"/>
                  <a:pt x="710079" y="57891"/>
                </a:cubicBezTo>
                <a:lnTo>
                  <a:pt x="738027" y="57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BCD2C-6A88-4F79-AD0C-32982F74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689" y="4641980"/>
            <a:ext cx="52291" cy="64809"/>
          </a:xfrm>
          <a:custGeom xmlns:a="http://schemas.openxmlformats.org/drawingml/2006/main">
            <a:pathLst>
              <a:path w="52291" h="64809">
                <a:moveTo>
                  <a:pt x="0" y="60325"/>
                </a:moveTo>
                <a:lnTo>
                  <a:pt x="0" y="3927"/>
                </a:lnTo>
                <a:cubicBezTo>
                  <a:pt x="7" y="1757"/>
                  <a:pt x="1770" y="0"/>
                  <a:pt x="3940" y="0"/>
                </a:cubicBezTo>
                <a:cubicBezTo>
                  <a:pt x="4694" y="0"/>
                  <a:pt x="5428" y="216"/>
                  <a:pt x="6058" y="623"/>
                </a:cubicBezTo>
                <a:lnTo>
                  <a:pt x="49931" y="28815"/>
                </a:lnTo>
                <a:cubicBezTo>
                  <a:pt x="51760" y="29989"/>
                  <a:pt x="52291" y="32421"/>
                  <a:pt x="51118" y="34250"/>
                </a:cubicBezTo>
                <a:cubicBezTo>
                  <a:pt x="50809" y="34729"/>
                  <a:pt x="50403" y="35135"/>
                  <a:pt x="49931" y="35437"/>
                </a:cubicBezTo>
                <a:lnTo>
                  <a:pt x="6058" y="63636"/>
                </a:lnTo>
                <a:cubicBezTo>
                  <a:pt x="4235" y="64809"/>
                  <a:pt x="1796" y="64277"/>
                  <a:pt x="623" y="62449"/>
                </a:cubicBezTo>
                <a:cubicBezTo>
                  <a:pt x="223" y="61820"/>
                  <a:pt x="7" y="61079"/>
                  <a:pt x="0" y="60331"/>
                </a:cubicBezTo>
                <a:lnTo>
                  <a:pt x="0" y="6032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ADCFC-0200-4A9A-98EE-B5A4CEAD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820" y="4587562"/>
            <a:ext cx="173076" cy="173087"/>
          </a:xfrm>
          <a:custGeom xmlns:a="http://schemas.openxmlformats.org/drawingml/2006/main">
            <a:pathLst>
              <a:path w="173076" h="173087">
                <a:moveTo>
                  <a:pt x="0" y="86543"/>
                </a:moveTo>
                <a:cubicBezTo>
                  <a:pt x="0" y="38748"/>
                  <a:pt x="38746" y="0"/>
                  <a:pt x="86536" y="0"/>
                </a:cubicBezTo>
                <a:cubicBezTo>
                  <a:pt x="134330" y="0"/>
                  <a:pt x="173076" y="38748"/>
                  <a:pt x="173076" y="86543"/>
                </a:cubicBezTo>
                <a:cubicBezTo>
                  <a:pt x="173076" y="134339"/>
                  <a:pt x="134330" y="173087"/>
                  <a:pt x="86537" y="173087"/>
                </a:cubicBezTo>
                <a:cubicBezTo>
                  <a:pt x="38747" y="173087"/>
                  <a:pt x="0" y="134339"/>
                  <a:pt x="0" y="86543"/>
                </a:cubicBezTo>
                <a:close/>
                <a:moveTo>
                  <a:pt x="86536" y="11801"/>
                </a:moveTo>
                <a:cubicBezTo>
                  <a:pt x="45262" y="11801"/>
                  <a:pt x="11801" y="45265"/>
                  <a:pt x="11801" y="86543"/>
                </a:cubicBezTo>
                <a:cubicBezTo>
                  <a:pt x="11801" y="127822"/>
                  <a:pt x="45263" y="161285"/>
                  <a:pt x="86537" y="161285"/>
                </a:cubicBezTo>
                <a:cubicBezTo>
                  <a:pt x="127814" y="161285"/>
                  <a:pt x="161276" y="127822"/>
                  <a:pt x="161276" y="86543"/>
                </a:cubicBezTo>
                <a:cubicBezTo>
                  <a:pt x="161275" y="45265"/>
                  <a:pt x="127813" y="11801"/>
                  <a:pt x="86536" y="11801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2D342-10A2-4C22-B424-1414DA51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5547808"/>
            <a:ext cx="1515173" cy="548265"/>
          </a:xfrm>
          <a:custGeom xmlns:a="http://schemas.openxmlformats.org/drawingml/2006/main">
            <a:pathLst>
              <a:path w="1515173" h="548265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57"/>
                </a:lnTo>
                <a:cubicBezTo>
                  <a:pt x="1515173" y="530443"/>
                  <a:pt x="1497382" y="548265"/>
                  <a:pt x="1475350" y="548265"/>
                </a:cubicBezTo>
                <a:lnTo>
                  <a:pt x="39823" y="548265"/>
                </a:lnTo>
                <a:cubicBezTo>
                  <a:pt x="17867" y="548265"/>
                  <a:pt x="0" y="530443"/>
                  <a:pt x="0" y="508457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2774C-2712-4A92-A86E-230E3A3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5547808"/>
            <a:ext cx="1515173" cy="548265"/>
          </a:xfrm>
          <a:custGeom xmlns:a="http://schemas.openxmlformats.org/drawingml/2006/main">
            <a:pathLst>
              <a:path w="1515173" h="548265" fill="none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57"/>
                </a:lnTo>
                <a:cubicBezTo>
                  <a:pt x="1515173" y="530443"/>
                  <a:pt x="1497382" y="548265"/>
                  <a:pt x="1475350" y="548265"/>
                </a:cubicBezTo>
                <a:lnTo>
                  <a:pt x="39823" y="548265"/>
                </a:lnTo>
                <a:cubicBezTo>
                  <a:pt x="17867" y="548265"/>
                  <a:pt x="0" y="530443"/>
                  <a:pt x="0" y="508457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2E5EE-8887-4E26-8F2A-90AE17A0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899" y="5735367"/>
            <a:ext cx="177074" cy="177090"/>
          </a:xfrm>
          <a:custGeom xmlns:a="http://schemas.openxmlformats.org/drawingml/2006/main">
            <a:pathLst>
              <a:path w="177074" h="177090">
                <a:moveTo>
                  <a:pt x="0" y="88544"/>
                </a:move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4" y="137447"/>
                  <a:pt x="137435" y="177090"/>
                  <a:pt x="88535" y="177090"/>
                </a:cubicBezTo>
                <a:cubicBezTo>
                  <a:pt x="39640" y="177090"/>
                  <a:pt x="0" y="137447"/>
                  <a:pt x="0" y="88544"/>
                </a:cubicBezTo>
                <a:close/>
                <a:moveTo>
                  <a:pt x="74706" y="116215"/>
                </a:moveTo>
                <a:cubicBezTo>
                  <a:pt x="74705" y="107438"/>
                  <a:pt x="68873" y="100034"/>
                  <a:pt x="60871" y="97643"/>
                </a:cubicBezTo>
                <a:lnTo>
                  <a:pt x="60871" y="76683"/>
                </a:lnTo>
                <a:cubicBezTo>
                  <a:pt x="71115" y="73566"/>
                  <a:pt x="76891" y="62728"/>
                  <a:pt x="73772" y="52481"/>
                </a:cubicBezTo>
                <a:cubicBezTo>
                  <a:pt x="71298" y="44355"/>
                  <a:pt x="63828" y="38793"/>
                  <a:pt x="55337" y="38738"/>
                </a:cubicBezTo>
                <a:cubicBezTo>
                  <a:pt x="44641" y="38720"/>
                  <a:pt x="35953" y="47380"/>
                  <a:pt x="35934" y="58070"/>
                </a:cubicBezTo>
                <a:cubicBezTo>
                  <a:pt x="35918" y="66666"/>
                  <a:pt x="41565" y="74239"/>
                  <a:pt x="49804" y="76683"/>
                </a:cubicBezTo>
                <a:lnTo>
                  <a:pt x="49804" y="97643"/>
                </a:lnTo>
                <a:cubicBezTo>
                  <a:pt x="39559" y="100763"/>
                  <a:pt x="33783" y="111597"/>
                  <a:pt x="36902" y="121842"/>
                </a:cubicBezTo>
                <a:cubicBezTo>
                  <a:pt x="39376" y="129965"/>
                  <a:pt x="46846" y="135535"/>
                  <a:pt x="55338" y="135584"/>
                </a:cubicBezTo>
                <a:cubicBezTo>
                  <a:pt x="66034" y="135584"/>
                  <a:pt x="74706" y="126913"/>
                  <a:pt x="74706" y="116215"/>
                </a:cubicBezTo>
                <a:close/>
                <a:moveTo>
                  <a:pt x="110670" y="60874"/>
                </a:moveTo>
                <a:lnTo>
                  <a:pt x="113437" y="60874"/>
                </a:lnTo>
                <a:cubicBezTo>
                  <a:pt x="116499" y="60874"/>
                  <a:pt x="118970" y="63355"/>
                  <a:pt x="118970" y="66408"/>
                </a:cubicBezTo>
                <a:lnTo>
                  <a:pt x="118970" y="97643"/>
                </a:lnTo>
                <a:cubicBezTo>
                  <a:pt x="108733" y="100763"/>
                  <a:pt x="102950" y="111597"/>
                  <a:pt x="106077" y="121842"/>
                </a:cubicBezTo>
                <a:cubicBezTo>
                  <a:pt x="108549" y="129965"/>
                  <a:pt x="116019" y="135535"/>
                  <a:pt x="124504" y="135584"/>
                </a:cubicBezTo>
                <a:cubicBezTo>
                  <a:pt x="135203" y="135605"/>
                  <a:pt x="143891" y="126948"/>
                  <a:pt x="143909" y="116251"/>
                </a:cubicBezTo>
                <a:cubicBezTo>
                  <a:pt x="143927" y="107659"/>
                  <a:pt x="138283" y="100083"/>
                  <a:pt x="130038" y="97643"/>
                </a:cubicBezTo>
                <a:lnTo>
                  <a:pt x="130038" y="66408"/>
                </a:lnTo>
                <a:cubicBezTo>
                  <a:pt x="130038" y="57240"/>
                  <a:pt x="122613" y="49806"/>
                  <a:pt x="113437" y="49806"/>
                </a:cubicBezTo>
                <a:lnTo>
                  <a:pt x="110670" y="49806"/>
                </a:lnTo>
                <a:lnTo>
                  <a:pt x="110670" y="34634"/>
                </a:lnTo>
                <a:cubicBezTo>
                  <a:pt x="110679" y="33103"/>
                  <a:pt x="109443" y="31867"/>
                  <a:pt x="107912" y="31857"/>
                </a:cubicBezTo>
                <a:cubicBezTo>
                  <a:pt x="107174" y="31857"/>
                  <a:pt x="106464" y="32153"/>
                  <a:pt x="105948" y="32678"/>
                </a:cubicBezTo>
                <a:lnTo>
                  <a:pt x="85242" y="53385"/>
                </a:lnTo>
                <a:cubicBezTo>
                  <a:pt x="84160" y="54464"/>
                  <a:pt x="84157" y="56216"/>
                  <a:pt x="85233" y="57296"/>
                </a:cubicBezTo>
                <a:cubicBezTo>
                  <a:pt x="85233" y="57296"/>
                  <a:pt x="85242" y="57296"/>
                  <a:pt x="85242" y="57305"/>
                </a:cubicBezTo>
                <a:lnTo>
                  <a:pt x="105948" y="78011"/>
                </a:lnTo>
                <a:cubicBezTo>
                  <a:pt x="107027" y="79090"/>
                  <a:pt x="108779" y="79090"/>
                  <a:pt x="109858" y="78011"/>
                </a:cubicBezTo>
                <a:cubicBezTo>
                  <a:pt x="110384" y="77495"/>
                  <a:pt x="110679" y="76784"/>
                  <a:pt x="110670" y="76047"/>
                </a:cubicBezTo>
                <a:lnTo>
                  <a:pt x="110670" y="6087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Patches">
            <a:extLst xmlns:a="http://schemas.openxmlformats.org/drawingml/2006/main">
              <a:ext uri="{FF2B5EF4-FFF2-40B4-BE49-F238E27FC236}">
                <a16:creationId xmlns:a16="http://schemas.microsoft.com/office/drawing/2014/main" id="{8AF2E45D-1DD5-42DF-917C-DA4AB72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52" y="5779625"/>
            <a:ext cx="505732" cy="99147"/>
          </a:xfrm>
          <a:custGeom xmlns:a="http://schemas.openxmlformats.org/drawingml/2006/main">
            <a:pathLst>
              <a:path w="505732" h="99147">
                <a:moveTo>
                  <a:pt x="0" y="97550"/>
                </a:moveTo>
                <a:lnTo>
                  <a:pt x="0" y="0"/>
                </a:lnTo>
                <a:lnTo>
                  <a:pt x="31607" y="0"/>
                </a:lnTo>
                <a:cubicBezTo>
                  <a:pt x="43585" y="0"/>
                  <a:pt x="51392" y="487"/>
                  <a:pt x="55030" y="1462"/>
                </a:cubicBezTo>
                <a:cubicBezTo>
                  <a:pt x="60619" y="2924"/>
                  <a:pt x="65299" y="6104"/>
                  <a:pt x="69070" y="11000"/>
                </a:cubicBezTo>
                <a:cubicBezTo>
                  <a:pt x="72841" y="15896"/>
                  <a:pt x="74726" y="22222"/>
                  <a:pt x="74726" y="29977"/>
                </a:cubicBezTo>
                <a:cubicBezTo>
                  <a:pt x="74726" y="35959"/>
                  <a:pt x="73639" y="40988"/>
                  <a:pt x="71466" y="45065"/>
                </a:cubicBezTo>
                <a:cubicBezTo>
                  <a:pt x="69292" y="49142"/>
                  <a:pt x="66530" y="52344"/>
                  <a:pt x="63181" y="54670"/>
                </a:cubicBezTo>
                <a:cubicBezTo>
                  <a:pt x="59832" y="56996"/>
                  <a:pt x="56427" y="58536"/>
                  <a:pt x="52967" y="59291"/>
                </a:cubicBezTo>
                <a:cubicBezTo>
                  <a:pt x="48265" y="60221"/>
                  <a:pt x="41455" y="60686"/>
                  <a:pt x="32539" y="60686"/>
                </a:cubicBezTo>
                <a:lnTo>
                  <a:pt x="19696" y="60686"/>
                </a:lnTo>
                <a:lnTo>
                  <a:pt x="19696" y="97550"/>
                </a:lnTo>
                <a:lnTo>
                  <a:pt x="0" y="97550"/>
                </a:lnTo>
                <a:moveTo>
                  <a:pt x="19696" y="16502"/>
                </a:moveTo>
                <a:lnTo>
                  <a:pt x="19696" y="44184"/>
                </a:lnTo>
                <a:lnTo>
                  <a:pt x="30476" y="44184"/>
                </a:lnTo>
                <a:cubicBezTo>
                  <a:pt x="38239" y="44184"/>
                  <a:pt x="43429" y="43673"/>
                  <a:pt x="46047" y="42653"/>
                </a:cubicBezTo>
                <a:cubicBezTo>
                  <a:pt x="48664" y="41633"/>
                  <a:pt x="50716" y="40036"/>
                  <a:pt x="52202" y="37862"/>
                </a:cubicBezTo>
                <a:cubicBezTo>
                  <a:pt x="53688" y="35688"/>
                  <a:pt x="54431" y="33160"/>
                  <a:pt x="54431" y="30276"/>
                </a:cubicBezTo>
                <a:cubicBezTo>
                  <a:pt x="54431" y="26728"/>
                  <a:pt x="53388" y="23800"/>
                  <a:pt x="51304" y="21493"/>
                </a:cubicBezTo>
                <a:cubicBezTo>
                  <a:pt x="49219" y="19186"/>
                  <a:pt x="46579" y="17744"/>
                  <a:pt x="43385" y="17168"/>
                </a:cubicBezTo>
                <a:cubicBezTo>
                  <a:pt x="41034" y="16724"/>
                  <a:pt x="36309" y="16502"/>
                  <a:pt x="29212" y="16502"/>
                </a:cubicBezTo>
                <a:lnTo>
                  <a:pt x="19696" y="16502"/>
                </a:lnTo>
                <a:close/>
                <a:moveTo>
                  <a:pt x="104737" y="48708"/>
                </a:moveTo>
                <a:lnTo>
                  <a:pt x="87769" y="45647"/>
                </a:lnTo>
                <a:cubicBezTo>
                  <a:pt x="89677" y="38726"/>
                  <a:pt x="92959" y="33602"/>
                  <a:pt x="97617" y="30276"/>
                </a:cubicBezTo>
                <a:cubicBezTo>
                  <a:pt x="102275" y="26949"/>
                  <a:pt x="109195" y="25286"/>
                  <a:pt x="118378" y="25286"/>
                </a:cubicBezTo>
                <a:cubicBezTo>
                  <a:pt x="126718" y="25286"/>
                  <a:pt x="132929" y="26273"/>
                  <a:pt x="137010" y="28247"/>
                </a:cubicBezTo>
                <a:cubicBezTo>
                  <a:pt x="141091" y="30221"/>
                  <a:pt x="143963" y="32727"/>
                  <a:pt x="145627" y="35766"/>
                </a:cubicBezTo>
                <a:cubicBezTo>
                  <a:pt x="147290" y="38805"/>
                  <a:pt x="148122" y="44383"/>
                  <a:pt x="148122" y="52501"/>
                </a:cubicBezTo>
                <a:lnTo>
                  <a:pt x="147923" y="74327"/>
                </a:lnTo>
                <a:cubicBezTo>
                  <a:pt x="147923" y="80537"/>
                  <a:pt x="148222" y="85118"/>
                  <a:pt x="148821" y="88068"/>
                </a:cubicBezTo>
                <a:cubicBezTo>
                  <a:pt x="149420" y="91018"/>
                  <a:pt x="150540" y="94178"/>
                  <a:pt x="152181" y="97550"/>
                </a:cubicBezTo>
                <a:lnTo>
                  <a:pt x="133683" y="97550"/>
                </a:lnTo>
                <a:cubicBezTo>
                  <a:pt x="133195" y="96308"/>
                  <a:pt x="132596" y="94467"/>
                  <a:pt x="131886" y="92027"/>
                </a:cubicBezTo>
                <a:cubicBezTo>
                  <a:pt x="131576" y="90918"/>
                  <a:pt x="131354" y="90186"/>
                  <a:pt x="131221" y="89831"/>
                </a:cubicBezTo>
                <a:cubicBezTo>
                  <a:pt x="128027" y="92936"/>
                  <a:pt x="124611" y="95265"/>
                  <a:pt x="120973" y="96818"/>
                </a:cubicBezTo>
                <a:cubicBezTo>
                  <a:pt x="117336" y="98371"/>
                  <a:pt x="113454" y="99147"/>
                  <a:pt x="109329" y="99147"/>
                </a:cubicBezTo>
                <a:cubicBezTo>
                  <a:pt x="102053" y="99147"/>
                  <a:pt x="96320" y="97181"/>
                  <a:pt x="92128" y="93250"/>
                </a:cubicBezTo>
                <a:cubicBezTo>
                  <a:pt x="87935" y="89318"/>
                  <a:pt x="85839" y="84348"/>
                  <a:pt x="85839" y="78340"/>
                </a:cubicBezTo>
                <a:cubicBezTo>
                  <a:pt x="85839" y="74364"/>
                  <a:pt x="86793" y="70820"/>
                  <a:pt x="88701" y="67706"/>
                </a:cubicBezTo>
                <a:cubicBezTo>
                  <a:pt x="90608" y="64591"/>
                  <a:pt x="93281" y="62205"/>
                  <a:pt x="96719" y="60549"/>
                </a:cubicBezTo>
                <a:cubicBezTo>
                  <a:pt x="100157" y="58892"/>
                  <a:pt x="105114" y="57445"/>
                  <a:pt x="111591" y="56209"/>
                </a:cubicBezTo>
                <a:cubicBezTo>
                  <a:pt x="120330" y="54574"/>
                  <a:pt x="126385" y="53050"/>
                  <a:pt x="129757" y="51636"/>
                </a:cubicBezTo>
                <a:lnTo>
                  <a:pt x="129757" y="49752"/>
                </a:lnTo>
                <a:cubicBezTo>
                  <a:pt x="129757" y="46119"/>
                  <a:pt x="128870" y="43529"/>
                  <a:pt x="127095" y="41981"/>
                </a:cubicBezTo>
                <a:cubicBezTo>
                  <a:pt x="125321" y="40433"/>
                  <a:pt x="121971" y="39659"/>
                  <a:pt x="117047" y="39659"/>
                </a:cubicBezTo>
                <a:cubicBezTo>
                  <a:pt x="113720" y="39659"/>
                  <a:pt x="111125" y="40328"/>
                  <a:pt x="109262" y="41667"/>
                </a:cubicBezTo>
                <a:cubicBezTo>
                  <a:pt x="107399" y="43005"/>
                  <a:pt x="105891" y="45352"/>
                  <a:pt x="104737" y="48708"/>
                </a:cubicBezTo>
                <a:moveTo>
                  <a:pt x="129757" y="63880"/>
                </a:moveTo>
                <a:cubicBezTo>
                  <a:pt x="127361" y="64669"/>
                  <a:pt x="123568" y="65611"/>
                  <a:pt x="118378" y="66708"/>
                </a:cubicBezTo>
                <a:cubicBezTo>
                  <a:pt x="113188" y="67803"/>
                  <a:pt x="109794" y="68877"/>
                  <a:pt x="108197" y="69929"/>
                </a:cubicBezTo>
                <a:cubicBezTo>
                  <a:pt x="105757" y="71638"/>
                  <a:pt x="104538" y="73808"/>
                  <a:pt x="104538" y="76437"/>
                </a:cubicBezTo>
                <a:cubicBezTo>
                  <a:pt x="104538" y="79024"/>
                  <a:pt x="105513" y="81260"/>
                  <a:pt x="107465" y="83146"/>
                </a:cubicBezTo>
                <a:cubicBezTo>
                  <a:pt x="109417" y="85030"/>
                  <a:pt x="111901" y="85972"/>
                  <a:pt x="114918" y="85972"/>
                </a:cubicBezTo>
                <a:cubicBezTo>
                  <a:pt x="118289" y="85972"/>
                  <a:pt x="121506" y="84876"/>
                  <a:pt x="124567" y="82684"/>
                </a:cubicBezTo>
                <a:cubicBezTo>
                  <a:pt x="126829" y="81019"/>
                  <a:pt x="128315" y="78981"/>
                  <a:pt x="129025" y="76568"/>
                </a:cubicBezTo>
                <a:cubicBezTo>
                  <a:pt x="129513" y="74991"/>
                  <a:pt x="129757" y="71989"/>
                  <a:pt x="129757" y="67563"/>
                </a:cubicBezTo>
                <a:lnTo>
                  <a:pt x="129757" y="63880"/>
                </a:lnTo>
                <a:close/>
                <a:moveTo>
                  <a:pt x="198530" y="26883"/>
                </a:moveTo>
                <a:lnTo>
                  <a:pt x="198530" y="41788"/>
                </a:lnTo>
                <a:lnTo>
                  <a:pt x="185754" y="41788"/>
                </a:lnTo>
                <a:lnTo>
                  <a:pt x="185754" y="70222"/>
                </a:lnTo>
                <a:cubicBezTo>
                  <a:pt x="185754" y="75981"/>
                  <a:pt x="185876" y="79336"/>
                  <a:pt x="186120" y="80289"/>
                </a:cubicBezTo>
                <a:cubicBezTo>
                  <a:pt x="186364" y="81240"/>
                  <a:pt x="186919" y="82026"/>
                  <a:pt x="187784" y="82647"/>
                </a:cubicBezTo>
                <a:cubicBezTo>
                  <a:pt x="188649" y="83266"/>
                  <a:pt x="189702" y="83576"/>
                  <a:pt x="190945" y="83576"/>
                </a:cubicBezTo>
                <a:cubicBezTo>
                  <a:pt x="192675" y="83576"/>
                  <a:pt x="195181" y="82977"/>
                  <a:pt x="198464" y="81780"/>
                </a:cubicBezTo>
                <a:lnTo>
                  <a:pt x="200061" y="96340"/>
                </a:lnTo>
                <a:cubicBezTo>
                  <a:pt x="195713" y="98211"/>
                  <a:pt x="190789" y="99147"/>
                  <a:pt x="185289" y="99147"/>
                </a:cubicBezTo>
                <a:cubicBezTo>
                  <a:pt x="181917" y="99147"/>
                  <a:pt x="178878" y="98581"/>
                  <a:pt x="176172" y="97450"/>
                </a:cubicBezTo>
                <a:cubicBezTo>
                  <a:pt x="173466" y="96319"/>
                  <a:pt x="171481" y="94855"/>
                  <a:pt x="170217" y="93058"/>
                </a:cubicBezTo>
                <a:cubicBezTo>
                  <a:pt x="168953" y="91262"/>
                  <a:pt x="168076" y="88833"/>
                  <a:pt x="167588" y="85772"/>
                </a:cubicBezTo>
                <a:cubicBezTo>
                  <a:pt x="167189" y="83598"/>
                  <a:pt x="166990" y="79207"/>
                  <a:pt x="166990" y="72597"/>
                </a:cubicBezTo>
                <a:lnTo>
                  <a:pt x="166990" y="41788"/>
                </a:lnTo>
                <a:lnTo>
                  <a:pt x="158406" y="41788"/>
                </a:lnTo>
                <a:lnTo>
                  <a:pt x="158406" y="26883"/>
                </a:lnTo>
                <a:lnTo>
                  <a:pt x="166990" y="26883"/>
                </a:lnTo>
                <a:lnTo>
                  <a:pt x="166990" y="12776"/>
                </a:lnTo>
                <a:lnTo>
                  <a:pt x="185754" y="1730"/>
                </a:lnTo>
                <a:lnTo>
                  <a:pt x="185754" y="26883"/>
                </a:lnTo>
                <a:lnTo>
                  <a:pt x="198530" y="26883"/>
                </a:lnTo>
                <a:close/>
                <a:moveTo>
                  <a:pt x="273122" y="47777"/>
                </a:moveTo>
                <a:lnTo>
                  <a:pt x="254690" y="51104"/>
                </a:lnTo>
                <a:cubicBezTo>
                  <a:pt x="254069" y="47444"/>
                  <a:pt x="252661" y="44688"/>
                  <a:pt x="250465" y="42836"/>
                </a:cubicBezTo>
                <a:cubicBezTo>
                  <a:pt x="248269" y="40984"/>
                  <a:pt x="245419" y="40058"/>
                  <a:pt x="241914" y="40058"/>
                </a:cubicBezTo>
                <a:cubicBezTo>
                  <a:pt x="237256" y="40058"/>
                  <a:pt x="233541" y="41661"/>
                  <a:pt x="230769" y="44868"/>
                </a:cubicBezTo>
                <a:cubicBezTo>
                  <a:pt x="227996" y="48074"/>
                  <a:pt x="226610" y="53436"/>
                  <a:pt x="226610" y="60954"/>
                </a:cubicBezTo>
                <a:cubicBezTo>
                  <a:pt x="226610" y="69313"/>
                  <a:pt x="228018" y="75218"/>
                  <a:pt x="230835" y="78669"/>
                </a:cubicBezTo>
                <a:cubicBezTo>
                  <a:pt x="233652" y="82118"/>
                  <a:pt x="237434" y="83842"/>
                  <a:pt x="242180" y="83842"/>
                </a:cubicBezTo>
                <a:cubicBezTo>
                  <a:pt x="245729" y="83842"/>
                  <a:pt x="248635" y="82833"/>
                  <a:pt x="250897" y="80815"/>
                </a:cubicBezTo>
                <a:cubicBezTo>
                  <a:pt x="253160" y="78796"/>
                  <a:pt x="254757" y="75325"/>
                  <a:pt x="255688" y="70401"/>
                </a:cubicBezTo>
                <a:lnTo>
                  <a:pt x="274054" y="73595"/>
                </a:lnTo>
                <a:cubicBezTo>
                  <a:pt x="272146" y="82024"/>
                  <a:pt x="268487" y="88389"/>
                  <a:pt x="263074" y="92692"/>
                </a:cubicBezTo>
                <a:cubicBezTo>
                  <a:pt x="257662" y="96995"/>
                  <a:pt x="250409" y="99147"/>
                  <a:pt x="241315" y="99147"/>
                </a:cubicBezTo>
                <a:cubicBezTo>
                  <a:pt x="230979" y="99147"/>
                  <a:pt x="222739" y="95886"/>
                  <a:pt x="216595" y="89365"/>
                </a:cubicBezTo>
                <a:cubicBezTo>
                  <a:pt x="210451" y="82844"/>
                  <a:pt x="207379" y="73817"/>
                  <a:pt x="207379" y="62283"/>
                </a:cubicBezTo>
                <a:cubicBezTo>
                  <a:pt x="207379" y="50616"/>
                  <a:pt x="210462" y="41533"/>
                  <a:pt x="216628" y="35034"/>
                </a:cubicBezTo>
                <a:cubicBezTo>
                  <a:pt x="222795" y="28535"/>
                  <a:pt x="231135" y="25286"/>
                  <a:pt x="241648" y="25286"/>
                </a:cubicBezTo>
                <a:cubicBezTo>
                  <a:pt x="250254" y="25286"/>
                  <a:pt x="257097" y="27138"/>
                  <a:pt x="262176" y="30842"/>
                </a:cubicBezTo>
                <a:cubicBezTo>
                  <a:pt x="267255" y="34546"/>
                  <a:pt x="270904" y="40191"/>
                  <a:pt x="273122" y="47777"/>
                </a:cubicBezTo>
                <a:close/>
                <a:moveTo>
                  <a:pt x="305906" y="0"/>
                </a:moveTo>
                <a:lnTo>
                  <a:pt x="305906" y="35916"/>
                </a:lnTo>
                <a:cubicBezTo>
                  <a:pt x="311940" y="28829"/>
                  <a:pt x="319148" y="25286"/>
                  <a:pt x="327532" y="25286"/>
                </a:cubicBezTo>
                <a:cubicBezTo>
                  <a:pt x="331835" y="25286"/>
                  <a:pt x="335717" y="26084"/>
                  <a:pt x="339177" y="27681"/>
                </a:cubicBezTo>
                <a:cubicBezTo>
                  <a:pt x="342637" y="29278"/>
                  <a:pt x="345244" y="31319"/>
                  <a:pt x="346996" y="33803"/>
                </a:cubicBezTo>
                <a:cubicBezTo>
                  <a:pt x="348748" y="36287"/>
                  <a:pt x="349946" y="39038"/>
                  <a:pt x="350589" y="42054"/>
                </a:cubicBezTo>
                <a:cubicBezTo>
                  <a:pt x="351232" y="45071"/>
                  <a:pt x="351554" y="49751"/>
                  <a:pt x="351554" y="56094"/>
                </a:cubicBezTo>
                <a:lnTo>
                  <a:pt x="351554" y="97550"/>
                </a:lnTo>
                <a:lnTo>
                  <a:pt x="332856" y="97550"/>
                </a:lnTo>
                <a:lnTo>
                  <a:pt x="332856" y="60264"/>
                </a:lnTo>
                <a:cubicBezTo>
                  <a:pt x="332856" y="52864"/>
                  <a:pt x="332501" y="48167"/>
                  <a:pt x="331791" y="46174"/>
                </a:cubicBezTo>
                <a:cubicBezTo>
                  <a:pt x="331081" y="44179"/>
                  <a:pt x="329828" y="42594"/>
                  <a:pt x="328032" y="41420"/>
                </a:cubicBezTo>
                <a:cubicBezTo>
                  <a:pt x="326235" y="40246"/>
                  <a:pt x="323984" y="39659"/>
                  <a:pt x="321278" y="39659"/>
                </a:cubicBezTo>
                <a:cubicBezTo>
                  <a:pt x="318172" y="39659"/>
                  <a:pt x="315400" y="40412"/>
                  <a:pt x="312960" y="41919"/>
                </a:cubicBezTo>
                <a:cubicBezTo>
                  <a:pt x="310520" y="43426"/>
                  <a:pt x="308734" y="45697"/>
                  <a:pt x="307603" y="48731"/>
                </a:cubicBezTo>
                <a:cubicBezTo>
                  <a:pt x="306472" y="51766"/>
                  <a:pt x="305906" y="56253"/>
                  <a:pt x="305906" y="62191"/>
                </a:cubicBezTo>
                <a:lnTo>
                  <a:pt x="305906" y="97550"/>
                </a:lnTo>
                <a:lnTo>
                  <a:pt x="287208" y="97550"/>
                </a:lnTo>
                <a:lnTo>
                  <a:pt x="287208" y="0"/>
                </a:lnTo>
                <a:lnTo>
                  <a:pt x="305906" y="0"/>
                </a:lnTo>
                <a:close/>
                <a:moveTo>
                  <a:pt x="411463" y="75059"/>
                </a:moveTo>
                <a:lnTo>
                  <a:pt x="430095" y="78253"/>
                </a:lnTo>
                <a:cubicBezTo>
                  <a:pt x="427699" y="85062"/>
                  <a:pt x="423917" y="90247"/>
                  <a:pt x="418749" y="93807"/>
                </a:cubicBezTo>
                <a:cubicBezTo>
                  <a:pt x="413581" y="97367"/>
                  <a:pt x="407116" y="99147"/>
                  <a:pt x="399353" y="99147"/>
                </a:cubicBezTo>
                <a:cubicBezTo>
                  <a:pt x="387065" y="99147"/>
                  <a:pt x="377971" y="95132"/>
                  <a:pt x="372071" y="87103"/>
                </a:cubicBezTo>
                <a:cubicBezTo>
                  <a:pt x="367413" y="80671"/>
                  <a:pt x="365084" y="72552"/>
                  <a:pt x="365084" y="62749"/>
                </a:cubicBezTo>
                <a:cubicBezTo>
                  <a:pt x="365084" y="51037"/>
                  <a:pt x="368145" y="41866"/>
                  <a:pt x="374266" y="35234"/>
                </a:cubicBezTo>
                <a:cubicBezTo>
                  <a:pt x="380388" y="28602"/>
                  <a:pt x="388129" y="25286"/>
                  <a:pt x="397489" y="25286"/>
                </a:cubicBezTo>
                <a:cubicBezTo>
                  <a:pt x="408003" y="25286"/>
                  <a:pt x="416298" y="28757"/>
                  <a:pt x="422376" y="35700"/>
                </a:cubicBezTo>
                <a:cubicBezTo>
                  <a:pt x="428453" y="42642"/>
                  <a:pt x="431359" y="53278"/>
                  <a:pt x="431093" y="67606"/>
                </a:cubicBezTo>
                <a:lnTo>
                  <a:pt x="384248" y="67606"/>
                </a:lnTo>
                <a:cubicBezTo>
                  <a:pt x="384381" y="73151"/>
                  <a:pt x="385889" y="77465"/>
                  <a:pt x="388772" y="80549"/>
                </a:cubicBezTo>
                <a:cubicBezTo>
                  <a:pt x="391656" y="83632"/>
                  <a:pt x="395249" y="85173"/>
                  <a:pt x="399552" y="85173"/>
                </a:cubicBezTo>
                <a:cubicBezTo>
                  <a:pt x="402480" y="85173"/>
                  <a:pt x="404942" y="84375"/>
                  <a:pt x="406938" y="82778"/>
                </a:cubicBezTo>
                <a:cubicBezTo>
                  <a:pt x="408935" y="81181"/>
                  <a:pt x="410443" y="78608"/>
                  <a:pt x="411463" y="75059"/>
                </a:cubicBezTo>
                <a:moveTo>
                  <a:pt x="412528" y="56161"/>
                </a:moveTo>
                <a:cubicBezTo>
                  <a:pt x="412395" y="50771"/>
                  <a:pt x="410997" y="46673"/>
                  <a:pt x="408336" y="43867"/>
                </a:cubicBezTo>
                <a:cubicBezTo>
                  <a:pt x="405674" y="41062"/>
                  <a:pt x="402436" y="39659"/>
                  <a:pt x="398621" y="39659"/>
                </a:cubicBezTo>
                <a:cubicBezTo>
                  <a:pt x="394539" y="39659"/>
                  <a:pt x="391168" y="41139"/>
                  <a:pt x="388506" y="44098"/>
                </a:cubicBezTo>
                <a:cubicBezTo>
                  <a:pt x="385845" y="47059"/>
                  <a:pt x="384536" y="51080"/>
                  <a:pt x="384580" y="56161"/>
                </a:cubicBezTo>
                <a:lnTo>
                  <a:pt x="412528" y="56161"/>
                </a:lnTo>
                <a:close/>
                <a:moveTo>
                  <a:pt x="439723" y="77454"/>
                </a:moveTo>
                <a:lnTo>
                  <a:pt x="458487" y="74527"/>
                </a:lnTo>
                <a:cubicBezTo>
                  <a:pt x="459286" y="78142"/>
                  <a:pt x="460905" y="80887"/>
                  <a:pt x="463345" y="82761"/>
                </a:cubicBezTo>
                <a:cubicBezTo>
                  <a:pt x="465785" y="84635"/>
                  <a:pt x="469200" y="85572"/>
                  <a:pt x="473592" y="85572"/>
                </a:cubicBezTo>
                <a:cubicBezTo>
                  <a:pt x="478428" y="85572"/>
                  <a:pt x="482065" y="84687"/>
                  <a:pt x="484505" y="82915"/>
                </a:cubicBezTo>
                <a:cubicBezTo>
                  <a:pt x="486146" y="81674"/>
                  <a:pt x="486967" y="80013"/>
                  <a:pt x="486967" y="77931"/>
                </a:cubicBezTo>
                <a:cubicBezTo>
                  <a:pt x="486967" y="76512"/>
                  <a:pt x="486523" y="75338"/>
                  <a:pt x="485636" y="74408"/>
                </a:cubicBezTo>
                <a:cubicBezTo>
                  <a:pt x="484705" y="73522"/>
                  <a:pt x="482620" y="72703"/>
                  <a:pt x="479381" y="71950"/>
                </a:cubicBezTo>
                <a:cubicBezTo>
                  <a:pt x="464299" y="68629"/>
                  <a:pt x="454739" y="65594"/>
                  <a:pt x="450702" y="62846"/>
                </a:cubicBezTo>
                <a:cubicBezTo>
                  <a:pt x="445112" y="59034"/>
                  <a:pt x="442318" y="53738"/>
                  <a:pt x="442318" y="46958"/>
                </a:cubicBezTo>
                <a:cubicBezTo>
                  <a:pt x="442318" y="40841"/>
                  <a:pt x="444735" y="35700"/>
                  <a:pt x="449571" y="31534"/>
                </a:cubicBezTo>
                <a:cubicBezTo>
                  <a:pt x="454406" y="27369"/>
                  <a:pt x="461903" y="25286"/>
                  <a:pt x="472062" y="25286"/>
                </a:cubicBezTo>
                <a:cubicBezTo>
                  <a:pt x="481732" y="25286"/>
                  <a:pt x="488919" y="26855"/>
                  <a:pt x="493621" y="29994"/>
                </a:cubicBezTo>
                <a:cubicBezTo>
                  <a:pt x="498323" y="33132"/>
                  <a:pt x="501562" y="37773"/>
                  <a:pt x="503336" y="43917"/>
                </a:cubicBezTo>
                <a:lnTo>
                  <a:pt x="485703" y="47244"/>
                </a:lnTo>
                <a:cubicBezTo>
                  <a:pt x="484949" y="44494"/>
                  <a:pt x="483518" y="42387"/>
                  <a:pt x="481411" y="40923"/>
                </a:cubicBezTo>
                <a:cubicBezTo>
                  <a:pt x="479304" y="39459"/>
                  <a:pt x="476298" y="38727"/>
                  <a:pt x="472394" y="38727"/>
                </a:cubicBezTo>
                <a:cubicBezTo>
                  <a:pt x="467470" y="38727"/>
                  <a:pt x="463944" y="39414"/>
                  <a:pt x="461814" y="40788"/>
                </a:cubicBezTo>
                <a:cubicBezTo>
                  <a:pt x="460395" y="41761"/>
                  <a:pt x="459685" y="43023"/>
                  <a:pt x="459685" y="44575"/>
                </a:cubicBezTo>
                <a:cubicBezTo>
                  <a:pt x="459685" y="45903"/>
                  <a:pt x="460306" y="47032"/>
                  <a:pt x="461548" y="47962"/>
                </a:cubicBezTo>
                <a:cubicBezTo>
                  <a:pt x="463234" y="49203"/>
                  <a:pt x="469056" y="50953"/>
                  <a:pt x="479015" y="53212"/>
                </a:cubicBezTo>
                <a:cubicBezTo>
                  <a:pt x="488974" y="55472"/>
                  <a:pt x="495928" y="58244"/>
                  <a:pt x="499876" y="61528"/>
                </a:cubicBezTo>
                <a:cubicBezTo>
                  <a:pt x="503780" y="64858"/>
                  <a:pt x="505732" y="69496"/>
                  <a:pt x="505732" y="75444"/>
                </a:cubicBezTo>
                <a:cubicBezTo>
                  <a:pt x="505732" y="81924"/>
                  <a:pt x="503026" y="87495"/>
                  <a:pt x="497614" y="92156"/>
                </a:cubicBezTo>
                <a:cubicBezTo>
                  <a:pt x="492202" y="96817"/>
                  <a:pt x="484194" y="99147"/>
                  <a:pt x="473592" y="99147"/>
                </a:cubicBezTo>
                <a:cubicBezTo>
                  <a:pt x="463966" y="99147"/>
                  <a:pt x="456347" y="97201"/>
                  <a:pt x="450735" y="93310"/>
                </a:cubicBezTo>
                <a:cubicBezTo>
                  <a:pt x="445123" y="89417"/>
                  <a:pt x="441453" y="84132"/>
                  <a:pt x="439723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94C4A-C28A-401B-B664-0C64824C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023" y="5008242"/>
            <a:ext cx="411442" cy="283507"/>
          </a:xfrm>
          <a:custGeom xmlns:a="http://schemas.openxmlformats.org/drawingml/2006/main">
            <a:pathLst>
              <a:path w="411442" h="283507">
                <a:moveTo>
                  <a:pt x="407254" y="140003"/>
                </a:moveTo>
                <a:lnTo>
                  <a:pt x="405003" y="135215"/>
                </a:lnTo>
                <a:lnTo>
                  <a:pt x="402650" y="130483"/>
                </a:lnTo>
                <a:lnTo>
                  <a:pt x="400196" y="125809"/>
                </a:lnTo>
                <a:lnTo>
                  <a:pt x="397641" y="121193"/>
                </a:lnTo>
                <a:lnTo>
                  <a:pt x="394987" y="116639"/>
                </a:lnTo>
                <a:lnTo>
                  <a:pt x="392236" y="112146"/>
                </a:lnTo>
                <a:lnTo>
                  <a:pt x="389387" y="107717"/>
                </a:lnTo>
                <a:lnTo>
                  <a:pt x="386443" y="103353"/>
                </a:lnTo>
                <a:lnTo>
                  <a:pt x="383405" y="99057"/>
                </a:lnTo>
                <a:lnTo>
                  <a:pt x="380273" y="94828"/>
                </a:lnTo>
                <a:lnTo>
                  <a:pt x="377049" y="90669"/>
                </a:lnTo>
                <a:lnTo>
                  <a:pt x="373734" y="86582"/>
                </a:lnTo>
                <a:lnTo>
                  <a:pt x="370330" y="82568"/>
                </a:lnTo>
                <a:lnTo>
                  <a:pt x="366836" y="78628"/>
                </a:lnTo>
                <a:lnTo>
                  <a:pt x="363255" y="74764"/>
                </a:lnTo>
                <a:lnTo>
                  <a:pt x="359588" y="70978"/>
                </a:lnTo>
                <a:lnTo>
                  <a:pt x="355836" y="67271"/>
                </a:lnTo>
                <a:lnTo>
                  <a:pt x="352000" y="63645"/>
                </a:lnTo>
                <a:lnTo>
                  <a:pt x="348081" y="60101"/>
                </a:lnTo>
                <a:lnTo>
                  <a:pt x="344080" y="56640"/>
                </a:lnTo>
                <a:lnTo>
                  <a:pt x="339999" y="53265"/>
                </a:lnTo>
                <a:lnTo>
                  <a:pt x="335838" y="49977"/>
                </a:lnTo>
                <a:lnTo>
                  <a:pt x="322529" y="40391"/>
                </a:lnTo>
                <a:lnTo>
                  <a:pt x="308794" y="31841"/>
                </a:lnTo>
                <a:lnTo>
                  <a:pt x="294682" y="24321"/>
                </a:lnTo>
                <a:lnTo>
                  <a:pt x="280245" y="17825"/>
                </a:lnTo>
                <a:lnTo>
                  <a:pt x="265531" y="12347"/>
                </a:lnTo>
                <a:lnTo>
                  <a:pt x="250590" y="7880"/>
                </a:lnTo>
                <a:lnTo>
                  <a:pt x="235474" y="4417"/>
                </a:lnTo>
                <a:lnTo>
                  <a:pt x="220231" y="1953"/>
                </a:lnTo>
                <a:lnTo>
                  <a:pt x="204912" y="481"/>
                </a:lnTo>
                <a:lnTo>
                  <a:pt x="189776" y="0"/>
                </a:lnTo>
                <a:lnTo>
                  <a:pt x="189360" y="0"/>
                </a:lnTo>
                <a:lnTo>
                  <a:pt x="174246" y="485"/>
                </a:lnTo>
                <a:lnTo>
                  <a:pt x="158999" y="1949"/>
                </a:lnTo>
                <a:lnTo>
                  <a:pt x="143875" y="4380"/>
                </a:lnTo>
                <a:lnTo>
                  <a:pt x="128926" y="7770"/>
                </a:lnTo>
                <a:lnTo>
                  <a:pt x="114200" y="12113"/>
                </a:lnTo>
                <a:lnTo>
                  <a:pt x="99748" y="17404"/>
                </a:lnTo>
                <a:lnTo>
                  <a:pt x="85621" y="23634"/>
                </a:lnTo>
                <a:lnTo>
                  <a:pt x="71867" y="30799"/>
                </a:lnTo>
                <a:lnTo>
                  <a:pt x="58537" y="38891"/>
                </a:lnTo>
                <a:lnTo>
                  <a:pt x="45682" y="47904"/>
                </a:lnTo>
                <a:lnTo>
                  <a:pt x="33350" y="57833"/>
                </a:lnTo>
                <a:lnTo>
                  <a:pt x="21593" y="68669"/>
                </a:lnTo>
                <a:lnTo>
                  <a:pt x="10459" y="80407"/>
                </a:lnTo>
                <a:lnTo>
                  <a:pt x="0" y="93041"/>
                </a:lnTo>
                <a:lnTo>
                  <a:pt x="110997" y="283507"/>
                </a:lnTo>
                <a:lnTo>
                  <a:pt x="110073" y="281818"/>
                </a:lnTo>
                <a:lnTo>
                  <a:pt x="109188" y="280112"/>
                </a:lnTo>
                <a:lnTo>
                  <a:pt x="108340" y="278390"/>
                </a:lnTo>
                <a:lnTo>
                  <a:pt x="107530" y="276652"/>
                </a:lnTo>
                <a:lnTo>
                  <a:pt x="106758" y="274898"/>
                </a:lnTo>
                <a:lnTo>
                  <a:pt x="106024" y="273129"/>
                </a:lnTo>
                <a:lnTo>
                  <a:pt x="105328" y="271347"/>
                </a:lnTo>
                <a:lnTo>
                  <a:pt x="104671" y="269551"/>
                </a:lnTo>
                <a:lnTo>
                  <a:pt x="104053" y="267742"/>
                </a:lnTo>
                <a:lnTo>
                  <a:pt x="103473" y="265921"/>
                </a:lnTo>
                <a:lnTo>
                  <a:pt x="102933" y="264089"/>
                </a:lnTo>
                <a:lnTo>
                  <a:pt x="102431" y="262245"/>
                </a:lnTo>
                <a:lnTo>
                  <a:pt x="101969" y="260392"/>
                </a:lnTo>
                <a:lnTo>
                  <a:pt x="101546" y="258528"/>
                </a:lnTo>
                <a:lnTo>
                  <a:pt x="101163" y="256656"/>
                </a:lnTo>
                <a:lnTo>
                  <a:pt x="100820" y="254775"/>
                </a:lnTo>
                <a:lnTo>
                  <a:pt x="100517" y="252886"/>
                </a:lnTo>
                <a:lnTo>
                  <a:pt x="100254" y="250991"/>
                </a:lnTo>
                <a:lnTo>
                  <a:pt x="100031" y="249089"/>
                </a:lnTo>
                <a:lnTo>
                  <a:pt x="99849" y="247181"/>
                </a:lnTo>
                <a:lnTo>
                  <a:pt x="99707" y="245267"/>
                </a:lnTo>
                <a:lnTo>
                  <a:pt x="99606" y="243350"/>
                </a:lnTo>
                <a:lnTo>
                  <a:pt x="99546" y="241428"/>
                </a:lnTo>
                <a:lnTo>
                  <a:pt x="99527" y="239503"/>
                </a:lnTo>
                <a:lnTo>
                  <a:pt x="99741" y="233352"/>
                </a:lnTo>
                <a:lnTo>
                  <a:pt x="100359" y="227314"/>
                </a:lnTo>
                <a:lnTo>
                  <a:pt x="101370" y="221400"/>
                </a:lnTo>
                <a:lnTo>
                  <a:pt x="102760" y="215624"/>
                </a:lnTo>
                <a:lnTo>
                  <a:pt x="104515" y="210000"/>
                </a:lnTo>
                <a:lnTo>
                  <a:pt x="106622" y="204542"/>
                </a:lnTo>
                <a:lnTo>
                  <a:pt x="109067" y="199261"/>
                </a:lnTo>
                <a:lnTo>
                  <a:pt x="111837" y="194172"/>
                </a:lnTo>
                <a:lnTo>
                  <a:pt x="114919" y="189289"/>
                </a:lnTo>
                <a:lnTo>
                  <a:pt x="118299" y="184624"/>
                </a:lnTo>
                <a:lnTo>
                  <a:pt x="121964" y="180190"/>
                </a:lnTo>
                <a:lnTo>
                  <a:pt x="125901" y="176002"/>
                </a:lnTo>
                <a:lnTo>
                  <a:pt x="130096" y="172073"/>
                </a:lnTo>
                <a:lnTo>
                  <a:pt x="134535" y="168415"/>
                </a:lnTo>
                <a:lnTo>
                  <a:pt x="139206" y="165043"/>
                </a:lnTo>
                <a:lnTo>
                  <a:pt x="144095" y="161970"/>
                </a:lnTo>
                <a:lnTo>
                  <a:pt x="149188" y="159209"/>
                </a:lnTo>
                <a:lnTo>
                  <a:pt x="154472" y="156773"/>
                </a:lnTo>
                <a:lnTo>
                  <a:pt x="159934" y="154676"/>
                </a:lnTo>
                <a:lnTo>
                  <a:pt x="165561" y="152931"/>
                </a:lnTo>
                <a:lnTo>
                  <a:pt x="171338" y="151552"/>
                </a:lnTo>
                <a:lnTo>
                  <a:pt x="177253" y="150551"/>
                </a:lnTo>
                <a:lnTo>
                  <a:pt x="183292" y="149943"/>
                </a:lnTo>
                <a:lnTo>
                  <a:pt x="189441" y="149741"/>
                </a:lnTo>
                <a:lnTo>
                  <a:pt x="411442" y="149741"/>
                </a:lnTo>
                <a:lnTo>
                  <a:pt x="409400" y="144846"/>
                </a:lnTo>
                <a:lnTo>
                  <a:pt x="407254" y="140003"/>
                </a:lnTo>
                <a:close/>
              </a:path>
            </a:pathLst>
          </a:custGeom>
          <a:solidFill xmlns:a="http://schemas.openxmlformats.org/drawingml/2006/main">
            <a:srgbClr val="F4433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1CC4F-3DB1-42A0-8D11-E0935D62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538" y="5157983"/>
            <a:ext cx="269495" cy="329413"/>
          </a:xfrm>
          <a:custGeom xmlns:a="http://schemas.openxmlformats.org/drawingml/2006/main">
            <a:pathLst>
              <a:path w="269495" h="329413">
                <a:moveTo>
                  <a:pt x="269385" y="82147"/>
                </a:moveTo>
                <a:lnTo>
                  <a:pt x="269236" y="78307"/>
                </a:lnTo>
                <a:lnTo>
                  <a:pt x="269024" y="74471"/>
                </a:lnTo>
                <a:lnTo>
                  <a:pt x="268750" y="70642"/>
                </a:lnTo>
                <a:lnTo>
                  <a:pt x="268415" y="66820"/>
                </a:lnTo>
                <a:lnTo>
                  <a:pt x="268017" y="63005"/>
                </a:lnTo>
                <a:lnTo>
                  <a:pt x="267558" y="59198"/>
                </a:lnTo>
                <a:lnTo>
                  <a:pt x="267037" y="55400"/>
                </a:lnTo>
                <a:lnTo>
                  <a:pt x="266454" y="51612"/>
                </a:lnTo>
                <a:lnTo>
                  <a:pt x="265810" y="47834"/>
                </a:lnTo>
                <a:lnTo>
                  <a:pt x="265105" y="44067"/>
                </a:lnTo>
                <a:lnTo>
                  <a:pt x="264339" y="40312"/>
                </a:lnTo>
                <a:lnTo>
                  <a:pt x="263512" y="36570"/>
                </a:lnTo>
                <a:lnTo>
                  <a:pt x="262625" y="32841"/>
                </a:lnTo>
                <a:lnTo>
                  <a:pt x="261676" y="29126"/>
                </a:lnTo>
                <a:lnTo>
                  <a:pt x="260668" y="25426"/>
                </a:lnTo>
                <a:lnTo>
                  <a:pt x="259599" y="21742"/>
                </a:lnTo>
                <a:lnTo>
                  <a:pt x="258470" y="18073"/>
                </a:lnTo>
                <a:lnTo>
                  <a:pt x="257280" y="14422"/>
                </a:lnTo>
                <a:lnTo>
                  <a:pt x="256031" y="10788"/>
                </a:lnTo>
                <a:lnTo>
                  <a:pt x="254723" y="7173"/>
                </a:lnTo>
                <a:lnTo>
                  <a:pt x="253354" y="3576"/>
                </a:lnTo>
                <a:lnTo>
                  <a:pt x="251927" y="0"/>
                </a:lnTo>
                <a:lnTo>
                  <a:pt x="30126" y="0"/>
                </a:lnTo>
                <a:lnTo>
                  <a:pt x="32088" y="19"/>
                </a:lnTo>
                <a:lnTo>
                  <a:pt x="34047" y="81"/>
                </a:lnTo>
                <a:lnTo>
                  <a:pt x="36001" y="186"/>
                </a:lnTo>
                <a:lnTo>
                  <a:pt x="37951" y="334"/>
                </a:lnTo>
                <a:lnTo>
                  <a:pt x="39895" y="524"/>
                </a:lnTo>
                <a:lnTo>
                  <a:pt x="41832" y="757"/>
                </a:lnTo>
                <a:lnTo>
                  <a:pt x="43763" y="1032"/>
                </a:lnTo>
                <a:lnTo>
                  <a:pt x="45686" y="1349"/>
                </a:lnTo>
                <a:lnTo>
                  <a:pt x="47600" y="1707"/>
                </a:lnTo>
                <a:lnTo>
                  <a:pt x="49506" y="2108"/>
                </a:lnTo>
                <a:lnTo>
                  <a:pt x="51401" y="2549"/>
                </a:lnTo>
                <a:lnTo>
                  <a:pt x="53286" y="3032"/>
                </a:lnTo>
                <a:lnTo>
                  <a:pt x="55160" y="3556"/>
                </a:lnTo>
                <a:lnTo>
                  <a:pt x="57023" y="4121"/>
                </a:lnTo>
                <a:lnTo>
                  <a:pt x="58872" y="4727"/>
                </a:lnTo>
                <a:lnTo>
                  <a:pt x="60709" y="5373"/>
                </a:lnTo>
                <a:lnTo>
                  <a:pt x="62532" y="6059"/>
                </a:lnTo>
                <a:lnTo>
                  <a:pt x="64340" y="6786"/>
                </a:lnTo>
                <a:lnTo>
                  <a:pt x="66133" y="7552"/>
                </a:lnTo>
                <a:lnTo>
                  <a:pt x="67910" y="8359"/>
                </a:lnTo>
                <a:lnTo>
                  <a:pt x="69670" y="9205"/>
                </a:lnTo>
                <a:lnTo>
                  <a:pt x="71413" y="10090"/>
                </a:lnTo>
                <a:lnTo>
                  <a:pt x="73139" y="11015"/>
                </a:lnTo>
                <a:lnTo>
                  <a:pt x="74845" y="11979"/>
                </a:lnTo>
                <a:lnTo>
                  <a:pt x="80063" y="15242"/>
                </a:lnTo>
                <a:lnTo>
                  <a:pt x="84982" y="18799"/>
                </a:lnTo>
                <a:lnTo>
                  <a:pt x="89598" y="22633"/>
                </a:lnTo>
                <a:lnTo>
                  <a:pt x="93905" y="26725"/>
                </a:lnTo>
                <a:lnTo>
                  <a:pt x="97900" y="31057"/>
                </a:lnTo>
                <a:lnTo>
                  <a:pt x="101576" y="35611"/>
                </a:lnTo>
                <a:lnTo>
                  <a:pt x="104929" y="40368"/>
                </a:lnTo>
                <a:lnTo>
                  <a:pt x="107954" y="45311"/>
                </a:lnTo>
                <a:lnTo>
                  <a:pt x="110647" y="50421"/>
                </a:lnTo>
                <a:lnTo>
                  <a:pt x="113002" y="55680"/>
                </a:lnTo>
                <a:lnTo>
                  <a:pt x="115015" y="61070"/>
                </a:lnTo>
                <a:lnTo>
                  <a:pt x="116680" y="66573"/>
                </a:lnTo>
                <a:lnTo>
                  <a:pt x="117993" y="72170"/>
                </a:lnTo>
                <a:lnTo>
                  <a:pt x="118948" y="77843"/>
                </a:lnTo>
                <a:lnTo>
                  <a:pt x="119542" y="83574"/>
                </a:lnTo>
                <a:lnTo>
                  <a:pt x="119769" y="89345"/>
                </a:lnTo>
                <a:lnTo>
                  <a:pt x="119624" y="95138"/>
                </a:lnTo>
                <a:lnTo>
                  <a:pt x="119102" y="100934"/>
                </a:lnTo>
                <a:lnTo>
                  <a:pt x="118198" y="106715"/>
                </a:lnTo>
                <a:lnTo>
                  <a:pt x="116908" y="112464"/>
                </a:lnTo>
                <a:lnTo>
                  <a:pt x="115227" y="118161"/>
                </a:lnTo>
                <a:lnTo>
                  <a:pt x="113149" y="123789"/>
                </a:lnTo>
                <a:lnTo>
                  <a:pt x="110671" y="129329"/>
                </a:lnTo>
                <a:lnTo>
                  <a:pt x="107786" y="134764"/>
                </a:lnTo>
                <a:lnTo>
                  <a:pt x="0" y="327415"/>
                </a:lnTo>
                <a:lnTo>
                  <a:pt x="1241" y="327582"/>
                </a:lnTo>
                <a:lnTo>
                  <a:pt x="2482" y="327742"/>
                </a:lnTo>
                <a:lnTo>
                  <a:pt x="3724" y="327895"/>
                </a:lnTo>
                <a:lnTo>
                  <a:pt x="4967" y="328040"/>
                </a:lnTo>
                <a:lnTo>
                  <a:pt x="6211" y="328178"/>
                </a:lnTo>
                <a:lnTo>
                  <a:pt x="7455" y="328309"/>
                </a:lnTo>
                <a:lnTo>
                  <a:pt x="8700" y="328432"/>
                </a:lnTo>
                <a:lnTo>
                  <a:pt x="9946" y="328549"/>
                </a:lnTo>
                <a:lnTo>
                  <a:pt x="11192" y="328658"/>
                </a:lnTo>
                <a:lnTo>
                  <a:pt x="12439" y="328759"/>
                </a:lnTo>
                <a:lnTo>
                  <a:pt x="13686" y="328854"/>
                </a:lnTo>
                <a:lnTo>
                  <a:pt x="14933" y="328941"/>
                </a:lnTo>
                <a:lnTo>
                  <a:pt x="16181" y="329020"/>
                </a:lnTo>
                <a:lnTo>
                  <a:pt x="17429" y="329093"/>
                </a:lnTo>
                <a:lnTo>
                  <a:pt x="18678" y="329158"/>
                </a:lnTo>
                <a:lnTo>
                  <a:pt x="19927" y="329215"/>
                </a:lnTo>
                <a:lnTo>
                  <a:pt x="21176" y="329266"/>
                </a:lnTo>
                <a:lnTo>
                  <a:pt x="22426" y="329309"/>
                </a:lnTo>
                <a:lnTo>
                  <a:pt x="23676" y="329345"/>
                </a:lnTo>
                <a:lnTo>
                  <a:pt x="24926" y="329373"/>
                </a:lnTo>
                <a:lnTo>
                  <a:pt x="26176" y="329394"/>
                </a:lnTo>
                <a:lnTo>
                  <a:pt x="27426" y="329408"/>
                </a:lnTo>
                <a:lnTo>
                  <a:pt x="28465" y="329413"/>
                </a:lnTo>
                <a:lnTo>
                  <a:pt x="29928" y="329413"/>
                </a:lnTo>
                <a:lnTo>
                  <a:pt x="46322" y="328847"/>
                </a:lnTo>
                <a:lnTo>
                  <a:pt x="62422" y="327202"/>
                </a:lnTo>
                <a:lnTo>
                  <a:pt x="78189" y="324512"/>
                </a:lnTo>
                <a:lnTo>
                  <a:pt x="93588" y="320813"/>
                </a:lnTo>
                <a:lnTo>
                  <a:pt x="108584" y="316142"/>
                </a:lnTo>
                <a:lnTo>
                  <a:pt x="123140" y="310533"/>
                </a:lnTo>
                <a:lnTo>
                  <a:pt x="137222" y="304022"/>
                </a:lnTo>
                <a:lnTo>
                  <a:pt x="150793" y="296645"/>
                </a:lnTo>
                <a:lnTo>
                  <a:pt x="163819" y="288437"/>
                </a:lnTo>
                <a:lnTo>
                  <a:pt x="176263" y="279434"/>
                </a:lnTo>
                <a:lnTo>
                  <a:pt x="188090" y="269671"/>
                </a:lnTo>
                <a:lnTo>
                  <a:pt x="199264" y="259185"/>
                </a:lnTo>
                <a:lnTo>
                  <a:pt x="209750" y="248011"/>
                </a:lnTo>
                <a:lnTo>
                  <a:pt x="219512" y="236183"/>
                </a:lnTo>
                <a:lnTo>
                  <a:pt x="228515" y="223739"/>
                </a:lnTo>
                <a:lnTo>
                  <a:pt x="236723" y="210713"/>
                </a:lnTo>
                <a:lnTo>
                  <a:pt x="244100" y="197141"/>
                </a:lnTo>
                <a:lnTo>
                  <a:pt x="250611" y="183059"/>
                </a:lnTo>
                <a:lnTo>
                  <a:pt x="256221" y="168502"/>
                </a:lnTo>
                <a:lnTo>
                  <a:pt x="260893" y="153506"/>
                </a:lnTo>
                <a:lnTo>
                  <a:pt x="264592" y="138106"/>
                </a:lnTo>
                <a:lnTo>
                  <a:pt x="267282" y="122338"/>
                </a:lnTo>
                <a:lnTo>
                  <a:pt x="268928" y="106238"/>
                </a:lnTo>
                <a:lnTo>
                  <a:pt x="269495" y="89841"/>
                </a:lnTo>
                <a:lnTo>
                  <a:pt x="269471" y="85992"/>
                </a:lnTo>
                <a:lnTo>
                  <a:pt x="269385" y="82147"/>
                </a:lnTo>
                <a:close/>
              </a:path>
            </a:pathLst>
          </a:custGeom>
          <a:solidFill xmlns:a="http://schemas.openxmlformats.org/drawingml/2006/main">
            <a:srgbClr val="FFC1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2856D-8FDF-4718-8626-C6031503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907" y="5101283"/>
            <a:ext cx="317417" cy="384115"/>
          </a:xfrm>
          <a:custGeom xmlns:a="http://schemas.openxmlformats.org/drawingml/2006/main">
            <a:pathLst>
              <a:path w="317417" h="384115">
                <a:moveTo>
                  <a:pt x="315369" y="194848"/>
                </a:moveTo>
                <a:lnTo>
                  <a:pt x="314291" y="196503"/>
                </a:lnTo>
                <a:lnTo>
                  <a:pt x="313179" y="198131"/>
                </a:lnTo>
                <a:lnTo>
                  <a:pt x="312032" y="199733"/>
                </a:lnTo>
                <a:lnTo>
                  <a:pt x="310851" y="201309"/>
                </a:lnTo>
                <a:lnTo>
                  <a:pt x="309637" y="202857"/>
                </a:lnTo>
                <a:lnTo>
                  <a:pt x="308390" y="204377"/>
                </a:lnTo>
                <a:lnTo>
                  <a:pt x="307111" y="205869"/>
                </a:lnTo>
                <a:lnTo>
                  <a:pt x="305799" y="207332"/>
                </a:lnTo>
                <a:lnTo>
                  <a:pt x="304457" y="208765"/>
                </a:lnTo>
                <a:lnTo>
                  <a:pt x="303083" y="210169"/>
                </a:lnTo>
                <a:lnTo>
                  <a:pt x="301679" y="211543"/>
                </a:lnTo>
                <a:lnTo>
                  <a:pt x="300246" y="212885"/>
                </a:lnTo>
                <a:lnTo>
                  <a:pt x="298783" y="214197"/>
                </a:lnTo>
                <a:lnTo>
                  <a:pt x="297291" y="215476"/>
                </a:lnTo>
                <a:lnTo>
                  <a:pt x="295770" y="216723"/>
                </a:lnTo>
                <a:lnTo>
                  <a:pt x="294222" y="217937"/>
                </a:lnTo>
                <a:lnTo>
                  <a:pt x="292647" y="219118"/>
                </a:lnTo>
                <a:lnTo>
                  <a:pt x="291044" y="220265"/>
                </a:lnTo>
                <a:lnTo>
                  <a:pt x="289416" y="221377"/>
                </a:lnTo>
                <a:lnTo>
                  <a:pt x="287761" y="222455"/>
                </a:lnTo>
                <a:lnTo>
                  <a:pt x="286082" y="223497"/>
                </a:lnTo>
                <a:lnTo>
                  <a:pt x="284377" y="224504"/>
                </a:lnTo>
                <a:lnTo>
                  <a:pt x="278945" y="227393"/>
                </a:lnTo>
                <a:lnTo>
                  <a:pt x="273407" y="229875"/>
                </a:lnTo>
                <a:lnTo>
                  <a:pt x="267781" y="231954"/>
                </a:lnTo>
                <a:lnTo>
                  <a:pt x="262085" y="233637"/>
                </a:lnTo>
                <a:lnTo>
                  <a:pt x="256338" y="234927"/>
                </a:lnTo>
                <a:lnTo>
                  <a:pt x="250558" y="235831"/>
                </a:lnTo>
                <a:lnTo>
                  <a:pt x="244763" y="236351"/>
                </a:lnTo>
                <a:lnTo>
                  <a:pt x="238972" y="236494"/>
                </a:lnTo>
                <a:lnTo>
                  <a:pt x="233202" y="236265"/>
                </a:lnTo>
                <a:lnTo>
                  <a:pt x="227473" y="235668"/>
                </a:lnTo>
                <a:lnTo>
                  <a:pt x="221802" y="234708"/>
                </a:lnTo>
                <a:lnTo>
                  <a:pt x="216207" y="233391"/>
                </a:lnTo>
                <a:lnTo>
                  <a:pt x="210708" y="231721"/>
                </a:lnTo>
                <a:lnTo>
                  <a:pt x="205322" y="229702"/>
                </a:lnTo>
                <a:lnTo>
                  <a:pt x="200067" y="227341"/>
                </a:lnTo>
                <a:lnTo>
                  <a:pt x="194963" y="224642"/>
                </a:lnTo>
                <a:lnTo>
                  <a:pt x="190026" y="221609"/>
                </a:lnTo>
                <a:lnTo>
                  <a:pt x="185276" y="218248"/>
                </a:lnTo>
                <a:lnTo>
                  <a:pt x="180730" y="214564"/>
                </a:lnTo>
                <a:lnTo>
                  <a:pt x="176407" y="210561"/>
                </a:lnTo>
                <a:lnTo>
                  <a:pt x="172326" y="206245"/>
                </a:lnTo>
                <a:lnTo>
                  <a:pt x="168504" y="201620"/>
                </a:lnTo>
                <a:lnTo>
                  <a:pt x="164960" y="196691"/>
                </a:lnTo>
                <a:lnTo>
                  <a:pt x="161711" y="191464"/>
                </a:lnTo>
                <a:lnTo>
                  <a:pt x="161113" y="190466"/>
                </a:lnTo>
                <a:lnTo>
                  <a:pt x="50116" y="0"/>
                </a:lnTo>
                <a:lnTo>
                  <a:pt x="46891" y="4266"/>
                </a:lnTo>
                <a:lnTo>
                  <a:pt x="43766" y="8596"/>
                </a:lnTo>
                <a:lnTo>
                  <a:pt x="40743" y="12989"/>
                </a:lnTo>
                <a:lnTo>
                  <a:pt x="37820" y="17443"/>
                </a:lnTo>
                <a:lnTo>
                  <a:pt x="35001" y="21957"/>
                </a:lnTo>
                <a:lnTo>
                  <a:pt x="32285" y="26528"/>
                </a:lnTo>
                <a:lnTo>
                  <a:pt x="29672" y="31155"/>
                </a:lnTo>
                <a:lnTo>
                  <a:pt x="27165" y="35835"/>
                </a:lnTo>
                <a:lnTo>
                  <a:pt x="24763" y="40568"/>
                </a:lnTo>
                <a:lnTo>
                  <a:pt x="22467" y="45351"/>
                </a:lnTo>
                <a:lnTo>
                  <a:pt x="20278" y="50182"/>
                </a:lnTo>
                <a:lnTo>
                  <a:pt x="18197" y="55060"/>
                </a:lnTo>
                <a:lnTo>
                  <a:pt x="16225" y="59983"/>
                </a:lnTo>
                <a:lnTo>
                  <a:pt x="14361" y="64949"/>
                </a:lnTo>
                <a:lnTo>
                  <a:pt x="12608" y="69956"/>
                </a:lnTo>
                <a:lnTo>
                  <a:pt x="10966" y="75002"/>
                </a:lnTo>
                <a:lnTo>
                  <a:pt x="9435" y="80086"/>
                </a:lnTo>
                <a:lnTo>
                  <a:pt x="8016" y="85206"/>
                </a:lnTo>
                <a:lnTo>
                  <a:pt x="6710" y="90360"/>
                </a:lnTo>
                <a:lnTo>
                  <a:pt x="5519" y="95546"/>
                </a:lnTo>
                <a:lnTo>
                  <a:pt x="4441" y="100762"/>
                </a:lnTo>
                <a:lnTo>
                  <a:pt x="3479" y="106007"/>
                </a:lnTo>
                <a:lnTo>
                  <a:pt x="2633" y="111278"/>
                </a:lnTo>
                <a:lnTo>
                  <a:pt x="1904" y="116574"/>
                </a:lnTo>
                <a:lnTo>
                  <a:pt x="397" y="132906"/>
                </a:lnTo>
                <a:lnTo>
                  <a:pt x="0" y="149078"/>
                </a:lnTo>
                <a:lnTo>
                  <a:pt x="682" y="165053"/>
                </a:lnTo>
                <a:lnTo>
                  <a:pt x="2411" y="180789"/>
                </a:lnTo>
                <a:lnTo>
                  <a:pt x="5157" y="196247"/>
                </a:lnTo>
                <a:lnTo>
                  <a:pt x="8889" y="211388"/>
                </a:lnTo>
                <a:lnTo>
                  <a:pt x="13576" y="226170"/>
                </a:lnTo>
                <a:lnTo>
                  <a:pt x="19187" y="240555"/>
                </a:lnTo>
                <a:lnTo>
                  <a:pt x="25692" y="254502"/>
                </a:lnTo>
                <a:lnTo>
                  <a:pt x="33059" y="267972"/>
                </a:lnTo>
                <a:lnTo>
                  <a:pt x="41257" y="280925"/>
                </a:lnTo>
                <a:lnTo>
                  <a:pt x="50255" y="293321"/>
                </a:lnTo>
                <a:lnTo>
                  <a:pt x="60024" y="305120"/>
                </a:lnTo>
                <a:lnTo>
                  <a:pt x="70531" y="316282"/>
                </a:lnTo>
                <a:lnTo>
                  <a:pt x="81746" y="326768"/>
                </a:lnTo>
                <a:lnTo>
                  <a:pt x="93638" y="336537"/>
                </a:lnTo>
                <a:lnTo>
                  <a:pt x="106175" y="345550"/>
                </a:lnTo>
                <a:lnTo>
                  <a:pt x="119328" y="353766"/>
                </a:lnTo>
                <a:lnTo>
                  <a:pt x="133065" y="361147"/>
                </a:lnTo>
                <a:lnTo>
                  <a:pt x="147356" y="367652"/>
                </a:lnTo>
                <a:lnTo>
                  <a:pt x="162168" y="373241"/>
                </a:lnTo>
                <a:lnTo>
                  <a:pt x="177473" y="377874"/>
                </a:lnTo>
                <a:lnTo>
                  <a:pt x="193237" y="381512"/>
                </a:lnTo>
                <a:lnTo>
                  <a:pt x="209432" y="384115"/>
                </a:lnTo>
                <a:lnTo>
                  <a:pt x="209631" y="384115"/>
                </a:lnTo>
                <a:lnTo>
                  <a:pt x="317417" y="191464"/>
                </a:lnTo>
                <a:lnTo>
                  <a:pt x="316411" y="193169"/>
                </a:lnTo>
                <a:lnTo>
                  <a:pt x="315369" y="194848"/>
                </a:lnTo>
                <a:close/>
              </a:path>
            </a:pathLst>
          </a:custGeom>
          <a:solidFill xmlns:a="http://schemas.openxmlformats.org/drawingml/2006/main">
            <a:srgbClr val="4CA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B6F8B-44F2-4AE8-8D16-CE23367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63" y="5157963"/>
            <a:ext cx="205277" cy="192576"/>
          </a:xfrm>
          <a:custGeom xmlns:a="http://schemas.openxmlformats.org/drawingml/2006/main">
            <a:pathLst>
              <a:path w="205277" h="192576">
                <a:moveTo>
                  <a:pt x="180561" y="134784"/>
                </a:moveTo>
                <a:cubicBezTo>
                  <a:pt x="155806" y="177784"/>
                  <a:pt x="100885" y="192576"/>
                  <a:pt x="57894" y="167824"/>
                </a:cubicBezTo>
                <a:cubicBezTo>
                  <a:pt x="44161" y="159918"/>
                  <a:pt x="32761" y="148518"/>
                  <a:pt x="24855" y="134784"/>
                </a:cubicBezTo>
                <a:lnTo>
                  <a:pt x="24256" y="133786"/>
                </a:lnTo>
                <a:cubicBezTo>
                  <a:pt x="0" y="90500"/>
                  <a:pt x="15422" y="35757"/>
                  <a:pt x="58702" y="11500"/>
                </a:cubicBezTo>
                <a:cubicBezTo>
                  <a:pt x="72156" y="3953"/>
                  <a:pt x="87309" y="20"/>
                  <a:pt x="102701" y="20"/>
                </a:cubicBezTo>
                <a:lnTo>
                  <a:pt x="102901" y="20"/>
                </a:lnTo>
                <a:cubicBezTo>
                  <a:pt x="118613" y="0"/>
                  <a:pt x="134045" y="4133"/>
                  <a:pt x="147620" y="11999"/>
                </a:cubicBezTo>
                <a:cubicBezTo>
                  <a:pt x="190543" y="36875"/>
                  <a:pt x="205277" y="91778"/>
                  <a:pt x="180561" y="134784"/>
                </a:cubicBezTo>
                <a:close/>
              </a:path>
            </a:pathLst>
          </a:custGeom>
          <a:solidFill xmlns:a="http://schemas.openxmlformats.org/drawingml/2006/main">
            <a:srgbClr val="F4433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B12CE-A05A-4B6D-ACEC-9190ECE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63" y="5157963"/>
            <a:ext cx="205277" cy="192576"/>
          </a:xfrm>
          <a:custGeom xmlns:a="http://schemas.openxmlformats.org/drawingml/2006/main">
            <a:pathLst>
              <a:path w="205277" h="192576">
                <a:moveTo>
                  <a:pt x="180561" y="134784"/>
                </a:moveTo>
                <a:cubicBezTo>
                  <a:pt x="155806" y="177784"/>
                  <a:pt x="100885" y="192576"/>
                  <a:pt x="57894" y="167824"/>
                </a:cubicBezTo>
                <a:cubicBezTo>
                  <a:pt x="44161" y="159918"/>
                  <a:pt x="32761" y="148518"/>
                  <a:pt x="24855" y="134784"/>
                </a:cubicBezTo>
                <a:lnTo>
                  <a:pt x="24256" y="133786"/>
                </a:lnTo>
                <a:cubicBezTo>
                  <a:pt x="0" y="90500"/>
                  <a:pt x="15422" y="35757"/>
                  <a:pt x="58702" y="11500"/>
                </a:cubicBezTo>
                <a:cubicBezTo>
                  <a:pt x="72156" y="3953"/>
                  <a:pt x="87309" y="20"/>
                  <a:pt x="102701" y="20"/>
                </a:cubicBezTo>
                <a:lnTo>
                  <a:pt x="102901" y="20"/>
                </a:lnTo>
                <a:cubicBezTo>
                  <a:pt x="118613" y="0"/>
                  <a:pt x="134045" y="4133"/>
                  <a:pt x="147620" y="11999"/>
                </a:cubicBezTo>
                <a:cubicBezTo>
                  <a:pt x="190543" y="36875"/>
                  <a:pt x="205277" y="91778"/>
                  <a:pt x="180561" y="134784"/>
                </a:cubicBezTo>
                <a:close/>
              </a:path>
            </a:pathLst>
          </a:custGeom>
          <a:solidFill xmlns:a="http://schemas.openxmlformats.org/drawingml/2006/main">
            <a:srgbClr val="2196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C4958-5059-4A03-8D5A-C87D6C21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11" y="5147961"/>
            <a:ext cx="213973" cy="199719"/>
          </a:xfrm>
          <a:custGeom xmlns:a="http://schemas.openxmlformats.org/drawingml/2006/main">
            <a:pathLst>
              <a:path w="213973" h="199719">
                <a:moveTo>
                  <a:pt x="113734" y="199688"/>
                </a:moveTo>
                <a:cubicBezTo>
                  <a:pt x="96325" y="199686"/>
                  <a:pt x="79216" y="195100"/>
                  <a:pt x="64155" y="186391"/>
                </a:cubicBezTo>
                <a:cubicBezTo>
                  <a:pt x="48960" y="177602"/>
                  <a:pt x="36343" y="164977"/>
                  <a:pt x="27562" y="149778"/>
                </a:cubicBezTo>
                <a:cubicBezTo>
                  <a:pt x="0" y="102040"/>
                  <a:pt x="16357" y="40988"/>
                  <a:pt x="64099" y="13416"/>
                </a:cubicBezTo>
                <a:cubicBezTo>
                  <a:pt x="79295" y="4652"/>
                  <a:pt x="96524" y="40"/>
                  <a:pt x="114073" y="40"/>
                </a:cubicBezTo>
                <a:cubicBezTo>
                  <a:pt x="169194" y="0"/>
                  <a:pt x="213913" y="44661"/>
                  <a:pt x="213953" y="99784"/>
                </a:cubicBezTo>
                <a:cubicBezTo>
                  <a:pt x="213973" y="117333"/>
                  <a:pt x="209361" y="134582"/>
                  <a:pt x="200577" y="149778"/>
                </a:cubicBezTo>
                <a:cubicBezTo>
                  <a:pt x="182590" y="180705"/>
                  <a:pt x="149509" y="199719"/>
                  <a:pt x="113734" y="199688"/>
                </a:cubicBezTo>
                <a:close/>
                <a:moveTo>
                  <a:pt x="114232" y="20005"/>
                </a:moveTo>
                <a:cubicBezTo>
                  <a:pt x="85604" y="19865"/>
                  <a:pt x="59074" y="35098"/>
                  <a:pt x="44789" y="59934"/>
                </a:cubicBezTo>
                <a:cubicBezTo>
                  <a:pt x="22739" y="98187"/>
                  <a:pt x="35860" y="147052"/>
                  <a:pt x="74105" y="169103"/>
                </a:cubicBezTo>
                <a:cubicBezTo>
                  <a:pt x="112336" y="191155"/>
                  <a:pt x="161208" y="178034"/>
                  <a:pt x="183248" y="139793"/>
                </a:cubicBezTo>
                <a:cubicBezTo>
                  <a:pt x="205309" y="101601"/>
                  <a:pt x="192212" y="52767"/>
                  <a:pt x="154021" y="30706"/>
                </a:cubicBezTo>
                <a:cubicBezTo>
                  <a:pt x="141943" y="23738"/>
                  <a:pt x="128227" y="20045"/>
                  <a:pt x="114252" y="20005"/>
                </a:cubicBezTo>
                <a:lnTo>
                  <a:pt x="114232" y="20005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AE893-DA56-43AE-AB2B-C955916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01" y="5214459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623" y="38612"/>
                </a:lnTo>
                <a:lnTo>
                  <a:pt x="327368" y="54511"/>
                </a:lnTo>
                <a:lnTo>
                  <a:pt x="327037" y="54719"/>
                </a:lnTo>
                <a:lnTo>
                  <a:pt x="326725" y="54946"/>
                </a:lnTo>
                <a:lnTo>
                  <a:pt x="326432" y="55191"/>
                </a:lnTo>
                <a:lnTo>
                  <a:pt x="326160" y="55451"/>
                </a:lnTo>
                <a:lnTo>
                  <a:pt x="325907" y="55727"/>
                </a:lnTo>
                <a:lnTo>
                  <a:pt x="325675" y="56017"/>
                </a:lnTo>
                <a:lnTo>
                  <a:pt x="325463" y="56319"/>
                </a:lnTo>
                <a:lnTo>
                  <a:pt x="325273" y="56633"/>
                </a:lnTo>
                <a:lnTo>
                  <a:pt x="325104" y="56958"/>
                </a:lnTo>
                <a:lnTo>
                  <a:pt x="324956" y="57292"/>
                </a:lnTo>
                <a:lnTo>
                  <a:pt x="324831" y="57635"/>
                </a:lnTo>
                <a:lnTo>
                  <a:pt x="324727" y="57984"/>
                </a:lnTo>
                <a:lnTo>
                  <a:pt x="324646" y="58339"/>
                </a:lnTo>
                <a:lnTo>
                  <a:pt x="324588" y="58699"/>
                </a:lnTo>
                <a:lnTo>
                  <a:pt x="324553" y="59063"/>
                </a:lnTo>
                <a:lnTo>
                  <a:pt x="324541" y="59429"/>
                </a:lnTo>
                <a:lnTo>
                  <a:pt x="324553" y="59797"/>
                </a:lnTo>
                <a:lnTo>
                  <a:pt x="324589" y="60164"/>
                </a:lnTo>
                <a:lnTo>
                  <a:pt x="324649" y="60531"/>
                </a:lnTo>
                <a:lnTo>
                  <a:pt x="324734" y="60895"/>
                </a:lnTo>
                <a:lnTo>
                  <a:pt x="324843" y="61256"/>
                </a:lnTo>
                <a:lnTo>
                  <a:pt x="324978" y="61613"/>
                </a:lnTo>
                <a:lnTo>
                  <a:pt x="325138" y="61964"/>
                </a:lnTo>
                <a:lnTo>
                  <a:pt x="325324" y="62309"/>
                </a:lnTo>
                <a:lnTo>
                  <a:pt x="325523" y="62640"/>
                </a:lnTo>
                <a:lnTo>
                  <a:pt x="325742" y="62952"/>
                </a:lnTo>
                <a:lnTo>
                  <a:pt x="325978" y="63244"/>
                </a:lnTo>
                <a:lnTo>
                  <a:pt x="326232" y="63517"/>
                </a:lnTo>
                <a:lnTo>
                  <a:pt x="326502" y="63770"/>
                </a:lnTo>
                <a:lnTo>
                  <a:pt x="326786" y="64002"/>
                </a:lnTo>
                <a:lnTo>
                  <a:pt x="327083" y="64213"/>
                </a:lnTo>
                <a:lnTo>
                  <a:pt x="327393" y="64404"/>
                </a:lnTo>
                <a:lnTo>
                  <a:pt x="327714" y="64573"/>
                </a:lnTo>
                <a:lnTo>
                  <a:pt x="328044" y="64720"/>
                </a:lnTo>
                <a:lnTo>
                  <a:pt x="328384" y="64846"/>
                </a:lnTo>
                <a:lnTo>
                  <a:pt x="328730" y="64949"/>
                </a:lnTo>
                <a:lnTo>
                  <a:pt x="329084" y="65030"/>
                </a:lnTo>
                <a:lnTo>
                  <a:pt x="329442" y="65088"/>
                </a:lnTo>
                <a:lnTo>
                  <a:pt x="329804" y="65124"/>
                </a:lnTo>
                <a:lnTo>
                  <a:pt x="330169" y="65135"/>
                </a:lnTo>
                <a:lnTo>
                  <a:pt x="330535" y="65123"/>
                </a:lnTo>
                <a:lnTo>
                  <a:pt x="330902" y="65088"/>
                </a:lnTo>
                <a:lnTo>
                  <a:pt x="331269" y="65028"/>
                </a:lnTo>
                <a:lnTo>
                  <a:pt x="331633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1" y="1337"/>
                </a:lnTo>
                <a:lnTo>
                  <a:pt x="332350" y="1186"/>
                </a:lnTo>
                <a:lnTo>
                  <a:pt x="331994" y="1059"/>
                </a:lnTo>
                <a:lnTo>
                  <a:pt x="331633" y="956"/>
                </a:lnTo>
                <a:lnTo>
                  <a:pt x="331269" y="877"/>
                </a:lnTo>
                <a:lnTo>
                  <a:pt x="330902" y="822"/>
                </a:lnTo>
                <a:lnTo>
                  <a:pt x="330535" y="791"/>
                </a:lnTo>
                <a:lnTo>
                  <a:pt x="330169" y="782"/>
                </a:lnTo>
                <a:lnTo>
                  <a:pt x="329804" y="797"/>
                </a:lnTo>
                <a:lnTo>
                  <a:pt x="329442" y="834"/>
                </a:lnTo>
                <a:lnTo>
                  <a:pt x="329084" y="893"/>
                </a:lnTo>
                <a:lnTo>
                  <a:pt x="328730" y="975"/>
                </a:lnTo>
                <a:lnTo>
                  <a:pt x="328384" y="1078"/>
                </a:lnTo>
                <a:lnTo>
                  <a:pt x="328044" y="1202"/>
                </a:lnTo>
                <a:lnTo>
                  <a:pt x="327714" y="1348"/>
                </a:lnTo>
                <a:lnTo>
                  <a:pt x="327393" y="1514"/>
                </a:lnTo>
                <a:lnTo>
                  <a:pt x="327083" y="1701"/>
                </a:lnTo>
                <a:lnTo>
                  <a:pt x="326786" y="1908"/>
                </a:lnTo>
                <a:lnTo>
                  <a:pt x="326502" y="2135"/>
                </a:lnTo>
                <a:lnTo>
                  <a:pt x="326232" y="2382"/>
                </a:lnTo>
                <a:lnTo>
                  <a:pt x="325978" y="2648"/>
                </a:lnTo>
                <a:lnTo>
                  <a:pt x="325742" y="2933"/>
                </a:lnTo>
                <a:lnTo>
                  <a:pt x="325523" y="3236"/>
                </a:lnTo>
                <a:lnTo>
                  <a:pt x="325324" y="3558"/>
                </a:lnTo>
                <a:lnTo>
                  <a:pt x="325138" y="3903"/>
                </a:lnTo>
                <a:lnTo>
                  <a:pt x="324978" y="4254"/>
                </a:lnTo>
                <a:lnTo>
                  <a:pt x="324843" y="4611"/>
                </a:lnTo>
                <a:lnTo>
                  <a:pt x="324734" y="4972"/>
                </a:lnTo>
                <a:lnTo>
                  <a:pt x="324649" y="5336"/>
                </a:lnTo>
                <a:lnTo>
                  <a:pt x="324589" y="5703"/>
                </a:lnTo>
                <a:lnTo>
                  <a:pt x="324553" y="6071"/>
                </a:lnTo>
                <a:lnTo>
                  <a:pt x="324541" y="6438"/>
                </a:lnTo>
                <a:lnTo>
                  <a:pt x="324553" y="6804"/>
                </a:lnTo>
                <a:lnTo>
                  <a:pt x="324588" y="7168"/>
                </a:lnTo>
                <a:lnTo>
                  <a:pt x="324646" y="7528"/>
                </a:lnTo>
                <a:lnTo>
                  <a:pt x="324727" y="7883"/>
                </a:lnTo>
                <a:lnTo>
                  <a:pt x="324831" y="8233"/>
                </a:lnTo>
                <a:lnTo>
                  <a:pt x="324956" y="8575"/>
                </a:lnTo>
                <a:lnTo>
                  <a:pt x="325104" y="8909"/>
                </a:lnTo>
                <a:lnTo>
                  <a:pt x="325273" y="9234"/>
                </a:lnTo>
                <a:lnTo>
                  <a:pt x="325463" y="9548"/>
                </a:lnTo>
                <a:lnTo>
                  <a:pt x="325675" y="9851"/>
                </a:lnTo>
                <a:lnTo>
                  <a:pt x="325907" y="10140"/>
                </a:lnTo>
                <a:lnTo>
                  <a:pt x="326160" y="10416"/>
                </a:lnTo>
                <a:lnTo>
                  <a:pt x="326432" y="10677"/>
                </a:lnTo>
                <a:lnTo>
                  <a:pt x="326725" y="10921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623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PatchImages">
            <a:extLst xmlns:a="http://schemas.openxmlformats.org/drawingml/2006/main">
              <a:ext uri="{FF2B5EF4-FFF2-40B4-BE49-F238E27FC236}">
                <a16:creationId xmlns:a16="http://schemas.microsoft.com/office/drawing/2014/main" id="{F7E7E93B-AA3F-4521-83E6-76C4AD79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62" y="4622754"/>
            <a:ext cx="861416" cy="126296"/>
          </a:xfrm>
          <a:custGeom xmlns:a="http://schemas.openxmlformats.org/drawingml/2006/main">
            <a:pathLst>
              <a:path w="861416" h="126296">
                <a:moveTo>
                  <a:pt x="0" y="97550"/>
                </a:moveTo>
                <a:lnTo>
                  <a:pt x="0" y="0"/>
                </a:lnTo>
                <a:lnTo>
                  <a:pt x="31607" y="0"/>
                </a:lnTo>
                <a:cubicBezTo>
                  <a:pt x="43585" y="0"/>
                  <a:pt x="51392" y="487"/>
                  <a:pt x="55030" y="1462"/>
                </a:cubicBezTo>
                <a:cubicBezTo>
                  <a:pt x="60619" y="2924"/>
                  <a:pt x="65299" y="6104"/>
                  <a:pt x="69070" y="11000"/>
                </a:cubicBezTo>
                <a:cubicBezTo>
                  <a:pt x="72841" y="15896"/>
                  <a:pt x="74726" y="22222"/>
                  <a:pt x="74726" y="29977"/>
                </a:cubicBezTo>
                <a:cubicBezTo>
                  <a:pt x="74726" y="35959"/>
                  <a:pt x="73639" y="40988"/>
                  <a:pt x="71466" y="45065"/>
                </a:cubicBezTo>
                <a:cubicBezTo>
                  <a:pt x="69292" y="49142"/>
                  <a:pt x="66530" y="52344"/>
                  <a:pt x="63181" y="54670"/>
                </a:cubicBezTo>
                <a:cubicBezTo>
                  <a:pt x="59832" y="56996"/>
                  <a:pt x="56427" y="58536"/>
                  <a:pt x="52967" y="59291"/>
                </a:cubicBezTo>
                <a:cubicBezTo>
                  <a:pt x="48265" y="60221"/>
                  <a:pt x="41455" y="60686"/>
                  <a:pt x="32539" y="60686"/>
                </a:cubicBezTo>
                <a:lnTo>
                  <a:pt x="19696" y="60686"/>
                </a:lnTo>
                <a:lnTo>
                  <a:pt x="19696" y="97550"/>
                </a:lnTo>
                <a:lnTo>
                  <a:pt x="0" y="97550"/>
                </a:lnTo>
                <a:moveTo>
                  <a:pt x="19696" y="16502"/>
                </a:moveTo>
                <a:lnTo>
                  <a:pt x="19696" y="44184"/>
                </a:lnTo>
                <a:lnTo>
                  <a:pt x="30476" y="44184"/>
                </a:lnTo>
                <a:cubicBezTo>
                  <a:pt x="38239" y="44184"/>
                  <a:pt x="43429" y="43673"/>
                  <a:pt x="46047" y="42653"/>
                </a:cubicBezTo>
                <a:cubicBezTo>
                  <a:pt x="48664" y="41633"/>
                  <a:pt x="50716" y="40036"/>
                  <a:pt x="52202" y="37862"/>
                </a:cubicBezTo>
                <a:cubicBezTo>
                  <a:pt x="53688" y="35688"/>
                  <a:pt x="54431" y="33160"/>
                  <a:pt x="54431" y="30276"/>
                </a:cubicBezTo>
                <a:cubicBezTo>
                  <a:pt x="54431" y="26728"/>
                  <a:pt x="53388" y="23800"/>
                  <a:pt x="51304" y="21493"/>
                </a:cubicBezTo>
                <a:cubicBezTo>
                  <a:pt x="49219" y="19186"/>
                  <a:pt x="46579" y="17744"/>
                  <a:pt x="43385" y="17168"/>
                </a:cubicBezTo>
                <a:cubicBezTo>
                  <a:pt x="41034" y="16724"/>
                  <a:pt x="36309" y="16502"/>
                  <a:pt x="29212" y="16502"/>
                </a:cubicBezTo>
                <a:lnTo>
                  <a:pt x="19696" y="16502"/>
                </a:lnTo>
                <a:close/>
                <a:moveTo>
                  <a:pt x="104737" y="48708"/>
                </a:moveTo>
                <a:lnTo>
                  <a:pt x="87769" y="45647"/>
                </a:lnTo>
                <a:cubicBezTo>
                  <a:pt x="89677" y="38726"/>
                  <a:pt x="92960" y="33602"/>
                  <a:pt x="97617" y="30276"/>
                </a:cubicBezTo>
                <a:cubicBezTo>
                  <a:pt x="102275" y="26949"/>
                  <a:pt x="109196" y="25286"/>
                  <a:pt x="118378" y="25286"/>
                </a:cubicBezTo>
                <a:cubicBezTo>
                  <a:pt x="126718" y="25286"/>
                  <a:pt x="132929" y="26273"/>
                  <a:pt x="137010" y="28247"/>
                </a:cubicBezTo>
                <a:cubicBezTo>
                  <a:pt x="141091" y="30221"/>
                  <a:pt x="143964" y="32727"/>
                  <a:pt x="145627" y="35766"/>
                </a:cubicBezTo>
                <a:cubicBezTo>
                  <a:pt x="147291" y="38805"/>
                  <a:pt x="148122" y="44383"/>
                  <a:pt x="148122" y="52501"/>
                </a:cubicBezTo>
                <a:lnTo>
                  <a:pt x="147923" y="74327"/>
                </a:lnTo>
                <a:cubicBezTo>
                  <a:pt x="147923" y="80537"/>
                  <a:pt x="148222" y="85118"/>
                  <a:pt x="148821" y="88068"/>
                </a:cubicBezTo>
                <a:cubicBezTo>
                  <a:pt x="149420" y="91018"/>
                  <a:pt x="150540" y="94178"/>
                  <a:pt x="152182" y="97550"/>
                </a:cubicBezTo>
                <a:lnTo>
                  <a:pt x="133683" y="97550"/>
                </a:lnTo>
                <a:cubicBezTo>
                  <a:pt x="133195" y="96308"/>
                  <a:pt x="132596" y="94467"/>
                  <a:pt x="131886" y="92027"/>
                </a:cubicBezTo>
                <a:cubicBezTo>
                  <a:pt x="131576" y="90918"/>
                  <a:pt x="131354" y="90186"/>
                  <a:pt x="131221" y="89831"/>
                </a:cubicBezTo>
                <a:cubicBezTo>
                  <a:pt x="128027" y="92936"/>
                  <a:pt x="124611" y="95265"/>
                  <a:pt x="120974" y="96818"/>
                </a:cubicBezTo>
                <a:cubicBezTo>
                  <a:pt x="117336" y="98371"/>
                  <a:pt x="113454" y="99147"/>
                  <a:pt x="109329" y="99147"/>
                </a:cubicBezTo>
                <a:cubicBezTo>
                  <a:pt x="102054" y="99147"/>
                  <a:pt x="96320" y="97181"/>
                  <a:pt x="92128" y="93250"/>
                </a:cubicBezTo>
                <a:cubicBezTo>
                  <a:pt x="87936" y="89318"/>
                  <a:pt x="85840" y="84348"/>
                  <a:pt x="85840" y="78340"/>
                </a:cubicBezTo>
                <a:cubicBezTo>
                  <a:pt x="85840" y="74364"/>
                  <a:pt x="86793" y="70820"/>
                  <a:pt x="88701" y="67706"/>
                </a:cubicBezTo>
                <a:cubicBezTo>
                  <a:pt x="90608" y="64591"/>
                  <a:pt x="93281" y="62205"/>
                  <a:pt x="96719" y="60549"/>
                </a:cubicBezTo>
                <a:cubicBezTo>
                  <a:pt x="100157" y="58892"/>
                  <a:pt x="105114" y="57445"/>
                  <a:pt x="111591" y="56209"/>
                </a:cubicBezTo>
                <a:cubicBezTo>
                  <a:pt x="120330" y="54574"/>
                  <a:pt x="126386" y="53050"/>
                  <a:pt x="129757" y="51636"/>
                </a:cubicBezTo>
                <a:lnTo>
                  <a:pt x="129757" y="49752"/>
                </a:lnTo>
                <a:cubicBezTo>
                  <a:pt x="129757" y="46119"/>
                  <a:pt x="128870" y="43529"/>
                  <a:pt x="127095" y="41981"/>
                </a:cubicBezTo>
                <a:cubicBezTo>
                  <a:pt x="125321" y="40433"/>
                  <a:pt x="121972" y="39659"/>
                  <a:pt x="117048" y="39659"/>
                </a:cubicBezTo>
                <a:cubicBezTo>
                  <a:pt x="113721" y="39659"/>
                  <a:pt x="111125" y="40328"/>
                  <a:pt x="109262" y="41667"/>
                </a:cubicBezTo>
                <a:cubicBezTo>
                  <a:pt x="107399" y="43005"/>
                  <a:pt x="105891" y="45352"/>
                  <a:pt x="104737" y="48708"/>
                </a:cubicBezTo>
                <a:moveTo>
                  <a:pt x="129757" y="63880"/>
                </a:moveTo>
                <a:cubicBezTo>
                  <a:pt x="127362" y="64669"/>
                  <a:pt x="123569" y="65611"/>
                  <a:pt x="118378" y="66708"/>
                </a:cubicBezTo>
                <a:cubicBezTo>
                  <a:pt x="113188" y="67803"/>
                  <a:pt x="109795" y="68877"/>
                  <a:pt x="108198" y="69929"/>
                </a:cubicBezTo>
                <a:cubicBezTo>
                  <a:pt x="105758" y="71638"/>
                  <a:pt x="104538" y="73808"/>
                  <a:pt x="104538" y="76437"/>
                </a:cubicBezTo>
                <a:cubicBezTo>
                  <a:pt x="104538" y="79024"/>
                  <a:pt x="105514" y="81260"/>
                  <a:pt x="107466" y="83146"/>
                </a:cubicBezTo>
                <a:cubicBezTo>
                  <a:pt x="109418" y="85030"/>
                  <a:pt x="111902" y="85972"/>
                  <a:pt x="114918" y="85972"/>
                </a:cubicBezTo>
                <a:cubicBezTo>
                  <a:pt x="118290" y="85972"/>
                  <a:pt x="121506" y="84876"/>
                  <a:pt x="124567" y="82684"/>
                </a:cubicBezTo>
                <a:cubicBezTo>
                  <a:pt x="126829" y="81019"/>
                  <a:pt x="128315" y="78981"/>
                  <a:pt x="129025" y="76568"/>
                </a:cubicBezTo>
                <a:cubicBezTo>
                  <a:pt x="129513" y="74991"/>
                  <a:pt x="129757" y="71989"/>
                  <a:pt x="129757" y="67563"/>
                </a:cubicBezTo>
                <a:lnTo>
                  <a:pt x="129757" y="63880"/>
                </a:lnTo>
                <a:close/>
                <a:moveTo>
                  <a:pt x="198531" y="26883"/>
                </a:moveTo>
                <a:lnTo>
                  <a:pt x="198531" y="41788"/>
                </a:lnTo>
                <a:lnTo>
                  <a:pt x="185755" y="41788"/>
                </a:lnTo>
                <a:lnTo>
                  <a:pt x="185755" y="70222"/>
                </a:lnTo>
                <a:cubicBezTo>
                  <a:pt x="185755" y="75981"/>
                  <a:pt x="185877" y="79336"/>
                  <a:pt x="186121" y="80289"/>
                </a:cubicBezTo>
                <a:cubicBezTo>
                  <a:pt x="186365" y="81240"/>
                  <a:pt x="186919" y="82026"/>
                  <a:pt x="187784" y="82647"/>
                </a:cubicBezTo>
                <a:cubicBezTo>
                  <a:pt x="188649" y="83266"/>
                  <a:pt x="189703" y="83576"/>
                  <a:pt x="190945" y="83576"/>
                </a:cubicBezTo>
                <a:cubicBezTo>
                  <a:pt x="192675" y="83576"/>
                  <a:pt x="195181" y="82977"/>
                  <a:pt x="198464" y="81780"/>
                </a:cubicBezTo>
                <a:lnTo>
                  <a:pt x="200061" y="96340"/>
                </a:lnTo>
                <a:cubicBezTo>
                  <a:pt x="195714" y="98211"/>
                  <a:pt x="190790" y="99147"/>
                  <a:pt x="185289" y="99147"/>
                </a:cubicBezTo>
                <a:cubicBezTo>
                  <a:pt x="181917" y="99147"/>
                  <a:pt x="178879" y="98581"/>
                  <a:pt x="176173" y="97450"/>
                </a:cubicBezTo>
                <a:cubicBezTo>
                  <a:pt x="173467" y="96319"/>
                  <a:pt x="171481" y="94855"/>
                  <a:pt x="170217" y="93058"/>
                </a:cubicBezTo>
                <a:cubicBezTo>
                  <a:pt x="168953" y="91262"/>
                  <a:pt x="168077" y="88833"/>
                  <a:pt x="167589" y="85772"/>
                </a:cubicBezTo>
                <a:cubicBezTo>
                  <a:pt x="167190" y="83598"/>
                  <a:pt x="166990" y="79207"/>
                  <a:pt x="166990" y="72597"/>
                </a:cubicBezTo>
                <a:lnTo>
                  <a:pt x="166990" y="41788"/>
                </a:lnTo>
                <a:lnTo>
                  <a:pt x="158406" y="41788"/>
                </a:lnTo>
                <a:lnTo>
                  <a:pt x="158406" y="26883"/>
                </a:lnTo>
                <a:lnTo>
                  <a:pt x="166990" y="26883"/>
                </a:lnTo>
                <a:lnTo>
                  <a:pt x="166990" y="12776"/>
                </a:lnTo>
                <a:lnTo>
                  <a:pt x="185755" y="1730"/>
                </a:lnTo>
                <a:lnTo>
                  <a:pt x="185755" y="26883"/>
                </a:lnTo>
                <a:lnTo>
                  <a:pt x="198531" y="26883"/>
                </a:lnTo>
                <a:close/>
                <a:moveTo>
                  <a:pt x="273122" y="47777"/>
                </a:moveTo>
                <a:lnTo>
                  <a:pt x="254690" y="51104"/>
                </a:lnTo>
                <a:cubicBezTo>
                  <a:pt x="254069" y="47444"/>
                  <a:pt x="252661" y="44688"/>
                  <a:pt x="250465" y="42836"/>
                </a:cubicBezTo>
                <a:cubicBezTo>
                  <a:pt x="248269" y="40984"/>
                  <a:pt x="245419" y="40058"/>
                  <a:pt x="241914" y="40058"/>
                </a:cubicBezTo>
                <a:cubicBezTo>
                  <a:pt x="237256" y="40058"/>
                  <a:pt x="233541" y="41661"/>
                  <a:pt x="230769" y="44868"/>
                </a:cubicBezTo>
                <a:cubicBezTo>
                  <a:pt x="227996" y="48074"/>
                  <a:pt x="226610" y="53436"/>
                  <a:pt x="226610" y="60954"/>
                </a:cubicBezTo>
                <a:cubicBezTo>
                  <a:pt x="226610" y="69313"/>
                  <a:pt x="228018" y="75218"/>
                  <a:pt x="230835" y="78669"/>
                </a:cubicBezTo>
                <a:cubicBezTo>
                  <a:pt x="233652" y="82118"/>
                  <a:pt x="237434" y="83842"/>
                  <a:pt x="242180" y="83842"/>
                </a:cubicBezTo>
                <a:cubicBezTo>
                  <a:pt x="245729" y="83842"/>
                  <a:pt x="248635" y="82833"/>
                  <a:pt x="250897" y="80815"/>
                </a:cubicBezTo>
                <a:cubicBezTo>
                  <a:pt x="253160" y="78796"/>
                  <a:pt x="254757" y="75325"/>
                  <a:pt x="255688" y="70401"/>
                </a:cubicBezTo>
                <a:lnTo>
                  <a:pt x="274054" y="73595"/>
                </a:lnTo>
                <a:cubicBezTo>
                  <a:pt x="272146" y="82024"/>
                  <a:pt x="268487" y="88389"/>
                  <a:pt x="263074" y="92692"/>
                </a:cubicBezTo>
                <a:cubicBezTo>
                  <a:pt x="257662" y="96995"/>
                  <a:pt x="250409" y="99147"/>
                  <a:pt x="241315" y="99147"/>
                </a:cubicBezTo>
                <a:cubicBezTo>
                  <a:pt x="230979" y="99147"/>
                  <a:pt x="222739" y="95886"/>
                  <a:pt x="216595" y="89365"/>
                </a:cubicBezTo>
                <a:cubicBezTo>
                  <a:pt x="210451" y="82844"/>
                  <a:pt x="207379" y="73817"/>
                  <a:pt x="207379" y="62283"/>
                </a:cubicBezTo>
                <a:cubicBezTo>
                  <a:pt x="207379" y="50616"/>
                  <a:pt x="210462" y="41533"/>
                  <a:pt x="216628" y="35034"/>
                </a:cubicBezTo>
                <a:cubicBezTo>
                  <a:pt x="222795" y="28535"/>
                  <a:pt x="231135" y="25286"/>
                  <a:pt x="241648" y="25286"/>
                </a:cubicBezTo>
                <a:cubicBezTo>
                  <a:pt x="250254" y="25286"/>
                  <a:pt x="257097" y="27138"/>
                  <a:pt x="262176" y="30842"/>
                </a:cubicBezTo>
                <a:cubicBezTo>
                  <a:pt x="267255" y="34546"/>
                  <a:pt x="270904" y="40191"/>
                  <a:pt x="273122" y="47777"/>
                </a:cubicBezTo>
                <a:close/>
                <a:moveTo>
                  <a:pt x="305906" y="0"/>
                </a:moveTo>
                <a:lnTo>
                  <a:pt x="305906" y="35916"/>
                </a:lnTo>
                <a:cubicBezTo>
                  <a:pt x="311940" y="28829"/>
                  <a:pt x="319148" y="25286"/>
                  <a:pt x="327532" y="25286"/>
                </a:cubicBezTo>
                <a:cubicBezTo>
                  <a:pt x="331835" y="25286"/>
                  <a:pt x="335717" y="26084"/>
                  <a:pt x="339177" y="27681"/>
                </a:cubicBezTo>
                <a:cubicBezTo>
                  <a:pt x="342637" y="29278"/>
                  <a:pt x="345244" y="31319"/>
                  <a:pt x="346996" y="33803"/>
                </a:cubicBezTo>
                <a:cubicBezTo>
                  <a:pt x="348748" y="36287"/>
                  <a:pt x="349946" y="39038"/>
                  <a:pt x="350589" y="42054"/>
                </a:cubicBezTo>
                <a:cubicBezTo>
                  <a:pt x="351232" y="45071"/>
                  <a:pt x="351554" y="49751"/>
                  <a:pt x="351554" y="56094"/>
                </a:cubicBezTo>
                <a:lnTo>
                  <a:pt x="351554" y="97550"/>
                </a:lnTo>
                <a:lnTo>
                  <a:pt x="332856" y="97550"/>
                </a:lnTo>
                <a:lnTo>
                  <a:pt x="332856" y="60264"/>
                </a:lnTo>
                <a:cubicBezTo>
                  <a:pt x="332856" y="52864"/>
                  <a:pt x="332501" y="48167"/>
                  <a:pt x="331791" y="46174"/>
                </a:cubicBezTo>
                <a:cubicBezTo>
                  <a:pt x="331081" y="44179"/>
                  <a:pt x="329828" y="42594"/>
                  <a:pt x="328032" y="41420"/>
                </a:cubicBezTo>
                <a:cubicBezTo>
                  <a:pt x="326235" y="40246"/>
                  <a:pt x="323984" y="39659"/>
                  <a:pt x="321278" y="39659"/>
                </a:cubicBezTo>
                <a:cubicBezTo>
                  <a:pt x="318172" y="39659"/>
                  <a:pt x="315400" y="40412"/>
                  <a:pt x="312960" y="41919"/>
                </a:cubicBezTo>
                <a:cubicBezTo>
                  <a:pt x="310520" y="43426"/>
                  <a:pt x="308734" y="45697"/>
                  <a:pt x="307603" y="48731"/>
                </a:cubicBezTo>
                <a:cubicBezTo>
                  <a:pt x="306472" y="51766"/>
                  <a:pt x="305906" y="56253"/>
                  <a:pt x="305906" y="62191"/>
                </a:cubicBezTo>
                <a:lnTo>
                  <a:pt x="305906" y="97550"/>
                </a:lnTo>
                <a:lnTo>
                  <a:pt x="287208" y="97550"/>
                </a:lnTo>
                <a:lnTo>
                  <a:pt x="287208" y="0"/>
                </a:lnTo>
                <a:lnTo>
                  <a:pt x="305906" y="0"/>
                </a:lnTo>
                <a:close/>
                <a:moveTo>
                  <a:pt x="407960" y="97550"/>
                </a:moveTo>
                <a:lnTo>
                  <a:pt x="407960" y="0"/>
                </a:lnTo>
                <a:lnTo>
                  <a:pt x="427656" y="0"/>
                </a:lnTo>
                <a:lnTo>
                  <a:pt x="427656" y="97550"/>
                </a:lnTo>
                <a:lnTo>
                  <a:pt x="407960" y="97550"/>
                </a:lnTo>
                <a:close/>
                <a:moveTo>
                  <a:pt x="445322" y="26883"/>
                </a:moveTo>
                <a:lnTo>
                  <a:pt x="462556" y="26883"/>
                </a:lnTo>
                <a:lnTo>
                  <a:pt x="462556" y="36531"/>
                </a:lnTo>
                <a:cubicBezTo>
                  <a:pt x="468722" y="29034"/>
                  <a:pt x="476064" y="25286"/>
                  <a:pt x="484581" y="25286"/>
                </a:cubicBezTo>
                <a:cubicBezTo>
                  <a:pt x="489106" y="25286"/>
                  <a:pt x="493032" y="26222"/>
                  <a:pt x="496359" y="28093"/>
                </a:cubicBezTo>
                <a:cubicBezTo>
                  <a:pt x="499686" y="29964"/>
                  <a:pt x="502414" y="32795"/>
                  <a:pt x="504544" y="36583"/>
                </a:cubicBezTo>
                <a:cubicBezTo>
                  <a:pt x="507649" y="32795"/>
                  <a:pt x="510998" y="29964"/>
                  <a:pt x="514591" y="28093"/>
                </a:cubicBezTo>
                <a:cubicBezTo>
                  <a:pt x="518185" y="26222"/>
                  <a:pt x="522022" y="25286"/>
                  <a:pt x="526103" y="25286"/>
                </a:cubicBezTo>
                <a:cubicBezTo>
                  <a:pt x="531293" y="25286"/>
                  <a:pt x="535685" y="26339"/>
                  <a:pt x="539278" y="28446"/>
                </a:cubicBezTo>
                <a:cubicBezTo>
                  <a:pt x="542872" y="30554"/>
                  <a:pt x="545555" y="33648"/>
                  <a:pt x="547330" y="37729"/>
                </a:cubicBezTo>
                <a:cubicBezTo>
                  <a:pt x="548616" y="40746"/>
                  <a:pt x="549260" y="45625"/>
                  <a:pt x="549260" y="52368"/>
                </a:cubicBezTo>
                <a:lnTo>
                  <a:pt x="549260" y="97550"/>
                </a:lnTo>
                <a:lnTo>
                  <a:pt x="530561" y="97550"/>
                </a:lnTo>
                <a:lnTo>
                  <a:pt x="530561" y="57205"/>
                </a:lnTo>
                <a:cubicBezTo>
                  <a:pt x="530561" y="50204"/>
                  <a:pt x="529918" y="45685"/>
                  <a:pt x="528632" y="43647"/>
                </a:cubicBezTo>
                <a:cubicBezTo>
                  <a:pt x="526902" y="40988"/>
                  <a:pt x="524240" y="39659"/>
                  <a:pt x="520647" y="39659"/>
                </a:cubicBezTo>
                <a:cubicBezTo>
                  <a:pt x="518029" y="39659"/>
                  <a:pt x="515567" y="40457"/>
                  <a:pt x="513261" y="42052"/>
                </a:cubicBezTo>
                <a:cubicBezTo>
                  <a:pt x="510954" y="43646"/>
                  <a:pt x="509290" y="45984"/>
                  <a:pt x="508270" y="49064"/>
                </a:cubicBezTo>
                <a:cubicBezTo>
                  <a:pt x="507250" y="52143"/>
                  <a:pt x="506740" y="57006"/>
                  <a:pt x="506740" y="63653"/>
                </a:cubicBezTo>
                <a:lnTo>
                  <a:pt x="506740" y="97550"/>
                </a:lnTo>
                <a:lnTo>
                  <a:pt x="488041" y="97550"/>
                </a:lnTo>
                <a:lnTo>
                  <a:pt x="488041" y="58866"/>
                </a:lnTo>
                <a:cubicBezTo>
                  <a:pt x="488041" y="51999"/>
                  <a:pt x="487709" y="47568"/>
                  <a:pt x="487043" y="45575"/>
                </a:cubicBezTo>
                <a:cubicBezTo>
                  <a:pt x="486378" y="43580"/>
                  <a:pt x="485346" y="42095"/>
                  <a:pt x="483949" y="41121"/>
                </a:cubicBezTo>
                <a:cubicBezTo>
                  <a:pt x="482552" y="40146"/>
                  <a:pt x="480655" y="39659"/>
                  <a:pt x="478260" y="39659"/>
                </a:cubicBezTo>
                <a:cubicBezTo>
                  <a:pt x="475376" y="39659"/>
                  <a:pt x="472781" y="40434"/>
                  <a:pt x="470474" y="41986"/>
                </a:cubicBezTo>
                <a:cubicBezTo>
                  <a:pt x="468168" y="43535"/>
                  <a:pt x="466515" y="45773"/>
                  <a:pt x="465517" y="48698"/>
                </a:cubicBezTo>
                <a:cubicBezTo>
                  <a:pt x="464519" y="51623"/>
                  <a:pt x="464020" y="56475"/>
                  <a:pt x="464020" y="63254"/>
                </a:cubicBezTo>
                <a:lnTo>
                  <a:pt x="464020" y="97550"/>
                </a:lnTo>
                <a:lnTo>
                  <a:pt x="445322" y="97550"/>
                </a:lnTo>
                <a:lnTo>
                  <a:pt x="445322" y="26883"/>
                </a:lnTo>
                <a:close/>
                <a:moveTo>
                  <a:pt x="581844" y="48708"/>
                </a:moveTo>
                <a:lnTo>
                  <a:pt x="564876" y="45647"/>
                </a:lnTo>
                <a:cubicBezTo>
                  <a:pt x="566783" y="38726"/>
                  <a:pt x="570066" y="33602"/>
                  <a:pt x="574724" y="30276"/>
                </a:cubicBezTo>
                <a:cubicBezTo>
                  <a:pt x="579382" y="26949"/>
                  <a:pt x="586302" y="25286"/>
                  <a:pt x="595485" y="25286"/>
                </a:cubicBezTo>
                <a:cubicBezTo>
                  <a:pt x="603825" y="25286"/>
                  <a:pt x="610035" y="26273"/>
                  <a:pt x="614117" y="28247"/>
                </a:cubicBezTo>
                <a:cubicBezTo>
                  <a:pt x="618198" y="30221"/>
                  <a:pt x="621070" y="32727"/>
                  <a:pt x="622734" y="35766"/>
                </a:cubicBezTo>
                <a:cubicBezTo>
                  <a:pt x="624397" y="38805"/>
                  <a:pt x="625229" y="44383"/>
                  <a:pt x="625229" y="52501"/>
                </a:cubicBezTo>
                <a:lnTo>
                  <a:pt x="625029" y="74327"/>
                </a:lnTo>
                <a:cubicBezTo>
                  <a:pt x="625029" y="80537"/>
                  <a:pt x="625329" y="85118"/>
                  <a:pt x="625928" y="88068"/>
                </a:cubicBezTo>
                <a:cubicBezTo>
                  <a:pt x="626527" y="91018"/>
                  <a:pt x="627647" y="94178"/>
                  <a:pt x="629288" y="97550"/>
                </a:cubicBezTo>
                <a:lnTo>
                  <a:pt x="610789" y="97550"/>
                </a:lnTo>
                <a:cubicBezTo>
                  <a:pt x="610302" y="96308"/>
                  <a:pt x="609703" y="94467"/>
                  <a:pt x="608993" y="92027"/>
                </a:cubicBezTo>
                <a:cubicBezTo>
                  <a:pt x="608682" y="90918"/>
                  <a:pt x="608461" y="90186"/>
                  <a:pt x="608327" y="89831"/>
                </a:cubicBezTo>
                <a:cubicBezTo>
                  <a:pt x="605133" y="92936"/>
                  <a:pt x="601718" y="95265"/>
                  <a:pt x="598080" y="96818"/>
                </a:cubicBezTo>
                <a:cubicBezTo>
                  <a:pt x="594442" y="98371"/>
                  <a:pt x="590561" y="99147"/>
                  <a:pt x="586435" y="99147"/>
                </a:cubicBezTo>
                <a:cubicBezTo>
                  <a:pt x="579160" y="99147"/>
                  <a:pt x="573426" y="97181"/>
                  <a:pt x="569234" y="93250"/>
                </a:cubicBezTo>
                <a:cubicBezTo>
                  <a:pt x="565042" y="89318"/>
                  <a:pt x="562946" y="84348"/>
                  <a:pt x="562946" y="78340"/>
                </a:cubicBezTo>
                <a:cubicBezTo>
                  <a:pt x="562946" y="74364"/>
                  <a:pt x="563900" y="70820"/>
                  <a:pt x="565807" y="67706"/>
                </a:cubicBezTo>
                <a:cubicBezTo>
                  <a:pt x="567715" y="64591"/>
                  <a:pt x="570388" y="62205"/>
                  <a:pt x="573826" y="60549"/>
                </a:cubicBezTo>
                <a:cubicBezTo>
                  <a:pt x="577264" y="58892"/>
                  <a:pt x="582221" y="57445"/>
                  <a:pt x="588698" y="56209"/>
                </a:cubicBezTo>
                <a:cubicBezTo>
                  <a:pt x="597437" y="54574"/>
                  <a:pt x="603492" y="53050"/>
                  <a:pt x="606864" y="51636"/>
                </a:cubicBezTo>
                <a:lnTo>
                  <a:pt x="606864" y="49752"/>
                </a:lnTo>
                <a:cubicBezTo>
                  <a:pt x="606864" y="46119"/>
                  <a:pt x="605976" y="43529"/>
                  <a:pt x="604202" y="41981"/>
                </a:cubicBezTo>
                <a:cubicBezTo>
                  <a:pt x="602427" y="40433"/>
                  <a:pt x="599078" y="39659"/>
                  <a:pt x="594154" y="39659"/>
                </a:cubicBezTo>
                <a:cubicBezTo>
                  <a:pt x="590827" y="39659"/>
                  <a:pt x="588232" y="40328"/>
                  <a:pt x="586369" y="41667"/>
                </a:cubicBezTo>
                <a:cubicBezTo>
                  <a:pt x="584506" y="43005"/>
                  <a:pt x="582997" y="45352"/>
                  <a:pt x="581844" y="48708"/>
                </a:cubicBezTo>
                <a:moveTo>
                  <a:pt x="606864" y="63880"/>
                </a:moveTo>
                <a:cubicBezTo>
                  <a:pt x="604468" y="64669"/>
                  <a:pt x="600675" y="65611"/>
                  <a:pt x="595485" y="66708"/>
                </a:cubicBezTo>
                <a:cubicBezTo>
                  <a:pt x="590295" y="67803"/>
                  <a:pt x="586901" y="68877"/>
                  <a:pt x="585304" y="69929"/>
                </a:cubicBezTo>
                <a:cubicBezTo>
                  <a:pt x="582864" y="71638"/>
                  <a:pt x="581644" y="73808"/>
                  <a:pt x="581644" y="76437"/>
                </a:cubicBezTo>
                <a:cubicBezTo>
                  <a:pt x="581644" y="79024"/>
                  <a:pt x="582620" y="81260"/>
                  <a:pt x="584572" y="83146"/>
                </a:cubicBezTo>
                <a:cubicBezTo>
                  <a:pt x="586524" y="85030"/>
                  <a:pt x="589008" y="85972"/>
                  <a:pt x="592025" y="85972"/>
                </a:cubicBezTo>
                <a:cubicBezTo>
                  <a:pt x="595396" y="85972"/>
                  <a:pt x="598612" y="84876"/>
                  <a:pt x="601673" y="82684"/>
                </a:cubicBezTo>
                <a:cubicBezTo>
                  <a:pt x="603936" y="81019"/>
                  <a:pt x="605422" y="78981"/>
                  <a:pt x="606132" y="76568"/>
                </a:cubicBezTo>
                <a:cubicBezTo>
                  <a:pt x="606620" y="74991"/>
                  <a:pt x="606864" y="71989"/>
                  <a:pt x="606864" y="67563"/>
                </a:cubicBezTo>
                <a:lnTo>
                  <a:pt x="606864" y="63880"/>
                </a:lnTo>
                <a:close/>
                <a:moveTo>
                  <a:pt x="641229" y="102075"/>
                </a:moveTo>
                <a:lnTo>
                  <a:pt x="662589" y="104736"/>
                </a:lnTo>
                <a:cubicBezTo>
                  <a:pt x="662944" y="107244"/>
                  <a:pt x="663764" y="108968"/>
                  <a:pt x="665051" y="109908"/>
                </a:cubicBezTo>
                <a:cubicBezTo>
                  <a:pt x="666825" y="111251"/>
                  <a:pt x="669620" y="111923"/>
                  <a:pt x="673435" y="111923"/>
                </a:cubicBezTo>
                <a:cubicBezTo>
                  <a:pt x="678315" y="111923"/>
                  <a:pt x="681975" y="111185"/>
                  <a:pt x="684414" y="109710"/>
                </a:cubicBezTo>
                <a:cubicBezTo>
                  <a:pt x="686056" y="108727"/>
                  <a:pt x="687298" y="107142"/>
                  <a:pt x="688141" y="104953"/>
                </a:cubicBezTo>
                <a:cubicBezTo>
                  <a:pt x="688717" y="103389"/>
                  <a:pt x="689006" y="100507"/>
                  <a:pt x="689006" y="96308"/>
                </a:cubicBezTo>
                <a:lnTo>
                  <a:pt x="689006" y="85920"/>
                </a:lnTo>
                <a:cubicBezTo>
                  <a:pt x="683416" y="93673"/>
                  <a:pt x="676363" y="97550"/>
                  <a:pt x="667846" y="97550"/>
                </a:cubicBezTo>
                <a:cubicBezTo>
                  <a:pt x="658352" y="97550"/>
                  <a:pt x="650833" y="93535"/>
                  <a:pt x="645288" y="85506"/>
                </a:cubicBezTo>
                <a:cubicBezTo>
                  <a:pt x="640941" y="79162"/>
                  <a:pt x="638767" y="71266"/>
                  <a:pt x="638767" y="61817"/>
                </a:cubicBezTo>
                <a:cubicBezTo>
                  <a:pt x="638767" y="49973"/>
                  <a:pt x="641617" y="40923"/>
                  <a:pt x="647317" y="34668"/>
                </a:cubicBezTo>
                <a:cubicBezTo>
                  <a:pt x="653018" y="28413"/>
                  <a:pt x="660105" y="25286"/>
                  <a:pt x="668577" y="25286"/>
                </a:cubicBezTo>
                <a:cubicBezTo>
                  <a:pt x="677317" y="25286"/>
                  <a:pt x="684525" y="29141"/>
                  <a:pt x="690203" y="36852"/>
                </a:cubicBezTo>
                <a:lnTo>
                  <a:pt x="690203" y="26883"/>
                </a:lnTo>
                <a:lnTo>
                  <a:pt x="707704" y="26883"/>
                </a:lnTo>
                <a:lnTo>
                  <a:pt x="707704" y="90338"/>
                </a:lnTo>
                <a:cubicBezTo>
                  <a:pt x="707704" y="98684"/>
                  <a:pt x="707016" y="104921"/>
                  <a:pt x="705641" y="109049"/>
                </a:cubicBezTo>
                <a:cubicBezTo>
                  <a:pt x="704266" y="113177"/>
                  <a:pt x="702336" y="116418"/>
                  <a:pt x="699852" y="118770"/>
                </a:cubicBezTo>
                <a:cubicBezTo>
                  <a:pt x="697368" y="121124"/>
                  <a:pt x="694052" y="122967"/>
                  <a:pt x="689904" y="124297"/>
                </a:cubicBezTo>
                <a:cubicBezTo>
                  <a:pt x="685756" y="125630"/>
                  <a:pt x="680511" y="126296"/>
                  <a:pt x="674167" y="126296"/>
                </a:cubicBezTo>
                <a:cubicBezTo>
                  <a:pt x="662190" y="126296"/>
                  <a:pt x="653694" y="124227"/>
                  <a:pt x="648682" y="120089"/>
                </a:cubicBezTo>
                <a:cubicBezTo>
                  <a:pt x="643669" y="115952"/>
                  <a:pt x="641162" y="110708"/>
                  <a:pt x="641162" y="104356"/>
                </a:cubicBezTo>
                <a:cubicBezTo>
                  <a:pt x="641162" y="103729"/>
                  <a:pt x="641185" y="102969"/>
                  <a:pt x="641229" y="102075"/>
                </a:cubicBezTo>
                <a:moveTo>
                  <a:pt x="657931" y="60752"/>
                </a:moveTo>
                <a:cubicBezTo>
                  <a:pt x="657931" y="68227"/>
                  <a:pt x="659384" y="73700"/>
                  <a:pt x="662289" y="77172"/>
                </a:cubicBezTo>
                <a:cubicBezTo>
                  <a:pt x="665195" y="80643"/>
                  <a:pt x="668777" y="82378"/>
                  <a:pt x="673036" y="82378"/>
                </a:cubicBezTo>
                <a:cubicBezTo>
                  <a:pt x="677605" y="82378"/>
                  <a:pt x="681464" y="80598"/>
                  <a:pt x="684614" y="77038"/>
                </a:cubicBezTo>
                <a:cubicBezTo>
                  <a:pt x="687764" y="73478"/>
                  <a:pt x="689338" y="68205"/>
                  <a:pt x="689338" y="61218"/>
                </a:cubicBezTo>
                <a:cubicBezTo>
                  <a:pt x="689338" y="53921"/>
                  <a:pt x="687830" y="48503"/>
                  <a:pt x="684814" y="44965"/>
                </a:cubicBezTo>
                <a:cubicBezTo>
                  <a:pt x="681797" y="41428"/>
                  <a:pt x="677982" y="39659"/>
                  <a:pt x="673368" y="39659"/>
                </a:cubicBezTo>
                <a:cubicBezTo>
                  <a:pt x="668888" y="39659"/>
                  <a:pt x="665195" y="41394"/>
                  <a:pt x="662289" y="44866"/>
                </a:cubicBezTo>
                <a:cubicBezTo>
                  <a:pt x="659384" y="48337"/>
                  <a:pt x="657931" y="53632"/>
                  <a:pt x="657931" y="60752"/>
                </a:cubicBezTo>
                <a:close/>
                <a:moveTo>
                  <a:pt x="767148" y="75059"/>
                </a:moveTo>
                <a:lnTo>
                  <a:pt x="785780" y="78253"/>
                </a:lnTo>
                <a:cubicBezTo>
                  <a:pt x="783384" y="85062"/>
                  <a:pt x="779602" y="90247"/>
                  <a:pt x="774434" y="93807"/>
                </a:cubicBezTo>
                <a:cubicBezTo>
                  <a:pt x="769266" y="97367"/>
                  <a:pt x="762801" y="99147"/>
                  <a:pt x="755037" y="99147"/>
                </a:cubicBezTo>
                <a:cubicBezTo>
                  <a:pt x="742749" y="99147"/>
                  <a:pt x="733655" y="95132"/>
                  <a:pt x="727755" y="87103"/>
                </a:cubicBezTo>
                <a:cubicBezTo>
                  <a:pt x="723097" y="80671"/>
                  <a:pt x="720768" y="72552"/>
                  <a:pt x="720768" y="62749"/>
                </a:cubicBezTo>
                <a:cubicBezTo>
                  <a:pt x="720768" y="51037"/>
                  <a:pt x="723829" y="41866"/>
                  <a:pt x="729951" y="35234"/>
                </a:cubicBezTo>
                <a:cubicBezTo>
                  <a:pt x="736073" y="28602"/>
                  <a:pt x="743814" y="25286"/>
                  <a:pt x="753174" y="25286"/>
                </a:cubicBezTo>
                <a:cubicBezTo>
                  <a:pt x="763688" y="25286"/>
                  <a:pt x="771983" y="28757"/>
                  <a:pt x="778061" y="35700"/>
                </a:cubicBezTo>
                <a:cubicBezTo>
                  <a:pt x="784138" y="42642"/>
                  <a:pt x="787044" y="53278"/>
                  <a:pt x="786778" y="67606"/>
                </a:cubicBezTo>
                <a:lnTo>
                  <a:pt x="739932" y="67606"/>
                </a:lnTo>
                <a:cubicBezTo>
                  <a:pt x="740065" y="73151"/>
                  <a:pt x="741574" y="77465"/>
                  <a:pt x="744457" y="80549"/>
                </a:cubicBezTo>
                <a:cubicBezTo>
                  <a:pt x="747341" y="83632"/>
                  <a:pt x="750934" y="85173"/>
                  <a:pt x="755237" y="85173"/>
                </a:cubicBezTo>
                <a:cubicBezTo>
                  <a:pt x="758165" y="85173"/>
                  <a:pt x="760627" y="84375"/>
                  <a:pt x="762623" y="82778"/>
                </a:cubicBezTo>
                <a:cubicBezTo>
                  <a:pt x="764619" y="81181"/>
                  <a:pt x="766128" y="78608"/>
                  <a:pt x="767148" y="75059"/>
                </a:cubicBezTo>
                <a:moveTo>
                  <a:pt x="768213" y="56161"/>
                </a:moveTo>
                <a:cubicBezTo>
                  <a:pt x="768079" y="50771"/>
                  <a:pt x="766682" y="46673"/>
                  <a:pt x="764020" y="43867"/>
                </a:cubicBezTo>
                <a:cubicBezTo>
                  <a:pt x="761359" y="41062"/>
                  <a:pt x="758120" y="39659"/>
                  <a:pt x="754305" y="39659"/>
                </a:cubicBezTo>
                <a:cubicBezTo>
                  <a:pt x="750224" y="39659"/>
                  <a:pt x="746853" y="41139"/>
                  <a:pt x="744191" y="44098"/>
                </a:cubicBezTo>
                <a:cubicBezTo>
                  <a:pt x="741529" y="47059"/>
                  <a:pt x="740221" y="51080"/>
                  <a:pt x="740265" y="56161"/>
                </a:cubicBezTo>
                <a:lnTo>
                  <a:pt x="768213" y="56161"/>
                </a:lnTo>
                <a:close/>
                <a:moveTo>
                  <a:pt x="795407" y="77454"/>
                </a:moveTo>
                <a:lnTo>
                  <a:pt x="814172" y="74527"/>
                </a:lnTo>
                <a:cubicBezTo>
                  <a:pt x="814970" y="78142"/>
                  <a:pt x="816590" y="80887"/>
                  <a:pt x="819030" y="82761"/>
                </a:cubicBezTo>
                <a:cubicBezTo>
                  <a:pt x="821469" y="84635"/>
                  <a:pt x="824885" y="85572"/>
                  <a:pt x="829277" y="85572"/>
                </a:cubicBezTo>
                <a:cubicBezTo>
                  <a:pt x="834112" y="85572"/>
                  <a:pt x="837750" y="84687"/>
                  <a:pt x="840190" y="82915"/>
                </a:cubicBezTo>
                <a:cubicBezTo>
                  <a:pt x="841831" y="81674"/>
                  <a:pt x="842652" y="80013"/>
                  <a:pt x="842652" y="77931"/>
                </a:cubicBezTo>
                <a:cubicBezTo>
                  <a:pt x="842652" y="76512"/>
                  <a:pt x="842208" y="75338"/>
                  <a:pt x="841321" y="74408"/>
                </a:cubicBezTo>
                <a:cubicBezTo>
                  <a:pt x="840389" y="73522"/>
                  <a:pt x="838304" y="72703"/>
                  <a:pt x="835066" y="71950"/>
                </a:cubicBezTo>
                <a:cubicBezTo>
                  <a:pt x="819983" y="68629"/>
                  <a:pt x="810423" y="65594"/>
                  <a:pt x="806387" y="62846"/>
                </a:cubicBezTo>
                <a:cubicBezTo>
                  <a:pt x="800797" y="59034"/>
                  <a:pt x="798002" y="53738"/>
                  <a:pt x="798002" y="46958"/>
                </a:cubicBezTo>
                <a:cubicBezTo>
                  <a:pt x="798002" y="40841"/>
                  <a:pt x="800420" y="35700"/>
                  <a:pt x="805255" y="31534"/>
                </a:cubicBezTo>
                <a:cubicBezTo>
                  <a:pt x="810091" y="27369"/>
                  <a:pt x="817588" y="25286"/>
                  <a:pt x="827746" y="25286"/>
                </a:cubicBezTo>
                <a:cubicBezTo>
                  <a:pt x="837417" y="25286"/>
                  <a:pt x="844604" y="26855"/>
                  <a:pt x="849306" y="29994"/>
                </a:cubicBezTo>
                <a:cubicBezTo>
                  <a:pt x="854008" y="33132"/>
                  <a:pt x="857247" y="37773"/>
                  <a:pt x="859021" y="43917"/>
                </a:cubicBezTo>
                <a:lnTo>
                  <a:pt x="841387" y="47244"/>
                </a:lnTo>
                <a:cubicBezTo>
                  <a:pt x="840633" y="44494"/>
                  <a:pt x="839203" y="42387"/>
                  <a:pt x="837096" y="40923"/>
                </a:cubicBezTo>
                <a:cubicBezTo>
                  <a:pt x="834988" y="39459"/>
                  <a:pt x="831983" y="38727"/>
                  <a:pt x="828079" y="38727"/>
                </a:cubicBezTo>
                <a:cubicBezTo>
                  <a:pt x="823155" y="38727"/>
                  <a:pt x="819628" y="39414"/>
                  <a:pt x="817499" y="40788"/>
                </a:cubicBezTo>
                <a:cubicBezTo>
                  <a:pt x="816080" y="41761"/>
                  <a:pt x="815370" y="43023"/>
                  <a:pt x="815370" y="44575"/>
                </a:cubicBezTo>
                <a:cubicBezTo>
                  <a:pt x="815370" y="45903"/>
                  <a:pt x="815991" y="47032"/>
                  <a:pt x="817233" y="47962"/>
                </a:cubicBezTo>
                <a:cubicBezTo>
                  <a:pt x="818919" y="49203"/>
                  <a:pt x="824741" y="50953"/>
                  <a:pt x="834700" y="53212"/>
                </a:cubicBezTo>
                <a:cubicBezTo>
                  <a:pt x="844659" y="55472"/>
                  <a:pt x="851613" y="58244"/>
                  <a:pt x="855561" y="61528"/>
                </a:cubicBezTo>
                <a:cubicBezTo>
                  <a:pt x="859465" y="64858"/>
                  <a:pt x="861416" y="69496"/>
                  <a:pt x="861416" y="75444"/>
                </a:cubicBezTo>
                <a:cubicBezTo>
                  <a:pt x="861416" y="81924"/>
                  <a:pt x="858710" y="87495"/>
                  <a:pt x="853298" y="92156"/>
                </a:cubicBezTo>
                <a:cubicBezTo>
                  <a:pt x="847886" y="96817"/>
                  <a:pt x="839879" y="99147"/>
                  <a:pt x="829277" y="99147"/>
                </a:cubicBezTo>
                <a:cubicBezTo>
                  <a:pt x="819651" y="99147"/>
                  <a:pt x="812032" y="97201"/>
                  <a:pt x="806420" y="93310"/>
                </a:cubicBezTo>
                <a:cubicBezTo>
                  <a:pt x="800808" y="89417"/>
                  <a:pt x="797137" y="84132"/>
                  <a:pt x="795407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CD883-4DED-40A3-828F-F83710AC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4856147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D8DEB-287B-4F6D-8154-5E5D38A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4843985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D2E5E-3F6A-45A1-9F24-1822022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322593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6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E84DC-2301-463F-A5F9-14F316F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310431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6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9E094-441D-4796-855A-3726F32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229319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EF2B3-B989-4D46-ABA7-4C7695EA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217157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51812-88D0-4752-B4C9-F070C47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136045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367A1-D456-4E12-B798-8EA0453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123883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4A200-A5C6-4E59-8FAC-5319116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042695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8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7A358-5F87-471E-B81C-954A5F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030533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8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8B409-6C45-45F9-81B2-5C13E15C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4949421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BCD3D-B498-48D9-AB02-97A3951F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4937260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5A5E0-3482-4E5B-90D2-BB0218A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4838637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PATCH_1">
            <a:extLst xmlns:a="http://schemas.openxmlformats.org/drawingml/2006/main">
              <a:ext uri="{FF2B5EF4-FFF2-40B4-BE49-F238E27FC236}">
                <a16:creationId xmlns:a16="http://schemas.microsoft.com/office/drawing/2014/main" id="{9197211B-C14D-43A3-9BAB-7526F926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4859852"/>
            <a:ext cx="163743" cy="37175"/>
          </a:xfrm>
          <a:custGeom xmlns:a="http://schemas.openxmlformats.org/drawingml/2006/main">
            <a:pathLst>
              <a:path w="163743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6" y="28029"/>
                  <a:pt x="45159" y="28291"/>
                  <a:pt x="45166" y="28491"/>
                </a:cubicBezTo>
                <a:cubicBezTo>
                  <a:pt x="45173" y="28690"/>
                  <a:pt x="45118" y="28842"/>
                  <a:pt x="45000" y="28946"/>
                </a:cubicBezTo>
                <a:cubicBezTo>
                  <a:pt x="44881" y="29049"/>
                  <a:pt x="44686" y="29116"/>
                  <a:pt x="44412" y="29145"/>
                </a:cubicBezTo>
                <a:cubicBezTo>
                  <a:pt x="44138" y="29175"/>
                  <a:pt x="43772" y="29190"/>
                  <a:pt x="43314" y="29190"/>
                </a:cubicBezTo>
                <a:cubicBezTo>
                  <a:pt x="42856" y="29190"/>
                  <a:pt x="42490" y="29178"/>
                  <a:pt x="42216" y="29156"/>
                </a:cubicBezTo>
                <a:cubicBezTo>
                  <a:pt x="41943" y="29134"/>
                  <a:pt x="41736" y="29097"/>
                  <a:pt x="41595" y="29045"/>
                </a:cubicBezTo>
                <a:cubicBezTo>
                  <a:pt x="41455" y="28994"/>
                  <a:pt x="41351" y="28923"/>
                  <a:pt x="41285" y="28835"/>
                </a:cubicBezTo>
                <a:cubicBezTo>
                  <a:pt x="41218" y="28746"/>
                  <a:pt x="41155" y="28635"/>
                  <a:pt x="41096" y="28502"/>
                </a:cubicBezTo>
                <a:lnTo>
                  <a:pt x="38634" y="21515"/>
                </a:lnTo>
                <a:lnTo>
                  <a:pt x="26701" y="21515"/>
                </a:lnTo>
                <a:lnTo>
                  <a:pt x="24350" y="28413"/>
                </a:lnTo>
                <a:cubicBezTo>
                  <a:pt x="24305" y="28546"/>
                  <a:pt x="24246" y="28661"/>
                  <a:pt x="24172" y="28757"/>
                </a:cubicBezTo>
                <a:cubicBezTo>
                  <a:pt x="24098" y="28853"/>
                  <a:pt x="23991" y="28934"/>
                  <a:pt x="23851" y="29001"/>
                </a:cubicBezTo>
                <a:cubicBezTo>
                  <a:pt x="23710" y="29068"/>
                  <a:pt x="23511" y="29116"/>
                  <a:pt x="23252" y="29145"/>
                </a:cubicBezTo>
                <a:cubicBezTo>
                  <a:pt x="22993" y="29175"/>
                  <a:pt x="22657" y="29190"/>
                  <a:pt x="22243" y="29190"/>
                </a:cubicBezTo>
                <a:cubicBezTo>
                  <a:pt x="21814" y="29190"/>
                  <a:pt x="21463" y="29171"/>
                  <a:pt x="21189" y="29134"/>
                </a:cubicBezTo>
                <a:cubicBezTo>
                  <a:pt x="20915" y="29097"/>
                  <a:pt x="20723" y="29027"/>
                  <a:pt x="20612" y="28923"/>
                </a:cubicBezTo>
                <a:cubicBezTo>
                  <a:pt x="20501" y="28820"/>
                  <a:pt x="20450" y="28668"/>
                  <a:pt x="20457" y="28469"/>
                </a:cubicBezTo>
                <a:cubicBezTo>
                  <a:pt x="20464" y="28269"/>
                  <a:pt x="20527" y="28007"/>
                  <a:pt x="20646" y="27681"/>
                </a:cubicBezTo>
                <a:lnTo>
                  <a:pt x="30272" y="1020"/>
                </a:lnTo>
                <a:cubicBezTo>
                  <a:pt x="30331" y="858"/>
                  <a:pt x="30409" y="725"/>
                  <a:pt x="30505" y="621"/>
                </a:cubicBezTo>
                <a:cubicBezTo>
                  <a:pt x="30601" y="518"/>
                  <a:pt x="30741" y="436"/>
                  <a:pt x="30926" y="377"/>
                </a:cubicBezTo>
                <a:cubicBezTo>
                  <a:pt x="31111" y="318"/>
                  <a:pt x="31348" y="277"/>
                  <a:pt x="31636" y="255"/>
                </a:cubicBezTo>
                <a:cubicBezTo>
                  <a:pt x="31924" y="233"/>
                  <a:pt x="32290" y="222"/>
                  <a:pt x="32734" y="222"/>
                </a:cubicBezTo>
                <a:cubicBezTo>
                  <a:pt x="33207" y="222"/>
                  <a:pt x="33599" y="233"/>
                  <a:pt x="33909" y="255"/>
                </a:cubicBezTo>
                <a:cubicBezTo>
                  <a:pt x="34220" y="277"/>
                  <a:pt x="34471" y="318"/>
                  <a:pt x="34664" y="377"/>
                </a:cubicBezTo>
                <a:cubicBezTo>
                  <a:pt x="34856" y="436"/>
                  <a:pt x="35004" y="521"/>
                  <a:pt x="35107" y="632"/>
                </a:cubicBezTo>
                <a:cubicBezTo>
                  <a:pt x="35211" y="743"/>
                  <a:pt x="35292" y="880"/>
                  <a:pt x="35351" y="1042"/>
                </a:cubicBezTo>
                <a:lnTo>
                  <a:pt x="44978" y="27703"/>
                </a:lnTo>
                <a:moveTo>
                  <a:pt x="32623" y="4170"/>
                </a:moveTo>
                <a:lnTo>
                  <a:pt x="32601" y="4170"/>
                </a:lnTo>
                <a:lnTo>
                  <a:pt x="27655" y="18476"/>
                </a:lnTo>
                <a:lnTo>
                  <a:pt x="37636" y="18476"/>
                </a:lnTo>
                <a:lnTo>
                  <a:pt x="32623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2" y="3227"/>
                </a:cubicBezTo>
                <a:cubicBezTo>
                  <a:pt x="67656" y="3353"/>
                  <a:pt x="67575" y="3445"/>
                  <a:pt x="67478" y="3505"/>
                </a:cubicBezTo>
                <a:cubicBezTo>
                  <a:pt x="67382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4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5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7" y="29001"/>
                </a:cubicBezTo>
                <a:cubicBezTo>
                  <a:pt x="55519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4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4" y="355"/>
                </a:cubicBezTo>
                <a:lnTo>
                  <a:pt x="67157" y="355"/>
                </a:lnTo>
                <a:cubicBezTo>
                  <a:pt x="67275" y="355"/>
                  <a:pt x="67382" y="384"/>
                  <a:pt x="67478" y="444"/>
                </a:cubicBezTo>
                <a:cubicBezTo>
                  <a:pt x="67575" y="503"/>
                  <a:pt x="67656" y="599"/>
                  <a:pt x="67722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4" y="26647"/>
                  <a:pt x="90336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1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4" y="29311"/>
                  <a:pt x="83320" y="29411"/>
                  <a:pt x="82241" y="29411"/>
                </a:cubicBezTo>
                <a:cubicBezTo>
                  <a:pt x="80377" y="29411"/>
                  <a:pt x="78695" y="29101"/>
                  <a:pt x="77194" y="28480"/>
                </a:cubicBezTo>
                <a:cubicBezTo>
                  <a:pt x="75694" y="27859"/>
                  <a:pt x="74415" y="26942"/>
                  <a:pt x="73357" y="25729"/>
                </a:cubicBezTo>
                <a:cubicBezTo>
                  <a:pt x="72300" y="24517"/>
                  <a:pt x="71487" y="23020"/>
                  <a:pt x="70917" y="21238"/>
                </a:cubicBezTo>
                <a:cubicBezTo>
                  <a:pt x="70348" y="19456"/>
                  <a:pt x="70063" y="17404"/>
                  <a:pt x="70063" y="15083"/>
                </a:cubicBezTo>
                <a:cubicBezTo>
                  <a:pt x="70063" y="12702"/>
                  <a:pt x="70370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49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2" y="1342"/>
                  <a:pt x="89050" y="1655"/>
                </a:cubicBezTo>
                <a:cubicBezTo>
                  <a:pt x="89567" y="1968"/>
                  <a:pt x="89926" y="2225"/>
                  <a:pt x="90126" y="2427"/>
                </a:cubicBezTo>
                <a:cubicBezTo>
                  <a:pt x="90325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5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3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2" y="6122"/>
                </a:cubicBezTo>
                <a:cubicBezTo>
                  <a:pt x="89885" y="6122"/>
                  <a:pt x="89597" y="5976"/>
                  <a:pt x="89227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7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0" y="3327"/>
                  <a:pt x="80233" y="3582"/>
                  <a:pt x="79191" y="4092"/>
                </a:cubicBezTo>
                <a:cubicBezTo>
                  <a:pt x="78148" y="4602"/>
                  <a:pt x="77257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2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4" y="24129"/>
                  <a:pt x="78093" y="24838"/>
                  <a:pt x="79157" y="25319"/>
                </a:cubicBezTo>
                <a:cubicBezTo>
                  <a:pt x="80222" y="25800"/>
                  <a:pt x="81427" y="26040"/>
                  <a:pt x="82773" y="26040"/>
                </a:cubicBezTo>
                <a:cubicBezTo>
                  <a:pt x="83911" y="26040"/>
                  <a:pt x="84906" y="25898"/>
                  <a:pt x="85756" y="25615"/>
                </a:cubicBezTo>
                <a:cubicBezTo>
                  <a:pt x="86606" y="25332"/>
                  <a:pt x="87331" y="25015"/>
                  <a:pt x="87930" y="24665"/>
                </a:cubicBezTo>
                <a:cubicBezTo>
                  <a:pt x="88529" y="24314"/>
                  <a:pt x="89020" y="23998"/>
                  <a:pt x="89405" y="23714"/>
                </a:cubicBezTo>
                <a:cubicBezTo>
                  <a:pt x="89789" y="23431"/>
                  <a:pt x="90092" y="23290"/>
                  <a:pt x="90314" y="23290"/>
                </a:cubicBezTo>
                <a:cubicBezTo>
                  <a:pt x="90418" y="23290"/>
                  <a:pt x="90506" y="23312"/>
                  <a:pt x="90580" y="23356"/>
                </a:cubicBezTo>
                <a:cubicBezTo>
                  <a:pt x="90654" y="23400"/>
                  <a:pt x="90713" y="23485"/>
                  <a:pt x="90758" y="23611"/>
                </a:cubicBezTo>
                <a:cubicBezTo>
                  <a:pt x="90802" y="23737"/>
                  <a:pt x="90835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2" y="28949"/>
                  <a:pt x="116484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3" y="29190"/>
                  <a:pt x="114998" y="29190"/>
                </a:cubicBezTo>
                <a:cubicBezTo>
                  <a:pt x="114614" y="29190"/>
                  <a:pt x="114303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0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7" y="29001"/>
                </a:cubicBezTo>
                <a:cubicBezTo>
                  <a:pt x="99479" y="29053"/>
                  <a:pt x="99283" y="29097"/>
                  <a:pt x="99039" y="29134"/>
                </a:cubicBezTo>
                <a:cubicBezTo>
                  <a:pt x="98795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59" y="28879"/>
                  <a:pt x="96300" y="28790"/>
                </a:cubicBezTo>
                <a:cubicBezTo>
                  <a:pt x="96241" y="28702"/>
                  <a:pt x="96211" y="28598"/>
                  <a:pt x="96211" y="28480"/>
                </a:cubicBezTo>
                <a:lnTo>
                  <a:pt x="96211" y="932"/>
                </a:lnTo>
                <a:cubicBezTo>
                  <a:pt x="96211" y="813"/>
                  <a:pt x="96241" y="710"/>
                  <a:pt x="96300" y="621"/>
                </a:cubicBezTo>
                <a:cubicBezTo>
                  <a:pt x="96359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5" y="240"/>
                  <a:pt x="99039" y="277"/>
                </a:cubicBezTo>
                <a:cubicBezTo>
                  <a:pt x="99283" y="314"/>
                  <a:pt x="99479" y="359"/>
                  <a:pt x="99627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0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3" y="240"/>
                  <a:pt x="114614" y="222"/>
                  <a:pt x="114998" y="222"/>
                </a:cubicBezTo>
                <a:cubicBezTo>
                  <a:pt x="115353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4" y="410"/>
                </a:cubicBezTo>
                <a:cubicBezTo>
                  <a:pt x="116632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8" y="37055"/>
                  <a:pt x="142793" y="37175"/>
                  <a:pt x="142541" y="37175"/>
                </a:cubicBezTo>
                <a:lnTo>
                  <a:pt x="121182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2" y="36616"/>
                  <a:pt x="120405" y="36243"/>
                  <a:pt x="120405" y="35722"/>
                </a:cubicBezTo>
                <a:cubicBezTo>
                  <a:pt x="120405" y="35215"/>
                  <a:pt x="120472" y="34835"/>
                  <a:pt x="120605" y="34582"/>
                </a:cubicBezTo>
                <a:cubicBezTo>
                  <a:pt x="120738" y="34329"/>
                  <a:pt x="120930" y="34202"/>
                  <a:pt x="121182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3743" y="27548"/>
                </a:moveTo>
                <a:cubicBezTo>
                  <a:pt x="163743" y="27829"/>
                  <a:pt x="163721" y="28066"/>
                  <a:pt x="163677" y="28258"/>
                </a:cubicBezTo>
                <a:cubicBezTo>
                  <a:pt x="163632" y="28450"/>
                  <a:pt x="163573" y="28605"/>
                  <a:pt x="163499" y="28724"/>
                </a:cubicBezTo>
                <a:cubicBezTo>
                  <a:pt x="163425" y="28842"/>
                  <a:pt x="163340" y="28927"/>
                  <a:pt x="163244" y="28979"/>
                </a:cubicBezTo>
                <a:cubicBezTo>
                  <a:pt x="163148" y="29031"/>
                  <a:pt x="163048" y="29056"/>
                  <a:pt x="162945" y="29056"/>
                </a:cubicBezTo>
                <a:lnTo>
                  <a:pt x="147951" y="29056"/>
                </a:lnTo>
                <a:cubicBezTo>
                  <a:pt x="147847" y="29056"/>
                  <a:pt x="147751" y="29031"/>
                  <a:pt x="147662" y="28979"/>
                </a:cubicBezTo>
                <a:cubicBezTo>
                  <a:pt x="147574" y="28927"/>
                  <a:pt x="147489" y="28842"/>
                  <a:pt x="147407" y="28724"/>
                </a:cubicBezTo>
                <a:cubicBezTo>
                  <a:pt x="147326" y="28605"/>
                  <a:pt x="147263" y="28450"/>
                  <a:pt x="147219" y="28258"/>
                </a:cubicBezTo>
                <a:cubicBezTo>
                  <a:pt x="147174" y="28066"/>
                  <a:pt x="147152" y="27829"/>
                  <a:pt x="147152" y="27548"/>
                </a:cubicBezTo>
                <a:cubicBezTo>
                  <a:pt x="147152" y="27282"/>
                  <a:pt x="147174" y="27053"/>
                  <a:pt x="147219" y="26861"/>
                </a:cubicBezTo>
                <a:cubicBezTo>
                  <a:pt x="147263" y="26668"/>
                  <a:pt x="147319" y="26509"/>
                  <a:pt x="147385" y="26384"/>
                </a:cubicBezTo>
                <a:cubicBezTo>
                  <a:pt x="147452" y="26258"/>
                  <a:pt x="147533" y="26162"/>
                  <a:pt x="147629" y="26095"/>
                </a:cubicBezTo>
                <a:cubicBezTo>
                  <a:pt x="147725" y="26029"/>
                  <a:pt x="147832" y="25996"/>
                  <a:pt x="147951" y="25996"/>
                </a:cubicBezTo>
                <a:lnTo>
                  <a:pt x="153939" y="25996"/>
                </a:lnTo>
                <a:lnTo>
                  <a:pt x="153939" y="4148"/>
                </a:lnTo>
                <a:lnTo>
                  <a:pt x="148394" y="7475"/>
                </a:lnTo>
                <a:cubicBezTo>
                  <a:pt x="148113" y="7623"/>
                  <a:pt x="147888" y="7711"/>
                  <a:pt x="147718" y="7741"/>
                </a:cubicBezTo>
                <a:cubicBezTo>
                  <a:pt x="147548" y="7771"/>
                  <a:pt x="147411" y="7737"/>
                  <a:pt x="147307" y="7641"/>
                </a:cubicBezTo>
                <a:cubicBezTo>
                  <a:pt x="147204" y="7545"/>
                  <a:pt x="147134" y="7386"/>
                  <a:pt x="147097" y="7164"/>
                </a:cubicBezTo>
                <a:cubicBezTo>
                  <a:pt x="147060" y="6941"/>
                  <a:pt x="147041" y="6659"/>
                  <a:pt x="147041" y="6318"/>
                </a:cubicBezTo>
                <a:cubicBezTo>
                  <a:pt x="147041" y="6066"/>
                  <a:pt x="147052" y="5851"/>
                  <a:pt x="147075" y="5673"/>
                </a:cubicBezTo>
                <a:cubicBezTo>
                  <a:pt x="147097" y="5495"/>
                  <a:pt x="147130" y="5346"/>
                  <a:pt x="147174" y="5228"/>
                </a:cubicBezTo>
                <a:cubicBezTo>
                  <a:pt x="147219" y="5109"/>
                  <a:pt x="147282" y="5005"/>
                  <a:pt x="147363" y="4916"/>
                </a:cubicBezTo>
                <a:cubicBezTo>
                  <a:pt x="147444" y="4827"/>
                  <a:pt x="147551" y="4738"/>
                  <a:pt x="147685" y="4650"/>
                </a:cubicBezTo>
                <a:lnTo>
                  <a:pt x="154294" y="400"/>
                </a:lnTo>
                <a:cubicBezTo>
                  <a:pt x="154353" y="356"/>
                  <a:pt x="154427" y="319"/>
                  <a:pt x="154516" y="289"/>
                </a:cubicBezTo>
                <a:cubicBezTo>
                  <a:pt x="154605" y="259"/>
                  <a:pt x="154716" y="229"/>
                  <a:pt x="154849" y="200"/>
                </a:cubicBezTo>
                <a:cubicBezTo>
                  <a:pt x="154982" y="170"/>
                  <a:pt x="155137" y="152"/>
                  <a:pt x="155315" y="144"/>
                </a:cubicBezTo>
                <a:cubicBezTo>
                  <a:pt x="155492" y="137"/>
                  <a:pt x="155714" y="133"/>
                  <a:pt x="155980" y="133"/>
                </a:cubicBezTo>
                <a:cubicBezTo>
                  <a:pt x="156335" y="133"/>
                  <a:pt x="156631" y="148"/>
                  <a:pt x="156867" y="177"/>
                </a:cubicBezTo>
                <a:cubicBezTo>
                  <a:pt x="157104" y="207"/>
                  <a:pt x="157289" y="248"/>
                  <a:pt x="157422" y="299"/>
                </a:cubicBezTo>
                <a:cubicBezTo>
                  <a:pt x="157555" y="351"/>
                  <a:pt x="157644" y="418"/>
                  <a:pt x="157688" y="500"/>
                </a:cubicBezTo>
                <a:cubicBezTo>
                  <a:pt x="157732" y="581"/>
                  <a:pt x="157754" y="666"/>
                  <a:pt x="157754" y="755"/>
                </a:cubicBezTo>
                <a:lnTo>
                  <a:pt x="157754" y="25996"/>
                </a:lnTo>
                <a:lnTo>
                  <a:pt x="162945" y="25996"/>
                </a:lnTo>
                <a:cubicBezTo>
                  <a:pt x="163063" y="25996"/>
                  <a:pt x="163174" y="26029"/>
                  <a:pt x="163277" y="26095"/>
                </a:cubicBezTo>
                <a:cubicBezTo>
                  <a:pt x="163381" y="26162"/>
                  <a:pt x="163466" y="26258"/>
                  <a:pt x="163533" y="26384"/>
                </a:cubicBezTo>
                <a:cubicBezTo>
                  <a:pt x="163599" y="26509"/>
                  <a:pt x="163651" y="26668"/>
                  <a:pt x="163688" y="26861"/>
                </a:cubicBezTo>
                <a:cubicBezTo>
                  <a:pt x="163725" y="27053"/>
                  <a:pt x="163743" y="27282"/>
                  <a:pt x="163743" y="27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632FB-54B2-40F2-B98D-93A5747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4931987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PATCH_2">
            <a:extLst xmlns:a="http://schemas.openxmlformats.org/drawingml/2006/main">
              <a:ext uri="{FF2B5EF4-FFF2-40B4-BE49-F238E27FC236}">
                <a16:creationId xmlns:a16="http://schemas.microsoft.com/office/drawing/2014/main" id="{D8435F05-1A10-4165-9988-CD02292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4953113"/>
            <a:ext cx="163677" cy="37263"/>
          </a:xfrm>
          <a:custGeom xmlns:a="http://schemas.openxmlformats.org/drawingml/2006/main">
            <a:pathLst>
              <a:path w="163677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6" y="28117"/>
                  <a:pt x="45159" y="28380"/>
                  <a:pt x="45166" y="28580"/>
                </a:cubicBezTo>
                <a:cubicBezTo>
                  <a:pt x="45173" y="28779"/>
                  <a:pt x="45118" y="28931"/>
                  <a:pt x="45000" y="29034"/>
                </a:cubicBezTo>
                <a:cubicBezTo>
                  <a:pt x="44881" y="29138"/>
                  <a:pt x="44686" y="29204"/>
                  <a:pt x="44412" y="29234"/>
                </a:cubicBezTo>
                <a:cubicBezTo>
                  <a:pt x="44138" y="29263"/>
                  <a:pt x="43772" y="29278"/>
                  <a:pt x="43314" y="29278"/>
                </a:cubicBezTo>
                <a:cubicBezTo>
                  <a:pt x="42856" y="29278"/>
                  <a:pt x="42490" y="29267"/>
                  <a:pt x="42216" y="29245"/>
                </a:cubicBezTo>
                <a:cubicBezTo>
                  <a:pt x="41943" y="29223"/>
                  <a:pt x="41736" y="29186"/>
                  <a:pt x="41595" y="29134"/>
                </a:cubicBezTo>
                <a:cubicBezTo>
                  <a:pt x="41455" y="29082"/>
                  <a:pt x="41351" y="29012"/>
                  <a:pt x="41285" y="28923"/>
                </a:cubicBezTo>
                <a:cubicBezTo>
                  <a:pt x="41218" y="28835"/>
                  <a:pt x="41155" y="28724"/>
                  <a:pt x="41096" y="28591"/>
                </a:cubicBezTo>
                <a:lnTo>
                  <a:pt x="38634" y="21604"/>
                </a:lnTo>
                <a:lnTo>
                  <a:pt x="26701" y="21604"/>
                </a:lnTo>
                <a:lnTo>
                  <a:pt x="24350" y="28502"/>
                </a:lnTo>
                <a:cubicBezTo>
                  <a:pt x="24305" y="28635"/>
                  <a:pt x="24246" y="28750"/>
                  <a:pt x="24172" y="28846"/>
                </a:cubicBezTo>
                <a:cubicBezTo>
                  <a:pt x="24098" y="28942"/>
                  <a:pt x="23991" y="29023"/>
                  <a:pt x="23851" y="29090"/>
                </a:cubicBezTo>
                <a:cubicBezTo>
                  <a:pt x="23710" y="29156"/>
                  <a:pt x="23511" y="29204"/>
                  <a:pt x="23252" y="29234"/>
                </a:cubicBezTo>
                <a:cubicBezTo>
                  <a:pt x="22993" y="29263"/>
                  <a:pt x="22657" y="29278"/>
                  <a:pt x="22243" y="29278"/>
                </a:cubicBezTo>
                <a:cubicBezTo>
                  <a:pt x="21814" y="29278"/>
                  <a:pt x="21463" y="29260"/>
                  <a:pt x="21189" y="29223"/>
                </a:cubicBezTo>
                <a:cubicBezTo>
                  <a:pt x="20915" y="29186"/>
                  <a:pt x="20723" y="29116"/>
                  <a:pt x="20612" y="29012"/>
                </a:cubicBezTo>
                <a:cubicBezTo>
                  <a:pt x="20501" y="28909"/>
                  <a:pt x="20450" y="28757"/>
                  <a:pt x="20457" y="28557"/>
                </a:cubicBezTo>
                <a:cubicBezTo>
                  <a:pt x="20464" y="28358"/>
                  <a:pt x="20527" y="28095"/>
                  <a:pt x="20646" y="27770"/>
                </a:cubicBezTo>
                <a:lnTo>
                  <a:pt x="30272" y="1109"/>
                </a:lnTo>
                <a:cubicBezTo>
                  <a:pt x="30331" y="946"/>
                  <a:pt x="30409" y="813"/>
                  <a:pt x="30505" y="710"/>
                </a:cubicBezTo>
                <a:cubicBezTo>
                  <a:pt x="30601" y="606"/>
                  <a:pt x="30741" y="525"/>
                  <a:pt x="30926" y="466"/>
                </a:cubicBezTo>
                <a:cubicBezTo>
                  <a:pt x="31111" y="407"/>
                  <a:pt x="31348" y="366"/>
                  <a:pt x="31636" y="344"/>
                </a:cubicBezTo>
                <a:cubicBezTo>
                  <a:pt x="31924" y="322"/>
                  <a:pt x="32290" y="311"/>
                  <a:pt x="32734" y="311"/>
                </a:cubicBezTo>
                <a:cubicBezTo>
                  <a:pt x="33207" y="311"/>
                  <a:pt x="33599" y="322"/>
                  <a:pt x="33909" y="344"/>
                </a:cubicBezTo>
                <a:cubicBezTo>
                  <a:pt x="34220" y="366"/>
                  <a:pt x="34471" y="407"/>
                  <a:pt x="34664" y="466"/>
                </a:cubicBezTo>
                <a:cubicBezTo>
                  <a:pt x="34856" y="525"/>
                  <a:pt x="35004" y="610"/>
                  <a:pt x="35107" y="721"/>
                </a:cubicBezTo>
                <a:cubicBezTo>
                  <a:pt x="35211" y="832"/>
                  <a:pt x="35292" y="969"/>
                  <a:pt x="35351" y="1131"/>
                </a:cubicBezTo>
                <a:lnTo>
                  <a:pt x="44978" y="27792"/>
                </a:lnTo>
                <a:moveTo>
                  <a:pt x="32623" y="4259"/>
                </a:moveTo>
                <a:lnTo>
                  <a:pt x="32601" y="4259"/>
                </a:lnTo>
                <a:lnTo>
                  <a:pt x="27655" y="18565"/>
                </a:lnTo>
                <a:lnTo>
                  <a:pt x="37636" y="18565"/>
                </a:lnTo>
                <a:lnTo>
                  <a:pt x="32623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2" y="3316"/>
                </a:cubicBezTo>
                <a:cubicBezTo>
                  <a:pt x="67656" y="3442"/>
                  <a:pt x="67575" y="3534"/>
                  <a:pt x="67478" y="3593"/>
                </a:cubicBezTo>
                <a:cubicBezTo>
                  <a:pt x="67382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4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5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7" y="29090"/>
                </a:cubicBezTo>
                <a:cubicBezTo>
                  <a:pt x="55519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4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4" y="444"/>
                </a:cubicBezTo>
                <a:lnTo>
                  <a:pt x="67157" y="444"/>
                </a:lnTo>
                <a:cubicBezTo>
                  <a:pt x="67275" y="444"/>
                  <a:pt x="67382" y="473"/>
                  <a:pt x="67478" y="532"/>
                </a:cubicBezTo>
                <a:cubicBezTo>
                  <a:pt x="67575" y="591"/>
                  <a:pt x="67656" y="688"/>
                  <a:pt x="67722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4" y="25508"/>
                  <a:pt x="90869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4" y="26736"/>
                  <a:pt x="90336" y="26885"/>
                </a:cubicBezTo>
                <a:cubicBezTo>
                  <a:pt x="90189" y="27034"/>
                  <a:pt x="89878" y="27261"/>
                  <a:pt x="89405" y="27566"/>
                </a:cubicBezTo>
                <a:cubicBezTo>
                  <a:pt x="88932" y="27872"/>
                  <a:pt x="88344" y="28170"/>
                  <a:pt x="87641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4" y="29399"/>
                  <a:pt x="83320" y="29500"/>
                  <a:pt x="82241" y="29500"/>
                </a:cubicBezTo>
                <a:cubicBezTo>
                  <a:pt x="80377" y="29500"/>
                  <a:pt x="78695" y="29190"/>
                  <a:pt x="77194" y="28568"/>
                </a:cubicBezTo>
                <a:cubicBezTo>
                  <a:pt x="75694" y="27947"/>
                  <a:pt x="74415" y="27031"/>
                  <a:pt x="73357" y="25818"/>
                </a:cubicBezTo>
                <a:cubicBezTo>
                  <a:pt x="72300" y="24606"/>
                  <a:pt x="71487" y="23108"/>
                  <a:pt x="70917" y="21327"/>
                </a:cubicBezTo>
                <a:cubicBezTo>
                  <a:pt x="70348" y="19545"/>
                  <a:pt x="70063" y="17493"/>
                  <a:pt x="70063" y="15171"/>
                </a:cubicBezTo>
                <a:cubicBezTo>
                  <a:pt x="70063" y="12791"/>
                  <a:pt x="70370" y="10669"/>
                  <a:pt x="70984" y="8806"/>
                </a:cubicBezTo>
                <a:cubicBezTo>
                  <a:pt x="71598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49" y="1109"/>
                </a:cubicBezTo>
                <a:cubicBezTo>
                  <a:pt x="79095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6" y="480"/>
                  <a:pt x="86610" y="678"/>
                  <a:pt x="87276" y="916"/>
                </a:cubicBezTo>
                <a:cubicBezTo>
                  <a:pt x="87941" y="1155"/>
                  <a:pt x="88532" y="1431"/>
                  <a:pt x="89050" y="1744"/>
                </a:cubicBezTo>
                <a:cubicBezTo>
                  <a:pt x="89567" y="2057"/>
                  <a:pt x="89926" y="2314"/>
                  <a:pt x="90126" y="2515"/>
                </a:cubicBezTo>
                <a:cubicBezTo>
                  <a:pt x="90325" y="2716"/>
                  <a:pt x="90455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5" y="3645"/>
                  <a:pt x="90747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5" y="5072"/>
                  <a:pt x="90736" y="5279"/>
                </a:cubicBezTo>
                <a:cubicBezTo>
                  <a:pt x="90706" y="5486"/>
                  <a:pt x="90662" y="5660"/>
                  <a:pt x="90603" y="5800"/>
                </a:cubicBezTo>
                <a:cubicBezTo>
                  <a:pt x="90543" y="5941"/>
                  <a:pt x="90473" y="6044"/>
                  <a:pt x="90392" y="6111"/>
                </a:cubicBezTo>
                <a:cubicBezTo>
                  <a:pt x="90311" y="6177"/>
                  <a:pt x="90211" y="6211"/>
                  <a:pt x="90092" y="6211"/>
                </a:cubicBezTo>
                <a:cubicBezTo>
                  <a:pt x="89885" y="6211"/>
                  <a:pt x="89597" y="6065"/>
                  <a:pt x="89227" y="5775"/>
                </a:cubicBezTo>
                <a:cubicBezTo>
                  <a:pt x="88858" y="5484"/>
                  <a:pt x="88381" y="5163"/>
                  <a:pt x="87797" y="4813"/>
                </a:cubicBezTo>
                <a:cubicBezTo>
                  <a:pt x="87213" y="4463"/>
                  <a:pt x="86503" y="4142"/>
                  <a:pt x="85667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0" y="3416"/>
                  <a:pt x="80233" y="3671"/>
                  <a:pt x="79191" y="4181"/>
                </a:cubicBezTo>
                <a:cubicBezTo>
                  <a:pt x="78148" y="4691"/>
                  <a:pt x="77257" y="5442"/>
                  <a:pt x="76518" y="6432"/>
                </a:cubicBezTo>
                <a:cubicBezTo>
                  <a:pt x="75779" y="7423"/>
                  <a:pt x="75206" y="8632"/>
                  <a:pt x="74799" y="10059"/>
                </a:cubicBezTo>
                <a:cubicBezTo>
                  <a:pt x="74392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7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4" y="24217"/>
                  <a:pt x="78093" y="24927"/>
                  <a:pt x="79157" y="25408"/>
                </a:cubicBezTo>
                <a:cubicBezTo>
                  <a:pt x="80222" y="25888"/>
                  <a:pt x="81427" y="26129"/>
                  <a:pt x="82773" y="26129"/>
                </a:cubicBezTo>
                <a:cubicBezTo>
                  <a:pt x="83911" y="26129"/>
                  <a:pt x="84906" y="25987"/>
                  <a:pt x="85756" y="25704"/>
                </a:cubicBezTo>
                <a:cubicBezTo>
                  <a:pt x="86606" y="25420"/>
                  <a:pt x="87331" y="25104"/>
                  <a:pt x="87930" y="24753"/>
                </a:cubicBezTo>
                <a:cubicBezTo>
                  <a:pt x="88529" y="24403"/>
                  <a:pt x="89020" y="24086"/>
                  <a:pt x="89405" y="23803"/>
                </a:cubicBezTo>
                <a:cubicBezTo>
                  <a:pt x="89789" y="23520"/>
                  <a:pt x="90092" y="23378"/>
                  <a:pt x="90314" y="23378"/>
                </a:cubicBezTo>
                <a:cubicBezTo>
                  <a:pt x="90418" y="23378"/>
                  <a:pt x="90506" y="23400"/>
                  <a:pt x="90580" y="23445"/>
                </a:cubicBezTo>
                <a:cubicBezTo>
                  <a:pt x="90654" y="23489"/>
                  <a:pt x="90713" y="23574"/>
                  <a:pt x="90758" y="23700"/>
                </a:cubicBezTo>
                <a:cubicBezTo>
                  <a:pt x="90802" y="23826"/>
                  <a:pt x="90835" y="23999"/>
                  <a:pt x="90858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4" y="28790"/>
                  <a:pt x="116795" y="28879"/>
                </a:cubicBezTo>
                <a:cubicBezTo>
                  <a:pt x="116736" y="28968"/>
                  <a:pt x="116632" y="29038"/>
                  <a:pt x="116484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3" y="29278"/>
                  <a:pt x="114998" y="29278"/>
                </a:cubicBezTo>
                <a:cubicBezTo>
                  <a:pt x="114614" y="29278"/>
                  <a:pt x="114303" y="29260"/>
                  <a:pt x="114067" y="29223"/>
                </a:cubicBezTo>
                <a:cubicBezTo>
                  <a:pt x="113830" y="29186"/>
                  <a:pt x="113638" y="29141"/>
                  <a:pt x="113490" y="29090"/>
                </a:cubicBezTo>
                <a:cubicBezTo>
                  <a:pt x="113342" y="29038"/>
                  <a:pt x="113239" y="28968"/>
                  <a:pt x="113180" y="28879"/>
                </a:cubicBezTo>
                <a:cubicBezTo>
                  <a:pt x="113120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5" y="29038"/>
                  <a:pt x="99627" y="29090"/>
                </a:cubicBezTo>
                <a:cubicBezTo>
                  <a:pt x="99479" y="29141"/>
                  <a:pt x="99283" y="29186"/>
                  <a:pt x="99039" y="29223"/>
                </a:cubicBezTo>
                <a:cubicBezTo>
                  <a:pt x="98795" y="29260"/>
                  <a:pt x="98489" y="29278"/>
                  <a:pt x="98119" y="29278"/>
                </a:cubicBezTo>
                <a:cubicBezTo>
                  <a:pt x="97764" y="29278"/>
                  <a:pt x="97461" y="29260"/>
                  <a:pt x="97210" y="29223"/>
                </a:cubicBezTo>
                <a:cubicBezTo>
                  <a:pt x="96958" y="29186"/>
                  <a:pt x="96759" y="29141"/>
                  <a:pt x="96611" y="29090"/>
                </a:cubicBezTo>
                <a:cubicBezTo>
                  <a:pt x="96463" y="29038"/>
                  <a:pt x="96359" y="28968"/>
                  <a:pt x="96300" y="28879"/>
                </a:cubicBezTo>
                <a:cubicBezTo>
                  <a:pt x="96241" y="28790"/>
                  <a:pt x="96211" y="28687"/>
                  <a:pt x="96211" y="28568"/>
                </a:cubicBezTo>
                <a:lnTo>
                  <a:pt x="96211" y="1020"/>
                </a:lnTo>
                <a:cubicBezTo>
                  <a:pt x="96211" y="902"/>
                  <a:pt x="96241" y="798"/>
                  <a:pt x="96300" y="710"/>
                </a:cubicBezTo>
                <a:cubicBezTo>
                  <a:pt x="96359" y="621"/>
                  <a:pt x="96463" y="551"/>
                  <a:pt x="96611" y="499"/>
                </a:cubicBezTo>
                <a:cubicBezTo>
                  <a:pt x="96759" y="447"/>
                  <a:pt x="96958" y="403"/>
                  <a:pt x="97210" y="366"/>
                </a:cubicBezTo>
                <a:cubicBezTo>
                  <a:pt x="97461" y="329"/>
                  <a:pt x="97764" y="311"/>
                  <a:pt x="98119" y="311"/>
                </a:cubicBezTo>
                <a:cubicBezTo>
                  <a:pt x="98489" y="311"/>
                  <a:pt x="98795" y="329"/>
                  <a:pt x="99039" y="366"/>
                </a:cubicBezTo>
                <a:cubicBezTo>
                  <a:pt x="99283" y="403"/>
                  <a:pt x="99479" y="447"/>
                  <a:pt x="99627" y="499"/>
                </a:cubicBezTo>
                <a:cubicBezTo>
                  <a:pt x="99775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0" y="798"/>
                  <a:pt x="113180" y="710"/>
                </a:cubicBezTo>
                <a:cubicBezTo>
                  <a:pt x="113239" y="621"/>
                  <a:pt x="113342" y="551"/>
                  <a:pt x="113490" y="499"/>
                </a:cubicBezTo>
                <a:cubicBezTo>
                  <a:pt x="113638" y="447"/>
                  <a:pt x="113830" y="403"/>
                  <a:pt x="114067" y="366"/>
                </a:cubicBezTo>
                <a:cubicBezTo>
                  <a:pt x="114303" y="329"/>
                  <a:pt x="114614" y="311"/>
                  <a:pt x="114998" y="311"/>
                </a:cubicBezTo>
                <a:cubicBezTo>
                  <a:pt x="115353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4" y="499"/>
                </a:cubicBezTo>
                <a:cubicBezTo>
                  <a:pt x="116632" y="551"/>
                  <a:pt x="116736" y="621"/>
                  <a:pt x="116795" y="710"/>
                </a:cubicBezTo>
                <a:cubicBezTo>
                  <a:pt x="116854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3" y="35766"/>
                </a:moveTo>
                <a:cubicBezTo>
                  <a:pt x="143273" y="36287"/>
                  <a:pt x="143214" y="36667"/>
                  <a:pt x="143096" y="36906"/>
                </a:cubicBezTo>
                <a:cubicBezTo>
                  <a:pt x="142978" y="37144"/>
                  <a:pt x="142793" y="37263"/>
                  <a:pt x="142541" y="37263"/>
                </a:cubicBezTo>
                <a:lnTo>
                  <a:pt x="121182" y="37263"/>
                </a:lnTo>
                <a:cubicBezTo>
                  <a:pt x="120930" y="37263"/>
                  <a:pt x="120738" y="37151"/>
                  <a:pt x="120605" y="36928"/>
                </a:cubicBezTo>
                <a:cubicBezTo>
                  <a:pt x="120472" y="36705"/>
                  <a:pt x="120405" y="36332"/>
                  <a:pt x="120405" y="35810"/>
                </a:cubicBezTo>
                <a:cubicBezTo>
                  <a:pt x="120405" y="35304"/>
                  <a:pt x="120472" y="34924"/>
                  <a:pt x="120605" y="34671"/>
                </a:cubicBezTo>
                <a:cubicBezTo>
                  <a:pt x="120738" y="34418"/>
                  <a:pt x="120930" y="34291"/>
                  <a:pt x="121182" y="34291"/>
                </a:cubicBezTo>
                <a:lnTo>
                  <a:pt x="142541" y="34291"/>
                </a:lnTo>
                <a:cubicBezTo>
                  <a:pt x="142778" y="34291"/>
                  <a:pt x="142959" y="34410"/>
                  <a:pt x="143085" y="34649"/>
                </a:cubicBezTo>
                <a:cubicBezTo>
                  <a:pt x="143210" y="34887"/>
                  <a:pt x="143273" y="35260"/>
                  <a:pt x="143273" y="35766"/>
                </a:cubicBezTo>
                <a:close/>
                <a:moveTo>
                  <a:pt x="163677" y="27504"/>
                </a:moveTo>
                <a:cubicBezTo>
                  <a:pt x="163677" y="27770"/>
                  <a:pt x="163658" y="28007"/>
                  <a:pt x="163621" y="28214"/>
                </a:cubicBezTo>
                <a:cubicBezTo>
                  <a:pt x="163584" y="28421"/>
                  <a:pt x="163533" y="28594"/>
                  <a:pt x="163466" y="28735"/>
                </a:cubicBezTo>
                <a:cubicBezTo>
                  <a:pt x="163399" y="28875"/>
                  <a:pt x="163311" y="28979"/>
                  <a:pt x="163200" y="29045"/>
                </a:cubicBezTo>
                <a:cubicBezTo>
                  <a:pt x="163089" y="29112"/>
                  <a:pt x="162967" y="29145"/>
                  <a:pt x="162834" y="29145"/>
                </a:cubicBezTo>
                <a:lnTo>
                  <a:pt x="146975" y="29145"/>
                </a:lnTo>
                <a:cubicBezTo>
                  <a:pt x="146768" y="29145"/>
                  <a:pt x="146587" y="29119"/>
                  <a:pt x="146431" y="29068"/>
                </a:cubicBezTo>
                <a:cubicBezTo>
                  <a:pt x="146276" y="29016"/>
                  <a:pt x="146143" y="28931"/>
                  <a:pt x="146032" y="28812"/>
                </a:cubicBezTo>
                <a:cubicBezTo>
                  <a:pt x="145921" y="28694"/>
                  <a:pt x="145840" y="28524"/>
                  <a:pt x="145788" y="28302"/>
                </a:cubicBezTo>
                <a:cubicBezTo>
                  <a:pt x="145736" y="28081"/>
                  <a:pt x="145710" y="27807"/>
                  <a:pt x="145710" y="27482"/>
                </a:cubicBezTo>
                <a:cubicBezTo>
                  <a:pt x="145710" y="27186"/>
                  <a:pt x="145722" y="26927"/>
                  <a:pt x="145744" y="26705"/>
                </a:cubicBezTo>
                <a:cubicBezTo>
                  <a:pt x="145766" y="26484"/>
                  <a:pt x="145814" y="26288"/>
                  <a:pt x="145888" y="26118"/>
                </a:cubicBezTo>
                <a:cubicBezTo>
                  <a:pt x="145962" y="25947"/>
                  <a:pt x="146054" y="25777"/>
                  <a:pt x="146165" y="25607"/>
                </a:cubicBezTo>
                <a:cubicBezTo>
                  <a:pt x="146276" y="25437"/>
                  <a:pt x="146420" y="25256"/>
                  <a:pt x="146598" y="25064"/>
                </a:cubicBezTo>
                <a:lnTo>
                  <a:pt x="152165" y="19156"/>
                </a:lnTo>
                <a:cubicBezTo>
                  <a:pt x="153451" y="17795"/>
                  <a:pt x="154483" y="16574"/>
                  <a:pt x="155259" y="15494"/>
                </a:cubicBezTo>
                <a:cubicBezTo>
                  <a:pt x="156036" y="14413"/>
                  <a:pt x="156634" y="13429"/>
                  <a:pt x="157056" y="12542"/>
                </a:cubicBezTo>
                <a:cubicBezTo>
                  <a:pt x="157477" y="11654"/>
                  <a:pt x="157754" y="10847"/>
                  <a:pt x="157888" y="10122"/>
                </a:cubicBezTo>
                <a:cubicBezTo>
                  <a:pt x="158021" y="9397"/>
                  <a:pt x="158087" y="8716"/>
                  <a:pt x="158087" y="8080"/>
                </a:cubicBezTo>
                <a:cubicBezTo>
                  <a:pt x="158087" y="7443"/>
                  <a:pt x="157984" y="6840"/>
                  <a:pt x="157777" y="6270"/>
                </a:cubicBezTo>
                <a:cubicBezTo>
                  <a:pt x="157570" y="5700"/>
                  <a:pt x="157270" y="5200"/>
                  <a:pt x="156878" y="4771"/>
                </a:cubicBezTo>
                <a:cubicBezTo>
                  <a:pt x="156487" y="4341"/>
                  <a:pt x="155995" y="4001"/>
                  <a:pt x="155403" y="3749"/>
                </a:cubicBezTo>
                <a:cubicBezTo>
                  <a:pt x="154812" y="3497"/>
                  <a:pt x="154132" y="3371"/>
                  <a:pt x="153363" y="3371"/>
                </a:cubicBezTo>
                <a:cubicBezTo>
                  <a:pt x="152461" y="3371"/>
                  <a:pt x="151651" y="3497"/>
                  <a:pt x="150934" y="3749"/>
                </a:cubicBezTo>
                <a:cubicBezTo>
                  <a:pt x="150217" y="4000"/>
                  <a:pt x="149588" y="4273"/>
                  <a:pt x="149049" y="4569"/>
                </a:cubicBezTo>
                <a:cubicBezTo>
                  <a:pt x="148509" y="4865"/>
                  <a:pt x="148058" y="5138"/>
                  <a:pt x="147696" y="5390"/>
                </a:cubicBezTo>
                <a:cubicBezTo>
                  <a:pt x="147333" y="5641"/>
                  <a:pt x="147063" y="5767"/>
                  <a:pt x="146886" y="5767"/>
                </a:cubicBezTo>
                <a:cubicBezTo>
                  <a:pt x="146783" y="5767"/>
                  <a:pt x="146690" y="5737"/>
                  <a:pt x="146609" y="5678"/>
                </a:cubicBezTo>
                <a:cubicBezTo>
                  <a:pt x="146527" y="5619"/>
                  <a:pt x="146461" y="5523"/>
                  <a:pt x="146409" y="5390"/>
                </a:cubicBezTo>
                <a:cubicBezTo>
                  <a:pt x="146357" y="5257"/>
                  <a:pt x="146317" y="5079"/>
                  <a:pt x="146287" y="4858"/>
                </a:cubicBezTo>
                <a:cubicBezTo>
                  <a:pt x="146258" y="4636"/>
                  <a:pt x="146243" y="4370"/>
                  <a:pt x="146243" y="4059"/>
                </a:cubicBezTo>
                <a:cubicBezTo>
                  <a:pt x="146243" y="3837"/>
                  <a:pt x="146250" y="3645"/>
                  <a:pt x="146265" y="3482"/>
                </a:cubicBezTo>
                <a:cubicBezTo>
                  <a:pt x="146280" y="3320"/>
                  <a:pt x="146306" y="3179"/>
                  <a:pt x="146343" y="3061"/>
                </a:cubicBezTo>
                <a:cubicBezTo>
                  <a:pt x="146380" y="2943"/>
                  <a:pt x="146428" y="2832"/>
                  <a:pt x="146487" y="2728"/>
                </a:cubicBezTo>
                <a:cubicBezTo>
                  <a:pt x="146546" y="2625"/>
                  <a:pt x="146664" y="2495"/>
                  <a:pt x="146842" y="2340"/>
                </a:cubicBezTo>
                <a:cubicBezTo>
                  <a:pt x="147019" y="2185"/>
                  <a:pt x="147326" y="1974"/>
                  <a:pt x="147762" y="1708"/>
                </a:cubicBezTo>
                <a:cubicBezTo>
                  <a:pt x="148198" y="1442"/>
                  <a:pt x="148746" y="1179"/>
                  <a:pt x="149404" y="920"/>
                </a:cubicBezTo>
                <a:cubicBezTo>
                  <a:pt x="150062" y="662"/>
                  <a:pt x="150786" y="444"/>
                  <a:pt x="151577" y="266"/>
                </a:cubicBezTo>
                <a:cubicBezTo>
                  <a:pt x="152368" y="89"/>
                  <a:pt x="153200" y="0"/>
                  <a:pt x="154073" y="0"/>
                </a:cubicBezTo>
                <a:cubicBezTo>
                  <a:pt x="155463" y="0"/>
                  <a:pt x="156679" y="196"/>
                  <a:pt x="157721" y="588"/>
                </a:cubicBezTo>
                <a:cubicBezTo>
                  <a:pt x="158764" y="980"/>
                  <a:pt x="159629" y="1517"/>
                  <a:pt x="160316" y="2197"/>
                </a:cubicBezTo>
                <a:cubicBezTo>
                  <a:pt x="161004" y="2878"/>
                  <a:pt x="161518" y="3670"/>
                  <a:pt x="161858" y="4573"/>
                </a:cubicBezTo>
                <a:cubicBezTo>
                  <a:pt x="162198" y="5475"/>
                  <a:pt x="162368" y="6437"/>
                  <a:pt x="162368" y="7458"/>
                </a:cubicBezTo>
                <a:cubicBezTo>
                  <a:pt x="162368" y="8376"/>
                  <a:pt x="162287" y="9290"/>
                  <a:pt x="162124" y="10200"/>
                </a:cubicBezTo>
                <a:cubicBezTo>
                  <a:pt x="161961" y="11110"/>
                  <a:pt x="161618" y="12094"/>
                  <a:pt x="161093" y="13152"/>
                </a:cubicBezTo>
                <a:cubicBezTo>
                  <a:pt x="160568" y="14211"/>
                  <a:pt x="159810" y="15387"/>
                  <a:pt x="158819" y="16682"/>
                </a:cubicBezTo>
                <a:cubicBezTo>
                  <a:pt x="157828" y="17977"/>
                  <a:pt x="156512" y="19468"/>
                  <a:pt x="154871" y="21155"/>
                </a:cubicBezTo>
                <a:lnTo>
                  <a:pt x="150324" y="25907"/>
                </a:lnTo>
                <a:lnTo>
                  <a:pt x="162812" y="25907"/>
                </a:lnTo>
                <a:cubicBezTo>
                  <a:pt x="162930" y="25907"/>
                  <a:pt x="163045" y="25940"/>
                  <a:pt x="163155" y="26007"/>
                </a:cubicBezTo>
                <a:cubicBezTo>
                  <a:pt x="163266" y="26073"/>
                  <a:pt x="163362" y="26173"/>
                  <a:pt x="163444" y="26306"/>
                </a:cubicBezTo>
                <a:cubicBezTo>
                  <a:pt x="163525" y="26439"/>
                  <a:pt x="163584" y="26606"/>
                  <a:pt x="163621" y="26805"/>
                </a:cubicBezTo>
                <a:cubicBezTo>
                  <a:pt x="163658" y="27005"/>
                  <a:pt x="163677" y="27238"/>
                  <a:pt x="163677" y="275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146D2-37EE-4A99-B22A-06BA9C26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025337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9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PATCH_3">
            <a:extLst xmlns:a="http://schemas.openxmlformats.org/drawingml/2006/main">
              <a:ext uri="{FF2B5EF4-FFF2-40B4-BE49-F238E27FC236}">
                <a16:creationId xmlns:a16="http://schemas.microsoft.com/office/drawing/2014/main" id="{E55D118B-2979-400B-80BB-8F24ECC3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046539"/>
            <a:ext cx="163455" cy="37263"/>
          </a:xfrm>
          <a:custGeom xmlns:a="http://schemas.openxmlformats.org/drawingml/2006/main">
            <a:pathLst>
              <a:path w="163455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6" y="28117"/>
                  <a:pt x="45159" y="28380"/>
                  <a:pt x="45166" y="28580"/>
                </a:cubicBezTo>
                <a:cubicBezTo>
                  <a:pt x="45173" y="28779"/>
                  <a:pt x="45118" y="28931"/>
                  <a:pt x="45000" y="29034"/>
                </a:cubicBezTo>
                <a:cubicBezTo>
                  <a:pt x="44881" y="29138"/>
                  <a:pt x="44686" y="29204"/>
                  <a:pt x="44412" y="29234"/>
                </a:cubicBezTo>
                <a:cubicBezTo>
                  <a:pt x="44138" y="29263"/>
                  <a:pt x="43772" y="29278"/>
                  <a:pt x="43314" y="29278"/>
                </a:cubicBezTo>
                <a:cubicBezTo>
                  <a:pt x="42856" y="29278"/>
                  <a:pt x="42490" y="29267"/>
                  <a:pt x="42216" y="29245"/>
                </a:cubicBezTo>
                <a:cubicBezTo>
                  <a:pt x="41943" y="29223"/>
                  <a:pt x="41736" y="29186"/>
                  <a:pt x="41595" y="29134"/>
                </a:cubicBezTo>
                <a:cubicBezTo>
                  <a:pt x="41455" y="29082"/>
                  <a:pt x="41351" y="29012"/>
                  <a:pt x="41285" y="28923"/>
                </a:cubicBezTo>
                <a:cubicBezTo>
                  <a:pt x="41218" y="28835"/>
                  <a:pt x="41155" y="28724"/>
                  <a:pt x="41096" y="28591"/>
                </a:cubicBezTo>
                <a:lnTo>
                  <a:pt x="38634" y="21604"/>
                </a:lnTo>
                <a:lnTo>
                  <a:pt x="26701" y="21604"/>
                </a:lnTo>
                <a:lnTo>
                  <a:pt x="24350" y="28502"/>
                </a:lnTo>
                <a:cubicBezTo>
                  <a:pt x="24305" y="28635"/>
                  <a:pt x="24246" y="28750"/>
                  <a:pt x="24172" y="28846"/>
                </a:cubicBezTo>
                <a:cubicBezTo>
                  <a:pt x="24098" y="28942"/>
                  <a:pt x="23991" y="29023"/>
                  <a:pt x="23851" y="29090"/>
                </a:cubicBezTo>
                <a:cubicBezTo>
                  <a:pt x="23710" y="29156"/>
                  <a:pt x="23511" y="29204"/>
                  <a:pt x="23252" y="29234"/>
                </a:cubicBezTo>
                <a:cubicBezTo>
                  <a:pt x="22993" y="29263"/>
                  <a:pt x="22657" y="29278"/>
                  <a:pt x="22243" y="29278"/>
                </a:cubicBezTo>
                <a:cubicBezTo>
                  <a:pt x="21814" y="29278"/>
                  <a:pt x="21463" y="29260"/>
                  <a:pt x="21189" y="29223"/>
                </a:cubicBezTo>
                <a:cubicBezTo>
                  <a:pt x="20915" y="29186"/>
                  <a:pt x="20723" y="29116"/>
                  <a:pt x="20612" y="29012"/>
                </a:cubicBezTo>
                <a:cubicBezTo>
                  <a:pt x="20501" y="28909"/>
                  <a:pt x="20450" y="28757"/>
                  <a:pt x="20457" y="28557"/>
                </a:cubicBezTo>
                <a:cubicBezTo>
                  <a:pt x="20464" y="28358"/>
                  <a:pt x="20527" y="28095"/>
                  <a:pt x="20646" y="27770"/>
                </a:cubicBezTo>
                <a:lnTo>
                  <a:pt x="30272" y="1109"/>
                </a:lnTo>
                <a:cubicBezTo>
                  <a:pt x="30331" y="946"/>
                  <a:pt x="30409" y="813"/>
                  <a:pt x="30505" y="710"/>
                </a:cubicBezTo>
                <a:cubicBezTo>
                  <a:pt x="30601" y="606"/>
                  <a:pt x="30741" y="525"/>
                  <a:pt x="30926" y="466"/>
                </a:cubicBezTo>
                <a:cubicBezTo>
                  <a:pt x="31111" y="407"/>
                  <a:pt x="31348" y="366"/>
                  <a:pt x="31636" y="344"/>
                </a:cubicBezTo>
                <a:cubicBezTo>
                  <a:pt x="31924" y="322"/>
                  <a:pt x="32290" y="311"/>
                  <a:pt x="32734" y="311"/>
                </a:cubicBezTo>
                <a:cubicBezTo>
                  <a:pt x="33207" y="311"/>
                  <a:pt x="33599" y="322"/>
                  <a:pt x="33909" y="344"/>
                </a:cubicBezTo>
                <a:cubicBezTo>
                  <a:pt x="34220" y="366"/>
                  <a:pt x="34471" y="407"/>
                  <a:pt x="34664" y="466"/>
                </a:cubicBezTo>
                <a:cubicBezTo>
                  <a:pt x="34856" y="525"/>
                  <a:pt x="35004" y="610"/>
                  <a:pt x="35107" y="721"/>
                </a:cubicBezTo>
                <a:cubicBezTo>
                  <a:pt x="35211" y="832"/>
                  <a:pt x="35292" y="969"/>
                  <a:pt x="35351" y="1131"/>
                </a:cubicBezTo>
                <a:lnTo>
                  <a:pt x="44978" y="27792"/>
                </a:lnTo>
                <a:moveTo>
                  <a:pt x="32623" y="4259"/>
                </a:moveTo>
                <a:lnTo>
                  <a:pt x="32601" y="4259"/>
                </a:lnTo>
                <a:lnTo>
                  <a:pt x="27655" y="18565"/>
                </a:lnTo>
                <a:lnTo>
                  <a:pt x="37636" y="18565"/>
                </a:lnTo>
                <a:lnTo>
                  <a:pt x="32623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2" y="3316"/>
                </a:cubicBezTo>
                <a:cubicBezTo>
                  <a:pt x="67656" y="3442"/>
                  <a:pt x="67575" y="3534"/>
                  <a:pt x="67478" y="3593"/>
                </a:cubicBezTo>
                <a:cubicBezTo>
                  <a:pt x="67382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4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5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7" y="29090"/>
                </a:cubicBezTo>
                <a:cubicBezTo>
                  <a:pt x="55519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4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4" y="444"/>
                </a:cubicBezTo>
                <a:lnTo>
                  <a:pt x="67157" y="444"/>
                </a:lnTo>
                <a:cubicBezTo>
                  <a:pt x="67275" y="444"/>
                  <a:pt x="67382" y="473"/>
                  <a:pt x="67478" y="532"/>
                </a:cubicBezTo>
                <a:cubicBezTo>
                  <a:pt x="67575" y="591"/>
                  <a:pt x="67656" y="688"/>
                  <a:pt x="67722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4" y="25508"/>
                  <a:pt x="90869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4" y="26736"/>
                  <a:pt x="90336" y="26885"/>
                </a:cubicBezTo>
                <a:cubicBezTo>
                  <a:pt x="90189" y="27034"/>
                  <a:pt x="89878" y="27261"/>
                  <a:pt x="89405" y="27566"/>
                </a:cubicBezTo>
                <a:cubicBezTo>
                  <a:pt x="88932" y="27872"/>
                  <a:pt x="88344" y="28170"/>
                  <a:pt x="87641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4" y="29399"/>
                  <a:pt x="83320" y="29500"/>
                  <a:pt x="82241" y="29500"/>
                </a:cubicBezTo>
                <a:cubicBezTo>
                  <a:pt x="80377" y="29500"/>
                  <a:pt x="78695" y="29190"/>
                  <a:pt x="77194" y="28568"/>
                </a:cubicBezTo>
                <a:cubicBezTo>
                  <a:pt x="75694" y="27947"/>
                  <a:pt x="74415" y="27031"/>
                  <a:pt x="73357" y="25818"/>
                </a:cubicBezTo>
                <a:cubicBezTo>
                  <a:pt x="72300" y="24606"/>
                  <a:pt x="71487" y="23108"/>
                  <a:pt x="70917" y="21327"/>
                </a:cubicBezTo>
                <a:cubicBezTo>
                  <a:pt x="70348" y="19545"/>
                  <a:pt x="70063" y="17493"/>
                  <a:pt x="70063" y="15171"/>
                </a:cubicBezTo>
                <a:cubicBezTo>
                  <a:pt x="70063" y="12791"/>
                  <a:pt x="70370" y="10669"/>
                  <a:pt x="70984" y="8806"/>
                </a:cubicBezTo>
                <a:cubicBezTo>
                  <a:pt x="71598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49" y="1109"/>
                </a:cubicBezTo>
                <a:cubicBezTo>
                  <a:pt x="79095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6" y="480"/>
                  <a:pt x="86610" y="678"/>
                  <a:pt x="87276" y="916"/>
                </a:cubicBezTo>
                <a:cubicBezTo>
                  <a:pt x="87941" y="1155"/>
                  <a:pt x="88532" y="1431"/>
                  <a:pt x="89050" y="1744"/>
                </a:cubicBezTo>
                <a:cubicBezTo>
                  <a:pt x="89567" y="2057"/>
                  <a:pt x="89926" y="2314"/>
                  <a:pt x="90126" y="2515"/>
                </a:cubicBezTo>
                <a:cubicBezTo>
                  <a:pt x="90325" y="2716"/>
                  <a:pt x="90455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5" y="3645"/>
                  <a:pt x="90747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5" y="5072"/>
                  <a:pt x="90736" y="5279"/>
                </a:cubicBezTo>
                <a:cubicBezTo>
                  <a:pt x="90706" y="5486"/>
                  <a:pt x="90662" y="5660"/>
                  <a:pt x="90603" y="5800"/>
                </a:cubicBezTo>
                <a:cubicBezTo>
                  <a:pt x="90543" y="5941"/>
                  <a:pt x="90473" y="6044"/>
                  <a:pt x="90392" y="6111"/>
                </a:cubicBezTo>
                <a:cubicBezTo>
                  <a:pt x="90311" y="6177"/>
                  <a:pt x="90211" y="6211"/>
                  <a:pt x="90092" y="6211"/>
                </a:cubicBezTo>
                <a:cubicBezTo>
                  <a:pt x="89885" y="6211"/>
                  <a:pt x="89597" y="6065"/>
                  <a:pt x="89227" y="5775"/>
                </a:cubicBezTo>
                <a:cubicBezTo>
                  <a:pt x="88858" y="5484"/>
                  <a:pt x="88381" y="5163"/>
                  <a:pt x="87797" y="4813"/>
                </a:cubicBezTo>
                <a:cubicBezTo>
                  <a:pt x="87213" y="4463"/>
                  <a:pt x="86503" y="4142"/>
                  <a:pt x="85667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0" y="3416"/>
                  <a:pt x="80233" y="3671"/>
                  <a:pt x="79191" y="4181"/>
                </a:cubicBezTo>
                <a:cubicBezTo>
                  <a:pt x="78148" y="4691"/>
                  <a:pt x="77257" y="5442"/>
                  <a:pt x="76518" y="6432"/>
                </a:cubicBezTo>
                <a:cubicBezTo>
                  <a:pt x="75779" y="7423"/>
                  <a:pt x="75206" y="8632"/>
                  <a:pt x="74799" y="10059"/>
                </a:cubicBezTo>
                <a:cubicBezTo>
                  <a:pt x="74392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7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4" y="24217"/>
                  <a:pt x="78093" y="24927"/>
                  <a:pt x="79157" y="25408"/>
                </a:cubicBezTo>
                <a:cubicBezTo>
                  <a:pt x="80222" y="25888"/>
                  <a:pt x="81427" y="26129"/>
                  <a:pt x="82773" y="26129"/>
                </a:cubicBezTo>
                <a:cubicBezTo>
                  <a:pt x="83911" y="26129"/>
                  <a:pt x="84906" y="25987"/>
                  <a:pt x="85756" y="25704"/>
                </a:cubicBezTo>
                <a:cubicBezTo>
                  <a:pt x="86606" y="25420"/>
                  <a:pt x="87331" y="25104"/>
                  <a:pt x="87930" y="24753"/>
                </a:cubicBezTo>
                <a:cubicBezTo>
                  <a:pt x="88529" y="24403"/>
                  <a:pt x="89020" y="24086"/>
                  <a:pt x="89405" y="23803"/>
                </a:cubicBezTo>
                <a:cubicBezTo>
                  <a:pt x="89789" y="23520"/>
                  <a:pt x="90092" y="23378"/>
                  <a:pt x="90314" y="23378"/>
                </a:cubicBezTo>
                <a:cubicBezTo>
                  <a:pt x="90418" y="23378"/>
                  <a:pt x="90506" y="23400"/>
                  <a:pt x="90580" y="23445"/>
                </a:cubicBezTo>
                <a:cubicBezTo>
                  <a:pt x="90654" y="23489"/>
                  <a:pt x="90713" y="23574"/>
                  <a:pt x="90758" y="23700"/>
                </a:cubicBezTo>
                <a:cubicBezTo>
                  <a:pt x="90802" y="23826"/>
                  <a:pt x="90835" y="23999"/>
                  <a:pt x="90858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4" y="28790"/>
                  <a:pt x="116795" y="28879"/>
                </a:cubicBezTo>
                <a:cubicBezTo>
                  <a:pt x="116736" y="28968"/>
                  <a:pt x="116632" y="29038"/>
                  <a:pt x="116484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3" y="29278"/>
                  <a:pt x="114998" y="29278"/>
                </a:cubicBezTo>
                <a:cubicBezTo>
                  <a:pt x="114614" y="29278"/>
                  <a:pt x="114303" y="29260"/>
                  <a:pt x="114067" y="29223"/>
                </a:cubicBezTo>
                <a:cubicBezTo>
                  <a:pt x="113830" y="29186"/>
                  <a:pt x="113638" y="29141"/>
                  <a:pt x="113490" y="29090"/>
                </a:cubicBezTo>
                <a:cubicBezTo>
                  <a:pt x="113342" y="29038"/>
                  <a:pt x="113239" y="28968"/>
                  <a:pt x="113180" y="28879"/>
                </a:cubicBezTo>
                <a:cubicBezTo>
                  <a:pt x="113120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5" y="29038"/>
                  <a:pt x="99627" y="29090"/>
                </a:cubicBezTo>
                <a:cubicBezTo>
                  <a:pt x="99479" y="29141"/>
                  <a:pt x="99283" y="29186"/>
                  <a:pt x="99039" y="29223"/>
                </a:cubicBezTo>
                <a:cubicBezTo>
                  <a:pt x="98795" y="29260"/>
                  <a:pt x="98489" y="29278"/>
                  <a:pt x="98119" y="29278"/>
                </a:cubicBezTo>
                <a:cubicBezTo>
                  <a:pt x="97764" y="29278"/>
                  <a:pt x="97461" y="29260"/>
                  <a:pt x="97210" y="29223"/>
                </a:cubicBezTo>
                <a:cubicBezTo>
                  <a:pt x="96958" y="29186"/>
                  <a:pt x="96759" y="29141"/>
                  <a:pt x="96611" y="29090"/>
                </a:cubicBezTo>
                <a:cubicBezTo>
                  <a:pt x="96463" y="29038"/>
                  <a:pt x="96359" y="28968"/>
                  <a:pt x="96300" y="28879"/>
                </a:cubicBezTo>
                <a:cubicBezTo>
                  <a:pt x="96241" y="28790"/>
                  <a:pt x="96211" y="28687"/>
                  <a:pt x="96211" y="28568"/>
                </a:cubicBezTo>
                <a:lnTo>
                  <a:pt x="96211" y="1020"/>
                </a:lnTo>
                <a:cubicBezTo>
                  <a:pt x="96211" y="902"/>
                  <a:pt x="96241" y="798"/>
                  <a:pt x="96300" y="710"/>
                </a:cubicBezTo>
                <a:cubicBezTo>
                  <a:pt x="96359" y="621"/>
                  <a:pt x="96463" y="551"/>
                  <a:pt x="96611" y="499"/>
                </a:cubicBezTo>
                <a:cubicBezTo>
                  <a:pt x="96759" y="447"/>
                  <a:pt x="96958" y="403"/>
                  <a:pt x="97210" y="366"/>
                </a:cubicBezTo>
                <a:cubicBezTo>
                  <a:pt x="97461" y="329"/>
                  <a:pt x="97764" y="311"/>
                  <a:pt x="98119" y="311"/>
                </a:cubicBezTo>
                <a:cubicBezTo>
                  <a:pt x="98489" y="311"/>
                  <a:pt x="98795" y="329"/>
                  <a:pt x="99039" y="366"/>
                </a:cubicBezTo>
                <a:cubicBezTo>
                  <a:pt x="99283" y="403"/>
                  <a:pt x="99479" y="447"/>
                  <a:pt x="99627" y="499"/>
                </a:cubicBezTo>
                <a:cubicBezTo>
                  <a:pt x="99775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0" y="798"/>
                  <a:pt x="113180" y="710"/>
                </a:cubicBezTo>
                <a:cubicBezTo>
                  <a:pt x="113239" y="621"/>
                  <a:pt x="113342" y="551"/>
                  <a:pt x="113490" y="499"/>
                </a:cubicBezTo>
                <a:cubicBezTo>
                  <a:pt x="113638" y="447"/>
                  <a:pt x="113830" y="403"/>
                  <a:pt x="114067" y="366"/>
                </a:cubicBezTo>
                <a:cubicBezTo>
                  <a:pt x="114303" y="329"/>
                  <a:pt x="114614" y="311"/>
                  <a:pt x="114998" y="311"/>
                </a:cubicBezTo>
                <a:cubicBezTo>
                  <a:pt x="115353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4" y="499"/>
                </a:cubicBezTo>
                <a:cubicBezTo>
                  <a:pt x="116632" y="551"/>
                  <a:pt x="116736" y="621"/>
                  <a:pt x="116795" y="710"/>
                </a:cubicBezTo>
                <a:cubicBezTo>
                  <a:pt x="116854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3" y="35766"/>
                </a:moveTo>
                <a:cubicBezTo>
                  <a:pt x="143273" y="36287"/>
                  <a:pt x="143214" y="36667"/>
                  <a:pt x="143096" y="36906"/>
                </a:cubicBezTo>
                <a:cubicBezTo>
                  <a:pt x="142978" y="37144"/>
                  <a:pt x="142793" y="37263"/>
                  <a:pt x="142541" y="37263"/>
                </a:cubicBezTo>
                <a:lnTo>
                  <a:pt x="121182" y="37263"/>
                </a:lnTo>
                <a:cubicBezTo>
                  <a:pt x="120930" y="37263"/>
                  <a:pt x="120738" y="37151"/>
                  <a:pt x="120605" y="36928"/>
                </a:cubicBezTo>
                <a:cubicBezTo>
                  <a:pt x="120472" y="36705"/>
                  <a:pt x="120405" y="36332"/>
                  <a:pt x="120405" y="35810"/>
                </a:cubicBezTo>
                <a:cubicBezTo>
                  <a:pt x="120405" y="35304"/>
                  <a:pt x="120472" y="34924"/>
                  <a:pt x="120605" y="34671"/>
                </a:cubicBezTo>
                <a:cubicBezTo>
                  <a:pt x="120738" y="34418"/>
                  <a:pt x="120930" y="34291"/>
                  <a:pt x="121182" y="34291"/>
                </a:cubicBezTo>
                <a:lnTo>
                  <a:pt x="142541" y="34291"/>
                </a:lnTo>
                <a:cubicBezTo>
                  <a:pt x="142778" y="34291"/>
                  <a:pt x="142959" y="34410"/>
                  <a:pt x="143085" y="34649"/>
                </a:cubicBezTo>
                <a:cubicBezTo>
                  <a:pt x="143210" y="34887"/>
                  <a:pt x="143273" y="35260"/>
                  <a:pt x="143273" y="35766"/>
                </a:cubicBezTo>
                <a:close/>
                <a:moveTo>
                  <a:pt x="163455" y="20961"/>
                </a:moveTo>
                <a:cubicBezTo>
                  <a:pt x="163455" y="22277"/>
                  <a:pt x="163226" y="23463"/>
                  <a:pt x="162767" y="24521"/>
                </a:cubicBezTo>
                <a:cubicBezTo>
                  <a:pt x="162309" y="25578"/>
                  <a:pt x="161651" y="26484"/>
                  <a:pt x="160793" y="27238"/>
                </a:cubicBezTo>
                <a:cubicBezTo>
                  <a:pt x="159936" y="27992"/>
                  <a:pt x="158878" y="28572"/>
                  <a:pt x="157621" y="28979"/>
                </a:cubicBezTo>
                <a:cubicBezTo>
                  <a:pt x="156365" y="29385"/>
                  <a:pt x="154945" y="29589"/>
                  <a:pt x="153363" y="29589"/>
                </a:cubicBezTo>
                <a:cubicBezTo>
                  <a:pt x="152402" y="29589"/>
                  <a:pt x="151503" y="29511"/>
                  <a:pt x="150668" y="29355"/>
                </a:cubicBezTo>
                <a:cubicBezTo>
                  <a:pt x="149832" y="29199"/>
                  <a:pt x="149089" y="29013"/>
                  <a:pt x="148439" y="28798"/>
                </a:cubicBezTo>
                <a:cubicBezTo>
                  <a:pt x="147788" y="28583"/>
                  <a:pt x="147248" y="28360"/>
                  <a:pt x="146819" y="28130"/>
                </a:cubicBezTo>
                <a:cubicBezTo>
                  <a:pt x="146391" y="27900"/>
                  <a:pt x="146121" y="27733"/>
                  <a:pt x="146010" y="27629"/>
                </a:cubicBezTo>
                <a:cubicBezTo>
                  <a:pt x="145899" y="27525"/>
                  <a:pt x="145814" y="27421"/>
                  <a:pt x="145755" y="27317"/>
                </a:cubicBezTo>
                <a:cubicBezTo>
                  <a:pt x="145696" y="27213"/>
                  <a:pt x="145644" y="27087"/>
                  <a:pt x="145600" y="26939"/>
                </a:cubicBezTo>
                <a:cubicBezTo>
                  <a:pt x="145555" y="26790"/>
                  <a:pt x="145522" y="26608"/>
                  <a:pt x="145500" y="26393"/>
                </a:cubicBezTo>
                <a:cubicBezTo>
                  <a:pt x="145478" y="26177"/>
                  <a:pt x="145466" y="25914"/>
                  <a:pt x="145466" y="25602"/>
                </a:cubicBezTo>
                <a:cubicBezTo>
                  <a:pt x="145466" y="25068"/>
                  <a:pt x="145518" y="24697"/>
                  <a:pt x="145622" y="24489"/>
                </a:cubicBezTo>
                <a:cubicBezTo>
                  <a:pt x="145725" y="24281"/>
                  <a:pt x="145873" y="24177"/>
                  <a:pt x="146065" y="24177"/>
                </a:cubicBezTo>
                <a:cubicBezTo>
                  <a:pt x="146198" y="24177"/>
                  <a:pt x="146461" y="24296"/>
                  <a:pt x="146853" y="24535"/>
                </a:cubicBezTo>
                <a:cubicBezTo>
                  <a:pt x="147245" y="24774"/>
                  <a:pt x="147747" y="25032"/>
                  <a:pt x="148361" y="25308"/>
                </a:cubicBezTo>
                <a:cubicBezTo>
                  <a:pt x="148975" y="25584"/>
                  <a:pt x="149692" y="25842"/>
                  <a:pt x="150513" y="26081"/>
                </a:cubicBezTo>
                <a:cubicBezTo>
                  <a:pt x="151333" y="26320"/>
                  <a:pt x="152246" y="26439"/>
                  <a:pt x="153252" y="26439"/>
                </a:cubicBezTo>
                <a:cubicBezTo>
                  <a:pt x="154228" y="26439"/>
                  <a:pt x="155085" y="26313"/>
                  <a:pt x="155825" y="26062"/>
                </a:cubicBezTo>
                <a:cubicBezTo>
                  <a:pt x="156564" y="25811"/>
                  <a:pt x="157185" y="25456"/>
                  <a:pt x="157688" y="24997"/>
                </a:cubicBezTo>
                <a:cubicBezTo>
                  <a:pt x="158191" y="24539"/>
                  <a:pt x="158568" y="23996"/>
                  <a:pt x="158819" y="23367"/>
                </a:cubicBezTo>
                <a:cubicBezTo>
                  <a:pt x="159071" y="22739"/>
                  <a:pt x="159196" y="22055"/>
                  <a:pt x="159196" y="21315"/>
                </a:cubicBezTo>
                <a:cubicBezTo>
                  <a:pt x="159196" y="20502"/>
                  <a:pt x="159037" y="19770"/>
                  <a:pt x="158719" y="19120"/>
                </a:cubicBezTo>
                <a:cubicBezTo>
                  <a:pt x="158401" y="18469"/>
                  <a:pt x="157936" y="17907"/>
                  <a:pt x="157322" y="17434"/>
                </a:cubicBezTo>
                <a:cubicBezTo>
                  <a:pt x="156708" y="16961"/>
                  <a:pt x="155954" y="16598"/>
                  <a:pt x="155060" y="16347"/>
                </a:cubicBezTo>
                <a:cubicBezTo>
                  <a:pt x="154165" y="16096"/>
                  <a:pt x="153148" y="15970"/>
                  <a:pt x="152010" y="15970"/>
                </a:cubicBezTo>
                <a:lnTo>
                  <a:pt x="149282" y="15970"/>
                </a:lnTo>
                <a:cubicBezTo>
                  <a:pt x="149163" y="15970"/>
                  <a:pt x="149049" y="15944"/>
                  <a:pt x="148938" y="15892"/>
                </a:cubicBezTo>
                <a:cubicBezTo>
                  <a:pt x="148827" y="15841"/>
                  <a:pt x="148731" y="15756"/>
                  <a:pt x="148649" y="15637"/>
                </a:cubicBezTo>
                <a:cubicBezTo>
                  <a:pt x="148568" y="15519"/>
                  <a:pt x="148502" y="15364"/>
                  <a:pt x="148450" y="15171"/>
                </a:cubicBezTo>
                <a:cubicBezTo>
                  <a:pt x="148398" y="14979"/>
                  <a:pt x="148372" y="14728"/>
                  <a:pt x="148372" y="14417"/>
                </a:cubicBezTo>
                <a:cubicBezTo>
                  <a:pt x="148372" y="14136"/>
                  <a:pt x="148394" y="13903"/>
                  <a:pt x="148439" y="13719"/>
                </a:cubicBezTo>
                <a:cubicBezTo>
                  <a:pt x="148483" y="13534"/>
                  <a:pt x="148546" y="13386"/>
                  <a:pt x="148627" y="13275"/>
                </a:cubicBezTo>
                <a:cubicBezTo>
                  <a:pt x="148709" y="13164"/>
                  <a:pt x="148801" y="13083"/>
                  <a:pt x="148904" y="13031"/>
                </a:cubicBezTo>
                <a:cubicBezTo>
                  <a:pt x="149008" y="12979"/>
                  <a:pt x="149126" y="12953"/>
                  <a:pt x="149259" y="12953"/>
                </a:cubicBezTo>
                <a:lnTo>
                  <a:pt x="151766" y="12953"/>
                </a:lnTo>
                <a:cubicBezTo>
                  <a:pt x="152742" y="12953"/>
                  <a:pt x="153618" y="12827"/>
                  <a:pt x="154394" y="12575"/>
                </a:cubicBezTo>
                <a:cubicBezTo>
                  <a:pt x="155170" y="12322"/>
                  <a:pt x="155828" y="11958"/>
                  <a:pt x="156368" y="11483"/>
                </a:cubicBezTo>
                <a:cubicBezTo>
                  <a:pt x="156908" y="11008"/>
                  <a:pt x="157322" y="10440"/>
                  <a:pt x="157610" y="9779"/>
                </a:cubicBezTo>
                <a:cubicBezTo>
                  <a:pt x="157899" y="9118"/>
                  <a:pt x="158043" y="8378"/>
                  <a:pt x="158043" y="7561"/>
                </a:cubicBezTo>
                <a:cubicBezTo>
                  <a:pt x="158043" y="6967"/>
                  <a:pt x="157947" y="6399"/>
                  <a:pt x="157754" y="5857"/>
                </a:cubicBezTo>
                <a:cubicBezTo>
                  <a:pt x="157562" y="5315"/>
                  <a:pt x="157274" y="4843"/>
                  <a:pt x="156889" y="4442"/>
                </a:cubicBezTo>
                <a:cubicBezTo>
                  <a:pt x="156505" y="4041"/>
                  <a:pt x="156013" y="3726"/>
                  <a:pt x="155414" y="3496"/>
                </a:cubicBezTo>
                <a:cubicBezTo>
                  <a:pt x="154816" y="3265"/>
                  <a:pt x="154124" y="3150"/>
                  <a:pt x="153341" y="3150"/>
                </a:cubicBezTo>
                <a:cubicBezTo>
                  <a:pt x="152483" y="3150"/>
                  <a:pt x="151696" y="3279"/>
                  <a:pt x="150978" y="3538"/>
                </a:cubicBezTo>
                <a:cubicBezTo>
                  <a:pt x="150261" y="3797"/>
                  <a:pt x="149622" y="4074"/>
                  <a:pt x="149060" y="4370"/>
                </a:cubicBezTo>
                <a:cubicBezTo>
                  <a:pt x="148498" y="4665"/>
                  <a:pt x="148032" y="4943"/>
                  <a:pt x="147662" y="5201"/>
                </a:cubicBezTo>
                <a:cubicBezTo>
                  <a:pt x="147293" y="5460"/>
                  <a:pt x="147034" y="5589"/>
                  <a:pt x="146886" y="5589"/>
                </a:cubicBezTo>
                <a:cubicBezTo>
                  <a:pt x="146783" y="5589"/>
                  <a:pt x="146690" y="5571"/>
                  <a:pt x="146609" y="5534"/>
                </a:cubicBezTo>
                <a:cubicBezTo>
                  <a:pt x="146527" y="5497"/>
                  <a:pt x="146461" y="5423"/>
                  <a:pt x="146409" y="5312"/>
                </a:cubicBezTo>
                <a:cubicBezTo>
                  <a:pt x="146357" y="5201"/>
                  <a:pt x="146320" y="5046"/>
                  <a:pt x="146298" y="4846"/>
                </a:cubicBezTo>
                <a:cubicBezTo>
                  <a:pt x="146276" y="4647"/>
                  <a:pt x="146265" y="4384"/>
                  <a:pt x="146265" y="4059"/>
                </a:cubicBezTo>
                <a:cubicBezTo>
                  <a:pt x="146265" y="3837"/>
                  <a:pt x="146272" y="3641"/>
                  <a:pt x="146287" y="3471"/>
                </a:cubicBezTo>
                <a:cubicBezTo>
                  <a:pt x="146302" y="3301"/>
                  <a:pt x="146332" y="3153"/>
                  <a:pt x="146376" y="3028"/>
                </a:cubicBezTo>
                <a:cubicBezTo>
                  <a:pt x="146420" y="2902"/>
                  <a:pt x="146472" y="2787"/>
                  <a:pt x="146531" y="2684"/>
                </a:cubicBezTo>
                <a:cubicBezTo>
                  <a:pt x="146590" y="2580"/>
                  <a:pt x="146690" y="2458"/>
                  <a:pt x="146831" y="2318"/>
                </a:cubicBezTo>
                <a:cubicBezTo>
                  <a:pt x="146971" y="2177"/>
                  <a:pt x="147256" y="1974"/>
                  <a:pt x="147685" y="1708"/>
                </a:cubicBezTo>
                <a:cubicBezTo>
                  <a:pt x="148113" y="1442"/>
                  <a:pt x="148642" y="1179"/>
                  <a:pt x="149270" y="920"/>
                </a:cubicBezTo>
                <a:cubicBezTo>
                  <a:pt x="149899" y="662"/>
                  <a:pt x="150623" y="444"/>
                  <a:pt x="151444" y="266"/>
                </a:cubicBezTo>
                <a:cubicBezTo>
                  <a:pt x="152265" y="89"/>
                  <a:pt x="153148" y="0"/>
                  <a:pt x="154095" y="0"/>
                </a:cubicBezTo>
                <a:cubicBezTo>
                  <a:pt x="155426" y="0"/>
                  <a:pt x="156594" y="171"/>
                  <a:pt x="157599" y="512"/>
                </a:cubicBezTo>
                <a:cubicBezTo>
                  <a:pt x="158605" y="853"/>
                  <a:pt x="159444" y="1335"/>
                  <a:pt x="160117" y="1958"/>
                </a:cubicBezTo>
                <a:cubicBezTo>
                  <a:pt x="160790" y="2581"/>
                  <a:pt x="161292" y="3326"/>
                  <a:pt x="161625" y="4194"/>
                </a:cubicBezTo>
                <a:cubicBezTo>
                  <a:pt x="161958" y="5062"/>
                  <a:pt x="162124" y="6022"/>
                  <a:pt x="162124" y="7076"/>
                </a:cubicBezTo>
                <a:cubicBezTo>
                  <a:pt x="162124" y="7980"/>
                  <a:pt x="162006" y="8822"/>
                  <a:pt x="161769" y="9601"/>
                </a:cubicBezTo>
                <a:cubicBezTo>
                  <a:pt x="161533" y="10380"/>
                  <a:pt x="161185" y="11070"/>
                  <a:pt x="160727" y="11670"/>
                </a:cubicBezTo>
                <a:cubicBezTo>
                  <a:pt x="160268" y="12271"/>
                  <a:pt x="159706" y="12783"/>
                  <a:pt x="159041" y="13206"/>
                </a:cubicBezTo>
                <a:cubicBezTo>
                  <a:pt x="158376" y="13629"/>
                  <a:pt x="157607" y="13922"/>
                  <a:pt x="156734" y="14085"/>
                </a:cubicBezTo>
                <a:lnTo>
                  <a:pt x="156734" y="14129"/>
                </a:lnTo>
                <a:cubicBezTo>
                  <a:pt x="157725" y="14232"/>
                  <a:pt x="158631" y="14480"/>
                  <a:pt x="159451" y="14872"/>
                </a:cubicBezTo>
                <a:cubicBezTo>
                  <a:pt x="160272" y="15264"/>
                  <a:pt x="160978" y="15756"/>
                  <a:pt x="161570" y="16347"/>
                </a:cubicBezTo>
                <a:cubicBezTo>
                  <a:pt x="162161" y="16939"/>
                  <a:pt x="162623" y="17630"/>
                  <a:pt x="162956" y="18421"/>
                </a:cubicBezTo>
                <a:cubicBezTo>
                  <a:pt x="163289" y="19212"/>
                  <a:pt x="163455" y="20059"/>
                  <a:pt x="163455" y="209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6132C-18D5-4D1B-B7FF-C330207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118687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PATCH_4">
            <a:extLst xmlns:a="http://schemas.openxmlformats.org/drawingml/2006/main">
              <a:ext uri="{FF2B5EF4-FFF2-40B4-BE49-F238E27FC236}">
                <a16:creationId xmlns:a16="http://schemas.microsoft.com/office/drawing/2014/main" id="{6A798E99-A520-4F63-A11E-E604DEA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139826"/>
            <a:ext cx="164897" cy="37175"/>
          </a:xfrm>
          <a:custGeom xmlns:a="http://schemas.openxmlformats.org/drawingml/2006/main">
            <a:pathLst>
              <a:path w="164897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6" y="28029"/>
                  <a:pt x="45159" y="28291"/>
                  <a:pt x="45166" y="28491"/>
                </a:cubicBezTo>
                <a:cubicBezTo>
                  <a:pt x="45173" y="28690"/>
                  <a:pt x="45118" y="28842"/>
                  <a:pt x="45000" y="28946"/>
                </a:cubicBezTo>
                <a:cubicBezTo>
                  <a:pt x="44881" y="29049"/>
                  <a:pt x="44686" y="29116"/>
                  <a:pt x="44412" y="29145"/>
                </a:cubicBezTo>
                <a:cubicBezTo>
                  <a:pt x="44138" y="29175"/>
                  <a:pt x="43772" y="29190"/>
                  <a:pt x="43314" y="29190"/>
                </a:cubicBezTo>
                <a:cubicBezTo>
                  <a:pt x="42856" y="29190"/>
                  <a:pt x="42490" y="29178"/>
                  <a:pt x="42216" y="29156"/>
                </a:cubicBezTo>
                <a:cubicBezTo>
                  <a:pt x="41943" y="29134"/>
                  <a:pt x="41736" y="29097"/>
                  <a:pt x="41595" y="29045"/>
                </a:cubicBezTo>
                <a:cubicBezTo>
                  <a:pt x="41455" y="28994"/>
                  <a:pt x="41351" y="28923"/>
                  <a:pt x="41285" y="28835"/>
                </a:cubicBezTo>
                <a:cubicBezTo>
                  <a:pt x="41218" y="28746"/>
                  <a:pt x="41155" y="28635"/>
                  <a:pt x="41096" y="28502"/>
                </a:cubicBezTo>
                <a:lnTo>
                  <a:pt x="38634" y="21515"/>
                </a:lnTo>
                <a:lnTo>
                  <a:pt x="26701" y="21515"/>
                </a:lnTo>
                <a:lnTo>
                  <a:pt x="24350" y="28413"/>
                </a:lnTo>
                <a:cubicBezTo>
                  <a:pt x="24305" y="28546"/>
                  <a:pt x="24246" y="28661"/>
                  <a:pt x="24172" y="28757"/>
                </a:cubicBezTo>
                <a:cubicBezTo>
                  <a:pt x="24098" y="28853"/>
                  <a:pt x="23991" y="28934"/>
                  <a:pt x="23851" y="29001"/>
                </a:cubicBezTo>
                <a:cubicBezTo>
                  <a:pt x="23710" y="29068"/>
                  <a:pt x="23511" y="29116"/>
                  <a:pt x="23252" y="29145"/>
                </a:cubicBezTo>
                <a:cubicBezTo>
                  <a:pt x="22993" y="29175"/>
                  <a:pt x="22657" y="29190"/>
                  <a:pt x="22243" y="29190"/>
                </a:cubicBezTo>
                <a:cubicBezTo>
                  <a:pt x="21814" y="29190"/>
                  <a:pt x="21463" y="29171"/>
                  <a:pt x="21189" y="29134"/>
                </a:cubicBezTo>
                <a:cubicBezTo>
                  <a:pt x="20915" y="29097"/>
                  <a:pt x="20723" y="29027"/>
                  <a:pt x="20612" y="28923"/>
                </a:cubicBezTo>
                <a:cubicBezTo>
                  <a:pt x="20501" y="28820"/>
                  <a:pt x="20450" y="28668"/>
                  <a:pt x="20457" y="28469"/>
                </a:cubicBezTo>
                <a:cubicBezTo>
                  <a:pt x="20464" y="28269"/>
                  <a:pt x="20527" y="28007"/>
                  <a:pt x="20646" y="27681"/>
                </a:cubicBezTo>
                <a:lnTo>
                  <a:pt x="30272" y="1020"/>
                </a:lnTo>
                <a:cubicBezTo>
                  <a:pt x="30331" y="858"/>
                  <a:pt x="30409" y="725"/>
                  <a:pt x="30505" y="621"/>
                </a:cubicBezTo>
                <a:cubicBezTo>
                  <a:pt x="30601" y="518"/>
                  <a:pt x="30741" y="436"/>
                  <a:pt x="30926" y="377"/>
                </a:cubicBezTo>
                <a:cubicBezTo>
                  <a:pt x="31111" y="318"/>
                  <a:pt x="31348" y="277"/>
                  <a:pt x="31636" y="255"/>
                </a:cubicBezTo>
                <a:cubicBezTo>
                  <a:pt x="31924" y="233"/>
                  <a:pt x="32290" y="222"/>
                  <a:pt x="32734" y="222"/>
                </a:cubicBezTo>
                <a:cubicBezTo>
                  <a:pt x="33207" y="222"/>
                  <a:pt x="33599" y="233"/>
                  <a:pt x="33909" y="255"/>
                </a:cubicBezTo>
                <a:cubicBezTo>
                  <a:pt x="34220" y="277"/>
                  <a:pt x="34471" y="318"/>
                  <a:pt x="34664" y="377"/>
                </a:cubicBezTo>
                <a:cubicBezTo>
                  <a:pt x="34856" y="436"/>
                  <a:pt x="35004" y="521"/>
                  <a:pt x="35107" y="632"/>
                </a:cubicBezTo>
                <a:cubicBezTo>
                  <a:pt x="35211" y="743"/>
                  <a:pt x="35292" y="880"/>
                  <a:pt x="35351" y="1042"/>
                </a:cubicBezTo>
                <a:lnTo>
                  <a:pt x="44978" y="27703"/>
                </a:lnTo>
                <a:moveTo>
                  <a:pt x="32623" y="4170"/>
                </a:moveTo>
                <a:lnTo>
                  <a:pt x="32601" y="4170"/>
                </a:lnTo>
                <a:lnTo>
                  <a:pt x="27655" y="18476"/>
                </a:lnTo>
                <a:lnTo>
                  <a:pt x="37636" y="18476"/>
                </a:lnTo>
                <a:lnTo>
                  <a:pt x="32623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2" y="3227"/>
                </a:cubicBezTo>
                <a:cubicBezTo>
                  <a:pt x="67656" y="3353"/>
                  <a:pt x="67575" y="3445"/>
                  <a:pt x="67478" y="3505"/>
                </a:cubicBezTo>
                <a:cubicBezTo>
                  <a:pt x="67382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4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5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7" y="29001"/>
                </a:cubicBezTo>
                <a:cubicBezTo>
                  <a:pt x="55519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4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4" y="355"/>
                </a:cubicBezTo>
                <a:lnTo>
                  <a:pt x="67157" y="355"/>
                </a:lnTo>
                <a:cubicBezTo>
                  <a:pt x="67275" y="355"/>
                  <a:pt x="67382" y="384"/>
                  <a:pt x="67478" y="444"/>
                </a:cubicBezTo>
                <a:cubicBezTo>
                  <a:pt x="67575" y="503"/>
                  <a:pt x="67656" y="599"/>
                  <a:pt x="67722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4" y="26647"/>
                  <a:pt x="90336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1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4" y="29311"/>
                  <a:pt x="83320" y="29411"/>
                  <a:pt x="82241" y="29411"/>
                </a:cubicBezTo>
                <a:cubicBezTo>
                  <a:pt x="80377" y="29411"/>
                  <a:pt x="78695" y="29101"/>
                  <a:pt x="77194" y="28480"/>
                </a:cubicBezTo>
                <a:cubicBezTo>
                  <a:pt x="75694" y="27859"/>
                  <a:pt x="74415" y="26942"/>
                  <a:pt x="73357" y="25729"/>
                </a:cubicBezTo>
                <a:cubicBezTo>
                  <a:pt x="72300" y="24517"/>
                  <a:pt x="71487" y="23020"/>
                  <a:pt x="70917" y="21238"/>
                </a:cubicBezTo>
                <a:cubicBezTo>
                  <a:pt x="70348" y="19456"/>
                  <a:pt x="70063" y="17404"/>
                  <a:pt x="70063" y="15083"/>
                </a:cubicBezTo>
                <a:cubicBezTo>
                  <a:pt x="70063" y="12702"/>
                  <a:pt x="70370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49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2" y="1342"/>
                  <a:pt x="89050" y="1655"/>
                </a:cubicBezTo>
                <a:cubicBezTo>
                  <a:pt x="89567" y="1968"/>
                  <a:pt x="89926" y="2225"/>
                  <a:pt x="90126" y="2427"/>
                </a:cubicBezTo>
                <a:cubicBezTo>
                  <a:pt x="90325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5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3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2" y="6122"/>
                </a:cubicBezTo>
                <a:cubicBezTo>
                  <a:pt x="89885" y="6122"/>
                  <a:pt x="89597" y="5976"/>
                  <a:pt x="89227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7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0" y="3327"/>
                  <a:pt x="80233" y="3582"/>
                  <a:pt x="79191" y="4092"/>
                </a:cubicBezTo>
                <a:cubicBezTo>
                  <a:pt x="78148" y="4602"/>
                  <a:pt x="77257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2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4" y="24129"/>
                  <a:pt x="78093" y="24838"/>
                  <a:pt x="79157" y="25319"/>
                </a:cubicBezTo>
                <a:cubicBezTo>
                  <a:pt x="80222" y="25800"/>
                  <a:pt x="81427" y="26040"/>
                  <a:pt x="82773" y="26040"/>
                </a:cubicBezTo>
                <a:cubicBezTo>
                  <a:pt x="83911" y="26040"/>
                  <a:pt x="84906" y="25898"/>
                  <a:pt x="85756" y="25615"/>
                </a:cubicBezTo>
                <a:cubicBezTo>
                  <a:pt x="86606" y="25332"/>
                  <a:pt x="87331" y="25015"/>
                  <a:pt x="87930" y="24665"/>
                </a:cubicBezTo>
                <a:cubicBezTo>
                  <a:pt x="88529" y="24314"/>
                  <a:pt x="89020" y="23998"/>
                  <a:pt x="89405" y="23714"/>
                </a:cubicBezTo>
                <a:cubicBezTo>
                  <a:pt x="89789" y="23431"/>
                  <a:pt x="90092" y="23290"/>
                  <a:pt x="90314" y="23290"/>
                </a:cubicBezTo>
                <a:cubicBezTo>
                  <a:pt x="90418" y="23290"/>
                  <a:pt x="90506" y="23312"/>
                  <a:pt x="90580" y="23356"/>
                </a:cubicBezTo>
                <a:cubicBezTo>
                  <a:pt x="90654" y="23400"/>
                  <a:pt x="90713" y="23485"/>
                  <a:pt x="90758" y="23611"/>
                </a:cubicBezTo>
                <a:cubicBezTo>
                  <a:pt x="90802" y="23737"/>
                  <a:pt x="90835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2" y="28949"/>
                  <a:pt x="116484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3" y="29190"/>
                  <a:pt x="114998" y="29190"/>
                </a:cubicBezTo>
                <a:cubicBezTo>
                  <a:pt x="114614" y="29190"/>
                  <a:pt x="114303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0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7" y="29001"/>
                </a:cubicBezTo>
                <a:cubicBezTo>
                  <a:pt x="99479" y="29053"/>
                  <a:pt x="99283" y="29097"/>
                  <a:pt x="99039" y="29134"/>
                </a:cubicBezTo>
                <a:cubicBezTo>
                  <a:pt x="98795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59" y="28879"/>
                  <a:pt x="96300" y="28790"/>
                </a:cubicBezTo>
                <a:cubicBezTo>
                  <a:pt x="96241" y="28702"/>
                  <a:pt x="96211" y="28598"/>
                  <a:pt x="96211" y="28480"/>
                </a:cubicBezTo>
                <a:lnTo>
                  <a:pt x="96211" y="932"/>
                </a:lnTo>
                <a:cubicBezTo>
                  <a:pt x="96211" y="813"/>
                  <a:pt x="96241" y="710"/>
                  <a:pt x="96300" y="621"/>
                </a:cubicBezTo>
                <a:cubicBezTo>
                  <a:pt x="96359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5" y="240"/>
                  <a:pt x="99039" y="277"/>
                </a:cubicBezTo>
                <a:cubicBezTo>
                  <a:pt x="99283" y="314"/>
                  <a:pt x="99479" y="359"/>
                  <a:pt x="99627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0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3" y="240"/>
                  <a:pt x="114614" y="222"/>
                  <a:pt x="114998" y="222"/>
                </a:cubicBezTo>
                <a:cubicBezTo>
                  <a:pt x="115353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4" y="410"/>
                </a:cubicBezTo>
                <a:cubicBezTo>
                  <a:pt x="116632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8" y="37055"/>
                  <a:pt x="142793" y="37175"/>
                  <a:pt x="142541" y="37175"/>
                </a:cubicBezTo>
                <a:lnTo>
                  <a:pt x="121182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2" y="36616"/>
                  <a:pt x="120405" y="36243"/>
                  <a:pt x="120405" y="35722"/>
                </a:cubicBezTo>
                <a:cubicBezTo>
                  <a:pt x="120405" y="35215"/>
                  <a:pt x="120472" y="34835"/>
                  <a:pt x="120605" y="34582"/>
                </a:cubicBezTo>
                <a:cubicBezTo>
                  <a:pt x="120738" y="34329"/>
                  <a:pt x="120930" y="34202"/>
                  <a:pt x="121182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4897" y="20872"/>
                </a:moveTo>
                <a:cubicBezTo>
                  <a:pt x="164897" y="21360"/>
                  <a:pt x="164823" y="21744"/>
                  <a:pt x="164675" y="22025"/>
                </a:cubicBezTo>
                <a:cubicBezTo>
                  <a:pt x="164527" y="22306"/>
                  <a:pt x="164320" y="22447"/>
                  <a:pt x="164054" y="22447"/>
                </a:cubicBezTo>
                <a:lnTo>
                  <a:pt x="160815" y="22447"/>
                </a:lnTo>
                <a:lnTo>
                  <a:pt x="160815" y="28500"/>
                </a:lnTo>
                <a:cubicBezTo>
                  <a:pt x="160815" y="28619"/>
                  <a:pt x="160786" y="28719"/>
                  <a:pt x="160727" y="28801"/>
                </a:cubicBezTo>
                <a:cubicBezTo>
                  <a:pt x="160668" y="28882"/>
                  <a:pt x="160564" y="28952"/>
                  <a:pt x="160416" y="29012"/>
                </a:cubicBezTo>
                <a:cubicBezTo>
                  <a:pt x="160268" y="29071"/>
                  <a:pt x="160076" y="29116"/>
                  <a:pt x="159839" y="29145"/>
                </a:cubicBezTo>
                <a:cubicBezTo>
                  <a:pt x="159603" y="29175"/>
                  <a:pt x="159300" y="29190"/>
                  <a:pt x="158930" y="29190"/>
                </a:cubicBezTo>
                <a:cubicBezTo>
                  <a:pt x="158575" y="29190"/>
                  <a:pt x="158279" y="29175"/>
                  <a:pt x="158043" y="29145"/>
                </a:cubicBezTo>
                <a:cubicBezTo>
                  <a:pt x="157806" y="29116"/>
                  <a:pt x="157618" y="29071"/>
                  <a:pt x="157477" y="29012"/>
                </a:cubicBezTo>
                <a:cubicBezTo>
                  <a:pt x="157337" y="28952"/>
                  <a:pt x="157241" y="28882"/>
                  <a:pt x="157189" y="28801"/>
                </a:cubicBezTo>
                <a:cubicBezTo>
                  <a:pt x="157137" y="28719"/>
                  <a:pt x="157111" y="28619"/>
                  <a:pt x="157111" y="28500"/>
                </a:cubicBezTo>
                <a:lnTo>
                  <a:pt x="157111" y="22447"/>
                </a:lnTo>
                <a:lnTo>
                  <a:pt x="145267" y="22447"/>
                </a:lnTo>
                <a:cubicBezTo>
                  <a:pt x="145089" y="22447"/>
                  <a:pt x="144942" y="22424"/>
                  <a:pt x="144823" y="22380"/>
                </a:cubicBezTo>
                <a:cubicBezTo>
                  <a:pt x="144705" y="22336"/>
                  <a:pt x="144598" y="22254"/>
                  <a:pt x="144502" y="22136"/>
                </a:cubicBezTo>
                <a:cubicBezTo>
                  <a:pt x="144406" y="22018"/>
                  <a:pt x="144339" y="21848"/>
                  <a:pt x="144302" y="21626"/>
                </a:cubicBezTo>
                <a:cubicBezTo>
                  <a:pt x="144265" y="21404"/>
                  <a:pt x="144247" y="21116"/>
                  <a:pt x="144247" y="20761"/>
                </a:cubicBezTo>
                <a:cubicBezTo>
                  <a:pt x="144247" y="20480"/>
                  <a:pt x="144254" y="20229"/>
                  <a:pt x="144269" y="20007"/>
                </a:cubicBezTo>
                <a:cubicBezTo>
                  <a:pt x="144284" y="19785"/>
                  <a:pt x="144313" y="19582"/>
                  <a:pt x="144357" y="19397"/>
                </a:cubicBezTo>
                <a:cubicBezTo>
                  <a:pt x="144402" y="19212"/>
                  <a:pt x="144461" y="19035"/>
                  <a:pt x="144535" y="18865"/>
                </a:cubicBezTo>
                <a:cubicBezTo>
                  <a:pt x="144609" y="18694"/>
                  <a:pt x="144698" y="18513"/>
                  <a:pt x="144801" y="18321"/>
                </a:cubicBezTo>
                <a:lnTo>
                  <a:pt x="155137" y="909"/>
                </a:lnTo>
                <a:cubicBezTo>
                  <a:pt x="155211" y="790"/>
                  <a:pt x="155318" y="687"/>
                  <a:pt x="155459" y="599"/>
                </a:cubicBezTo>
                <a:cubicBezTo>
                  <a:pt x="155599" y="510"/>
                  <a:pt x="155780" y="436"/>
                  <a:pt x="156002" y="377"/>
                </a:cubicBezTo>
                <a:cubicBezTo>
                  <a:pt x="156224" y="318"/>
                  <a:pt x="156498" y="277"/>
                  <a:pt x="156823" y="255"/>
                </a:cubicBezTo>
                <a:cubicBezTo>
                  <a:pt x="157148" y="233"/>
                  <a:pt x="157533" y="222"/>
                  <a:pt x="157976" y="222"/>
                </a:cubicBezTo>
                <a:cubicBezTo>
                  <a:pt x="158464" y="222"/>
                  <a:pt x="158889" y="240"/>
                  <a:pt x="159252" y="277"/>
                </a:cubicBezTo>
                <a:cubicBezTo>
                  <a:pt x="159614" y="314"/>
                  <a:pt x="159906" y="362"/>
                  <a:pt x="160128" y="421"/>
                </a:cubicBezTo>
                <a:cubicBezTo>
                  <a:pt x="160350" y="481"/>
                  <a:pt x="160520" y="558"/>
                  <a:pt x="160638" y="654"/>
                </a:cubicBezTo>
                <a:cubicBezTo>
                  <a:pt x="160756" y="750"/>
                  <a:pt x="160815" y="864"/>
                  <a:pt x="160815" y="997"/>
                </a:cubicBezTo>
                <a:lnTo>
                  <a:pt x="160815" y="19297"/>
                </a:lnTo>
                <a:lnTo>
                  <a:pt x="164054" y="19297"/>
                </a:lnTo>
                <a:cubicBezTo>
                  <a:pt x="164305" y="19297"/>
                  <a:pt x="164508" y="19426"/>
                  <a:pt x="164664" y="19685"/>
                </a:cubicBezTo>
                <a:cubicBezTo>
                  <a:pt x="164819" y="19944"/>
                  <a:pt x="164897" y="20340"/>
                  <a:pt x="164897" y="20872"/>
                </a:cubicBezTo>
                <a:moveTo>
                  <a:pt x="157111" y="3568"/>
                </a:moveTo>
                <a:lnTo>
                  <a:pt x="157067" y="3568"/>
                </a:lnTo>
                <a:lnTo>
                  <a:pt x="147729" y="19297"/>
                </a:lnTo>
                <a:lnTo>
                  <a:pt x="157111" y="19297"/>
                </a:lnTo>
                <a:lnTo>
                  <a:pt x="157111" y="3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985F5-BB27-423D-9D8E-B4DDB5D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212036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PATCH_5">
            <a:extLst xmlns:a="http://schemas.openxmlformats.org/drawingml/2006/main">
              <a:ext uri="{FF2B5EF4-FFF2-40B4-BE49-F238E27FC236}">
                <a16:creationId xmlns:a16="http://schemas.microsoft.com/office/drawing/2014/main" id="{0AD9D2D3-25F8-48EA-AD38-AD3BC7E0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233251"/>
            <a:ext cx="163544" cy="37175"/>
          </a:xfrm>
          <a:custGeom xmlns:a="http://schemas.openxmlformats.org/drawingml/2006/main">
            <a:pathLst>
              <a:path w="163544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6" y="28029"/>
                  <a:pt x="45159" y="28291"/>
                  <a:pt x="45166" y="28491"/>
                </a:cubicBezTo>
                <a:cubicBezTo>
                  <a:pt x="45173" y="28690"/>
                  <a:pt x="45118" y="28842"/>
                  <a:pt x="45000" y="28946"/>
                </a:cubicBezTo>
                <a:cubicBezTo>
                  <a:pt x="44881" y="29049"/>
                  <a:pt x="44686" y="29116"/>
                  <a:pt x="44412" y="29145"/>
                </a:cubicBezTo>
                <a:cubicBezTo>
                  <a:pt x="44138" y="29175"/>
                  <a:pt x="43772" y="29190"/>
                  <a:pt x="43314" y="29190"/>
                </a:cubicBezTo>
                <a:cubicBezTo>
                  <a:pt x="42856" y="29190"/>
                  <a:pt x="42490" y="29178"/>
                  <a:pt x="42216" y="29156"/>
                </a:cubicBezTo>
                <a:cubicBezTo>
                  <a:pt x="41943" y="29134"/>
                  <a:pt x="41736" y="29097"/>
                  <a:pt x="41595" y="29045"/>
                </a:cubicBezTo>
                <a:cubicBezTo>
                  <a:pt x="41455" y="28994"/>
                  <a:pt x="41351" y="28923"/>
                  <a:pt x="41285" y="28835"/>
                </a:cubicBezTo>
                <a:cubicBezTo>
                  <a:pt x="41218" y="28746"/>
                  <a:pt x="41155" y="28635"/>
                  <a:pt x="41096" y="28502"/>
                </a:cubicBezTo>
                <a:lnTo>
                  <a:pt x="38634" y="21515"/>
                </a:lnTo>
                <a:lnTo>
                  <a:pt x="26701" y="21515"/>
                </a:lnTo>
                <a:lnTo>
                  <a:pt x="24350" y="28413"/>
                </a:lnTo>
                <a:cubicBezTo>
                  <a:pt x="24305" y="28546"/>
                  <a:pt x="24246" y="28661"/>
                  <a:pt x="24172" y="28757"/>
                </a:cubicBezTo>
                <a:cubicBezTo>
                  <a:pt x="24098" y="28853"/>
                  <a:pt x="23991" y="28934"/>
                  <a:pt x="23851" y="29001"/>
                </a:cubicBezTo>
                <a:cubicBezTo>
                  <a:pt x="23710" y="29068"/>
                  <a:pt x="23511" y="29116"/>
                  <a:pt x="23252" y="29145"/>
                </a:cubicBezTo>
                <a:cubicBezTo>
                  <a:pt x="22993" y="29175"/>
                  <a:pt x="22657" y="29190"/>
                  <a:pt x="22243" y="29190"/>
                </a:cubicBezTo>
                <a:cubicBezTo>
                  <a:pt x="21814" y="29190"/>
                  <a:pt x="21463" y="29171"/>
                  <a:pt x="21189" y="29134"/>
                </a:cubicBezTo>
                <a:cubicBezTo>
                  <a:pt x="20915" y="29097"/>
                  <a:pt x="20723" y="29027"/>
                  <a:pt x="20612" y="28923"/>
                </a:cubicBezTo>
                <a:cubicBezTo>
                  <a:pt x="20501" y="28820"/>
                  <a:pt x="20450" y="28668"/>
                  <a:pt x="20457" y="28469"/>
                </a:cubicBezTo>
                <a:cubicBezTo>
                  <a:pt x="20464" y="28269"/>
                  <a:pt x="20527" y="28007"/>
                  <a:pt x="20646" y="27681"/>
                </a:cubicBezTo>
                <a:lnTo>
                  <a:pt x="30272" y="1020"/>
                </a:lnTo>
                <a:cubicBezTo>
                  <a:pt x="30331" y="858"/>
                  <a:pt x="30409" y="725"/>
                  <a:pt x="30505" y="621"/>
                </a:cubicBezTo>
                <a:cubicBezTo>
                  <a:pt x="30601" y="518"/>
                  <a:pt x="30741" y="436"/>
                  <a:pt x="30926" y="377"/>
                </a:cubicBezTo>
                <a:cubicBezTo>
                  <a:pt x="31111" y="318"/>
                  <a:pt x="31348" y="277"/>
                  <a:pt x="31636" y="255"/>
                </a:cubicBezTo>
                <a:cubicBezTo>
                  <a:pt x="31924" y="233"/>
                  <a:pt x="32290" y="222"/>
                  <a:pt x="32734" y="222"/>
                </a:cubicBezTo>
                <a:cubicBezTo>
                  <a:pt x="33207" y="222"/>
                  <a:pt x="33599" y="233"/>
                  <a:pt x="33909" y="255"/>
                </a:cubicBezTo>
                <a:cubicBezTo>
                  <a:pt x="34220" y="277"/>
                  <a:pt x="34471" y="318"/>
                  <a:pt x="34664" y="377"/>
                </a:cubicBezTo>
                <a:cubicBezTo>
                  <a:pt x="34856" y="436"/>
                  <a:pt x="35004" y="521"/>
                  <a:pt x="35107" y="632"/>
                </a:cubicBezTo>
                <a:cubicBezTo>
                  <a:pt x="35211" y="743"/>
                  <a:pt x="35292" y="880"/>
                  <a:pt x="35351" y="1042"/>
                </a:cubicBezTo>
                <a:lnTo>
                  <a:pt x="44978" y="27703"/>
                </a:lnTo>
                <a:moveTo>
                  <a:pt x="32623" y="4170"/>
                </a:moveTo>
                <a:lnTo>
                  <a:pt x="32601" y="4170"/>
                </a:lnTo>
                <a:lnTo>
                  <a:pt x="27655" y="18476"/>
                </a:lnTo>
                <a:lnTo>
                  <a:pt x="37636" y="18476"/>
                </a:lnTo>
                <a:lnTo>
                  <a:pt x="32623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2" y="3227"/>
                </a:cubicBezTo>
                <a:cubicBezTo>
                  <a:pt x="67656" y="3353"/>
                  <a:pt x="67575" y="3445"/>
                  <a:pt x="67478" y="3505"/>
                </a:cubicBezTo>
                <a:cubicBezTo>
                  <a:pt x="67382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4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5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7" y="29001"/>
                </a:cubicBezTo>
                <a:cubicBezTo>
                  <a:pt x="55519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4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4" y="355"/>
                </a:cubicBezTo>
                <a:lnTo>
                  <a:pt x="67157" y="355"/>
                </a:lnTo>
                <a:cubicBezTo>
                  <a:pt x="67275" y="355"/>
                  <a:pt x="67382" y="384"/>
                  <a:pt x="67478" y="444"/>
                </a:cubicBezTo>
                <a:cubicBezTo>
                  <a:pt x="67575" y="503"/>
                  <a:pt x="67656" y="599"/>
                  <a:pt x="67722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4" y="26647"/>
                  <a:pt x="90336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1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4" y="29311"/>
                  <a:pt x="83320" y="29411"/>
                  <a:pt x="82241" y="29411"/>
                </a:cubicBezTo>
                <a:cubicBezTo>
                  <a:pt x="80377" y="29411"/>
                  <a:pt x="78695" y="29101"/>
                  <a:pt x="77194" y="28480"/>
                </a:cubicBezTo>
                <a:cubicBezTo>
                  <a:pt x="75694" y="27859"/>
                  <a:pt x="74415" y="26942"/>
                  <a:pt x="73357" y="25729"/>
                </a:cubicBezTo>
                <a:cubicBezTo>
                  <a:pt x="72300" y="24517"/>
                  <a:pt x="71487" y="23020"/>
                  <a:pt x="70917" y="21238"/>
                </a:cubicBezTo>
                <a:cubicBezTo>
                  <a:pt x="70348" y="19456"/>
                  <a:pt x="70063" y="17404"/>
                  <a:pt x="70063" y="15083"/>
                </a:cubicBezTo>
                <a:cubicBezTo>
                  <a:pt x="70063" y="12702"/>
                  <a:pt x="70370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49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2" y="1342"/>
                  <a:pt x="89050" y="1655"/>
                </a:cubicBezTo>
                <a:cubicBezTo>
                  <a:pt x="89567" y="1968"/>
                  <a:pt x="89926" y="2225"/>
                  <a:pt x="90126" y="2427"/>
                </a:cubicBezTo>
                <a:cubicBezTo>
                  <a:pt x="90325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5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3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2" y="6122"/>
                </a:cubicBezTo>
                <a:cubicBezTo>
                  <a:pt x="89885" y="6122"/>
                  <a:pt x="89597" y="5976"/>
                  <a:pt x="89227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7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0" y="3327"/>
                  <a:pt x="80233" y="3582"/>
                  <a:pt x="79191" y="4092"/>
                </a:cubicBezTo>
                <a:cubicBezTo>
                  <a:pt x="78148" y="4602"/>
                  <a:pt x="77257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2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4" y="24129"/>
                  <a:pt x="78093" y="24838"/>
                  <a:pt x="79157" y="25319"/>
                </a:cubicBezTo>
                <a:cubicBezTo>
                  <a:pt x="80222" y="25800"/>
                  <a:pt x="81427" y="26040"/>
                  <a:pt x="82773" y="26040"/>
                </a:cubicBezTo>
                <a:cubicBezTo>
                  <a:pt x="83911" y="26040"/>
                  <a:pt x="84906" y="25898"/>
                  <a:pt x="85756" y="25615"/>
                </a:cubicBezTo>
                <a:cubicBezTo>
                  <a:pt x="86606" y="25332"/>
                  <a:pt x="87331" y="25015"/>
                  <a:pt x="87930" y="24665"/>
                </a:cubicBezTo>
                <a:cubicBezTo>
                  <a:pt x="88529" y="24314"/>
                  <a:pt x="89020" y="23998"/>
                  <a:pt x="89405" y="23714"/>
                </a:cubicBezTo>
                <a:cubicBezTo>
                  <a:pt x="89789" y="23431"/>
                  <a:pt x="90092" y="23290"/>
                  <a:pt x="90314" y="23290"/>
                </a:cubicBezTo>
                <a:cubicBezTo>
                  <a:pt x="90418" y="23290"/>
                  <a:pt x="90506" y="23312"/>
                  <a:pt x="90580" y="23356"/>
                </a:cubicBezTo>
                <a:cubicBezTo>
                  <a:pt x="90654" y="23400"/>
                  <a:pt x="90713" y="23485"/>
                  <a:pt x="90758" y="23611"/>
                </a:cubicBezTo>
                <a:cubicBezTo>
                  <a:pt x="90802" y="23737"/>
                  <a:pt x="90835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2" y="28949"/>
                  <a:pt x="116484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3" y="29190"/>
                  <a:pt x="114998" y="29190"/>
                </a:cubicBezTo>
                <a:cubicBezTo>
                  <a:pt x="114614" y="29190"/>
                  <a:pt x="114303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0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7" y="29001"/>
                </a:cubicBezTo>
                <a:cubicBezTo>
                  <a:pt x="99479" y="29053"/>
                  <a:pt x="99283" y="29097"/>
                  <a:pt x="99039" y="29134"/>
                </a:cubicBezTo>
                <a:cubicBezTo>
                  <a:pt x="98795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59" y="28879"/>
                  <a:pt x="96300" y="28790"/>
                </a:cubicBezTo>
                <a:cubicBezTo>
                  <a:pt x="96241" y="28702"/>
                  <a:pt x="96211" y="28598"/>
                  <a:pt x="96211" y="28480"/>
                </a:cubicBezTo>
                <a:lnTo>
                  <a:pt x="96211" y="932"/>
                </a:lnTo>
                <a:cubicBezTo>
                  <a:pt x="96211" y="813"/>
                  <a:pt x="96241" y="710"/>
                  <a:pt x="96300" y="621"/>
                </a:cubicBezTo>
                <a:cubicBezTo>
                  <a:pt x="96359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5" y="240"/>
                  <a:pt x="99039" y="277"/>
                </a:cubicBezTo>
                <a:cubicBezTo>
                  <a:pt x="99283" y="314"/>
                  <a:pt x="99479" y="359"/>
                  <a:pt x="99627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0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3" y="240"/>
                  <a:pt x="114614" y="222"/>
                  <a:pt x="114998" y="222"/>
                </a:cubicBezTo>
                <a:cubicBezTo>
                  <a:pt x="115353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4" y="410"/>
                </a:cubicBezTo>
                <a:cubicBezTo>
                  <a:pt x="116632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8" y="37055"/>
                  <a:pt x="142793" y="37175"/>
                  <a:pt x="142541" y="37175"/>
                </a:cubicBezTo>
                <a:lnTo>
                  <a:pt x="121182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2" y="36616"/>
                  <a:pt x="120405" y="36243"/>
                  <a:pt x="120405" y="35722"/>
                </a:cubicBezTo>
                <a:cubicBezTo>
                  <a:pt x="120405" y="35215"/>
                  <a:pt x="120472" y="34835"/>
                  <a:pt x="120605" y="34582"/>
                </a:cubicBezTo>
                <a:cubicBezTo>
                  <a:pt x="120738" y="34329"/>
                  <a:pt x="120930" y="34202"/>
                  <a:pt x="121182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3544" y="19852"/>
                </a:moveTo>
                <a:cubicBezTo>
                  <a:pt x="163544" y="21389"/>
                  <a:pt x="163285" y="22757"/>
                  <a:pt x="162767" y="23955"/>
                </a:cubicBezTo>
                <a:cubicBezTo>
                  <a:pt x="162250" y="25153"/>
                  <a:pt x="161518" y="26162"/>
                  <a:pt x="160571" y="26983"/>
                </a:cubicBezTo>
                <a:cubicBezTo>
                  <a:pt x="159625" y="27803"/>
                  <a:pt x="158498" y="28428"/>
                  <a:pt x="157189" y="28857"/>
                </a:cubicBezTo>
                <a:cubicBezTo>
                  <a:pt x="155880" y="29286"/>
                  <a:pt x="154427" y="29500"/>
                  <a:pt x="152830" y="29500"/>
                </a:cubicBezTo>
                <a:cubicBezTo>
                  <a:pt x="151943" y="29500"/>
                  <a:pt x="151100" y="29437"/>
                  <a:pt x="150302" y="29312"/>
                </a:cubicBezTo>
                <a:cubicBezTo>
                  <a:pt x="149503" y="29186"/>
                  <a:pt x="148794" y="29031"/>
                  <a:pt x="148173" y="28846"/>
                </a:cubicBezTo>
                <a:cubicBezTo>
                  <a:pt x="147551" y="28661"/>
                  <a:pt x="147041" y="28480"/>
                  <a:pt x="146642" y="28302"/>
                </a:cubicBezTo>
                <a:cubicBezTo>
                  <a:pt x="146243" y="28125"/>
                  <a:pt x="145988" y="27984"/>
                  <a:pt x="145877" y="27881"/>
                </a:cubicBezTo>
                <a:cubicBezTo>
                  <a:pt x="145766" y="27777"/>
                  <a:pt x="145688" y="27681"/>
                  <a:pt x="145644" y="27593"/>
                </a:cubicBezTo>
                <a:cubicBezTo>
                  <a:pt x="145600" y="27504"/>
                  <a:pt x="145559" y="27397"/>
                  <a:pt x="145522" y="27271"/>
                </a:cubicBezTo>
                <a:cubicBezTo>
                  <a:pt x="145485" y="27145"/>
                  <a:pt x="145459" y="26986"/>
                  <a:pt x="145444" y="26794"/>
                </a:cubicBezTo>
                <a:cubicBezTo>
                  <a:pt x="145430" y="26602"/>
                  <a:pt x="145422" y="26373"/>
                  <a:pt x="145422" y="26106"/>
                </a:cubicBezTo>
                <a:cubicBezTo>
                  <a:pt x="145422" y="25855"/>
                  <a:pt x="145433" y="25630"/>
                  <a:pt x="145455" y="25430"/>
                </a:cubicBezTo>
                <a:cubicBezTo>
                  <a:pt x="145478" y="25230"/>
                  <a:pt x="145518" y="25068"/>
                  <a:pt x="145577" y="24942"/>
                </a:cubicBezTo>
                <a:cubicBezTo>
                  <a:pt x="145637" y="24816"/>
                  <a:pt x="145707" y="24724"/>
                  <a:pt x="145788" y="24665"/>
                </a:cubicBezTo>
                <a:cubicBezTo>
                  <a:pt x="145869" y="24606"/>
                  <a:pt x="145962" y="24576"/>
                  <a:pt x="146065" y="24576"/>
                </a:cubicBezTo>
                <a:cubicBezTo>
                  <a:pt x="146213" y="24576"/>
                  <a:pt x="146442" y="24668"/>
                  <a:pt x="146753" y="24853"/>
                </a:cubicBezTo>
                <a:cubicBezTo>
                  <a:pt x="147063" y="25038"/>
                  <a:pt x="147481" y="25238"/>
                  <a:pt x="148006" y="25452"/>
                </a:cubicBezTo>
                <a:cubicBezTo>
                  <a:pt x="148531" y="25667"/>
                  <a:pt x="149182" y="25870"/>
                  <a:pt x="149958" y="26062"/>
                </a:cubicBezTo>
                <a:cubicBezTo>
                  <a:pt x="150734" y="26254"/>
                  <a:pt x="151655" y="26350"/>
                  <a:pt x="152720" y="26350"/>
                </a:cubicBezTo>
                <a:cubicBezTo>
                  <a:pt x="153710" y="26350"/>
                  <a:pt x="154620" y="26232"/>
                  <a:pt x="155448" y="25996"/>
                </a:cubicBezTo>
                <a:cubicBezTo>
                  <a:pt x="156276" y="25759"/>
                  <a:pt x="156989" y="25389"/>
                  <a:pt x="157588" y="24887"/>
                </a:cubicBezTo>
                <a:cubicBezTo>
                  <a:pt x="158187" y="24384"/>
                  <a:pt x="158656" y="23752"/>
                  <a:pt x="158997" y="22990"/>
                </a:cubicBezTo>
                <a:cubicBezTo>
                  <a:pt x="159337" y="22229"/>
                  <a:pt x="159507" y="21301"/>
                  <a:pt x="159507" y="20206"/>
                </a:cubicBezTo>
                <a:cubicBezTo>
                  <a:pt x="159507" y="19290"/>
                  <a:pt x="159363" y="18480"/>
                  <a:pt x="159074" y="17778"/>
                </a:cubicBezTo>
                <a:cubicBezTo>
                  <a:pt x="158786" y="17075"/>
                  <a:pt x="158342" y="16491"/>
                  <a:pt x="157743" y="16025"/>
                </a:cubicBezTo>
                <a:cubicBezTo>
                  <a:pt x="157145" y="15560"/>
                  <a:pt x="156387" y="15212"/>
                  <a:pt x="155470" y="14983"/>
                </a:cubicBezTo>
                <a:cubicBezTo>
                  <a:pt x="154553" y="14754"/>
                  <a:pt x="153459" y="14639"/>
                  <a:pt x="152187" y="14639"/>
                </a:cubicBezTo>
                <a:cubicBezTo>
                  <a:pt x="151285" y="14639"/>
                  <a:pt x="150509" y="14683"/>
                  <a:pt x="149858" y="14772"/>
                </a:cubicBezTo>
                <a:cubicBezTo>
                  <a:pt x="149208" y="14861"/>
                  <a:pt x="148601" y="14905"/>
                  <a:pt x="148039" y="14905"/>
                </a:cubicBezTo>
                <a:cubicBezTo>
                  <a:pt x="147625" y="14905"/>
                  <a:pt x="147330" y="14809"/>
                  <a:pt x="147152" y="14617"/>
                </a:cubicBezTo>
                <a:cubicBezTo>
                  <a:pt x="146975" y="14424"/>
                  <a:pt x="146886" y="14054"/>
                  <a:pt x="146886" y="13506"/>
                </a:cubicBezTo>
                <a:lnTo>
                  <a:pt x="146886" y="1799"/>
                </a:lnTo>
                <a:cubicBezTo>
                  <a:pt x="146886" y="1310"/>
                  <a:pt x="147001" y="948"/>
                  <a:pt x="147230" y="710"/>
                </a:cubicBezTo>
                <a:cubicBezTo>
                  <a:pt x="147459" y="473"/>
                  <a:pt x="147788" y="355"/>
                  <a:pt x="148217" y="355"/>
                </a:cubicBezTo>
                <a:lnTo>
                  <a:pt x="160926" y="355"/>
                </a:lnTo>
                <a:cubicBezTo>
                  <a:pt x="161045" y="355"/>
                  <a:pt x="161159" y="388"/>
                  <a:pt x="161270" y="455"/>
                </a:cubicBezTo>
                <a:cubicBezTo>
                  <a:pt x="161381" y="521"/>
                  <a:pt x="161473" y="621"/>
                  <a:pt x="161547" y="754"/>
                </a:cubicBezTo>
                <a:cubicBezTo>
                  <a:pt x="161621" y="887"/>
                  <a:pt x="161677" y="1057"/>
                  <a:pt x="161714" y="1264"/>
                </a:cubicBezTo>
                <a:cubicBezTo>
                  <a:pt x="161751" y="1471"/>
                  <a:pt x="161769" y="1715"/>
                  <a:pt x="161769" y="1996"/>
                </a:cubicBezTo>
                <a:cubicBezTo>
                  <a:pt x="161769" y="2529"/>
                  <a:pt x="161695" y="2943"/>
                  <a:pt x="161547" y="3238"/>
                </a:cubicBezTo>
                <a:cubicBezTo>
                  <a:pt x="161399" y="3534"/>
                  <a:pt x="161192" y="3682"/>
                  <a:pt x="160926" y="3682"/>
                </a:cubicBezTo>
                <a:lnTo>
                  <a:pt x="150213" y="3682"/>
                </a:lnTo>
                <a:lnTo>
                  <a:pt x="150213" y="11756"/>
                </a:lnTo>
                <a:cubicBezTo>
                  <a:pt x="150731" y="11682"/>
                  <a:pt x="151259" y="11637"/>
                  <a:pt x="151799" y="11623"/>
                </a:cubicBezTo>
                <a:cubicBezTo>
                  <a:pt x="152339" y="11608"/>
                  <a:pt x="152963" y="11600"/>
                  <a:pt x="153673" y="11600"/>
                </a:cubicBezTo>
                <a:cubicBezTo>
                  <a:pt x="155315" y="11600"/>
                  <a:pt x="156749" y="11796"/>
                  <a:pt x="157976" y="12188"/>
                </a:cubicBezTo>
                <a:cubicBezTo>
                  <a:pt x="159204" y="12580"/>
                  <a:pt x="160228" y="13135"/>
                  <a:pt x="161048" y="13852"/>
                </a:cubicBezTo>
                <a:cubicBezTo>
                  <a:pt x="161869" y="14569"/>
                  <a:pt x="162490" y="15438"/>
                  <a:pt x="162911" y="16458"/>
                </a:cubicBezTo>
                <a:cubicBezTo>
                  <a:pt x="163333" y="17478"/>
                  <a:pt x="163544" y="18609"/>
                  <a:pt x="163544" y="198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F33E7-1D59-4D34-A7B8-E522E28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305386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PATCH_6">
            <a:extLst xmlns:a="http://schemas.openxmlformats.org/drawingml/2006/main">
              <a:ext uri="{FF2B5EF4-FFF2-40B4-BE49-F238E27FC236}">
                <a16:creationId xmlns:a16="http://schemas.microsoft.com/office/drawing/2014/main" id="{3260A8D7-85C8-47CC-A014-C4DF8DF7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326557"/>
            <a:ext cx="164409" cy="37219"/>
          </a:xfrm>
          <a:custGeom xmlns:a="http://schemas.openxmlformats.org/drawingml/2006/main">
            <a:pathLst>
              <a:path w="164409" h="37219">
                <a:moveTo>
                  <a:pt x="17634" y="8806"/>
                </a:moveTo>
                <a:cubicBezTo>
                  <a:pt x="17634" y="10240"/>
                  <a:pt x="17397" y="11534"/>
                  <a:pt x="16924" y="12687"/>
                </a:cubicBezTo>
                <a:cubicBezTo>
                  <a:pt x="16451" y="13841"/>
                  <a:pt x="15774" y="14824"/>
                  <a:pt x="14894" y="15637"/>
                </a:cubicBezTo>
                <a:cubicBezTo>
                  <a:pt x="14014" y="16451"/>
                  <a:pt x="12935" y="17079"/>
                  <a:pt x="11656" y="17523"/>
                </a:cubicBezTo>
                <a:cubicBezTo>
                  <a:pt x="10377" y="17966"/>
                  <a:pt x="8850" y="18188"/>
                  <a:pt x="7076" y="18188"/>
                </a:cubicBezTo>
                <a:lnTo>
                  <a:pt x="3815" y="18188"/>
                </a:lnTo>
                <a:lnTo>
                  <a:pt x="3815" y="28524"/>
                </a:lnTo>
                <a:cubicBezTo>
                  <a:pt x="3815" y="28642"/>
                  <a:pt x="3782" y="28746"/>
                  <a:pt x="3715" y="28835"/>
                </a:cubicBezTo>
                <a:cubicBezTo>
                  <a:pt x="3649" y="28923"/>
                  <a:pt x="3545" y="28994"/>
                  <a:pt x="3405" y="29045"/>
                </a:cubicBezTo>
                <a:cubicBezTo>
                  <a:pt x="3264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38" y="29234"/>
                  <a:pt x="1231" y="29215"/>
                  <a:pt x="987" y="29178"/>
                </a:cubicBezTo>
                <a:cubicBezTo>
                  <a:pt x="743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2041"/>
                </a:lnTo>
                <a:cubicBezTo>
                  <a:pt x="0" y="1449"/>
                  <a:pt x="155" y="1028"/>
                  <a:pt x="466" y="776"/>
                </a:cubicBezTo>
                <a:cubicBezTo>
                  <a:pt x="776" y="525"/>
                  <a:pt x="1124" y="399"/>
                  <a:pt x="1508" y="399"/>
                </a:cubicBezTo>
                <a:lnTo>
                  <a:pt x="7652" y="399"/>
                </a:lnTo>
                <a:cubicBezTo>
                  <a:pt x="8273" y="399"/>
                  <a:pt x="8869" y="425"/>
                  <a:pt x="9438" y="477"/>
                </a:cubicBezTo>
                <a:cubicBezTo>
                  <a:pt x="10007" y="529"/>
                  <a:pt x="10680" y="640"/>
                  <a:pt x="11456" y="810"/>
                </a:cubicBezTo>
                <a:cubicBezTo>
                  <a:pt x="12233" y="980"/>
                  <a:pt x="13024" y="1298"/>
                  <a:pt x="13830" y="1763"/>
                </a:cubicBezTo>
                <a:cubicBezTo>
                  <a:pt x="14635" y="2229"/>
                  <a:pt x="15319" y="2802"/>
                  <a:pt x="15881" y="3482"/>
                </a:cubicBezTo>
                <a:cubicBezTo>
                  <a:pt x="16443" y="4163"/>
                  <a:pt x="16876" y="4950"/>
                  <a:pt x="17179" y="5845"/>
                </a:cubicBezTo>
                <a:cubicBezTo>
                  <a:pt x="17482" y="6739"/>
                  <a:pt x="17634" y="7726"/>
                  <a:pt x="17634" y="8806"/>
                </a:cubicBezTo>
                <a:moveTo>
                  <a:pt x="13619" y="9116"/>
                </a:moveTo>
                <a:cubicBezTo>
                  <a:pt x="13619" y="7948"/>
                  <a:pt x="13401" y="6972"/>
                  <a:pt x="12965" y="6188"/>
                </a:cubicBezTo>
                <a:cubicBezTo>
                  <a:pt x="12528" y="5405"/>
                  <a:pt x="11989" y="4821"/>
                  <a:pt x="11345" y="4436"/>
                </a:cubicBezTo>
                <a:cubicBezTo>
                  <a:pt x="10702" y="4052"/>
                  <a:pt x="10037" y="3808"/>
                  <a:pt x="9349" y="3704"/>
                </a:cubicBezTo>
                <a:cubicBezTo>
                  <a:pt x="8661" y="3601"/>
                  <a:pt x="7992" y="3549"/>
                  <a:pt x="7342" y="3549"/>
                </a:cubicBezTo>
                <a:lnTo>
                  <a:pt x="3815" y="3549"/>
                </a:lnTo>
                <a:lnTo>
                  <a:pt x="3815" y="15061"/>
                </a:lnTo>
                <a:lnTo>
                  <a:pt x="7253" y="15061"/>
                </a:lnTo>
                <a:cubicBezTo>
                  <a:pt x="8406" y="15061"/>
                  <a:pt x="9364" y="14913"/>
                  <a:pt x="10125" y="14617"/>
                </a:cubicBezTo>
                <a:cubicBezTo>
                  <a:pt x="10887" y="14321"/>
                  <a:pt x="11526" y="13911"/>
                  <a:pt x="12044" y="13386"/>
                </a:cubicBezTo>
                <a:cubicBezTo>
                  <a:pt x="12562" y="12861"/>
                  <a:pt x="12953" y="12233"/>
                  <a:pt x="13220" y="11501"/>
                </a:cubicBezTo>
                <a:cubicBezTo>
                  <a:pt x="13486" y="10769"/>
                  <a:pt x="13619" y="9974"/>
                  <a:pt x="13619" y="9116"/>
                </a:cubicBezTo>
                <a:close/>
                <a:moveTo>
                  <a:pt x="44978" y="27748"/>
                </a:moveTo>
                <a:cubicBezTo>
                  <a:pt x="45096" y="28073"/>
                  <a:pt x="45159" y="28336"/>
                  <a:pt x="45166" y="28535"/>
                </a:cubicBezTo>
                <a:cubicBezTo>
                  <a:pt x="45173" y="28735"/>
                  <a:pt x="45118" y="28886"/>
                  <a:pt x="45000" y="28990"/>
                </a:cubicBezTo>
                <a:cubicBezTo>
                  <a:pt x="44881" y="29093"/>
                  <a:pt x="44686" y="29160"/>
                  <a:pt x="44412" y="29190"/>
                </a:cubicBezTo>
                <a:cubicBezTo>
                  <a:pt x="44138" y="29219"/>
                  <a:pt x="43772" y="29234"/>
                  <a:pt x="43314" y="29234"/>
                </a:cubicBezTo>
                <a:cubicBezTo>
                  <a:pt x="42856" y="29234"/>
                  <a:pt x="42490" y="29223"/>
                  <a:pt x="42216" y="29201"/>
                </a:cubicBezTo>
                <a:cubicBezTo>
                  <a:pt x="41943" y="29178"/>
                  <a:pt x="41736" y="29141"/>
                  <a:pt x="41595" y="29090"/>
                </a:cubicBezTo>
                <a:cubicBezTo>
                  <a:pt x="41455" y="29038"/>
                  <a:pt x="41351" y="28968"/>
                  <a:pt x="41285" y="28879"/>
                </a:cubicBezTo>
                <a:cubicBezTo>
                  <a:pt x="41218" y="28790"/>
                  <a:pt x="41155" y="28679"/>
                  <a:pt x="41096" y="28546"/>
                </a:cubicBezTo>
                <a:lnTo>
                  <a:pt x="38634" y="21559"/>
                </a:lnTo>
                <a:lnTo>
                  <a:pt x="26701" y="21559"/>
                </a:lnTo>
                <a:lnTo>
                  <a:pt x="24350" y="28458"/>
                </a:lnTo>
                <a:cubicBezTo>
                  <a:pt x="24305" y="28591"/>
                  <a:pt x="24246" y="28705"/>
                  <a:pt x="24172" y="28801"/>
                </a:cubicBezTo>
                <a:cubicBezTo>
                  <a:pt x="24098" y="28898"/>
                  <a:pt x="23991" y="28979"/>
                  <a:pt x="23851" y="29045"/>
                </a:cubicBezTo>
                <a:cubicBezTo>
                  <a:pt x="23710" y="29112"/>
                  <a:pt x="23511" y="29160"/>
                  <a:pt x="23252" y="29190"/>
                </a:cubicBezTo>
                <a:cubicBezTo>
                  <a:pt x="22993" y="29219"/>
                  <a:pt x="22657" y="29234"/>
                  <a:pt x="22243" y="29234"/>
                </a:cubicBezTo>
                <a:cubicBezTo>
                  <a:pt x="21814" y="29234"/>
                  <a:pt x="21463" y="29215"/>
                  <a:pt x="21189" y="29178"/>
                </a:cubicBezTo>
                <a:cubicBezTo>
                  <a:pt x="20915" y="29141"/>
                  <a:pt x="20723" y="29071"/>
                  <a:pt x="20612" y="28968"/>
                </a:cubicBezTo>
                <a:cubicBezTo>
                  <a:pt x="20501" y="28864"/>
                  <a:pt x="20450" y="28713"/>
                  <a:pt x="20457" y="28513"/>
                </a:cubicBezTo>
                <a:cubicBezTo>
                  <a:pt x="20464" y="28313"/>
                  <a:pt x="20527" y="28051"/>
                  <a:pt x="20646" y="27726"/>
                </a:cubicBezTo>
                <a:lnTo>
                  <a:pt x="30272" y="1065"/>
                </a:lnTo>
                <a:cubicBezTo>
                  <a:pt x="30331" y="902"/>
                  <a:pt x="30409" y="769"/>
                  <a:pt x="30505" y="665"/>
                </a:cubicBezTo>
                <a:cubicBezTo>
                  <a:pt x="30601" y="562"/>
                  <a:pt x="30741" y="481"/>
                  <a:pt x="30926" y="421"/>
                </a:cubicBezTo>
                <a:cubicBezTo>
                  <a:pt x="31111" y="362"/>
                  <a:pt x="31348" y="322"/>
                  <a:pt x="31636" y="299"/>
                </a:cubicBezTo>
                <a:cubicBezTo>
                  <a:pt x="31924" y="277"/>
                  <a:pt x="32290" y="266"/>
                  <a:pt x="32734" y="266"/>
                </a:cubicBezTo>
                <a:cubicBezTo>
                  <a:pt x="33207" y="266"/>
                  <a:pt x="33599" y="277"/>
                  <a:pt x="33909" y="299"/>
                </a:cubicBezTo>
                <a:cubicBezTo>
                  <a:pt x="34220" y="322"/>
                  <a:pt x="34471" y="362"/>
                  <a:pt x="34664" y="421"/>
                </a:cubicBezTo>
                <a:cubicBezTo>
                  <a:pt x="34856" y="481"/>
                  <a:pt x="35004" y="566"/>
                  <a:pt x="35107" y="677"/>
                </a:cubicBezTo>
                <a:cubicBezTo>
                  <a:pt x="35211" y="787"/>
                  <a:pt x="35292" y="924"/>
                  <a:pt x="35351" y="1087"/>
                </a:cubicBezTo>
                <a:lnTo>
                  <a:pt x="44978" y="27748"/>
                </a:lnTo>
                <a:moveTo>
                  <a:pt x="32623" y="4214"/>
                </a:moveTo>
                <a:lnTo>
                  <a:pt x="32601" y="4214"/>
                </a:lnTo>
                <a:lnTo>
                  <a:pt x="27655" y="18521"/>
                </a:lnTo>
                <a:lnTo>
                  <a:pt x="37636" y="18521"/>
                </a:lnTo>
                <a:lnTo>
                  <a:pt x="32623" y="4214"/>
                </a:lnTo>
                <a:close/>
                <a:moveTo>
                  <a:pt x="67911" y="2041"/>
                </a:moveTo>
                <a:cubicBezTo>
                  <a:pt x="67911" y="2322"/>
                  <a:pt x="67896" y="2566"/>
                  <a:pt x="67867" y="2773"/>
                </a:cubicBezTo>
                <a:cubicBezTo>
                  <a:pt x="67837" y="2980"/>
                  <a:pt x="67789" y="3146"/>
                  <a:pt x="67722" y="3272"/>
                </a:cubicBezTo>
                <a:cubicBezTo>
                  <a:pt x="67656" y="3397"/>
                  <a:pt x="67575" y="3490"/>
                  <a:pt x="67478" y="3549"/>
                </a:cubicBezTo>
                <a:cubicBezTo>
                  <a:pt x="67382" y="3608"/>
                  <a:pt x="67275" y="3638"/>
                  <a:pt x="67157" y="3638"/>
                </a:cubicBezTo>
                <a:lnTo>
                  <a:pt x="59083" y="3638"/>
                </a:lnTo>
                <a:lnTo>
                  <a:pt x="59083" y="28524"/>
                </a:lnTo>
                <a:cubicBezTo>
                  <a:pt x="59083" y="28642"/>
                  <a:pt x="59054" y="28746"/>
                  <a:pt x="58994" y="28835"/>
                </a:cubicBezTo>
                <a:cubicBezTo>
                  <a:pt x="58935" y="28923"/>
                  <a:pt x="58832" y="28994"/>
                  <a:pt x="58684" y="29045"/>
                </a:cubicBezTo>
                <a:cubicBezTo>
                  <a:pt x="58536" y="29097"/>
                  <a:pt x="58340" y="29141"/>
                  <a:pt x="58096" y="29178"/>
                </a:cubicBezTo>
                <a:cubicBezTo>
                  <a:pt x="57852" y="29215"/>
                  <a:pt x="57545" y="29234"/>
                  <a:pt x="57176" y="29234"/>
                </a:cubicBezTo>
                <a:cubicBezTo>
                  <a:pt x="56821" y="29234"/>
                  <a:pt x="56518" y="29215"/>
                  <a:pt x="56266" y="29178"/>
                </a:cubicBezTo>
                <a:cubicBezTo>
                  <a:pt x="56015" y="29141"/>
                  <a:pt x="55815" y="29097"/>
                  <a:pt x="55667" y="29045"/>
                </a:cubicBezTo>
                <a:cubicBezTo>
                  <a:pt x="55519" y="28994"/>
                  <a:pt x="55416" y="28923"/>
                  <a:pt x="55357" y="28835"/>
                </a:cubicBezTo>
                <a:cubicBezTo>
                  <a:pt x="55298" y="28746"/>
                  <a:pt x="55268" y="28642"/>
                  <a:pt x="55268" y="28524"/>
                </a:cubicBezTo>
                <a:lnTo>
                  <a:pt x="55268" y="3638"/>
                </a:lnTo>
                <a:lnTo>
                  <a:pt x="47194" y="3638"/>
                </a:lnTo>
                <a:cubicBezTo>
                  <a:pt x="47076" y="3638"/>
                  <a:pt x="46969" y="3608"/>
                  <a:pt x="46873" y="3549"/>
                </a:cubicBezTo>
                <a:cubicBezTo>
                  <a:pt x="46777" y="3490"/>
                  <a:pt x="46699" y="3397"/>
                  <a:pt x="46640" y="3272"/>
                </a:cubicBezTo>
                <a:cubicBezTo>
                  <a:pt x="46581" y="3146"/>
                  <a:pt x="46533" y="2980"/>
                  <a:pt x="46496" y="2773"/>
                </a:cubicBezTo>
                <a:cubicBezTo>
                  <a:pt x="46459" y="2566"/>
                  <a:pt x="46440" y="2322"/>
                  <a:pt x="46440" y="2041"/>
                </a:cubicBezTo>
                <a:cubicBezTo>
                  <a:pt x="46440" y="1760"/>
                  <a:pt x="46459" y="1512"/>
                  <a:pt x="46496" y="1298"/>
                </a:cubicBezTo>
                <a:cubicBezTo>
                  <a:pt x="46533" y="1083"/>
                  <a:pt x="46581" y="909"/>
                  <a:pt x="46640" y="776"/>
                </a:cubicBezTo>
                <a:cubicBezTo>
                  <a:pt x="46699" y="643"/>
                  <a:pt x="46777" y="547"/>
                  <a:pt x="46873" y="488"/>
                </a:cubicBezTo>
                <a:cubicBezTo>
                  <a:pt x="46969" y="429"/>
                  <a:pt x="47076" y="399"/>
                  <a:pt x="47194" y="399"/>
                </a:cubicBezTo>
                <a:lnTo>
                  <a:pt x="67157" y="399"/>
                </a:lnTo>
                <a:cubicBezTo>
                  <a:pt x="67275" y="399"/>
                  <a:pt x="67382" y="429"/>
                  <a:pt x="67478" y="488"/>
                </a:cubicBezTo>
                <a:cubicBezTo>
                  <a:pt x="67575" y="547"/>
                  <a:pt x="67656" y="643"/>
                  <a:pt x="67722" y="776"/>
                </a:cubicBezTo>
                <a:cubicBezTo>
                  <a:pt x="67789" y="909"/>
                  <a:pt x="67837" y="1083"/>
                  <a:pt x="67867" y="1298"/>
                </a:cubicBezTo>
                <a:cubicBezTo>
                  <a:pt x="67896" y="1512"/>
                  <a:pt x="67911" y="1760"/>
                  <a:pt x="67911" y="2041"/>
                </a:cubicBezTo>
                <a:close/>
                <a:moveTo>
                  <a:pt x="90891" y="25020"/>
                </a:moveTo>
                <a:cubicBezTo>
                  <a:pt x="90891" y="25256"/>
                  <a:pt x="90884" y="25463"/>
                  <a:pt x="90869" y="25641"/>
                </a:cubicBezTo>
                <a:cubicBezTo>
                  <a:pt x="90854" y="25818"/>
                  <a:pt x="90828" y="25973"/>
                  <a:pt x="90791" y="26106"/>
                </a:cubicBezTo>
                <a:cubicBezTo>
                  <a:pt x="90754" y="26240"/>
                  <a:pt x="90706" y="26358"/>
                  <a:pt x="90647" y="26461"/>
                </a:cubicBezTo>
                <a:cubicBezTo>
                  <a:pt x="90588" y="26565"/>
                  <a:pt x="90484" y="26691"/>
                  <a:pt x="90336" y="26840"/>
                </a:cubicBezTo>
                <a:cubicBezTo>
                  <a:pt x="90189" y="26989"/>
                  <a:pt x="89878" y="27216"/>
                  <a:pt x="89405" y="27522"/>
                </a:cubicBezTo>
                <a:cubicBezTo>
                  <a:pt x="88932" y="27827"/>
                  <a:pt x="88344" y="28125"/>
                  <a:pt x="87641" y="28416"/>
                </a:cubicBezTo>
                <a:cubicBezTo>
                  <a:pt x="86939" y="28707"/>
                  <a:pt x="86133" y="28952"/>
                  <a:pt x="85224" y="29154"/>
                </a:cubicBezTo>
                <a:cubicBezTo>
                  <a:pt x="84314" y="29355"/>
                  <a:pt x="83320" y="29456"/>
                  <a:pt x="82241" y="29456"/>
                </a:cubicBezTo>
                <a:cubicBezTo>
                  <a:pt x="80377" y="29456"/>
                  <a:pt x="78695" y="29145"/>
                  <a:pt x="77194" y="28524"/>
                </a:cubicBezTo>
                <a:cubicBezTo>
                  <a:pt x="75694" y="27903"/>
                  <a:pt x="74415" y="26986"/>
                  <a:pt x="73357" y="25774"/>
                </a:cubicBezTo>
                <a:cubicBezTo>
                  <a:pt x="72300" y="24561"/>
                  <a:pt x="71487" y="23064"/>
                  <a:pt x="70917" y="21282"/>
                </a:cubicBezTo>
                <a:cubicBezTo>
                  <a:pt x="70348" y="19500"/>
                  <a:pt x="70063" y="17449"/>
                  <a:pt x="70063" y="15127"/>
                </a:cubicBezTo>
                <a:cubicBezTo>
                  <a:pt x="70063" y="12746"/>
                  <a:pt x="70370" y="10624"/>
                  <a:pt x="70984" y="8761"/>
                </a:cubicBezTo>
                <a:cubicBezTo>
                  <a:pt x="71598" y="6898"/>
                  <a:pt x="72459" y="5320"/>
                  <a:pt x="73568" y="4026"/>
                </a:cubicBezTo>
                <a:cubicBezTo>
                  <a:pt x="74677" y="2732"/>
                  <a:pt x="76004" y="1745"/>
                  <a:pt x="77549" y="1065"/>
                </a:cubicBezTo>
                <a:cubicBezTo>
                  <a:pt x="79095" y="384"/>
                  <a:pt x="80806" y="44"/>
                  <a:pt x="82684" y="44"/>
                </a:cubicBezTo>
                <a:cubicBezTo>
                  <a:pt x="83512" y="44"/>
                  <a:pt x="84318" y="123"/>
                  <a:pt x="85102" y="279"/>
                </a:cubicBezTo>
                <a:cubicBezTo>
                  <a:pt x="85886" y="436"/>
                  <a:pt x="86610" y="634"/>
                  <a:pt x="87276" y="872"/>
                </a:cubicBezTo>
                <a:cubicBezTo>
                  <a:pt x="87941" y="1110"/>
                  <a:pt x="88532" y="1386"/>
                  <a:pt x="89050" y="1700"/>
                </a:cubicBezTo>
                <a:cubicBezTo>
                  <a:pt x="89567" y="2012"/>
                  <a:pt x="89926" y="2270"/>
                  <a:pt x="90126" y="2471"/>
                </a:cubicBezTo>
                <a:cubicBezTo>
                  <a:pt x="90325" y="2672"/>
                  <a:pt x="90455" y="2824"/>
                  <a:pt x="90514" y="2928"/>
                </a:cubicBezTo>
                <a:cubicBezTo>
                  <a:pt x="90573" y="3031"/>
                  <a:pt x="90621" y="3153"/>
                  <a:pt x="90658" y="3294"/>
                </a:cubicBezTo>
                <a:cubicBezTo>
                  <a:pt x="90695" y="3434"/>
                  <a:pt x="90725" y="3601"/>
                  <a:pt x="90747" y="3793"/>
                </a:cubicBezTo>
                <a:cubicBezTo>
                  <a:pt x="90769" y="3985"/>
                  <a:pt x="90780" y="4214"/>
                  <a:pt x="90780" y="4480"/>
                </a:cubicBezTo>
                <a:cubicBezTo>
                  <a:pt x="90780" y="4776"/>
                  <a:pt x="90765" y="5028"/>
                  <a:pt x="90736" y="5235"/>
                </a:cubicBezTo>
                <a:cubicBezTo>
                  <a:pt x="90706" y="5442"/>
                  <a:pt x="90662" y="5615"/>
                  <a:pt x="90603" y="5756"/>
                </a:cubicBezTo>
                <a:cubicBezTo>
                  <a:pt x="90543" y="5896"/>
                  <a:pt x="90473" y="6000"/>
                  <a:pt x="90392" y="6066"/>
                </a:cubicBezTo>
                <a:cubicBezTo>
                  <a:pt x="90311" y="6133"/>
                  <a:pt x="90211" y="6166"/>
                  <a:pt x="90092" y="6166"/>
                </a:cubicBezTo>
                <a:cubicBezTo>
                  <a:pt x="89885" y="6166"/>
                  <a:pt x="89597" y="6021"/>
                  <a:pt x="89227" y="5730"/>
                </a:cubicBezTo>
                <a:cubicBezTo>
                  <a:pt x="88858" y="5440"/>
                  <a:pt x="88381" y="5119"/>
                  <a:pt x="87797" y="4769"/>
                </a:cubicBezTo>
                <a:cubicBezTo>
                  <a:pt x="87213" y="4419"/>
                  <a:pt x="86503" y="4098"/>
                  <a:pt x="85667" y="3807"/>
                </a:cubicBezTo>
                <a:cubicBezTo>
                  <a:pt x="84832" y="3517"/>
                  <a:pt x="83830" y="3371"/>
                  <a:pt x="82662" y="3371"/>
                </a:cubicBezTo>
                <a:cubicBezTo>
                  <a:pt x="81390" y="3371"/>
                  <a:pt x="80233" y="3627"/>
                  <a:pt x="79191" y="4137"/>
                </a:cubicBezTo>
                <a:cubicBezTo>
                  <a:pt x="78148" y="4647"/>
                  <a:pt x="77257" y="5397"/>
                  <a:pt x="76518" y="6388"/>
                </a:cubicBezTo>
                <a:cubicBezTo>
                  <a:pt x="75779" y="7379"/>
                  <a:pt x="75206" y="8588"/>
                  <a:pt x="74799" y="10014"/>
                </a:cubicBezTo>
                <a:cubicBezTo>
                  <a:pt x="74392" y="11441"/>
                  <a:pt x="74189" y="13072"/>
                  <a:pt x="74189" y="14905"/>
                </a:cubicBezTo>
                <a:cubicBezTo>
                  <a:pt x="74189" y="16724"/>
                  <a:pt x="74385" y="18332"/>
                  <a:pt x="74777" y="19730"/>
                </a:cubicBezTo>
                <a:cubicBezTo>
                  <a:pt x="75169" y="21127"/>
                  <a:pt x="75731" y="22295"/>
                  <a:pt x="76463" y="23234"/>
                </a:cubicBezTo>
                <a:cubicBezTo>
                  <a:pt x="77194" y="24173"/>
                  <a:pt x="78093" y="24883"/>
                  <a:pt x="79157" y="25363"/>
                </a:cubicBezTo>
                <a:cubicBezTo>
                  <a:pt x="80222" y="25844"/>
                  <a:pt x="81427" y="26084"/>
                  <a:pt x="82773" y="26084"/>
                </a:cubicBezTo>
                <a:cubicBezTo>
                  <a:pt x="83911" y="26084"/>
                  <a:pt x="84906" y="25943"/>
                  <a:pt x="85756" y="25659"/>
                </a:cubicBezTo>
                <a:cubicBezTo>
                  <a:pt x="86606" y="25376"/>
                  <a:pt x="87331" y="25059"/>
                  <a:pt x="87930" y="24709"/>
                </a:cubicBezTo>
                <a:cubicBezTo>
                  <a:pt x="88529" y="24359"/>
                  <a:pt x="89020" y="24042"/>
                  <a:pt x="89405" y="23759"/>
                </a:cubicBezTo>
                <a:cubicBezTo>
                  <a:pt x="89789" y="23476"/>
                  <a:pt x="90092" y="23334"/>
                  <a:pt x="90314" y="23334"/>
                </a:cubicBezTo>
                <a:cubicBezTo>
                  <a:pt x="90418" y="23334"/>
                  <a:pt x="90506" y="23356"/>
                  <a:pt x="90580" y="23400"/>
                </a:cubicBezTo>
                <a:cubicBezTo>
                  <a:pt x="90654" y="23445"/>
                  <a:pt x="90713" y="23530"/>
                  <a:pt x="90758" y="23656"/>
                </a:cubicBezTo>
                <a:cubicBezTo>
                  <a:pt x="90802" y="23781"/>
                  <a:pt x="90835" y="23955"/>
                  <a:pt x="90858" y="24177"/>
                </a:cubicBezTo>
                <a:cubicBezTo>
                  <a:pt x="90880" y="24399"/>
                  <a:pt x="90891" y="24680"/>
                  <a:pt x="90891" y="25020"/>
                </a:cubicBezTo>
                <a:close/>
                <a:moveTo>
                  <a:pt x="116884" y="28524"/>
                </a:moveTo>
                <a:cubicBezTo>
                  <a:pt x="116884" y="28642"/>
                  <a:pt x="116854" y="28746"/>
                  <a:pt x="116795" y="28835"/>
                </a:cubicBezTo>
                <a:cubicBezTo>
                  <a:pt x="116736" y="28923"/>
                  <a:pt x="116632" y="28994"/>
                  <a:pt x="116484" y="29045"/>
                </a:cubicBezTo>
                <a:cubicBezTo>
                  <a:pt x="116337" y="29097"/>
                  <a:pt x="116141" y="29141"/>
                  <a:pt x="115897" y="29178"/>
                </a:cubicBezTo>
                <a:cubicBezTo>
                  <a:pt x="115653" y="29215"/>
                  <a:pt x="115353" y="29234"/>
                  <a:pt x="114998" y="29234"/>
                </a:cubicBezTo>
                <a:cubicBezTo>
                  <a:pt x="114614" y="29234"/>
                  <a:pt x="114303" y="29215"/>
                  <a:pt x="114067" y="29178"/>
                </a:cubicBezTo>
                <a:cubicBezTo>
                  <a:pt x="113830" y="29141"/>
                  <a:pt x="113638" y="29097"/>
                  <a:pt x="113490" y="29045"/>
                </a:cubicBezTo>
                <a:cubicBezTo>
                  <a:pt x="113342" y="28994"/>
                  <a:pt x="113239" y="28923"/>
                  <a:pt x="113180" y="28835"/>
                </a:cubicBezTo>
                <a:cubicBezTo>
                  <a:pt x="113120" y="28746"/>
                  <a:pt x="113091" y="28642"/>
                  <a:pt x="113091" y="28524"/>
                </a:cubicBezTo>
                <a:lnTo>
                  <a:pt x="113091" y="15793"/>
                </a:lnTo>
                <a:lnTo>
                  <a:pt x="100027" y="15793"/>
                </a:lnTo>
                <a:lnTo>
                  <a:pt x="100027" y="28524"/>
                </a:lnTo>
                <a:cubicBezTo>
                  <a:pt x="100027" y="28642"/>
                  <a:pt x="99997" y="28746"/>
                  <a:pt x="99938" y="28835"/>
                </a:cubicBezTo>
                <a:cubicBezTo>
                  <a:pt x="99879" y="28923"/>
                  <a:pt x="99775" y="28994"/>
                  <a:pt x="99627" y="29045"/>
                </a:cubicBezTo>
                <a:cubicBezTo>
                  <a:pt x="99479" y="29097"/>
                  <a:pt x="99283" y="29141"/>
                  <a:pt x="99039" y="29178"/>
                </a:cubicBezTo>
                <a:cubicBezTo>
                  <a:pt x="98795" y="29215"/>
                  <a:pt x="98489" y="29234"/>
                  <a:pt x="98119" y="29234"/>
                </a:cubicBezTo>
                <a:cubicBezTo>
                  <a:pt x="97764" y="29234"/>
                  <a:pt x="97461" y="29215"/>
                  <a:pt x="97210" y="29178"/>
                </a:cubicBezTo>
                <a:cubicBezTo>
                  <a:pt x="96958" y="29141"/>
                  <a:pt x="96759" y="29097"/>
                  <a:pt x="96611" y="29045"/>
                </a:cubicBezTo>
                <a:cubicBezTo>
                  <a:pt x="96463" y="28994"/>
                  <a:pt x="96359" y="28923"/>
                  <a:pt x="96300" y="28835"/>
                </a:cubicBezTo>
                <a:cubicBezTo>
                  <a:pt x="96241" y="28746"/>
                  <a:pt x="96211" y="28642"/>
                  <a:pt x="96211" y="28524"/>
                </a:cubicBezTo>
                <a:lnTo>
                  <a:pt x="96211" y="976"/>
                </a:lnTo>
                <a:cubicBezTo>
                  <a:pt x="96211" y="858"/>
                  <a:pt x="96241" y="754"/>
                  <a:pt x="96300" y="665"/>
                </a:cubicBezTo>
                <a:cubicBezTo>
                  <a:pt x="96359" y="577"/>
                  <a:pt x="96463" y="506"/>
                  <a:pt x="96611" y="455"/>
                </a:cubicBezTo>
                <a:cubicBezTo>
                  <a:pt x="96759" y="403"/>
                  <a:pt x="96958" y="359"/>
                  <a:pt x="97210" y="322"/>
                </a:cubicBezTo>
                <a:cubicBezTo>
                  <a:pt x="97461" y="285"/>
                  <a:pt x="97764" y="266"/>
                  <a:pt x="98119" y="266"/>
                </a:cubicBezTo>
                <a:cubicBezTo>
                  <a:pt x="98489" y="266"/>
                  <a:pt x="98795" y="285"/>
                  <a:pt x="99039" y="322"/>
                </a:cubicBezTo>
                <a:cubicBezTo>
                  <a:pt x="99283" y="359"/>
                  <a:pt x="99479" y="403"/>
                  <a:pt x="99627" y="455"/>
                </a:cubicBezTo>
                <a:cubicBezTo>
                  <a:pt x="99775" y="506"/>
                  <a:pt x="99879" y="577"/>
                  <a:pt x="99938" y="665"/>
                </a:cubicBezTo>
                <a:cubicBezTo>
                  <a:pt x="99997" y="754"/>
                  <a:pt x="100027" y="858"/>
                  <a:pt x="100027" y="976"/>
                </a:cubicBezTo>
                <a:lnTo>
                  <a:pt x="100027" y="12465"/>
                </a:lnTo>
                <a:lnTo>
                  <a:pt x="113091" y="12465"/>
                </a:lnTo>
                <a:lnTo>
                  <a:pt x="113091" y="976"/>
                </a:lnTo>
                <a:cubicBezTo>
                  <a:pt x="113091" y="858"/>
                  <a:pt x="113120" y="754"/>
                  <a:pt x="113180" y="665"/>
                </a:cubicBezTo>
                <a:cubicBezTo>
                  <a:pt x="113239" y="577"/>
                  <a:pt x="113342" y="506"/>
                  <a:pt x="113490" y="455"/>
                </a:cubicBezTo>
                <a:cubicBezTo>
                  <a:pt x="113638" y="403"/>
                  <a:pt x="113830" y="359"/>
                  <a:pt x="114067" y="322"/>
                </a:cubicBezTo>
                <a:cubicBezTo>
                  <a:pt x="114303" y="285"/>
                  <a:pt x="114614" y="266"/>
                  <a:pt x="114998" y="266"/>
                </a:cubicBezTo>
                <a:cubicBezTo>
                  <a:pt x="115353" y="266"/>
                  <a:pt x="115653" y="285"/>
                  <a:pt x="115897" y="322"/>
                </a:cubicBezTo>
                <a:cubicBezTo>
                  <a:pt x="116141" y="359"/>
                  <a:pt x="116337" y="403"/>
                  <a:pt x="116484" y="455"/>
                </a:cubicBezTo>
                <a:cubicBezTo>
                  <a:pt x="116632" y="506"/>
                  <a:pt x="116736" y="577"/>
                  <a:pt x="116795" y="665"/>
                </a:cubicBezTo>
                <a:cubicBezTo>
                  <a:pt x="116854" y="754"/>
                  <a:pt x="116884" y="858"/>
                  <a:pt x="116884" y="976"/>
                </a:cubicBezTo>
                <a:lnTo>
                  <a:pt x="116884" y="28524"/>
                </a:lnTo>
                <a:close/>
                <a:moveTo>
                  <a:pt x="143273" y="35722"/>
                </a:moveTo>
                <a:cubicBezTo>
                  <a:pt x="143273" y="36243"/>
                  <a:pt x="143214" y="36623"/>
                  <a:pt x="143096" y="36861"/>
                </a:cubicBezTo>
                <a:cubicBezTo>
                  <a:pt x="142978" y="37100"/>
                  <a:pt x="142793" y="37219"/>
                  <a:pt x="142541" y="37219"/>
                </a:cubicBezTo>
                <a:lnTo>
                  <a:pt x="121182" y="37219"/>
                </a:lnTo>
                <a:cubicBezTo>
                  <a:pt x="120930" y="37219"/>
                  <a:pt x="120738" y="37107"/>
                  <a:pt x="120605" y="36883"/>
                </a:cubicBezTo>
                <a:cubicBezTo>
                  <a:pt x="120472" y="36660"/>
                  <a:pt x="120405" y="36288"/>
                  <a:pt x="120405" y="35766"/>
                </a:cubicBezTo>
                <a:cubicBezTo>
                  <a:pt x="120405" y="35260"/>
                  <a:pt x="120472" y="34880"/>
                  <a:pt x="120605" y="34627"/>
                </a:cubicBezTo>
                <a:cubicBezTo>
                  <a:pt x="120738" y="34373"/>
                  <a:pt x="120930" y="34247"/>
                  <a:pt x="121182" y="34247"/>
                </a:cubicBezTo>
                <a:lnTo>
                  <a:pt x="142541" y="34247"/>
                </a:lnTo>
                <a:cubicBezTo>
                  <a:pt x="142778" y="34247"/>
                  <a:pt x="142959" y="34366"/>
                  <a:pt x="143085" y="34604"/>
                </a:cubicBezTo>
                <a:cubicBezTo>
                  <a:pt x="143210" y="34843"/>
                  <a:pt x="143273" y="35215"/>
                  <a:pt x="143273" y="35722"/>
                </a:cubicBezTo>
                <a:close/>
                <a:moveTo>
                  <a:pt x="164409" y="19818"/>
                </a:moveTo>
                <a:cubicBezTo>
                  <a:pt x="164409" y="21076"/>
                  <a:pt x="164216" y="22293"/>
                  <a:pt x="163832" y="23470"/>
                </a:cubicBezTo>
                <a:cubicBezTo>
                  <a:pt x="163447" y="24647"/>
                  <a:pt x="162856" y="25684"/>
                  <a:pt x="162058" y="26580"/>
                </a:cubicBezTo>
                <a:cubicBezTo>
                  <a:pt x="161259" y="27475"/>
                  <a:pt x="160246" y="28194"/>
                  <a:pt x="159019" y="28734"/>
                </a:cubicBezTo>
                <a:cubicBezTo>
                  <a:pt x="157791" y="29274"/>
                  <a:pt x="156342" y="29544"/>
                  <a:pt x="154671" y="29544"/>
                </a:cubicBezTo>
                <a:cubicBezTo>
                  <a:pt x="153474" y="29544"/>
                  <a:pt x="152416" y="29397"/>
                  <a:pt x="151500" y="29101"/>
                </a:cubicBezTo>
                <a:cubicBezTo>
                  <a:pt x="150583" y="28805"/>
                  <a:pt x="149784" y="28383"/>
                  <a:pt x="149104" y="27835"/>
                </a:cubicBezTo>
                <a:cubicBezTo>
                  <a:pt x="148424" y="27288"/>
                  <a:pt x="147858" y="26614"/>
                  <a:pt x="147407" y="25815"/>
                </a:cubicBezTo>
                <a:cubicBezTo>
                  <a:pt x="146956" y="25016"/>
                  <a:pt x="146594" y="24106"/>
                  <a:pt x="146320" y="23085"/>
                </a:cubicBezTo>
                <a:cubicBezTo>
                  <a:pt x="146047" y="22064"/>
                  <a:pt x="145851" y="20946"/>
                  <a:pt x="145733" y="19733"/>
                </a:cubicBezTo>
                <a:cubicBezTo>
                  <a:pt x="145614" y="18520"/>
                  <a:pt x="145555" y="17217"/>
                  <a:pt x="145555" y="15826"/>
                </a:cubicBezTo>
                <a:cubicBezTo>
                  <a:pt x="145555" y="14598"/>
                  <a:pt x="145622" y="13355"/>
                  <a:pt x="145755" y="12097"/>
                </a:cubicBezTo>
                <a:cubicBezTo>
                  <a:pt x="145888" y="10840"/>
                  <a:pt x="146125" y="9626"/>
                  <a:pt x="146465" y="8457"/>
                </a:cubicBezTo>
                <a:cubicBezTo>
                  <a:pt x="146805" y="7288"/>
                  <a:pt x="147267" y="6189"/>
                  <a:pt x="147851" y="5161"/>
                </a:cubicBezTo>
                <a:cubicBezTo>
                  <a:pt x="148435" y="4133"/>
                  <a:pt x="149167" y="3237"/>
                  <a:pt x="150047" y="2475"/>
                </a:cubicBezTo>
                <a:cubicBezTo>
                  <a:pt x="150927" y="1713"/>
                  <a:pt x="151980" y="1110"/>
                  <a:pt x="153207" y="666"/>
                </a:cubicBezTo>
                <a:cubicBezTo>
                  <a:pt x="154435" y="222"/>
                  <a:pt x="155862" y="0"/>
                  <a:pt x="157488" y="0"/>
                </a:cubicBezTo>
                <a:cubicBezTo>
                  <a:pt x="158035" y="0"/>
                  <a:pt x="158590" y="33"/>
                  <a:pt x="159152" y="100"/>
                </a:cubicBezTo>
                <a:cubicBezTo>
                  <a:pt x="159714" y="166"/>
                  <a:pt x="160231" y="255"/>
                  <a:pt x="160704" y="366"/>
                </a:cubicBezTo>
                <a:cubicBezTo>
                  <a:pt x="161178" y="477"/>
                  <a:pt x="161577" y="599"/>
                  <a:pt x="161902" y="732"/>
                </a:cubicBezTo>
                <a:cubicBezTo>
                  <a:pt x="162228" y="865"/>
                  <a:pt x="162442" y="972"/>
                  <a:pt x="162545" y="1054"/>
                </a:cubicBezTo>
                <a:cubicBezTo>
                  <a:pt x="162649" y="1135"/>
                  <a:pt x="162727" y="1224"/>
                  <a:pt x="162778" y="1320"/>
                </a:cubicBezTo>
                <a:cubicBezTo>
                  <a:pt x="162830" y="1416"/>
                  <a:pt x="162871" y="1519"/>
                  <a:pt x="162900" y="1630"/>
                </a:cubicBezTo>
                <a:cubicBezTo>
                  <a:pt x="162930" y="1741"/>
                  <a:pt x="162952" y="1867"/>
                  <a:pt x="162967" y="2007"/>
                </a:cubicBezTo>
                <a:cubicBezTo>
                  <a:pt x="162982" y="2148"/>
                  <a:pt x="162989" y="2322"/>
                  <a:pt x="162989" y="2529"/>
                </a:cubicBezTo>
                <a:cubicBezTo>
                  <a:pt x="162989" y="2795"/>
                  <a:pt x="162985" y="3024"/>
                  <a:pt x="162978" y="3216"/>
                </a:cubicBezTo>
                <a:cubicBezTo>
                  <a:pt x="162971" y="3408"/>
                  <a:pt x="162941" y="3564"/>
                  <a:pt x="162889" y="3682"/>
                </a:cubicBezTo>
                <a:cubicBezTo>
                  <a:pt x="162838" y="3800"/>
                  <a:pt x="162771" y="3889"/>
                  <a:pt x="162690" y="3948"/>
                </a:cubicBezTo>
                <a:cubicBezTo>
                  <a:pt x="162608" y="4007"/>
                  <a:pt x="162501" y="4037"/>
                  <a:pt x="162368" y="4037"/>
                </a:cubicBezTo>
                <a:cubicBezTo>
                  <a:pt x="162205" y="4037"/>
                  <a:pt x="161984" y="3985"/>
                  <a:pt x="161703" y="3882"/>
                </a:cubicBezTo>
                <a:cubicBezTo>
                  <a:pt x="161422" y="3778"/>
                  <a:pt x="161082" y="3663"/>
                  <a:pt x="160682" y="3538"/>
                </a:cubicBezTo>
                <a:cubicBezTo>
                  <a:pt x="160283" y="3412"/>
                  <a:pt x="159799" y="3297"/>
                  <a:pt x="159229" y="3194"/>
                </a:cubicBezTo>
                <a:cubicBezTo>
                  <a:pt x="158660" y="3090"/>
                  <a:pt x="157998" y="3039"/>
                  <a:pt x="157244" y="3039"/>
                </a:cubicBezTo>
                <a:cubicBezTo>
                  <a:pt x="155869" y="3039"/>
                  <a:pt x="154686" y="3320"/>
                  <a:pt x="153695" y="3882"/>
                </a:cubicBezTo>
                <a:cubicBezTo>
                  <a:pt x="152705" y="4443"/>
                  <a:pt x="151895" y="5198"/>
                  <a:pt x="151267" y="6144"/>
                </a:cubicBezTo>
                <a:cubicBezTo>
                  <a:pt x="150638" y="7090"/>
                  <a:pt x="150172" y="8188"/>
                  <a:pt x="149869" y="9438"/>
                </a:cubicBezTo>
                <a:cubicBezTo>
                  <a:pt x="149566" y="10687"/>
                  <a:pt x="149392" y="11992"/>
                  <a:pt x="149348" y="13353"/>
                </a:cubicBezTo>
                <a:cubicBezTo>
                  <a:pt x="149733" y="13131"/>
                  <a:pt x="150165" y="12909"/>
                  <a:pt x="150646" y="12687"/>
                </a:cubicBezTo>
                <a:cubicBezTo>
                  <a:pt x="151126" y="12465"/>
                  <a:pt x="151651" y="12266"/>
                  <a:pt x="152220" y="12088"/>
                </a:cubicBezTo>
                <a:cubicBezTo>
                  <a:pt x="152790" y="11911"/>
                  <a:pt x="153392" y="11767"/>
                  <a:pt x="154028" y="11656"/>
                </a:cubicBezTo>
                <a:cubicBezTo>
                  <a:pt x="154664" y="11545"/>
                  <a:pt x="155344" y="11490"/>
                  <a:pt x="156069" y="11490"/>
                </a:cubicBezTo>
                <a:cubicBezTo>
                  <a:pt x="157621" y="11490"/>
                  <a:pt x="158930" y="11700"/>
                  <a:pt x="159995" y="12122"/>
                </a:cubicBezTo>
                <a:cubicBezTo>
                  <a:pt x="161059" y="12544"/>
                  <a:pt x="161921" y="13129"/>
                  <a:pt x="162579" y="13877"/>
                </a:cubicBezTo>
                <a:cubicBezTo>
                  <a:pt x="163237" y="14624"/>
                  <a:pt x="163706" y="15505"/>
                  <a:pt x="163987" y="16520"/>
                </a:cubicBezTo>
                <a:cubicBezTo>
                  <a:pt x="164268" y="17534"/>
                  <a:pt x="164409" y="18633"/>
                  <a:pt x="164409" y="19818"/>
                </a:cubicBezTo>
                <a:moveTo>
                  <a:pt x="160549" y="20172"/>
                </a:moveTo>
                <a:cubicBezTo>
                  <a:pt x="160549" y="19313"/>
                  <a:pt x="160464" y="18532"/>
                  <a:pt x="160294" y="17828"/>
                </a:cubicBezTo>
                <a:cubicBezTo>
                  <a:pt x="160124" y="17125"/>
                  <a:pt x="159839" y="16528"/>
                  <a:pt x="159440" y="16039"/>
                </a:cubicBezTo>
                <a:cubicBezTo>
                  <a:pt x="159041" y="15550"/>
                  <a:pt x="158509" y="15173"/>
                  <a:pt x="157843" y="14906"/>
                </a:cubicBezTo>
                <a:cubicBezTo>
                  <a:pt x="157178" y="14639"/>
                  <a:pt x="156357" y="14506"/>
                  <a:pt x="155381" y="14506"/>
                </a:cubicBezTo>
                <a:cubicBezTo>
                  <a:pt x="154834" y="14506"/>
                  <a:pt x="154287" y="14554"/>
                  <a:pt x="153740" y="14651"/>
                </a:cubicBezTo>
                <a:cubicBezTo>
                  <a:pt x="153193" y="14747"/>
                  <a:pt x="152664" y="14880"/>
                  <a:pt x="152154" y="15051"/>
                </a:cubicBezTo>
                <a:cubicBezTo>
                  <a:pt x="151644" y="15221"/>
                  <a:pt x="151156" y="15421"/>
                  <a:pt x="150690" y="15650"/>
                </a:cubicBezTo>
                <a:cubicBezTo>
                  <a:pt x="150224" y="15880"/>
                  <a:pt x="149799" y="16128"/>
                  <a:pt x="149415" y="16395"/>
                </a:cubicBezTo>
                <a:cubicBezTo>
                  <a:pt x="149415" y="18306"/>
                  <a:pt x="149537" y="19906"/>
                  <a:pt x="149781" y="21195"/>
                </a:cubicBezTo>
                <a:cubicBezTo>
                  <a:pt x="150025" y="22484"/>
                  <a:pt x="150379" y="23517"/>
                  <a:pt x="150845" y="24295"/>
                </a:cubicBezTo>
                <a:cubicBezTo>
                  <a:pt x="151311" y="25072"/>
                  <a:pt x="151891" y="25628"/>
                  <a:pt x="152586" y="25962"/>
                </a:cubicBezTo>
                <a:cubicBezTo>
                  <a:pt x="153281" y="26295"/>
                  <a:pt x="154095" y="26461"/>
                  <a:pt x="155026" y="26461"/>
                </a:cubicBezTo>
                <a:cubicBezTo>
                  <a:pt x="155973" y="26461"/>
                  <a:pt x="156793" y="26284"/>
                  <a:pt x="157488" y="25928"/>
                </a:cubicBezTo>
                <a:cubicBezTo>
                  <a:pt x="158183" y="25573"/>
                  <a:pt x="158760" y="25095"/>
                  <a:pt x="159218" y="24495"/>
                </a:cubicBezTo>
                <a:cubicBezTo>
                  <a:pt x="159677" y="23895"/>
                  <a:pt x="160013" y="23220"/>
                  <a:pt x="160228" y="22472"/>
                </a:cubicBezTo>
                <a:cubicBezTo>
                  <a:pt x="160442" y="21724"/>
                  <a:pt x="160549" y="20958"/>
                  <a:pt x="160549" y="20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B595D-1A80-4F38-B3C8-1EAC008A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415867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6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7CEDB-CB0F-4B1D-AA09-9F85680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403705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6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71E2E-384B-48F1-A124-B7E1C76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882328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2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421D8-7C07-4671-8051-B43C2CD2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870166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2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4BE91-C07C-4038-86BB-1BAEA20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789039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2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5A343-5E99-4983-BC37-CAB0017C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776877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2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E52B4-95B2-424D-966B-44915EC8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695750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EC0E5-2905-4BCE-873C-CB851D75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683588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70F91-3DC3-4B4F-9F4B-89D3B9F3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602461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408B5-F285-4E49-838B-721899D4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590299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4E38A-E883-4507-88D8-D8015EA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055" y="5509141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EC74A-331B-44A0-AE2F-B637ACC4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94" y="5496979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A2894-1A6E-4BF5-88F1-BC81A40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398736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PATCH_7">
            <a:extLst xmlns:a="http://schemas.openxmlformats.org/drawingml/2006/main">
              <a:ext uri="{FF2B5EF4-FFF2-40B4-BE49-F238E27FC236}">
                <a16:creationId xmlns:a16="http://schemas.microsoft.com/office/drawing/2014/main" id="{765FBC17-1038-49AC-88C9-8A363E0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420026"/>
            <a:ext cx="164098" cy="37175"/>
          </a:xfrm>
          <a:custGeom xmlns:a="http://schemas.openxmlformats.org/drawingml/2006/main">
            <a:pathLst>
              <a:path w="164098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6" y="28029"/>
                  <a:pt x="45159" y="28291"/>
                  <a:pt x="45166" y="28491"/>
                </a:cubicBezTo>
                <a:cubicBezTo>
                  <a:pt x="45173" y="28690"/>
                  <a:pt x="45118" y="28842"/>
                  <a:pt x="45000" y="28946"/>
                </a:cubicBezTo>
                <a:cubicBezTo>
                  <a:pt x="44881" y="29049"/>
                  <a:pt x="44686" y="29116"/>
                  <a:pt x="44412" y="29145"/>
                </a:cubicBezTo>
                <a:cubicBezTo>
                  <a:pt x="44138" y="29175"/>
                  <a:pt x="43772" y="29190"/>
                  <a:pt x="43314" y="29190"/>
                </a:cubicBezTo>
                <a:cubicBezTo>
                  <a:pt x="42856" y="29190"/>
                  <a:pt x="42490" y="29178"/>
                  <a:pt x="42216" y="29156"/>
                </a:cubicBezTo>
                <a:cubicBezTo>
                  <a:pt x="41943" y="29134"/>
                  <a:pt x="41736" y="29097"/>
                  <a:pt x="41595" y="29045"/>
                </a:cubicBezTo>
                <a:cubicBezTo>
                  <a:pt x="41455" y="28994"/>
                  <a:pt x="41351" y="28923"/>
                  <a:pt x="41285" y="28835"/>
                </a:cubicBezTo>
                <a:cubicBezTo>
                  <a:pt x="41218" y="28746"/>
                  <a:pt x="41155" y="28635"/>
                  <a:pt x="41096" y="28502"/>
                </a:cubicBezTo>
                <a:lnTo>
                  <a:pt x="38634" y="21515"/>
                </a:lnTo>
                <a:lnTo>
                  <a:pt x="26701" y="21515"/>
                </a:lnTo>
                <a:lnTo>
                  <a:pt x="24350" y="28413"/>
                </a:lnTo>
                <a:cubicBezTo>
                  <a:pt x="24305" y="28546"/>
                  <a:pt x="24246" y="28661"/>
                  <a:pt x="24172" y="28757"/>
                </a:cubicBezTo>
                <a:cubicBezTo>
                  <a:pt x="24098" y="28853"/>
                  <a:pt x="23991" y="28934"/>
                  <a:pt x="23851" y="29001"/>
                </a:cubicBezTo>
                <a:cubicBezTo>
                  <a:pt x="23710" y="29068"/>
                  <a:pt x="23511" y="29116"/>
                  <a:pt x="23252" y="29145"/>
                </a:cubicBezTo>
                <a:cubicBezTo>
                  <a:pt x="22993" y="29175"/>
                  <a:pt x="22657" y="29190"/>
                  <a:pt x="22243" y="29190"/>
                </a:cubicBezTo>
                <a:cubicBezTo>
                  <a:pt x="21814" y="29190"/>
                  <a:pt x="21463" y="29171"/>
                  <a:pt x="21189" y="29134"/>
                </a:cubicBezTo>
                <a:cubicBezTo>
                  <a:pt x="20915" y="29097"/>
                  <a:pt x="20723" y="29027"/>
                  <a:pt x="20612" y="28923"/>
                </a:cubicBezTo>
                <a:cubicBezTo>
                  <a:pt x="20501" y="28820"/>
                  <a:pt x="20450" y="28668"/>
                  <a:pt x="20457" y="28469"/>
                </a:cubicBezTo>
                <a:cubicBezTo>
                  <a:pt x="20464" y="28269"/>
                  <a:pt x="20527" y="28007"/>
                  <a:pt x="20646" y="27681"/>
                </a:cubicBezTo>
                <a:lnTo>
                  <a:pt x="30272" y="1020"/>
                </a:lnTo>
                <a:cubicBezTo>
                  <a:pt x="30331" y="858"/>
                  <a:pt x="30409" y="725"/>
                  <a:pt x="30505" y="621"/>
                </a:cubicBezTo>
                <a:cubicBezTo>
                  <a:pt x="30601" y="518"/>
                  <a:pt x="30741" y="436"/>
                  <a:pt x="30926" y="377"/>
                </a:cubicBezTo>
                <a:cubicBezTo>
                  <a:pt x="31111" y="318"/>
                  <a:pt x="31348" y="277"/>
                  <a:pt x="31636" y="255"/>
                </a:cubicBezTo>
                <a:cubicBezTo>
                  <a:pt x="31924" y="233"/>
                  <a:pt x="32290" y="222"/>
                  <a:pt x="32734" y="222"/>
                </a:cubicBezTo>
                <a:cubicBezTo>
                  <a:pt x="33207" y="222"/>
                  <a:pt x="33599" y="233"/>
                  <a:pt x="33909" y="255"/>
                </a:cubicBezTo>
                <a:cubicBezTo>
                  <a:pt x="34220" y="277"/>
                  <a:pt x="34471" y="318"/>
                  <a:pt x="34664" y="377"/>
                </a:cubicBezTo>
                <a:cubicBezTo>
                  <a:pt x="34856" y="436"/>
                  <a:pt x="35004" y="521"/>
                  <a:pt x="35107" y="632"/>
                </a:cubicBezTo>
                <a:cubicBezTo>
                  <a:pt x="35211" y="743"/>
                  <a:pt x="35292" y="880"/>
                  <a:pt x="35351" y="1042"/>
                </a:cubicBezTo>
                <a:lnTo>
                  <a:pt x="44978" y="27703"/>
                </a:lnTo>
                <a:moveTo>
                  <a:pt x="32623" y="4170"/>
                </a:moveTo>
                <a:lnTo>
                  <a:pt x="32601" y="4170"/>
                </a:lnTo>
                <a:lnTo>
                  <a:pt x="27655" y="18476"/>
                </a:lnTo>
                <a:lnTo>
                  <a:pt x="37636" y="18476"/>
                </a:lnTo>
                <a:lnTo>
                  <a:pt x="32623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2" y="3227"/>
                </a:cubicBezTo>
                <a:cubicBezTo>
                  <a:pt x="67656" y="3353"/>
                  <a:pt x="67575" y="3445"/>
                  <a:pt x="67478" y="3505"/>
                </a:cubicBezTo>
                <a:cubicBezTo>
                  <a:pt x="67382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4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5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7" y="29001"/>
                </a:cubicBezTo>
                <a:cubicBezTo>
                  <a:pt x="55519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4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4" y="355"/>
                </a:cubicBezTo>
                <a:lnTo>
                  <a:pt x="67157" y="355"/>
                </a:lnTo>
                <a:cubicBezTo>
                  <a:pt x="67275" y="355"/>
                  <a:pt x="67382" y="384"/>
                  <a:pt x="67478" y="444"/>
                </a:cubicBezTo>
                <a:cubicBezTo>
                  <a:pt x="67575" y="503"/>
                  <a:pt x="67656" y="599"/>
                  <a:pt x="67722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4" y="26647"/>
                  <a:pt x="90336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1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4" y="29311"/>
                  <a:pt x="83320" y="29411"/>
                  <a:pt x="82241" y="29411"/>
                </a:cubicBezTo>
                <a:cubicBezTo>
                  <a:pt x="80377" y="29411"/>
                  <a:pt x="78695" y="29101"/>
                  <a:pt x="77194" y="28480"/>
                </a:cubicBezTo>
                <a:cubicBezTo>
                  <a:pt x="75694" y="27859"/>
                  <a:pt x="74415" y="26942"/>
                  <a:pt x="73357" y="25729"/>
                </a:cubicBezTo>
                <a:cubicBezTo>
                  <a:pt x="72300" y="24517"/>
                  <a:pt x="71487" y="23020"/>
                  <a:pt x="70917" y="21238"/>
                </a:cubicBezTo>
                <a:cubicBezTo>
                  <a:pt x="70348" y="19456"/>
                  <a:pt x="70063" y="17404"/>
                  <a:pt x="70063" y="15083"/>
                </a:cubicBezTo>
                <a:cubicBezTo>
                  <a:pt x="70063" y="12702"/>
                  <a:pt x="70370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49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2" y="1342"/>
                  <a:pt x="89050" y="1655"/>
                </a:cubicBezTo>
                <a:cubicBezTo>
                  <a:pt x="89567" y="1968"/>
                  <a:pt x="89926" y="2225"/>
                  <a:pt x="90126" y="2427"/>
                </a:cubicBezTo>
                <a:cubicBezTo>
                  <a:pt x="90325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5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3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2" y="6122"/>
                </a:cubicBezTo>
                <a:cubicBezTo>
                  <a:pt x="89885" y="6122"/>
                  <a:pt x="89597" y="5976"/>
                  <a:pt x="89227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7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0" y="3327"/>
                  <a:pt x="80233" y="3582"/>
                  <a:pt x="79191" y="4092"/>
                </a:cubicBezTo>
                <a:cubicBezTo>
                  <a:pt x="78148" y="4602"/>
                  <a:pt x="77257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2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4" y="24129"/>
                  <a:pt x="78093" y="24838"/>
                  <a:pt x="79157" y="25319"/>
                </a:cubicBezTo>
                <a:cubicBezTo>
                  <a:pt x="80222" y="25800"/>
                  <a:pt x="81427" y="26040"/>
                  <a:pt x="82773" y="26040"/>
                </a:cubicBezTo>
                <a:cubicBezTo>
                  <a:pt x="83911" y="26040"/>
                  <a:pt x="84906" y="25898"/>
                  <a:pt x="85756" y="25615"/>
                </a:cubicBezTo>
                <a:cubicBezTo>
                  <a:pt x="86606" y="25332"/>
                  <a:pt x="87331" y="25015"/>
                  <a:pt x="87930" y="24665"/>
                </a:cubicBezTo>
                <a:cubicBezTo>
                  <a:pt x="88529" y="24314"/>
                  <a:pt x="89020" y="23998"/>
                  <a:pt x="89405" y="23714"/>
                </a:cubicBezTo>
                <a:cubicBezTo>
                  <a:pt x="89789" y="23431"/>
                  <a:pt x="90092" y="23290"/>
                  <a:pt x="90314" y="23290"/>
                </a:cubicBezTo>
                <a:cubicBezTo>
                  <a:pt x="90418" y="23290"/>
                  <a:pt x="90506" y="23312"/>
                  <a:pt x="90580" y="23356"/>
                </a:cubicBezTo>
                <a:cubicBezTo>
                  <a:pt x="90654" y="23400"/>
                  <a:pt x="90713" y="23485"/>
                  <a:pt x="90758" y="23611"/>
                </a:cubicBezTo>
                <a:cubicBezTo>
                  <a:pt x="90802" y="23737"/>
                  <a:pt x="90835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2" y="28949"/>
                  <a:pt x="116484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3" y="29190"/>
                  <a:pt x="114998" y="29190"/>
                </a:cubicBezTo>
                <a:cubicBezTo>
                  <a:pt x="114614" y="29190"/>
                  <a:pt x="114303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0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7" y="29001"/>
                </a:cubicBezTo>
                <a:cubicBezTo>
                  <a:pt x="99479" y="29053"/>
                  <a:pt x="99283" y="29097"/>
                  <a:pt x="99039" y="29134"/>
                </a:cubicBezTo>
                <a:cubicBezTo>
                  <a:pt x="98795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59" y="28879"/>
                  <a:pt x="96300" y="28790"/>
                </a:cubicBezTo>
                <a:cubicBezTo>
                  <a:pt x="96241" y="28702"/>
                  <a:pt x="96211" y="28598"/>
                  <a:pt x="96211" y="28480"/>
                </a:cubicBezTo>
                <a:lnTo>
                  <a:pt x="96211" y="932"/>
                </a:lnTo>
                <a:cubicBezTo>
                  <a:pt x="96211" y="813"/>
                  <a:pt x="96241" y="710"/>
                  <a:pt x="96300" y="621"/>
                </a:cubicBezTo>
                <a:cubicBezTo>
                  <a:pt x="96359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5" y="240"/>
                  <a:pt x="99039" y="277"/>
                </a:cubicBezTo>
                <a:cubicBezTo>
                  <a:pt x="99283" y="314"/>
                  <a:pt x="99479" y="359"/>
                  <a:pt x="99627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0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3" y="240"/>
                  <a:pt x="114614" y="222"/>
                  <a:pt x="114998" y="222"/>
                </a:cubicBezTo>
                <a:cubicBezTo>
                  <a:pt x="115353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4" y="410"/>
                </a:cubicBezTo>
                <a:cubicBezTo>
                  <a:pt x="116632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8" y="37055"/>
                  <a:pt x="142793" y="37175"/>
                  <a:pt x="142541" y="37175"/>
                </a:cubicBezTo>
                <a:lnTo>
                  <a:pt x="121182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2" y="36616"/>
                  <a:pt x="120405" y="36243"/>
                  <a:pt x="120405" y="35722"/>
                </a:cubicBezTo>
                <a:cubicBezTo>
                  <a:pt x="120405" y="35215"/>
                  <a:pt x="120472" y="34835"/>
                  <a:pt x="120605" y="34582"/>
                </a:cubicBezTo>
                <a:cubicBezTo>
                  <a:pt x="120738" y="34329"/>
                  <a:pt x="120930" y="34202"/>
                  <a:pt x="121182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4098" y="1996"/>
                </a:moveTo>
                <a:cubicBezTo>
                  <a:pt x="164098" y="2262"/>
                  <a:pt x="164087" y="2503"/>
                  <a:pt x="164065" y="2717"/>
                </a:cubicBezTo>
                <a:cubicBezTo>
                  <a:pt x="164043" y="2932"/>
                  <a:pt x="164013" y="3139"/>
                  <a:pt x="163976" y="3338"/>
                </a:cubicBezTo>
                <a:cubicBezTo>
                  <a:pt x="163939" y="3538"/>
                  <a:pt x="163887" y="3730"/>
                  <a:pt x="163821" y="3915"/>
                </a:cubicBezTo>
                <a:cubicBezTo>
                  <a:pt x="163754" y="4100"/>
                  <a:pt x="163677" y="4296"/>
                  <a:pt x="163588" y="4503"/>
                </a:cubicBezTo>
                <a:lnTo>
                  <a:pt x="153252" y="28325"/>
                </a:lnTo>
                <a:cubicBezTo>
                  <a:pt x="153178" y="28502"/>
                  <a:pt x="153085" y="28646"/>
                  <a:pt x="152975" y="28757"/>
                </a:cubicBezTo>
                <a:cubicBezTo>
                  <a:pt x="152864" y="28868"/>
                  <a:pt x="152723" y="28957"/>
                  <a:pt x="152553" y="29023"/>
                </a:cubicBezTo>
                <a:cubicBezTo>
                  <a:pt x="152383" y="29090"/>
                  <a:pt x="152165" y="29134"/>
                  <a:pt x="151899" y="29156"/>
                </a:cubicBezTo>
                <a:cubicBezTo>
                  <a:pt x="151633" y="29178"/>
                  <a:pt x="151307" y="29190"/>
                  <a:pt x="150923" y="29190"/>
                </a:cubicBezTo>
                <a:cubicBezTo>
                  <a:pt x="150420" y="29190"/>
                  <a:pt x="150028" y="29167"/>
                  <a:pt x="149747" y="29123"/>
                </a:cubicBezTo>
                <a:cubicBezTo>
                  <a:pt x="149466" y="29079"/>
                  <a:pt x="149263" y="29008"/>
                  <a:pt x="149137" y="28912"/>
                </a:cubicBezTo>
                <a:cubicBezTo>
                  <a:pt x="149012" y="28816"/>
                  <a:pt x="148956" y="28698"/>
                  <a:pt x="148971" y="28557"/>
                </a:cubicBezTo>
                <a:cubicBezTo>
                  <a:pt x="148986" y="28417"/>
                  <a:pt x="149038" y="28251"/>
                  <a:pt x="149126" y="28058"/>
                </a:cubicBezTo>
                <a:lnTo>
                  <a:pt x="159995" y="3704"/>
                </a:lnTo>
                <a:lnTo>
                  <a:pt x="146221" y="3704"/>
                </a:lnTo>
                <a:cubicBezTo>
                  <a:pt x="145940" y="3704"/>
                  <a:pt x="145729" y="3556"/>
                  <a:pt x="145588" y="3261"/>
                </a:cubicBezTo>
                <a:cubicBezTo>
                  <a:pt x="145448" y="2965"/>
                  <a:pt x="145378" y="2551"/>
                  <a:pt x="145378" y="2018"/>
                </a:cubicBezTo>
                <a:cubicBezTo>
                  <a:pt x="145378" y="1737"/>
                  <a:pt x="145396" y="1493"/>
                  <a:pt x="145433" y="1286"/>
                </a:cubicBezTo>
                <a:cubicBezTo>
                  <a:pt x="145470" y="1079"/>
                  <a:pt x="145526" y="906"/>
                  <a:pt x="145600" y="765"/>
                </a:cubicBezTo>
                <a:cubicBezTo>
                  <a:pt x="145674" y="625"/>
                  <a:pt x="145762" y="521"/>
                  <a:pt x="145866" y="455"/>
                </a:cubicBezTo>
                <a:cubicBezTo>
                  <a:pt x="145969" y="388"/>
                  <a:pt x="146088" y="355"/>
                  <a:pt x="146221" y="355"/>
                </a:cubicBezTo>
                <a:lnTo>
                  <a:pt x="162945" y="355"/>
                </a:lnTo>
                <a:cubicBezTo>
                  <a:pt x="163152" y="355"/>
                  <a:pt x="163333" y="377"/>
                  <a:pt x="163488" y="421"/>
                </a:cubicBezTo>
                <a:cubicBezTo>
                  <a:pt x="163643" y="466"/>
                  <a:pt x="163762" y="555"/>
                  <a:pt x="163843" y="688"/>
                </a:cubicBezTo>
                <a:cubicBezTo>
                  <a:pt x="163924" y="821"/>
                  <a:pt x="163987" y="991"/>
                  <a:pt x="164032" y="1198"/>
                </a:cubicBezTo>
                <a:cubicBezTo>
                  <a:pt x="164076" y="1405"/>
                  <a:pt x="164098" y="1671"/>
                  <a:pt x="164098" y="1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23731-9506-4022-9FFF-8254F57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492086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PATCH_8">
            <a:extLst xmlns:a="http://schemas.openxmlformats.org/drawingml/2006/main">
              <a:ext uri="{FF2B5EF4-FFF2-40B4-BE49-F238E27FC236}">
                <a16:creationId xmlns:a16="http://schemas.microsoft.com/office/drawing/2014/main" id="{08B174C7-6643-4991-BF2D-E5EE01CD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513363"/>
            <a:ext cx="164342" cy="37263"/>
          </a:xfrm>
          <a:custGeom xmlns:a="http://schemas.openxmlformats.org/drawingml/2006/main">
            <a:pathLst>
              <a:path w="164342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6" y="28117"/>
                  <a:pt x="45159" y="28380"/>
                  <a:pt x="45166" y="28580"/>
                </a:cubicBezTo>
                <a:cubicBezTo>
                  <a:pt x="45173" y="28779"/>
                  <a:pt x="45118" y="28931"/>
                  <a:pt x="45000" y="29034"/>
                </a:cubicBezTo>
                <a:cubicBezTo>
                  <a:pt x="44881" y="29138"/>
                  <a:pt x="44686" y="29204"/>
                  <a:pt x="44412" y="29234"/>
                </a:cubicBezTo>
                <a:cubicBezTo>
                  <a:pt x="44138" y="29263"/>
                  <a:pt x="43772" y="29278"/>
                  <a:pt x="43314" y="29278"/>
                </a:cubicBezTo>
                <a:cubicBezTo>
                  <a:pt x="42856" y="29278"/>
                  <a:pt x="42490" y="29267"/>
                  <a:pt x="42216" y="29245"/>
                </a:cubicBezTo>
                <a:cubicBezTo>
                  <a:pt x="41943" y="29223"/>
                  <a:pt x="41736" y="29186"/>
                  <a:pt x="41595" y="29134"/>
                </a:cubicBezTo>
                <a:cubicBezTo>
                  <a:pt x="41455" y="29082"/>
                  <a:pt x="41351" y="29012"/>
                  <a:pt x="41285" y="28923"/>
                </a:cubicBezTo>
                <a:cubicBezTo>
                  <a:pt x="41218" y="28835"/>
                  <a:pt x="41155" y="28724"/>
                  <a:pt x="41096" y="28591"/>
                </a:cubicBezTo>
                <a:lnTo>
                  <a:pt x="38634" y="21604"/>
                </a:lnTo>
                <a:lnTo>
                  <a:pt x="26701" y="21604"/>
                </a:lnTo>
                <a:lnTo>
                  <a:pt x="24350" y="28502"/>
                </a:lnTo>
                <a:cubicBezTo>
                  <a:pt x="24305" y="28635"/>
                  <a:pt x="24246" y="28750"/>
                  <a:pt x="24172" y="28846"/>
                </a:cubicBezTo>
                <a:cubicBezTo>
                  <a:pt x="24098" y="28942"/>
                  <a:pt x="23991" y="29023"/>
                  <a:pt x="23851" y="29090"/>
                </a:cubicBezTo>
                <a:cubicBezTo>
                  <a:pt x="23710" y="29156"/>
                  <a:pt x="23511" y="29204"/>
                  <a:pt x="23252" y="29234"/>
                </a:cubicBezTo>
                <a:cubicBezTo>
                  <a:pt x="22993" y="29263"/>
                  <a:pt x="22657" y="29278"/>
                  <a:pt x="22243" y="29278"/>
                </a:cubicBezTo>
                <a:cubicBezTo>
                  <a:pt x="21814" y="29278"/>
                  <a:pt x="21463" y="29260"/>
                  <a:pt x="21189" y="29223"/>
                </a:cubicBezTo>
                <a:cubicBezTo>
                  <a:pt x="20915" y="29186"/>
                  <a:pt x="20723" y="29116"/>
                  <a:pt x="20612" y="29012"/>
                </a:cubicBezTo>
                <a:cubicBezTo>
                  <a:pt x="20501" y="28909"/>
                  <a:pt x="20450" y="28757"/>
                  <a:pt x="20457" y="28557"/>
                </a:cubicBezTo>
                <a:cubicBezTo>
                  <a:pt x="20464" y="28358"/>
                  <a:pt x="20527" y="28095"/>
                  <a:pt x="20646" y="27770"/>
                </a:cubicBezTo>
                <a:lnTo>
                  <a:pt x="30272" y="1109"/>
                </a:lnTo>
                <a:cubicBezTo>
                  <a:pt x="30331" y="946"/>
                  <a:pt x="30409" y="813"/>
                  <a:pt x="30505" y="710"/>
                </a:cubicBezTo>
                <a:cubicBezTo>
                  <a:pt x="30601" y="606"/>
                  <a:pt x="30741" y="525"/>
                  <a:pt x="30926" y="466"/>
                </a:cubicBezTo>
                <a:cubicBezTo>
                  <a:pt x="31111" y="407"/>
                  <a:pt x="31348" y="366"/>
                  <a:pt x="31636" y="344"/>
                </a:cubicBezTo>
                <a:cubicBezTo>
                  <a:pt x="31924" y="322"/>
                  <a:pt x="32290" y="311"/>
                  <a:pt x="32734" y="311"/>
                </a:cubicBezTo>
                <a:cubicBezTo>
                  <a:pt x="33207" y="311"/>
                  <a:pt x="33599" y="322"/>
                  <a:pt x="33909" y="344"/>
                </a:cubicBezTo>
                <a:cubicBezTo>
                  <a:pt x="34220" y="366"/>
                  <a:pt x="34471" y="407"/>
                  <a:pt x="34664" y="466"/>
                </a:cubicBezTo>
                <a:cubicBezTo>
                  <a:pt x="34856" y="525"/>
                  <a:pt x="35004" y="610"/>
                  <a:pt x="35107" y="721"/>
                </a:cubicBezTo>
                <a:cubicBezTo>
                  <a:pt x="35211" y="832"/>
                  <a:pt x="35292" y="969"/>
                  <a:pt x="35351" y="1131"/>
                </a:cubicBezTo>
                <a:lnTo>
                  <a:pt x="44978" y="27792"/>
                </a:lnTo>
                <a:moveTo>
                  <a:pt x="32623" y="4259"/>
                </a:moveTo>
                <a:lnTo>
                  <a:pt x="32601" y="4259"/>
                </a:lnTo>
                <a:lnTo>
                  <a:pt x="27655" y="18565"/>
                </a:lnTo>
                <a:lnTo>
                  <a:pt x="37636" y="18565"/>
                </a:lnTo>
                <a:lnTo>
                  <a:pt x="32623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2" y="3316"/>
                </a:cubicBezTo>
                <a:cubicBezTo>
                  <a:pt x="67656" y="3442"/>
                  <a:pt x="67575" y="3534"/>
                  <a:pt x="67478" y="3593"/>
                </a:cubicBezTo>
                <a:cubicBezTo>
                  <a:pt x="67382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4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5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7" y="29090"/>
                </a:cubicBezTo>
                <a:cubicBezTo>
                  <a:pt x="55519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4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4" y="444"/>
                </a:cubicBezTo>
                <a:lnTo>
                  <a:pt x="67157" y="444"/>
                </a:lnTo>
                <a:cubicBezTo>
                  <a:pt x="67275" y="444"/>
                  <a:pt x="67382" y="473"/>
                  <a:pt x="67478" y="532"/>
                </a:cubicBezTo>
                <a:cubicBezTo>
                  <a:pt x="67575" y="591"/>
                  <a:pt x="67656" y="688"/>
                  <a:pt x="67722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4" y="25508"/>
                  <a:pt x="90869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4" y="26736"/>
                  <a:pt x="90336" y="26885"/>
                </a:cubicBezTo>
                <a:cubicBezTo>
                  <a:pt x="90189" y="27034"/>
                  <a:pt x="89878" y="27261"/>
                  <a:pt x="89405" y="27566"/>
                </a:cubicBezTo>
                <a:cubicBezTo>
                  <a:pt x="88932" y="27872"/>
                  <a:pt x="88344" y="28170"/>
                  <a:pt x="87641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4" y="29399"/>
                  <a:pt x="83320" y="29500"/>
                  <a:pt x="82241" y="29500"/>
                </a:cubicBezTo>
                <a:cubicBezTo>
                  <a:pt x="80377" y="29500"/>
                  <a:pt x="78695" y="29190"/>
                  <a:pt x="77194" y="28568"/>
                </a:cubicBezTo>
                <a:cubicBezTo>
                  <a:pt x="75694" y="27947"/>
                  <a:pt x="74415" y="27031"/>
                  <a:pt x="73357" y="25818"/>
                </a:cubicBezTo>
                <a:cubicBezTo>
                  <a:pt x="72300" y="24606"/>
                  <a:pt x="71487" y="23108"/>
                  <a:pt x="70917" y="21327"/>
                </a:cubicBezTo>
                <a:cubicBezTo>
                  <a:pt x="70348" y="19545"/>
                  <a:pt x="70063" y="17493"/>
                  <a:pt x="70063" y="15171"/>
                </a:cubicBezTo>
                <a:cubicBezTo>
                  <a:pt x="70063" y="12791"/>
                  <a:pt x="70370" y="10669"/>
                  <a:pt x="70984" y="8806"/>
                </a:cubicBezTo>
                <a:cubicBezTo>
                  <a:pt x="71598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49" y="1109"/>
                </a:cubicBezTo>
                <a:cubicBezTo>
                  <a:pt x="79095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6" y="480"/>
                  <a:pt x="86610" y="678"/>
                  <a:pt x="87276" y="916"/>
                </a:cubicBezTo>
                <a:cubicBezTo>
                  <a:pt x="87941" y="1155"/>
                  <a:pt x="88532" y="1431"/>
                  <a:pt x="89050" y="1744"/>
                </a:cubicBezTo>
                <a:cubicBezTo>
                  <a:pt x="89567" y="2057"/>
                  <a:pt x="89926" y="2314"/>
                  <a:pt x="90126" y="2515"/>
                </a:cubicBezTo>
                <a:cubicBezTo>
                  <a:pt x="90325" y="2716"/>
                  <a:pt x="90455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5" y="3645"/>
                  <a:pt x="90747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5" y="5072"/>
                  <a:pt x="90736" y="5279"/>
                </a:cubicBezTo>
                <a:cubicBezTo>
                  <a:pt x="90706" y="5486"/>
                  <a:pt x="90662" y="5660"/>
                  <a:pt x="90603" y="5800"/>
                </a:cubicBezTo>
                <a:cubicBezTo>
                  <a:pt x="90543" y="5941"/>
                  <a:pt x="90473" y="6044"/>
                  <a:pt x="90392" y="6111"/>
                </a:cubicBezTo>
                <a:cubicBezTo>
                  <a:pt x="90311" y="6177"/>
                  <a:pt x="90211" y="6211"/>
                  <a:pt x="90092" y="6211"/>
                </a:cubicBezTo>
                <a:cubicBezTo>
                  <a:pt x="89885" y="6211"/>
                  <a:pt x="89597" y="6065"/>
                  <a:pt x="89227" y="5775"/>
                </a:cubicBezTo>
                <a:cubicBezTo>
                  <a:pt x="88858" y="5484"/>
                  <a:pt x="88381" y="5163"/>
                  <a:pt x="87797" y="4813"/>
                </a:cubicBezTo>
                <a:cubicBezTo>
                  <a:pt x="87213" y="4463"/>
                  <a:pt x="86503" y="4142"/>
                  <a:pt x="85667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0" y="3416"/>
                  <a:pt x="80233" y="3671"/>
                  <a:pt x="79191" y="4181"/>
                </a:cubicBezTo>
                <a:cubicBezTo>
                  <a:pt x="78148" y="4691"/>
                  <a:pt x="77257" y="5442"/>
                  <a:pt x="76518" y="6432"/>
                </a:cubicBezTo>
                <a:cubicBezTo>
                  <a:pt x="75779" y="7423"/>
                  <a:pt x="75206" y="8632"/>
                  <a:pt x="74799" y="10059"/>
                </a:cubicBezTo>
                <a:cubicBezTo>
                  <a:pt x="74392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7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4" y="24217"/>
                  <a:pt x="78093" y="24927"/>
                  <a:pt x="79157" y="25408"/>
                </a:cubicBezTo>
                <a:cubicBezTo>
                  <a:pt x="80222" y="25888"/>
                  <a:pt x="81427" y="26129"/>
                  <a:pt x="82773" y="26129"/>
                </a:cubicBezTo>
                <a:cubicBezTo>
                  <a:pt x="83911" y="26129"/>
                  <a:pt x="84906" y="25987"/>
                  <a:pt x="85756" y="25704"/>
                </a:cubicBezTo>
                <a:cubicBezTo>
                  <a:pt x="86606" y="25420"/>
                  <a:pt x="87331" y="25104"/>
                  <a:pt x="87930" y="24753"/>
                </a:cubicBezTo>
                <a:cubicBezTo>
                  <a:pt x="88529" y="24403"/>
                  <a:pt x="89020" y="24086"/>
                  <a:pt x="89405" y="23803"/>
                </a:cubicBezTo>
                <a:cubicBezTo>
                  <a:pt x="89789" y="23520"/>
                  <a:pt x="90092" y="23378"/>
                  <a:pt x="90314" y="23378"/>
                </a:cubicBezTo>
                <a:cubicBezTo>
                  <a:pt x="90418" y="23378"/>
                  <a:pt x="90506" y="23400"/>
                  <a:pt x="90580" y="23445"/>
                </a:cubicBezTo>
                <a:cubicBezTo>
                  <a:pt x="90654" y="23489"/>
                  <a:pt x="90713" y="23574"/>
                  <a:pt x="90758" y="23700"/>
                </a:cubicBezTo>
                <a:cubicBezTo>
                  <a:pt x="90802" y="23826"/>
                  <a:pt x="90835" y="23999"/>
                  <a:pt x="90858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4" y="28790"/>
                  <a:pt x="116795" y="28879"/>
                </a:cubicBezTo>
                <a:cubicBezTo>
                  <a:pt x="116736" y="28968"/>
                  <a:pt x="116632" y="29038"/>
                  <a:pt x="116484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3" y="29278"/>
                  <a:pt x="114998" y="29278"/>
                </a:cubicBezTo>
                <a:cubicBezTo>
                  <a:pt x="114614" y="29278"/>
                  <a:pt x="114303" y="29260"/>
                  <a:pt x="114067" y="29223"/>
                </a:cubicBezTo>
                <a:cubicBezTo>
                  <a:pt x="113830" y="29186"/>
                  <a:pt x="113638" y="29141"/>
                  <a:pt x="113490" y="29090"/>
                </a:cubicBezTo>
                <a:cubicBezTo>
                  <a:pt x="113342" y="29038"/>
                  <a:pt x="113239" y="28968"/>
                  <a:pt x="113180" y="28879"/>
                </a:cubicBezTo>
                <a:cubicBezTo>
                  <a:pt x="113120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5" y="29038"/>
                  <a:pt x="99627" y="29090"/>
                </a:cubicBezTo>
                <a:cubicBezTo>
                  <a:pt x="99479" y="29141"/>
                  <a:pt x="99283" y="29186"/>
                  <a:pt x="99039" y="29223"/>
                </a:cubicBezTo>
                <a:cubicBezTo>
                  <a:pt x="98795" y="29260"/>
                  <a:pt x="98489" y="29278"/>
                  <a:pt x="98119" y="29278"/>
                </a:cubicBezTo>
                <a:cubicBezTo>
                  <a:pt x="97764" y="29278"/>
                  <a:pt x="97461" y="29260"/>
                  <a:pt x="97210" y="29223"/>
                </a:cubicBezTo>
                <a:cubicBezTo>
                  <a:pt x="96958" y="29186"/>
                  <a:pt x="96759" y="29141"/>
                  <a:pt x="96611" y="29090"/>
                </a:cubicBezTo>
                <a:cubicBezTo>
                  <a:pt x="96463" y="29038"/>
                  <a:pt x="96359" y="28968"/>
                  <a:pt x="96300" y="28879"/>
                </a:cubicBezTo>
                <a:cubicBezTo>
                  <a:pt x="96241" y="28790"/>
                  <a:pt x="96211" y="28687"/>
                  <a:pt x="96211" y="28568"/>
                </a:cubicBezTo>
                <a:lnTo>
                  <a:pt x="96211" y="1020"/>
                </a:lnTo>
                <a:cubicBezTo>
                  <a:pt x="96211" y="902"/>
                  <a:pt x="96241" y="798"/>
                  <a:pt x="96300" y="710"/>
                </a:cubicBezTo>
                <a:cubicBezTo>
                  <a:pt x="96359" y="621"/>
                  <a:pt x="96463" y="551"/>
                  <a:pt x="96611" y="499"/>
                </a:cubicBezTo>
                <a:cubicBezTo>
                  <a:pt x="96759" y="447"/>
                  <a:pt x="96958" y="403"/>
                  <a:pt x="97210" y="366"/>
                </a:cubicBezTo>
                <a:cubicBezTo>
                  <a:pt x="97461" y="329"/>
                  <a:pt x="97764" y="311"/>
                  <a:pt x="98119" y="311"/>
                </a:cubicBezTo>
                <a:cubicBezTo>
                  <a:pt x="98489" y="311"/>
                  <a:pt x="98795" y="329"/>
                  <a:pt x="99039" y="366"/>
                </a:cubicBezTo>
                <a:cubicBezTo>
                  <a:pt x="99283" y="403"/>
                  <a:pt x="99479" y="447"/>
                  <a:pt x="99627" y="499"/>
                </a:cubicBezTo>
                <a:cubicBezTo>
                  <a:pt x="99775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0" y="798"/>
                  <a:pt x="113180" y="710"/>
                </a:cubicBezTo>
                <a:cubicBezTo>
                  <a:pt x="113239" y="621"/>
                  <a:pt x="113342" y="551"/>
                  <a:pt x="113490" y="499"/>
                </a:cubicBezTo>
                <a:cubicBezTo>
                  <a:pt x="113638" y="447"/>
                  <a:pt x="113830" y="403"/>
                  <a:pt x="114067" y="366"/>
                </a:cubicBezTo>
                <a:cubicBezTo>
                  <a:pt x="114303" y="329"/>
                  <a:pt x="114614" y="311"/>
                  <a:pt x="114998" y="311"/>
                </a:cubicBezTo>
                <a:cubicBezTo>
                  <a:pt x="115353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4" y="499"/>
                </a:cubicBezTo>
                <a:cubicBezTo>
                  <a:pt x="116632" y="551"/>
                  <a:pt x="116736" y="621"/>
                  <a:pt x="116795" y="710"/>
                </a:cubicBezTo>
                <a:cubicBezTo>
                  <a:pt x="116854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3" y="35766"/>
                </a:moveTo>
                <a:cubicBezTo>
                  <a:pt x="143273" y="36287"/>
                  <a:pt x="143214" y="36667"/>
                  <a:pt x="143096" y="36906"/>
                </a:cubicBezTo>
                <a:cubicBezTo>
                  <a:pt x="142978" y="37144"/>
                  <a:pt x="142793" y="37263"/>
                  <a:pt x="142541" y="37263"/>
                </a:cubicBezTo>
                <a:lnTo>
                  <a:pt x="121182" y="37263"/>
                </a:lnTo>
                <a:cubicBezTo>
                  <a:pt x="120930" y="37263"/>
                  <a:pt x="120738" y="37151"/>
                  <a:pt x="120605" y="36928"/>
                </a:cubicBezTo>
                <a:cubicBezTo>
                  <a:pt x="120472" y="36705"/>
                  <a:pt x="120405" y="36332"/>
                  <a:pt x="120405" y="35810"/>
                </a:cubicBezTo>
                <a:cubicBezTo>
                  <a:pt x="120405" y="35304"/>
                  <a:pt x="120472" y="34924"/>
                  <a:pt x="120605" y="34671"/>
                </a:cubicBezTo>
                <a:cubicBezTo>
                  <a:pt x="120738" y="34418"/>
                  <a:pt x="120930" y="34291"/>
                  <a:pt x="121182" y="34291"/>
                </a:cubicBezTo>
                <a:lnTo>
                  <a:pt x="142541" y="34291"/>
                </a:lnTo>
                <a:cubicBezTo>
                  <a:pt x="142778" y="34291"/>
                  <a:pt x="142959" y="34410"/>
                  <a:pt x="143085" y="34649"/>
                </a:cubicBezTo>
                <a:cubicBezTo>
                  <a:pt x="143210" y="34887"/>
                  <a:pt x="143273" y="35260"/>
                  <a:pt x="143273" y="35766"/>
                </a:cubicBezTo>
                <a:close/>
                <a:moveTo>
                  <a:pt x="164342" y="21792"/>
                </a:moveTo>
                <a:cubicBezTo>
                  <a:pt x="164342" y="23036"/>
                  <a:pt x="164120" y="24143"/>
                  <a:pt x="163677" y="25112"/>
                </a:cubicBezTo>
                <a:cubicBezTo>
                  <a:pt x="163233" y="26082"/>
                  <a:pt x="162594" y="26901"/>
                  <a:pt x="161758" y="27568"/>
                </a:cubicBezTo>
                <a:cubicBezTo>
                  <a:pt x="160923" y="28234"/>
                  <a:pt x="159891" y="28737"/>
                  <a:pt x="158664" y="29078"/>
                </a:cubicBezTo>
                <a:cubicBezTo>
                  <a:pt x="157437" y="29419"/>
                  <a:pt x="156032" y="29589"/>
                  <a:pt x="154450" y="29589"/>
                </a:cubicBezTo>
                <a:cubicBezTo>
                  <a:pt x="152971" y="29589"/>
                  <a:pt x="151647" y="29433"/>
                  <a:pt x="150479" y="29122"/>
                </a:cubicBezTo>
                <a:cubicBezTo>
                  <a:pt x="149311" y="28811"/>
                  <a:pt x="148320" y="28352"/>
                  <a:pt x="147507" y="27745"/>
                </a:cubicBezTo>
                <a:cubicBezTo>
                  <a:pt x="146694" y="27138"/>
                  <a:pt x="146073" y="26390"/>
                  <a:pt x="145644" y="25501"/>
                </a:cubicBezTo>
                <a:cubicBezTo>
                  <a:pt x="145215" y="24613"/>
                  <a:pt x="145001" y="23598"/>
                  <a:pt x="145001" y="22458"/>
                </a:cubicBezTo>
                <a:cubicBezTo>
                  <a:pt x="145001" y="21555"/>
                  <a:pt x="145149" y="20726"/>
                  <a:pt x="145444" y="19971"/>
                </a:cubicBezTo>
                <a:cubicBezTo>
                  <a:pt x="145740" y="19215"/>
                  <a:pt x="146165" y="18519"/>
                  <a:pt x="146720" y="17882"/>
                </a:cubicBezTo>
                <a:cubicBezTo>
                  <a:pt x="147274" y="17246"/>
                  <a:pt x="147958" y="16649"/>
                  <a:pt x="148771" y="16094"/>
                </a:cubicBezTo>
                <a:cubicBezTo>
                  <a:pt x="149585" y="15539"/>
                  <a:pt x="150501" y="15009"/>
                  <a:pt x="151522" y="14505"/>
                </a:cubicBezTo>
                <a:cubicBezTo>
                  <a:pt x="150635" y="14047"/>
                  <a:pt x="149851" y="13562"/>
                  <a:pt x="149171" y="13051"/>
                </a:cubicBezTo>
                <a:cubicBezTo>
                  <a:pt x="148490" y="12540"/>
                  <a:pt x="147914" y="11985"/>
                  <a:pt x="147441" y="11385"/>
                </a:cubicBezTo>
                <a:cubicBezTo>
                  <a:pt x="146967" y="10785"/>
                  <a:pt x="146609" y="10145"/>
                  <a:pt x="146365" y="9463"/>
                </a:cubicBezTo>
                <a:cubicBezTo>
                  <a:pt x="146121" y="8782"/>
                  <a:pt x="145999" y="8041"/>
                  <a:pt x="145999" y="7242"/>
                </a:cubicBezTo>
                <a:cubicBezTo>
                  <a:pt x="145999" y="6235"/>
                  <a:pt x="146180" y="5291"/>
                  <a:pt x="146542" y="4410"/>
                </a:cubicBezTo>
                <a:cubicBezTo>
                  <a:pt x="146905" y="3529"/>
                  <a:pt x="147452" y="2762"/>
                  <a:pt x="148184" y="2111"/>
                </a:cubicBezTo>
                <a:cubicBezTo>
                  <a:pt x="148916" y="1459"/>
                  <a:pt x="149847" y="944"/>
                  <a:pt x="150978" y="566"/>
                </a:cubicBezTo>
                <a:cubicBezTo>
                  <a:pt x="152110" y="189"/>
                  <a:pt x="153429" y="0"/>
                  <a:pt x="154938" y="0"/>
                </a:cubicBezTo>
                <a:cubicBezTo>
                  <a:pt x="156387" y="0"/>
                  <a:pt x="157640" y="174"/>
                  <a:pt x="158697" y="522"/>
                </a:cubicBezTo>
                <a:cubicBezTo>
                  <a:pt x="159754" y="870"/>
                  <a:pt x="160627" y="1344"/>
                  <a:pt x="161314" y="1944"/>
                </a:cubicBezTo>
                <a:cubicBezTo>
                  <a:pt x="162002" y="2543"/>
                  <a:pt x="162509" y="3251"/>
                  <a:pt x="162834" y="4065"/>
                </a:cubicBezTo>
                <a:cubicBezTo>
                  <a:pt x="163159" y="4879"/>
                  <a:pt x="163322" y="5753"/>
                  <a:pt x="163322" y="6686"/>
                </a:cubicBezTo>
                <a:cubicBezTo>
                  <a:pt x="163322" y="7442"/>
                  <a:pt x="163200" y="8167"/>
                  <a:pt x="162956" y="8863"/>
                </a:cubicBezTo>
                <a:cubicBezTo>
                  <a:pt x="162712" y="9559"/>
                  <a:pt x="162353" y="10218"/>
                  <a:pt x="161880" y="10840"/>
                </a:cubicBezTo>
                <a:cubicBezTo>
                  <a:pt x="161407" y="11462"/>
                  <a:pt x="160826" y="12043"/>
                  <a:pt x="160139" y="12584"/>
                </a:cubicBezTo>
                <a:cubicBezTo>
                  <a:pt x="159451" y="13125"/>
                  <a:pt x="158664" y="13632"/>
                  <a:pt x="157777" y="14106"/>
                </a:cubicBezTo>
                <a:cubicBezTo>
                  <a:pt x="158827" y="14624"/>
                  <a:pt x="159762" y="15157"/>
                  <a:pt x="160583" y="15705"/>
                </a:cubicBezTo>
                <a:cubicBezTo>
                  <a:pt x="161403" y="16253"/>
                  <a:pt x="162091" y="16842"/>
                  <a:pt x="162645" y="17471"/>
                </a:cubicBezTo>
                <a:cubicBezTo>
                  <a:pt x="163200" y="18101"/>
                  <a:pt x="163621" y="18767"/>
                  <a:pt x="163910" y="19470"/>
                </a:cubicBezTo>
                <a:cubicBezTo>
                  <a:pt x="164198" y="20174"/>
                  <a:pt x="164342" y="20947"/>
                  <a:pt x="164342" y="21792"/>
                </a:cubicBezTo>
                <a:moveTo>
                  <a:pt x="159551" y="7039"/>
                </a:moveTo>
                <a:cubicBezTo>
                  <a:pt x="159551" y="6417"/>
                  <a:pt x="159444" y="5854"/>
                  <a:pt x="159229" y="5350"/>
                </a:cubicBezTo>
                <a:cubicBezTo>
                  <a:pt x="159015" y="4847"/>
                  <a:pt x="158701" y="4417"/>
                  <a:pt x="158287" y="4062"/>
                </a:cubicBezTo>
                <a:cubicBezTo>
                  <a:pt x="157873" y="3706"/>
                  <a:pt x="157359" y="3435"/>
                  <a:pt x="156745" y="3250"/>
                </a:cubicBezTo>
                <a:cubicBezTo>
                  <a:pt x="156132" y="3065"/>
                  <a:pt x="155433" y="2972"/>
                  <a:pt x="154649" y="2972"/>
                </a:cubicBezTo>
                <a:cubicBezTo>
                  <a:pt x="153052" y="2972"/>
                  <a:pt x="151843" y="3335"/>
                  <a:pt x="151023" y="4061"/>
                </a:cubicBezTo>
                <a:cubicBezTo>
                  <a:pt x="150202" y="4787"/>
                  <a:pt x="149792" y="5780"/>
                  <a:pt x="149792" y="7039"/>
                </a:cubicBezTo>
                <a:cubicBezTo>
                  <a:pt x="149792" y="7617"/>
                  <a:pt x="149891" y="8154"/>
                  <a:pt x="150091" y="8650"/>
                </a:cubicBezTo>
                <a:cubicBezTo>
                  <a:pt x="150291" y="9147"/>
                  <a:pt x="150601" y="9617"/>
                  <a:pt x="151023" y="10062"/>
                </a:cubicBezTo>
                <a:cubicBezTo>
                  <a:pt x="151444" y="10506"/>
                  <a:pt x="151976" y="10940"/>
                  <a:pt x="152620" y="11362"/>
                </a:cubicBezTo>
                <a:cubicBezTo>
                  <a:pt x="153263" y="11784"/>
                  <a:pt x="154028" y="12224"/>
                  <a:pt x="154915" y="12684"/>
                </a:cubicBezTo>
                <a:cubicBezTo>
                  <a:pt x="156409" y="11913"/>
                  <a:pt x="157555" y="11062"/>
                  <a:pt x="158353" y="10128"/>
                </a:cubicBezTo>
                <a:cubicBezTo>
                  <a:pt x="159152" y="9195"/>
                  <a:pt x="159551" y="8165"/>
                  <a:pt x="159551" y="7039"/>
                </a:cubicBezTo>
                <a:moveTo>
                  <a:pt x="160483" y="22194"/>
                </a:moveTo>
                <a:cubicBezTo>
                  <a:pt x="160483" y="21513"/>
                  <a:pt x="160357" y="20894"/>
                  <a:pt x="160106" y="20339"/>
                </a:cubicBezTo>
                <a:cubicBezTo>
                  <a:pt x="159854" y="19783"/>
                  <a:pt x="159473" y="19265"/>
                  <a:pt x="158963" y="18783"/>
                </a:cubicBezTo>
                <a:cubicBezTo>
                  <a:pt x="158453" y="18302"/>
                  <a:pt x="157817" y="17835"/>
                  <a:pt x="157056" y="17383"/>
                </a:cubicBezTo>
                <a:cubicBezTo>
                  <a:pt x="156294" y="16931"/>
                  <a:pt x="155411" y="16461"/>
                  <a:pt x="154405" y="15972"/>
                </a:cubicBezTo>
                <a:cubicBezTo>
                  <a:pt x="153474" y="16431"/>
                  <a:pt x="152657" y="16891"/>
                  <a:pt x="151954" y="17350"/>
                </a:cubicBezTo>
                <a:cubicBezTo>
                  <a:pt x="151252" y="17809"/>
                  <a:pt x="150675" y="18283"/>
                  <a:pt x="150224" y="18772"/>
                </a:cubicBezTo>
                <a:cubicBezTo>
                  <a:pt x="149773" y="19261"/>
                  <a:pt x="149433" y="19776"/>
                  <a:pt x="149204" y="20317"/>
                </a:cubicBezTo>
                <a:cubicBezTo>
                  <a:pt x="148975" y="20857"/>
                  <a:pt x="148860" y="21454"/>
                  <a:pt x="148860" y="22106"/>
                </a:cubicBezTo>
                <a:cubicBezTo>
                  <a:pt x="148860" y="23543"/>
                  <a:pt x="149352" y="24654"/>
                  <a:pt x="150335" y="25439"/>
                </a:cubicBezTo>
                <a:cubicBezTo>
                  <a:pt x="151318" y="26224"/>
                  <a:pt x="152786" y="26617"/>
                  <a:pt x="154738" y="26617"/>
                </a:cubicBezTo>
                <a:cubicBezTo>
                  <a:pt x="156631" y="26617"/>
                  <a:pt x="158061" y="26220"/>
                  <a:pt x="159030" y="25428"/>
                </a:cubicBezTo>
                <a:cubicBezTo>
                  <a:pt x="159998" y="24635"/>
                  <a:pt x="160483" y="23558"/>
                  <a:pt x="160483" y="22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1805A-41F6-4BE5-ADF8-C5C2F03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585436"/>
            <a:ext cx="326383" cy="68154"/>
          </a:xfrm>
          <a:custGeom xmlns:a="http://schemas.openxmlformats.org/drawingml/2006/main">
            <a:pathLst>
              <a:path w="326383" h="68154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97"/>
                </a:lnTo>
                <a:cubicBezTo>
                  <a:pt x="326383" y="63074"/>
                  <a:pt x="321311" y="68154"/>
                  <a:pt x="315027" y="68154"/>
                </a:cubicBezTo>
                <a:lnTo>
                  <a:pt x="11356" y="68154"/>
                </a:lnTo>
                <a:cubicBezTo>
                  <a:pt x="5073" y="68154"/>
                  <a:pt x="0" y="63074"/>
                  <a:pt x="0" y="56797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PATCH_9">
            <a:extLst xmlns:a="http://schemas.openxmlformats.org/drawingml/2006/main">
              <a:ext uri="{FF2B5EF4-FFF2-40B4-BE49-F238E27FC236}">
                <a16:creationId xmlns:a16="http://schemas.microsoft.com/office/drawing/2014/main" id="{74018824-D91B-4FE9-8B2D-0AE8326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720" y="5606728"/>
            <a:ext cx="163898" cy="37263"/>
          </a:xfrm>
          <a:custGeom xmlns:a="http://schemas.openxmlformats.org/drawingml/2006/main">
            <a:pathLst>
              <a:path w="163898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6" y="28117"/>
                  <a:pt x="45159" y="28380"/>
                  <a:pt x="45166" y="28580"/>
                </a:cubicBezTo>
                <a:cubicBezTo>
                  <a:pt x="45173" y="28779"/>
                  <a:pt x="45118" y="28931"/>
                  <a:pt x="45000" y="29034"/>
                </a:cubicBezTo>
                <a:cubicBezTo>
                  <a:pt x="44881" y="29138"/>
                  <a:pt x="44686" y="29204"/>
                  <a:pt x="44412" y="29234"/>
                </a:cubicBezTo>
                <a:cubicBezTo>
                  <a:pt x="44138" y="29263"/>
                  <a:pt x="43772" y="29278"/>
                  <a:pt x="43314" y="29278"/>
                </a:cubicBezTo>
                <a:cubicBezTo>
                  <a:pt x="42856" y="29278"/>
                  <a:pt x="42490" y="29267"/>
                  <a:pt x="42216" y="29245"/>
                </a:cubicBezTo>
                <a:cubicBezTo>
                  <a:pt x="41943" y="29223"/>
                  <a:pt x="41736" y="29186"/>
                  <a:pt x="41595" y="29134"/>
                </a:cubicBezTo>
                <a:cubicBezTo>
                  <a:pt x="41455" y="29082"/>
                  <a:pt x="41351" y="29012"/>
                  <a:pt x="41285" y="28923"/>
                </a:cubicBezTo>
                <a:cubicBezTo>
                  <a:pt x="41218" y="28835"/>
                  <a:pt x="41155" y="28724"/>
                  <a:pt x="41096" y="28591"/>
                </a:cubicBezTo>
                <a:lnTo>
                  <a:pt x="38634" y="21604"/>
                </a:lnTo>
                <a:lnTo>
                  <a:pt x="26701" y="21604"/>
                </a:lnTo>
                <a:lnTo>
                  <a:pt x="24350" y="28502"/>
                </a:lnTo>
                <a:cubicBezTo>
                  <a:pt x="24305" y="28635"/>
                  <a:pt x="24246" y="28750"/>
                  <a:pt x="24172" y="28846"/>
                </a:cubicBezTo>
                <a:cubicBezTo>
                  <a:pt x="24098" y="28942"/>
                  <a:pt x="23991" y="29023"/>
                  <a:pt x="23851" y="29090"/>
                </a:cubicBezTo>
                <a:cubicBezTo>
                  <a:pt x="23710" y="29156"/>
                  <a:pt x="23511" y="29204"/>
                  <a:pt x="23252" y="29234"/>
                </a:cubicBezTo>
                <a:cubicBezTo>
                  <a:pt x="22993" y="29263"/>
                  <a:pt x="22657" y="29278"/>
                  <a:pt x="22243" y="29278"/>
                </a:cubicBezTo>
                <a:cubicBezTo>
                  <a:pt x="21814" y="29278"/>
                  <a:pt x="21463" y="29260"/>
                  <a:pt x="21189" y="29223"/>
                </a:cubicBezTo>
                <a:cubicBezTo>
                  <a:pt x="20915" y="29186"/>
                  <a:pt x="20723" y="29116"/>
                  <a:pt x="20612" y="29012"/>
                </a:cubicBezTo>
                <a:cubicBezTo>
                  <a:pt x="20501" y="28909"/>
                  <a:pt x="20450" y="28757"/>
                  <a:pt x="20457" y="28557"/>
                </a:cubicBezTo>
                <a:cubicBezTo>
                  <a:pt x="20464" y="28358"/>
                  <a:pt x="20527" y="28095"/>
                  <a:pt x="20646" y="27770"/>
                </a:cubicBezTo>
                <a:lnTo>
                  <a:pt x="30272" y="1109"/>
                </a:lnTo>
                <a:cubicBezTo>
                  <a:pt x="30331" y="946"/>
                  <a:pt x="30409" y="813"/>
                  <a:pt x="30505" y="710"/>
                </a:cubicBezTo>
                <a:cubicBezTo>
                  <a:pt x="30601" y="606"/>
                  <a:pt x="30741" y="525"/>
                  <a:pt x="30926" y="466"/>
                </a:cubicBezTo>
                <a:cubicBezTo>
                  <a:pt x="31111" y="407"/>
                  <a:pt x="31348" y="366"/>
                  <a:pt x="31636" y="344"/>
                </a:cubicBezTo>
                <a:cubicBezTo>
                  <a:pt x="31924" y="322"/>
                  <a:pt x="32290" y="311"/>
                  <a:pt x="32734" y="311"/>
                </a:cubicBezTo>
                <a:cubicBezTo>
                  <a:pt x="33207" y="311"/>
                  <a:pt x="33599" y="322"/>
                  <a:pt x="33909" y="344"/>
                </a:cubicBezTo>
                <a:cubicBezTo>
                  <a:pt x="34220" y="366"/>
                  <a:pt x="34471" y="407"/>
                  <a:pt x="34664" y="466"/>
                </a:cubicBezTo>
                <a:cubicBezTo>
                  <a:pt x="34856" y="525"/>
                  <a:pt x="35004" y="610"/>
                  <a:pt x="35107" y="721"/>
                </a:cubicBezTo>
                <a:cubicBezTo>
                  <a:pt x="35211" y="832"/>
                  <a:pt x="35292" y="969"/>
                  <a:pt x="35351" y="1131"/>
                </a:cubicBezTo>
                <a:lnTo>
                  <a:pt x="44978" y="27792"/>
                </a:lnTo>
                <a:moveTo>
                  <a:pt x="32623" y="4259"/>
                </a:moveTo>
                <a:lnTo>
                  <a:pt x="32601" y="4259"/>
                </a:lnTo>
                <a:lnTo>
                  <a:pt x="27655" y="18565"/>
                </a:lnTo>
                <a:lnTo>
                  <a:pt x="37636" y="18565"/>
                </a:lnTo>
                <a:lnTo>
                  <a:pt x="32623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2" y="3316"/>
                </a:cubicBezTo>
                <a:cubicBezTo>
                  <a:pt x="67656" y="3442"/>
                  <a:pt x="67575" y="3534"/>
                  <a:pt x="67478" y="3593"/>
                </a:cubicBezTo>
                <a:cubicBezTo>
                  <a:pt x="67382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4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5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7" y="29090"/>
                </a:cubicBezTo>
                <a:cubicBezTo>
                  <a:pt x="55519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4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4" y="444"/>
                </a:cubicBezTo>
                <a:lnTo>
                  <a:pt x="67157" y="444"/>
                </a:lnTo>
                <a:cubicBezTo>
                  <a:pt x="67275" y="444"/>
                  <a:pt x="67382" y="473"/>
                  <a:pt x="67478" y="532"/>
                </a:cubicBezTo>
                <a:cubicBezTo>
                  <a:pt x="67575" y="591"/>
                  <a:pt x="67656" y="688"/>
                  <a:pt x="67722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4" y="25508"/>
                  <a:pt x="90869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4" y="26736"/>
                  <a:pt x="90336" y="26885"/>
                </a:cubicBezTo>
                <a:cubicBezTo>
                  <a:pt x="90189" y="27034"/>
                  <a:pt x="89878" y="27261"/>
                  <a:pt x="89405" y="27566"/>
                </a:cubicBezTo>
                <a:cubicBezTo>
                  <a:pt x="88932" y="27872"/>
                  <a:pt x="88344" y="28170"/>
                  <a:pt x="87641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4" y="29399"/>
                  <a:pt x="83320" y="29500"/>
                  <a:pt x="82241" y="29500"/>
                </a:cubicBezTo>
                <a:cubicBezTo>
                  <a:pt x="80377" y="29500"/>
                  <a:pt x="78695" y="29190"/>
                  <a:pt x="77194" y="28568"/>
                </a:cubicBezTo>
                <a:cubicBezTo>
                  <a:pt x="75694" y="27947"/>
                  <a:pt x="74415" y="27031"/>
                  <a:pt x="73357" y="25818"/>
                </a:cubicBezTo>
                <a:cubicBezTo>
                  <a:pt x="72300" y="24606"/>
                  <a:pt x="71487" y="23108"/>
                  <a:pt x="70917" y="21327"/>
                </a:cubicBezTo>
                <a:cubicBezTo>
                  <a:pt x="70348" y="19545"/>
                  <a:pt x="70063" y="17493"/>
                  <a:pt x="70063" y="15171"/>
                </a:cubicBezTo>
                <a:cubicBezTo>
                  <a:pt x="70063" y="12791"/>
                  <a:pt x="70370" y="10669"/>
                  <a:pt x="70984" y="8806"/>
                </a:cubicBezTo>
                <a:cubicBezTo>
                  <a:pt x="71598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49" y="1109"/>
                </a:cubicBezTo>
                <a:cubicBezTo>
                  <a:pt x="79095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6" y="480"/>
                  <a:pt x="86610" y="678"/>
                  <a:pt x="87276" y="916"/>
                </a:cubicBezTo>
                <a:cubicBezTo>
                  <a:pt x="87941" y="1155"/>
                  <a:pt x="88532" y="1431"/>
                  <a:pt x="89050" y="1744"/>
                </a:cubicBezTo>
                <a:cubicBezTo>
                  <a:pt x="89567" y="2057"/>
                  <a:pt x="89926" y="2314"/>
                  <a:pt x="90126" y="2515"/>
                </a:cubicBezTo>
                <a:cubicBezTo>
                  <a:pt x="90325" y="2716"/>
                  <a:pt x="90455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5" y="3645"/>
                  <a:pt x="90747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5" y="5072"/>
                  <a:pt x="90736" y="5279"/>
                </a:cubicBezTo>
                <a:cubicBezTo>
                  <a:pt x="90706" y="5486"/>
                  <a:pt x="90662" y="5660"/>
                  <a:pt x="90603" y="5800"/>
                </a:cubicBezTo>
                <a:cubicBezTo>
                  <a:pt x="90543" y="5941"/>
                  <a:pt x="90473" y="6044"/>
                  <a:pt x="90392" y="6111"/>
                </a:cubicBezTo>
                <a:cubicBezTo>
                  <a:pt x="90311" y="6177"/>
                  <a:pt x="90211" y="6211"/>
                  <a:pt x="90092" y="6211"/>
                </a:cubicBezTo>
                <a:cubicBezTo>
                  <a:pt x="89885" y="6211"/>
                  <a:pt x="89597" y="6065"/>
                  <a:pt x="89227" y="5775"/>
                </a:cubicBezTo>
                <a:cubicBezTo>
                  <a:pt x="88858" y="5484"/>
                  <a:pt x="88381" y="5163"/>
                  <a:pt x="87797" y="4813"/>
                </a:cubicBezTo>
                <a:cubicBezTo>
                  <a:pt x="87213" y="4463"/>
                  <a:pt x="86503" y="4142"/>
                  <a:pt x="85667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0" y="3416"/>
                  <a:pt x="80233" y="3671"/>
                  <a:pt x="79191" y="4181"/>
                </a:cubicBezTo>
                <a:cubicBezTo>
                  <a:pt x="78148" y="4691"/>
                  <a:pt x="77257" y="5442"/>
                  <a:pt x="76518" y="6432"/>
                </a:cubicBezTo>
                <a:cubicBezTo>
                  <a:pt x="75779" y="7423"/>
                  <a:pt x="75206" y="8632"/>
                  <a:pt x="74799" y="10059"/>
                </a:cubicBezTo>
                <a:cubicBezTo>
                  <a:pt x="74392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7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4" y="24217"/>
                  <a:pt x="78093" y="24927"/>
                  <a:pt x="79157" y="25408"/>
                </a:cubicBezTo>
                <a:cubicBezTo>
                  <a:pt x="80222" y="25888"/>
                  <a:pt x="81427" y="26129"/>
                  <a:pt x="82773" y="26129"/>
                </a:cubicBezTo>
                <a:cubicBezTo>
                  <a:pt x="83911" y="26129"/>
                  <a:pt x="84906" y="25987"/>
                  <a:pt x="85756" y="25704"/>
                </a:cubicBezTo>
                <a:cubicBezTo>
                  <a:pt x="86606" y="25420"/>
                  <a:pt x="87331" y="25104"/>
                  <a:pt x="87930" y="24753"/>
                </a:cubicBezTo>
                <a:cubicBezTo>
                  <a:pt x="88529" y="24403"/>
                  <a:pt x="89020" y="24086"/>
                  <a:pt x="89405" y="23803"/>
                </a:cubicBezTo>
                <a:cubicBezTo>
                  <a:pt x="89789" y="23520"/>
                  <a:pt x="90092" y="23378"/>
                  <a:pt x="90314" y="23378"/>
                </a:cubicBezTo>
                <a:cubicBezTo>
                  <a:pt x="90418" y="23378"/>
                  <a:pt x="90506" y="23400"/>
                  <a:pt x="90580" y="23445"/>
                </a:cubicBezTo>
                <a:cubicBezTo>
                  <a:pt x="90654" y="23489"/>
                  <a:pt x="90713" y="23574"/>
                  <a:pt x="90758" y="23700"/>
                </a:cubicBezTo>
                <a:cubicBezTo>
                  <a:pt x="90802" y="23826"/>
                  <a:pt x="90835" y="23999"/>
                  <a:pt x="90858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4" y="28790"/>
                  <a:pt x="116795" y="28879"/>
                </a:cubicBezTo>
                <a:cubicBezTo>
                  <a:pt x="116736" y="28968"/>
                  <a:pt x="116632" y="29038"/>
                  <a:pt x="116484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3" y="29278"/>
                  <a:pt x="114998" y="29278"/>
                </a:cubicBezTo>
                <a:cubicBezTo>
                  <a:pt x="114614" y="29278"/>
                  <a:pt x="114303" y="29260"/>
                  <a:pt x="114067" y="29223"/>
                </a:cubicBezTo>
                <a:cubicBezTo>
                  <a:pt x="113830" y="29186"/>
                  <a:pt x="113638" y="29141"/>
                  <a:pt x="113490" y="29090"/>
                </a:cubicBezTo>
                <a:cubicBezTo>
                  <a:pt x="113342" y="29038"/>
                  <a:pt x="113239" y="28968"/>
                  <a:pt x="113180" y="28879"/>
                </a:cubicBezTo>
                <a:cubicBezTo>
                  <a:pt x="113120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5" y="29038"/>
                  <a:pt x="99627" y="29090"/>
                </a:cubicBezTo>
                <a:cubicBezTo>
                  <a:pt x="99479" y="29141"/>
                  <a:pt x="99283" y="29186"/>
                  <a:pt x="99039" y="29223"/>
                </a:cubicBezTo>
                <a:cubicBezTo>
                  <a:pt x="98795" y="29260"/>
                  <a:pt x="98489" y="29278"/>
                  <a:pt x="98119" y="29278"/>
                </a:cubicBezTo>
                <a:cubicBezTo>
                  <a:pt x="97764" y="29278"/>
                  <a:pt x="97461" y="29260"/>
                  <a:pt x="97210" y="29223"/>
                </a:cubicBezTo>
                <a:cubicBezTo>
                  <a:pt x="96958" y="29186"/>
                  <a:pt x="96759" y="29141"/>
                  <a:pt x="96611" y="29090"/>
                </a:cubicBezTo>
                <a:cubicBezTo>
                  <a:pt x="96463" y="29038"/>
                  <a:pt x="96359" y="28968"/>
                  <a:pt x="96300" y="28879"/>
                </a:cubicBezTo>
                <a:cubicBezTo>
                  <a:pt x="96241" y="28790"/>
                  <a:pt x="96211" y="28687"/>
                  <a:pt x="96211" y="28568"/>
                </a:cubicBezTo>
                <a:lnTo>
                  <a:pt x="96211" y="1020"/>
                </a:lnTo>
                <a:cubicBezTo>
                  <a:pt x="96211" y="902"/>
                  <a:pt x="96241" y="798"/>
                  <a:pt x="96300" y="710"/>
                </a:cubicBezTo>
                <a:cubicBezTo>
                  <a:pt x="96359" y="621"/>
                  <a:pt x="96463" y="551"/>
                  <a:pt x="96611" y="499"/>
                </a:cubicBezTo>
                <a:cubicBezTo>
                  <a:pt x="96759" y="447"/>
                  <a:pt x="96958" y="403"/>
                  <a:pt x="97210" y="366"/>
                </a:cubicBezTo>
                <a:cubicBezTo>
                  <a:pt x="97461" y="329"/>
                  <a:pt x="97764" y="311"/>
                  <a:pt x="98119" y="311"/>
                </a:cubicBezTo>
                <a:cubicBezTo>
                  <a:pt x="98489" y="311"/>
                  <a:pt x="98795" y="329"/>
                  <a:pt x="99039" y="366"/>
                </a:cubicBezTo>
                <a:cubicBezTo>
                  <a:pt x="99283" y="403"/>
                  <a:pt x="99479" y="447"/>
                  <a:pt x="99627" y="499"/>
                </a:cubicBezTo>
                <a:cubicBezTo>
                  <a:pt x="99775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0" y="798"/>
                  <a:pt x="113180" y="710"/>
                </a:cubicBezTo>
                <a:cubicBezTo>
                  <a:pt x="113239" y="621"/>
                  <a:pt x="113342" y="551"/>
                  <a:pt x="113490" y="499"/>
                </a:cubicBezTo>
                <a:cubicBezTo>
                  <a:pt x="113638" y="447"/>
                  <a:pt x="113830" y="403"/>
                  <a:pt x="114067" y="366"/>
                </a:cubicBezTo>
                <a:cubicBezTo>
                  <a:pt x="114303" y="329"/>
                  <a:pt x="114614" y="311"/>
                  <a:pt x="114998" y="311"/>
                </a:cubicBezTo>
                <a:cubicBezTo>
                  <a:pt x="115353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4" y="499"/>
                </a:cubicBezTo>
                <a:cubicBezTo>
                  <a:pt x="116632" y="551"/>
                  <a:pt x="116736" y="621"/>
                  <a:pt x="116795" y="710"/>
                </a:cubicBezTo>
                <a:cubicBezTo>
                  <a:pt x="116854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3" y="35766"/>
                </a:moveTo>
                <a:cubicBezTo>
                  <a:pt x="143273" y="36287"/>
                  <a:pt x="143214" y="36667"/>
                  <a:pt x="143096" y="36906"/>
                </a:cubicBezTo>
                <a:cubicBezTo>
                  <a:pt x="142978" y="37144"/>
                  <a:pt x="142793" y="37263"/>
                  <a:pt x="142541" y="37263"/>
                </a:cubicBezTo>
                <a:lnTo>
                  <a:pt x="121182" y="37263"/>
                </a:lnTo>
                <a:cubicBezTo>
                  <a:pt x="120930" y="37263"/>
                  <a:pt x="120738" y="37151"/>
                  <a:pt x="120605" y="36928"/>
                </a:cubicBezTo>
                <a:cubicBezTo>
                  <a:pt x="120472" y="36705"/>
                  <a:pt x="120405" y="36332"/>
                  <a:pt x="120405" y="35810"/>
                </a:cubicBezTo>
                <a:cubicBezTo>
                  <a:pt x="120405" y="35304"/>
                  <a:pt x="120472" y="34924"/>
                  <a:pt x="120605" y="34671"/>
                </a:cubicBezTo>
                <a:cubicBezTo>
                  <a:pt x="120738" y="34418"/>
                  <a:pt x="120930" y="34291"/>
                  <a:pt x="121182" y="34291"/>
                </a:cubicBezTo>
                <a:lnTo>
                  <a:pt x="142541" y="34291"/>
                </a:lnTo>
                <a:cubicBezTo>
                  <a:pt x="142778" y="34291"/>
                  <a:pt x="142959" y="34410"/>
                  <a:pt x="143085" y="34649"/>
                </a:cubicBezTo>
                <a:cubicBezTo>
                  <a:pt x="143210" y="34887"/>
                  <a:pt x="143273" y="35260"/>
                  <a:pt x="143273" y="35766"/>
                </a:cubicBezTo>
                <a:close/>
                <a:moveTo>
                  <a:pt x="163898" y="13662"/>
                </a:moveTo>
                <a:cubicBezTo>
                  <a:pt x="163898" y="14906"/>
                  <a:pt x="163825" y="16165"/>
                  <a:pt x="163677" y="17438"/>
                </a:cubicBezTo>
                <a:cubicBezTo>
                  <a:pt x="163529" y="18712"/>
                  <a:pt x="163277" y="19937"/>
                  <a:pt x="162923" y="21114"/>
                </a:cubicBezTo>
                <a:cubicBezTo>
                  <a:pt x="162568" y="22291"/>
                  <a:pt x="162091" y="23395"/>
                  <a:pt x="161492" y="24424"/>
                </a:cubicBezTo>
                <a:cubicBezTo>
                  <a:pt x="160893" y="25453"/>
                  <a:pt x="160139" y="26353"/>
                  <a:pt x="159229" y="27123"/>
                </a:cubicBezTo>
                <a:cubicBezTo>
                  <a:pt x="158320" y="27893"/>
                  <a:pt x="157241" y="28497"/>
                  <a:pt x="155991" y="28934"/>
                </a:cubicBezTo>
                <a:cubicBezTo>
                  <a:pt x="154742" y="29370"/>
                  <a:pt x="153289" y="29589"/>
                  <a:pt x="151633" y="29589"/>
                </a:cubicBezTo>
                <a:cubicBezTo>
                  <a:pt x="150997" y="29589"/>
                  <a:pt x="150379" y="29548"/>
                  <a:pt x="149781" y="29467"/>
                </a:cubicBezTo>
                <a:cubicBezTo>
                  <a:pt x="149182" y="29385"/>
                  <a:pt x="148642" y="29286"/>
                  <a:pt x="148161" y="29167"/>
                </a:cubicBezTo>
                <a:cubicBezTo>
                  <a:pt x="147681" y="29049"/>
                  <a:pt x="147278" y="28923"/>
                  <a:pt x="146953" y="28790"/>
                </a:cubicBezTo>
                <a:cubicBezTo>
                  <a:pt x="146627" y="28657"/>
                  <a:pt x="146391" y="28524"/>
                  <a:pt x="146243" y="28391"/>
                </a:cubicBezTo>
                <a:cubicBezTo>
                  <a:pt x="146095" y="28258"/>
                  <a:pt x="145988" y="28077"/>
                  <a:pt x="145921" y="27848"/>
                </a:cubicBezTo>
                <a:cubicBezTo>
                  <a:pt x="145855" y="27618"/>
                  <a:pt x="145821" y="27312"/>
                  <a:pt x="145821" y="26927"/>
                </a:cubicBezTo>
                <a:cubicBezTo>
                  <a:pt x="145821" y="26602"/>
                  <a:pt x="145832" y="26343"/>
                  <a:pt x="145855" y="26151"/>
                </a:cubicBezTo>
                <a:cubicBezTo>
                  <a:pt x="145877" y="25959"/>
                  <a:pt x="145910" y="25811"/>
                  <a:pt x="145954" y="25707"/>
                </a:cubicBezTo>
                <a:cubicBezTo>
                  <a:pt x="145999" y="25604"/>
                  <a:pt x="146062" y="25533"/>
                  <a:pt x="146143" y="25496"/>
                </a:cubicBezTo>
                <a:cubicBezTo>
                  <a:pt x="146224" y="25460"/>
                  <a:pt x="146324" y="25441"/>
                  <a:pt x="146442" y="25441"/>
                </a:cubicBezTo>
                <a:cubicBezTo>
                  <a:pt x="146605" y="25441"/>
                  <a:pt x="146834" y="25496"/>
                  <a:pt x="147130" y="25607"/>
                </a:cubicBezTo>
                <a:cubicBezTo>
                  <a:pt x="147426" y="25718"/>
                  <a:pt x="147799" y="25840"/>
                  <a:pt x="148250" y="25973"/>
                </a:cubicBezTo>
                <a:cubicBezTo>
                  <a:pt x="148701" y="26106"/>
                  <a:pt x="149230" y="26228"/>
                  <a:pt x="149836" y="26339"/>
                </a:cubicBezTo>
                <a:cubicBezTo>
                  <a:pt x="150442" y="26450"/>
                  <a:pt x="151123" y="26506"/>
                  <a:pt x="151877" y="26506"/>
                </a:cubicBezTo>
                <a:cubicBezTo>
                  <a:pt x="153311" y="26506"/>
                  <a:pt x="154542" y="26228"/>
                  <a:pt x="155570" y="25672"/>
                </a:cubicBezTo>
                <a:cubicBezTo>
                  <a:pt x="156597" y="25116"/>
                  <a:pt x="157437" y="24371"/>
                  <a:pt x="158087" y="23437"/>
                </a:cubicBezTo>
                <a:cubicBezTo>
                  <a:pt x="158738" y="22503"/>
                  <a:pt x="159226" y="21420"/>
                  <a:pt x="159551" y="20190"/>
                </a:cubicBezTo>
                <a:cubicBezTo>
                  <a:pt x="159876" y="18959"/>
                  <a:pt x="160054" y="17664"/>
                  <a:pt x="160083" y="16303"/>
                </a:cubicBezTo>
                <a:cubicBezTo>
                  <a:pt x="159300" y="16761"/>
                  <a:pt x="158361" y="17168"/>
                  <a:pt x="157267" y="17523"/>
                </a:cubicBezTo>
                <a:cubicBezTo>
                  <a:pt x="156172" y="17877"/>
                  <a:pt x="154915" y="18055"/>
                  <a:pt x="153496" y="18055"/>
                </a:cubicBezTo>
                <a:cubicBezTo>
                  <a:pt x="151899" y="18055"/>
                  <a:pt x="150557" y="17837"/>
                  <a:pt x="149470" y="17400"/>
                </a:cubicBezTo>
                <a:cubicBezTo>
                  <a:pt x="148383" y="16963"/>
                  <a:pt x="147511" y="16367"/>
                  <a:pt x="146853" y="15612"/>
                </a:cubicBezTo>
                <a:cubicBezTo>
                  <a:pt x="146195" y="14857"/>
                  <a:pt x="145722" y="13961"/>
                  <a:pt x="145433" y="12925"/>
                </a:cubicBezTo>
                <a:cubicBezTo>
                  <a:pt x="145145" y="11889"/>
                  <a:pt x="145001" y="10756"/>
                  <a:pt x="145001" y="9527"/>
                </a:cubicBezTo>
                <a:cubicBezTo>
                  <a:pt x="145001" y="8254"/>
                  <a:pt x="145186" y="7043"/>
                  <a:pt x="145555" y="5896"/>
                </a:cubicBezTo>
                <a:cubicBezTo>
                  <a:pt x="145925" y="4748"/>
                  <a:pt x="146502" y="3738"/>
                  <a:pt x="147285" y="2865"/>
                </a:cubicBezTo>
                <a:cubicBezTo>
                  <a:pt x="148069" y="1991"/>
                  <a:pt x="149067" y="1296"/>
                  <a:pt x="150280" y="778"/>
                </a:cubicBezTo>
                <a:cubicBezTo>
                  <a:pt x="151492" y="259"/>
                  <a:pt x="152941" y="0"/>
                  <a:pt x="154627" y="0"/>
                </a:cubicBezTo>
                <a:cubicBezTo>
                  <a:pt x="155825" y="0"/>
                  <a:pt x="156886" y="152"/>
                  <a:pt x="157810" y="455"/>
                </a:cubicBezTo>
                <a:cubicBezTo>
                  <a:pt x="158734" y="759"/>
                  <a:pt x="159536" y="1196"/>
                  <a:pt x="160217" y="1766"/>
                </a:cubicBezTo>
                <a:cubicBezTo>
                  <a:pt x="160897" y="2336"/>
                  <a:pt x="161473" y="3025"/>
                  <a:pt x="161947" y="3832"/>
                </a:cubicBezTo>
                <a:cubicBezTo>
                  <a:pt x="162420" y="4639"/>
                  <a:pt x="162801" y="5554"/>
                  <a:pt x="163089" y="6576"/>
                </a:cubicBezTo>
                <a:cubicBezTo>
                  <a:pt x="163377" y="7598"/>
                  <a:pt x="163584" y="8704"/>
                  <a:pt x="163710" y="9897"/>
                </a:cubicBezTo>
                <a:cubicBezTo>
                  <a:pt x="163836" y="11088"/>
                  <a:pt x="163898" y="12343"/>
                  <a:pt x="163898" y="13662"/>
                </a:cubicBezTo>
                <a:moveTo>
                  <a:pt x="160017" y="13238"/>
                </a:moveTo>
                <a:cubicBezTo>
                  <a:pt x="160017" y="11342"/>
                  <a:pt x="159891" y="9746"/>
                  <a:pt x="159640" y="8450"/>
                </a:cubicBezTo>
                <a:cubicBezTo>
                  <a:pt x="159388" y="7153"/>
                  <a:pt x="159019" y="6105"/>
                  <a:pt x="158531" y="5305"/>
                </a:cubicBezTo>
                <a:cubicBezTo>
                  <a:pt x="158043" y="4505"/>
                  <a:pt x="157444" y="3928"/>
                  <a:pt x="156734" y="3572"/>
                </a:cubicBezTo>
                <a:cubicBezTo>
                  <a:pt x="156024" y="3217"/>
                  <a:pt x="155204" y="3039"/>
                  <a:pt x="154272" y="3039"/>
                </a:cubicBezTo>
                <a:cubicBezTo>
                  <a:pt x="153311" y="3039"/>
                  <a:pt x="152490" y="3213"/>
                  <a:pt x="151810" y="3561"/>
                </a:cubicBezTo>
                <a:cubicBezTo>
                  <a:pt x="151130" y="3909"/>
                  <a:pt x="150572" y="4376"/>
                  <a:pt x="150135" y="4961"/>
                </a:cubicBezTo>
                <a:cubicBezTo>
                  <a:pt x="149699" y="5546"/>
                  <a:pt x="149378" y="6209"/>
                  <a:pt x="149171" y="6949"/>
                </a:cubicBezTo>
                <a:cubicBezTo>
                  <a:pt x="148964" y="7690"/>
                  <a:pt x="148860" y="8453"/>
                  <a:pt x="148860" y="9239"/>
                </a:cubicBezTo>
                <a:cubicBezTo>
                  <a:pt x="148860" y="10113"/>
                  <a:pt x="148953" y="10913"/>
                  <a:pt x="149137" y="11639"/>
                </a:cubicBezTo>
                <a:cubicBezTo>
                  <a:pt x="149322" y="12364"/>
                  <a:pt x="149622" y="12979"/>
                  <a:pt x="150036" y="13483"/>
                </a:cubicBezTo>
                <a:cubicBezTo>
                  <a:pt x="150450" y="13987"/>
                  <a:pt x="150989" y="14376"/>
                  <a:pt x="151655" y="14650"/>
                </a:cubicBezTo>
                <a:cubicBezTo>
                  <a:pt x="152320" y="14924"/>
                  <a:pt x="153141" y="15061"/>
                  <a:pt x="154117" y="15061"/>
                </a:cubicBezTo>
                <a:cubicBezTo>
                  <a:pt x="155226" y="15061"/>
                  <a:pt x="156298" y="14894"/>
                  <a:pt x="157333" y="14561"/>
                </a:cubicBezTo>
                <a:cubicBezTo>
                  <a:pt x="158368" y="14227"/>
                  <a:pt x="159263" y="13786"/>
                  <a:pt x="160017" y="1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724EA-0A8A-4387-AF28-23BC00A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67880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80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80"/>
                  <a:pt x="326383" y="11356"/>
                </a:cubicBezTo>
                <a:lnTo>
                  <a:pt x="326383" y="56782"/>
                </a:lnTo>
                <a:cubicBezTo>
                  <a:pt x="326383" y="63051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51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PATCH_10">
            <a:extLst xmlns:a="http://schemas.openxmlformats.org/drawingml/2006/main">
              <a:ext uri="{FF2B5EF4-FFF2-40B4-BE49-F238E27FC236}">
                <a16:creationId xmlns:a16="http://schemas.microsoft.com/office/drawing/2014/main" id="{8EB0854A-665C-4568-9CF6-423CB83E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910" y="5699942"/>
            <a:ext cx="187434" cy="37263"/>
          </a:xfrm>
          <a:custGeom xmlns:a="http://schemas.openxmlformats.org/drawingml/2006/main">
            <a:pathLst>
              <a:path w="187434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6" y="28117"/>
                  <a:pt x="45159" y="28380"/>
                  <a:pt x="45166" y="28580"/>
                </a:cubicBezTo>
                <a:cubicBezTo>
                  <a:pt x="45173" y="28779"/>
                  <a:pt x="45118" y="28931"/>
                  <a:pt x="45000" y="29034"/>
                </a:cubicBezTo>
                <a:cubicBezTo>
                  <a:pt x="44881" y="29138"/>
                  <a:pt x="44686" y="29204"/>
                  <a:pt x="44412" y="29234"/>
                </a:cubicBezTo>
                <a:cubicBezTo>
                  <a:pt x="44138" y="29263"/>
                  <a:pt x="43772" y="29278"/>
                  <a:pt x="43314" y="29278"/>
                </a:cubicBezTo>
                <a:cubicBezTo>
                  <a:pt x="42856" y="29278"/>
                  <a:pt x="42490" y="29267"/>
                  <a:pt x="42216" y="29245"/>
                </a:cubicBezTo>
                <a:cubicBezTo>
                  <a:pt x="41943" y="29223"/>
                  <a:pt x="41736" y="29186"/>
                  <a:pt x="41595" y="29134"/>
                </a:cubicBezTo>
                <a:cubicBezTo>
                  <a:pt x="41455" y="29082"/>
                  <a:pt x="41351" y="29012"/>
                  <a:pt x="41285" y="28923"/>
                </a:cubicBezTo>
                <a:cubicBezTo>
                  <a:pt x="41218" y="28835"/>
                  <a:pt x="41155" y="28724"/>
                  <a:pt x="41096" y="28591"/>
                </a:cubicBezTo>
                <a:lnTo>
                  <a:pt x="38634" y="21604"/>
                </a:lnTo>
                <a:lnTo>
                  <a:pt x="26701" y="21604"/>
                </a:lnTo>
                <a:lnTo>
                  <a:pt x="24350" y="28502"/>
                </a:lnTo>
                <a:cubicBezTo>
                  <a:pt x="24305" y="28635"/>
                  <a:pt x="24246" y="28750"/>
                  <a:pt x="24172" y="28846"/>
                </a:cubicBezTo>
                <a:cubicBezTo>
                  <a:pt x="24098" y="28942"/>
                  <a:pt x="23991" y="29023"/>
                  <a:pt x="23851" y="29090"/>
                </a:cubicBezTo>
                <a:cubicBezTo>
                  <a:pt x="23710" y="29156"/>
                  <a:pt x="23511" y="29204"/>
                  <a:pt x="23252" y="29234"/>
                </a:cubicBezTo>
                <a:cubicBezTo>
                  <a:pt x="22993" y="29263"/>
                  <a:pt x="22657" y="29278"/>
                  <a:pt x="22243" y="29278"/>
                </a:cubicBezTo>
                <a:cubicBezTo>
                  <a:pt x="21814" y="29278"/>
                  <a:pt x="21463" y="29260"/>
                  <a:pt x="21189" y="29223"/>
                </a:cubicBezTo>
                <a:cubicBezTo>
                  <a:pt x="20915" y="29186"/>
                  <a:pt x="20723" y="29116"/>
                  <a:pt x="20612" y="29012"/>
                </a:cubicBezTo>
                <a:cubicBezTo>
                  <a:pt x="20501" y="28909"/>
                  <a:pt x="20450" y="28757"/>
                  <a:pt x="20457" y="28557"/>
                </a:cubicBezTo>
                <a:cubicBezTo>
                  <a:pt x="20464" y="28358"/>
                  <a:pt x="20527" y="28095"/>
                  <a:pt x="20646" y="27770"/>
                </a:cubicBezTo>
                <a:lnTo>
                  <a:pt x="30272" y="1109"/>
                </a:lnTo>
                <a:cubicBezTo>
                  <a:pt x="30331" y="946"/>
                  <a:pt x="30409" y="813"/>
                  <a:pt x="30505" y="710"/>
                </a:cubicBezTo>
                <a:cubicBezTo>
                  <a:pt x="30601" y="606"/>
                  <a:pt x="30741" y="525"/>
                  <a:pt x="30926" y="466"/>
                </a:cubicBezTo>
                <a:cubicBezTo>
                  <a:pt x="31111" y="407"/>
                  <a:pt x="31348" y="366"/>
                  <a:pt x="31636" y="344"/>
                </a:cubicBezTo>
                <a:cubicBezTo>
                  <a:pt x="31924" y="322"/>
                  <a:pt x="32290" y="311"/>
                  <a:pt x="32734" y="311"/>
                </a:cubicBezTo>
                <a:cubicBezTo>
                  <a:pt x="33207" y="311"/>
                  <a:pt x="33599" y="322"/>
                  <a:pt x="33909" y="344"/>
                </a:cubicBezTo>
                <a:cubicBezTo>
                  <a:pt x="34220" y="366"/>
                  <a:pt x="34471" y="407"/>
                  <a:pt x="34664" y="466"/>
                </a:cubicBezTo>
                <a:cubicBezTo>
                  <a:pt x="34856" y="525"/>
                  <a:pt x="35004" y="610"/>
                  <a:pt x="35107" y="721"/>
                </a:cubicBezTo>
                <a:cubicBezTo>
                  <a:pt x="35211" y="832"/>
                  <a:pt x="35292" y="969"/>
                  <a:pt x="35351" y="1131"/>
                </a:cubicBezTo>
                <a:lnTo>
                  <a:pt x="44978" y="27792"/>
                </a:lnTo>
                <a:moveTo>
                  <a:pt x="32623" y="4259"/>
                </a:moveTo>
                <a:lnTo>
                  <a:pt x="32601" y="4259"/>
                </a:lnTo>
                <a:lnTo>
                  <a:pt x="27655" y="18565"/>
                </a:lnTo>
                <a:lnTo>
                  <a:pt x="37636" y="18565"/>
                </a:lnTo>
                <a:lnTo>
                  <a:pt x="32623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3" y="3316"/>
                </a:cubicBezTo>
                <a:cubicBezTo>
                  <a:pt x="67656" y="3442"/>
                  <a:pt x="67575" y="3534"/>
                  <a:pt x="67479" y="3593"/>
                </a:cubicBezTo>
                <a:cubicBezTo>
                  <a:pt x="67383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5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6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8" y="29090"/>
                </a:cubicBezTo>
                <a:cubicBezTo>
                  <a:pt x="55520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5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5" y="444"/>
                </a:cubicBezTo>
                <a:lnTo>
                  <a:pt x="67157" y="444"/>
                </a:lnTo>
                <a:cubicBezTo>
                  <a:pt x="67275" y="444"/>
                  <a:pt x="67383" y="473"/>
                  <a:pt x="67479" y="532"/>
                </a:cubicBezTo>
                <a:cubicBezTo>
                  <a:pt x="67575" y="591"/>
                  <a:pt x="67656" y="688"/>
                  <a:pt x="67723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4" y="25508"/>
                  <a:pt x="90869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5" y="26736"/>
                  <a:pt x="90337" y="26885"/>
                </a:cubicBezTo>
                <a:cubicBezTo>
                  <a:pt x="90189" y="27034"/>
                  <a:pt x="89878" y="27261"/>
                  <a:pt x="89405" y="27566"/>
                </a:cubicBezTo>
                <a:cubicBezTo>
                  <a:pt x="88932" y="27872"/>
                  <a:pt x="88344" y="28170"/>
                  <a:pt x="87642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5" y="29399"/>
                  <a:pt x="83320" y="29500"/>
                  <a:pt x="82241" y="29500"/>
                </a:cubicBezTo>
                <a:cubicBezTo>
                  <a:pt x="80378" y="29500"/>
                  <a:pt x="78696" y="29190"/>
                  <a:pt x="77195" y="28568"/>
                </a:cubicBezTo>
                <a:cubicBezTo>
                  <a:pt x="75694" y="27947"/>
                  <a:pt x="74415" y="27031"/>
                  <a:pt x="73358" y="25818"/>
                </a:cubicBezTo>
                <a:cubicBezTo>
                  <a:pt x="72300" y="24606"/>
                  <a:pt x="71487" y="23108"/>
                  <a:pt x="70918" y="21327"/>
                </a:cubicBezTo>
                <a:cubicBezTo>
                  <a:pt x="70348" y="19545"/>
                  <a:pt x="70064" y="17493"/>
                  <a:pt x="70064" y="15171"/>
                </a:cubicBezTo>
                <a:cubicBezTo>
                  <a:pt x="70064" y="12791"/>
                  <a:pt x="70371" y="10669"/>
                  <a:pt x="70984" y="8806"/>
                </a:cubicBezTo>
                <a:cubicBezTo>
                  <a:pt x="71598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50" y="1109"/>
                </a:cubicBezTo>
                <a:cubicBezTo>
                  <a:pt x="79095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6" y="480"/>
                  <a:pt x="86610" y="678"/>
                  <a:pt x="87276" y="916"/>
                </a:cubicBezTo>
                <a:cubicBezTo>
                  <a:pt x="87941" y="1155"/>
                  <a:pt x="88533" y="1431"/>
                  <a:pt x="89050" y="1744"/>
                </a:cubicBezTo>
                <a:cubicBezTo>
                  <a:pt x="89568" y="2057"/>
                  <a:pt x="89926" y="2314"/>
                  <a:pt x="90126" y="2515"/>
                </a:cubicBezTo>
                <a:cubicBezTo>
                  <a:pt x="90326" y="2716"/>
                  <a:pt x="90455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5" y="3645"/>
                  <a:pt x="90747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6" y="5072"/>
                  <a:pt x="90736" y="5279"/>
                </a:cubicBezTo>
                <a:cubicBezTo>
                  <a:pt x="90706" y="5486"/>
                  <a:pt x="90662" y="5660"/>
                  <a:pt x="90603" y="5800"/>
                </a:cubicBezTo>
                <a:cubicBezTo>
                  <a:pt x="90544" y="5941"/>
                  <a:pt x="90473" y="6044"/>
                  <a:pt x="90392" y="6111"/>
                </a:cubicBezTo>
                <a:cubicBezTo>
                  <a:pt x="90311" y="6177"/>
                  <a:pt x="90211" y="6211"/>
                  <a:pt x="90093" y="6211"/>
                </a:cubicBezTo>
                <a:cubicBezTo>
                  <a:pt x="89886" y="6211"/>
                  <a:pt x="89597" y="6065"/>
                  <a:pt x="89228" y="5775"/>
                </a:cubicBezTo>
                <a:cubicBezTo>
                  <a:pt x="88858" y="5484"/>
                  <a:pt x="88381" y="5163"/>
                  <a:pt x="87797" y="4813"/>
                </a:cubicBezTo>
                <a:cubicBezTo>
                  <a:pt x="87213" y="4463"/>
                  <a:pt x="86503" y="4142"/>
                  <a:pt x="85668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1" y="3416"/>
                  <a:pt x="80233" y="3671"/>
                  <a:pt x="79191" y="4181"/>
                </a:cubicBezTo>
                <a:cubicBezTo>
                  <a:pt x="78149" y="4691"/>
                  <a:pt x="77258" y="5442"/>
                  <a:pt x="76518" y="6432"/>
                </a:cubicBezTo>
                <a:cubicBezTo>
                  <a:pt x="75779" y="7423"/>
                  <a:pt x="75206" y="8632"/>
                  <a:pt x="74799" y="10059"/>
                </a:cubicBezTo>
                <a:cubicBezTo>
                  <a:pt x="74393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7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5" y="24217"/>
                  <a:pt x="78093" y="24927"/>
                  <a:pt x="79158" y="25408"/>
                </a:cubicBezTo>
                <a:cubicBezTo>
                  <a:pt x="80222" y="25888"/>
                  <a:pt x="81428" y="26129"/>
                  <a:pt x="82773" y="26129"/>
                </a:cubicBezTo>
                <a:cubicBezTo>
                  <a:pt x="83912" y="26129"/>
                  <a:pt x="84906" y="25987"/>
                  <a:pt x="85756" y="25704"/>
                </a:cubicBezTo>
                <a:cubicBezTo>
                  <a:pt x="86607" y="25420"/>
                  <a:pt x="87331" y="25104"/>
                  <a:pt x="87930" y="24753"/>
                </a:cubicBezTo>
                <a:cubicBezTo>
                  <a:pt x="88529" y="24403"/>
                  <a:pt x="89021" y="24086"/>
                  <a:pt x="89405" y="23803"/>
                </a:cubicBezTo>
                <a:cubicBezTo>
                  <a:pt x="89790" y="23520"/>
                  <a:pt x="90093" y="23378"/>
                  <a:pt x="90315" y="23378"/>
                </a:cubicBezTo>
                <a:cubicBezTo>
                  <a:pt x="90418" y="23378"/>
                  <a:pt x="90507" y="23400"/>
                  <a:pt x="90581" y="23445"/>
                </a:cubicBezTo>
                <a:cubicBezTo>
                  <a:pt x="90655" y="23489"/>
                  <a:pt x="90714" y="23574"/>
                  <a:pt x="90758" y="23700"/>
                </a:cubicBezTo>
                <a:cubicBezTo>
                  <a:pt x="90802" y="23826"/>
                  <a:pt x="90836" y="23999"/>
                  <a:pt x="90858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4" y="28790"/>
                  <a:pt x="116795" y="28879"/>
                </a:cubicBezTo>
                <a:cubicBezTo>
                  <a:pt x="116736" y="28968"/>
                  <a:pt x="116632" y="29038"/>
                  <a:pt x="116484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3" y="29278"/>
                  <a:pt x="114998" y="29278"/>
                </a:cubicBezTo>
                <a:cubicBezTo>
                  <a:pt x="114614" y="29278"/>
                  <a:pt x="114303" y="29260"/>
                  <a:pt x="114067" y="29223"/>
                </a:cubicBezTo>
                <a:cubicBezTo>
                  <a:pt x="113830" y="29186"/>
                  <a:pt x="113638" y="29141"/>
                  <a:pt x="113490" y="29090"/>
                </a:cubicBezTo>
                <a:cubicBezTo>
                  <a:pt x="113342" y="29038"/>
                  <a:pt x="113239" y="28968"/>
                  <a:pt x="113180" y="28879"/>
                </a:cubicBezTo>
                <a:cubicBezTo>
                  <a:pt x="113120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5" y="29038"/>
                  <a:pt x="99627" y="29090"/>
                </a:cubicBezTo>
                <a:cubicBezTo>
                  <a:pt x="99479" y="29141"/>
                  <a:pt x="99283" y="29186"/>
                  <a:pt x="99039" y="29223"/>
                </a:cubicBezTo>
                <a:cubicBezTo>
                  <a:pt x="98795" y="29260"/>
                  <a:pt x="98489" y="29278"/>
                  <a:pt x="98119" y="29278"/>
                </a:cubicBezTo>
                <a:cubicBezTo>
                  <a:pt x="97764" y="29278"/>
                  <a:pt x="97461" y="29260"/>
                  <a:pt x="97210" y="29223"/>
                </a:cubicBezTo>
                <a:cubicBezTo>
                  <a:pt x="96958" y="29186"/>
                  <a:pt x="96759" y="29141"/>
                  <a:pt x="96611" y="29090"/>
                </a:cubicBezTo>
                <a:cubicBezTo>
                  <a:pt x="96463" y="29038"/>
                  <a:pt x="96359" y="28968"/>
                  <a:pt x="96300" y="28879"/>
                </a:cubicBezTo>
                <a:cubicBezTo>
                  <a:pt x="96241" y="28790"/>
                  <a:pt x="96211" y="28687"/>
                  <a:pt x="96211" y="28568"/>
                </a:cubicBezTo>
                <a:lnTo>
                  <a:pt x="96211" y="1020"/>
                </a:lnTo>
                <a:cubicBezTo>
                  <a:pt x="96211" y="902"/>
                  <a:pt x="96241" y="798"/>
                  <a:pt x="96300" y="710"/>
                </a:cubicBezTo>
                <a:cubicBezTo>
                  <a:pt x="96359" y="621"/>
                  <a:pt x="96463" y="551"/>
                  <a:pt x="96611" y="499"/>
                </a:cubicBezTo>
                <a:cubicBezTo>
                  <a:pt x="96759" y="447"/>
                  <a:pt x="96958" y="403"/>
                  <a:pt x="97210" y="366"/>
                </a:cubicBezTo>
                <a:cubicBezTo>
                  <a:pt x="97461" y="329"/>
                  <a:pt x="97764" y="311"/>
                  <a:pt x="98119" y="311"/>
                </a:cubicBezTo>
                <a:cubicBezTo>
                  <a:pt x="98489" y="311"/>
                  <a:pt x="98795" y="329"/>
                  <a:pt x="99039" y="366"/>
                </a:cubicBezTo>
                <a:cubicBezTo>
                  <a:pt x="99283" y="403"/>
                  <a:pt x="99479" y="447"/>
                  <a:pt x="99627" y="499"/>
                </a:cubicBezTo>
                <a:cubicBezTo>
                  <a:pt x="99775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0" y="798"/>
                  <a:pt x="113180" y="710"/>
                </a:cubicBezTo>
                <a:cubicBezTo>
                  <a:pt x="113239" y="621"/>
                  <a:pt x="113342" y="551"/>
                  <a:pt x="113490" y="499"/>
                </a:cubicBezTo>
                <a:cubicBezTo>
                  <a:pt x="113638" y="447"/>
                  <a:pt x="113830" y="403"/>
                  <a:pt x="114067" y="366"/>
                </a:cubicBezTo>
                <a:cubicBezTo>
                  <a:pt x="114303" y="329"/>
                  <a:pt x="114614" y="311"/>
                  <a:pt x="114998" y="311"/>
                </a:cubicBezTo>
                <a:cubicBezTo>
                  <a:pt x="115353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4" y="499"/>
                </a:cubicBezTo>
                <a:cubicBezTo>
                  <a:pt x="116632" y="551"/>
                  <a:pt x="116736" y="621"/>
                  <a:pt x="116795" y="710"/>
                </a:cubicBezTo>
                <a:cubicBezTo>
                  <a:pt x="116854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3" y="35766"/>
                </a:moveTo>
                <a:cubicBezTo>
                  <a:pt x="143273" y="36287"/>
                  <a:pt x="143214" y="36667"/>
                  <a:pt x="143096" y="36906"/>
                </a:cubicBezTo>
                <a:cubicBezTo>
                  <a:pt x="142978" y="37144"/>
                  <a:pt x="142793" y="37263"/>
                  <a:pt x="142541" y="37263"/>
                </a:cubicBezTo>
                <a:lnTo>
                  <a:pt x="121182" y="37263"/>
                </a:lnTo>
                <a:cubicBezTo>
                  <a:pt x="120930" y="37263"/>
                  <a:pt x="120738" y="37151"/>
                  <a:pt x="120605" y="36928"/>
                </a:cubicBezTo>
                <a:cubicBezTo>
                  <a:pt x="120472" y="36705"/>
                  <a:pt x="120405" y="36332"/>
                  <a:pt x="120405" y="35810"/>
                </a:cubicBezTo>
                <a:cubicBezTo>
                  <a:pt x="120405" y="35304"/>
                  <a:pt x="120472" y="34924"/>
                  <a:pt x="120605" y="34671"/>
                </a:cubicBezTo>
                <a:cubicBezTo>
                  <a:pt x="120738" y="34418"/>
                  <a:pt x="120930" y="34291"/>
                  <a:pt x="121182" y="34291"/>
                </a:cubicBezTo>
                <a:lnTo>
                  <a:pt x="142541" y="34291"/>
                </a:lnTo>
                <a:cubicBezTo>
                  <a:pt x="142778" y="34291"/>
                  <a:pt x="142959" y="34410"/>
                  <a:pt x="143085" y="34649"/>
                </a:cubicBezTo>
                <a:cubicBezTo>
                  <a:pt x="143210" y="34887"/>
                  <a:pt x="143273" y="35260"/>
                  <a:pt x="143273" y="35766"/>
                </a:cubicBezTo>
                <a:close/>
                <a:moveTo>
                  <a:pt x="163743" y="27637"/>
                </a:moveTo>
                <a:cubicBezTo>
                  <a:pt x="163743" y="27918"/>
                  <a:pt x="163721" y="28154"/>
                  <a:pt x="163677" y="28347"/>
                </a:cubicBezTo>
                <a:cubicBezTo>
                  <a:pt x="163632" y="28539"/>
                  <a:pt x="163573" y="28694"/>
                  <a:pt x="163499" y="28812"/>
                </a:cubicBezTo>
                <a:cubicBezTo>
                  <a:pt x="163425" y="28931"/>
                  <a:pt x="163340" y="29016"/>
                  <a:pt x="163244" y="29068"/>
                </a:cubicBezTo>
                <a:cubicBezTo>
                  <a:pt x="163148" y="29119"/>
                  <a:pt x="163048" y="29145"/>
                  <a:pt x="162945" y="29145"/>
                </a:cubicBezTo>
                <a:lnTo>
                  <a:pt x="147951" y="29145"/>
                </a:lnTo>
                <a:cubicBezTo>
                  <a:pt x="147847" y="29145"/>
                  <a:pt x="147751" y="29119"/>
                  <a:pt x="147662" y="29068"/>
                </a:cubicBezTo>
                <a:cubicBezTo>
                  <a:pt x="147574" y="29016"/>
                  <a:pt x="147489" y="28931"/>
                  <a:pt x="147407" y="28812"/>
                </a:cubicBezTo>
                <a:cubicBezTo>
                  <a:pt x="147326" y="28694"/>
                  <a:pt x="147263" y="28539"/>
                  <a:pt x="147219" y="28347"/>
                </a:cubicBezTo>
                <a:cubicBezTo>
                  <a:pt x="147174" y="28154"/>
                  <a:pt x="147152" y="27918"/>
                  <a:pt x="147152" y="27637"/>
                </a:cubicBezTo>
                <a:cubicBezTo>
                  <a:pt x="147152" y="27371"/>
                  <a:pt x="147174" y="27142"/>
                  <a:pt x="147219" y="26949"/>
                </a:cubicBezTo>
                <a:cubicBezTo>
                  <a:pt x="147263" y="26757"/>
                  <a:pt x="147319" y="26598"/>
                  <a:pt x="147385" y="26472"/>
                </a:cubicBezTo>
                <a:cubicBezTo>
                  <a:pt x="147452" y="26347"/>
                  <a:pt x="147533" y="26251"/>
                  <a:pt x="147629" y="26184"/>
                </a:cubicBezTo>
                <a:cubicBezTo>
                  <a:pt x="147725" y="26118"/>
                  <a:pt x="147832" y="26084"/>
                  <a:pt x="147951" y="26084"/>
                </a:cubicBezTo>
                <a:lnTo>
                  <a:pt x="153939" y="26084"/>
                </a:lnTo>
                <a:lnTo>
                  <a:pt x="153939" y="4236"/>
                </a:lnTo>
                <a:lnTo>
                  <a:pt x="148394" y="7564"/>
                </a:lnTo>
                <a:cubicBezTo>
                  <a:pt x="148113" y="7711"/>
                  <a:pt x="147888" y="7800"/>
                  <a:pt x="147718" y="7830"/>
                </a:cubicBezTo>
                <a:cubicBezTo>
                  <a:pt x="147548" y="7859"/>
                  <a:pt x="147411" y="7826"/>
                  <a:pt x="147307" y="7730"/>
                </a:cubicBezTo>
                <a:cubicBezTo>
                  <a:pt x="147204" y="7634"/>
                  <a:pt x="147134" y="7475"/>
                  <a:pt x="147097" y="7252"/>
                </a:cubicBezTo>
                <a:cubicBezTo>
                  <a:pt x="147060" y="7030"/>
                  <a:pt x="147041" y="6748"/>
                  <a:pt x="147041" y="6407"/>
                </a:cubicBezTo>
                <a:cubicBezTo>
                  <a:pt x="147041" y="6154"/>
                  <a:pt x="147052" y="5939"/>
                  <a:pt x="147075" y="5761"/>
                </a:cubicBezTo>
                <a:cubicBezTo>
                  <a:pt x="147097" y="5583"/>
                  <a:pt x="147130" y="5435"/>
                  <a:pt x="147174" y="5316"/>
                </a:cubicBezTo>
                <a:cubicBezTo>
                  <a:pt x="147219" y="5198"/>
                  <a:pt x="147282" y="5094"/>
                  <a:pt x="147363" y="5005"/>
                </a:cubicBezTo>
                <a:cubicBezTo>
                  <a:pt x="147444" y="4916"/>
                  <a:pt x="147551" y="4827"/>
                  <a:pt x="147685" y="4738"/>
                </a:cubicBezTo>
                <a:lnTo>
                  <a:pt x="154294" y="489"/>
                </a:lnTo>
                <a:cubicBezTo>
                  <a:pt x="154353" y="444"/>
                  <a:pt x="154427" y="407"/>
                  <a:pt x="154516" y="378"/>
                </a:cubicBezTo>
                <a:cubicBezTo>
                  <a:pt x="154605" y="348"/>
                  <a:pt x="154716" y="318"/>
                  <a:pt x="154849" y="288"/>
                </a:cubicBezTo>
                <a:cubicBezTo>
                  <a:pt x="154982" y="259"/>
                  <a:pt x="155137" y="240"/>
                  <a:pt x="155315" y="233"/>
                </a:cubicBezTo>
                <a:cubicBezTo>
                  <a:pt x="155492" y="226"/>
                  <a:pt x="155714" y="222"/>
                  <a:pt x="155980" y="222"/>
                </a:cubicBezTo>
                <a:cubicBezTo>
                  <a:pt x="156335" y="222"/>
                  <a:pt x="156631" y="237"/>
                  <a:pt x="156867" y="266"/>
                </a:cubicBezTo>
                <a:cubicBezTo>
                  <a:pt x="157104" y="296"/>
                  <a:pt x="157289" y="336"/>
                  <a:pt x="157422" y="388"/>
                </a:cubicBezTo>
                <a:cubicBezTo>
                  <a:pt x="157555" y="440"/>
                  <a:pt x="157644" y="507"/>
                  <a:pt x="157688" y="588"/>
                </a:cubicBezTo>
                <a:cubicBezTo>
                  <a:pt x="157732" y="670"/>
                  <a:pt x="157754" y="755"/>
                  <a:pt x="157754" y="844"/>
                </a:cubicBezTo>
                <a:lnTo>
                  <a:pt x="157754" y="26084"/>
                </a:lnTo>
                <a:lnTo>
                  <a:pt x="162945" y="26084"/>
                </a:lnTo>
                <a:cubicBezTo>
                  <a:pt x="163063" y="26084"/>
                  <a:pt x="163174" y="26118"/>
                  <a:pt x="163277" y="26184"/>
                </a:cubicBezTo>
                <a:cubicBezTo>
                  <a:pt x="163381" y="26251"/>
                  <a:pt x="163466" y="26347"/>
                  <a:pt x="163533" y="26472"/>
                </a:cubicBezTo>
                <a:cubicBezTo>
                  <a:pt x="163599" y="26598"/>
                  <a:pt x="163651" y="26757"/>
                  <a:pt x="163688" y="26949"/>
                </a:cubicBezTo>
                <a:cubicBezTo>
                  <a:pt x="163725" y="27142"/>
                  <a:pt x="163743" y="27371"/>
                  <a:pt x="163743" y="27637"/>
                </a:cubicBezTo>
                <a:close/>
                <a:moveTo>
                  <a:pt x="187434" y="14728"/>
                </a:moveTo>
                <a:cubicBezTo>
                  <a:pt x="187434" y="16934"/>
                  <a:pt x="187261" y="18948"/>
                  <a:pt x="186913" y="20770"/>
                </a:cubicBezTo>
                <a:cubicBezTo>
                  <a:pt x="186566" y="22592"/>
                  <a:pt x="185989" y="24158"/>
                  <a:pt x="185183" y="25468"/>
                </a:cubicBezTo>
                <a:cubicBezTo>
                  <a:pt x="184377" y="26779"/>
                  <a:pt x="183324" y="27793"/>
                  <a:pt x="182022" y="28512"/>
                </a:cubicBezTo>
                <a:cubicBezTo>
                  <a:pt x="180721" y="29230"/>
                  <a:pt x="179117" y="29589"/>
                  <a:pt x="177209" y="29589"/>
                </a:cubicBezTo>
                <a:cubicBezTo>
                  <a:pt x="175405" y="29589"/>
                  <a:pt x="173886" y="29267"/>
                  <a:pt x="172651" y="28623"/>
                </a:cubicBezTo>
                <a:cubicBezTo>
                  <a:pt x="171416" y="27978"/>
                  <a:pt x="170422" y="27031"/>
                  <a:pt x="169668" y="25779"/>
                </a:cubicBezTo>
                <a:cubicBezTo>
                  <a:pt x="168914" y="24528"/>
                  <a:pt x="168378" y="22988"/>
                  <a:pt x="168060" y="21159"/>
                </a:cubicBezTo>
                <a:cubicBezTo>
                  <a:pt x="167742" y="19330"/>
                  <a:pt x="167583" y="17231"/>
                  <a:pt x="167583" y="14861"/>
                </a:cubicBezTo>
                <a:cubicBezTo>
                  <a:pt x="167583" y="12669"/>
                  <a:pt x="167760" y="10659"/>
                  <a:pt x="168115" y="8830"/>
                </a:cubicBezTo>
                <a:cubicBezTo>
                  <a:pt x="168470" y="7001"/>
                  <a:pt x="169047" y="5431"/>
                  <a:pt x="169845" y="4121"/>
                </a:cubicBezTo>
                <a:cubicBezTo>
                  <a:pt x="170644" y="2810"/>
                  <a:pt x="171694" y="1796"/>
                  <a:pt x="172995" y="1078"/>
                </a:cubicBezTo>
                <a:cubicBezTo>
                  <a:pt x="174296" y="359"/>
                  <a:pt x="175893" y="0"/>
                  <a:pt x="177786" y="0"/>
                </a:cubicBezTo>
                <a:cubicBezTo>
                  <a:pt x="179605" y="0"/>
                  <a:pt x="181131" y="322"/>
                  <a:pt x="182366" y="966"/>
                </a:cubicBezTo>
                <a:cubicBezTo>
                  <a:pt x="183601" y="1610"/>
                  <a:pt x="184595" y="2558"/>
                  <a:pt x="185349" y="3810"/>
                </a:cubicBezTo>
                <a:cubicBezTo>
                  <a:pt x="186104" y="5061"/>
                  <a:pt x="186640" y="6601"/>
                  <a:pt x="186958" y="8430"/>
                </a:cubicBezTo>
                <a:cubicBezTo>
                  <a:pt x="187275" y="10259"/>
                  <a:pt x="187434" y="12358"/>
                  <a:pt x="187434" y="14728"/>
                </a:cubicBezTo>
                <a:moveTo>
                  <a:pt x="183531" y="14995"/>
                </a:moveTo>
                <a:cubicBezTo>
                  <a:pt x="183531" y="13558"/>
                  <a:pt x="183479" y="12269"/>
                  <a:pt x="183375" y="11128"/>
                </a:cubicBezTo>
                <a:cubicBezTo>
                  <a:pt x="183272" y="9987"/>
                  <a:pt x="183120" y="8979"/>
                  <a:pt x="182921" y="8106"/>
                </a:cubicBezTo>
                <a:cubicBezTo>
                  <a:pt x="182721" y="7231"/>
                  <a:pt x="182462" y="6479"/>
                  <a:pt x="182144" y="5850"/>
                </a:cubicBezTo>
                <a:cubicBezTo>
                  <a:pt x="181826" y="5220"/>
                  <a:pt x="181446" y="4702"/>
                  <a:pt x="181002" y="4295"/>
                </a:cubicBezTo>
                <a:cubicBezTo>
                  <a:pt x="180558" y="3887"/>
                  <a:pt x="180052" y="3591"/>
                  <a:pt x="179483" y="3405"/>
                </a:cubicBezTo>
                <a:cubicBezTo>
                  <a:pt x="178913" y="3220"/>
                  <a:pt x="178274" y="3127"/>
                  <a:pt x="177564" y="3127"/>
                </a:cubicBezTo>
                <a:cubicBezTo>
                  <a:pt x="176307" y="3127"/>
                  <a:pt x="175287" y="3424"/>
                  <a:pt x="174503" y="4017"/>
                </a:cubicBezTo>
                <a:cubicBezTo>
                  <a:pt x="173719" y="4609"/>
                  <a:pt x="173102" y="5424"/>
                  <a:pt x="172651" y="6461"/>
                </a:cubicBezTo>
                <a:cubicBezTo>
                  <a:pt x="172200" y="7498"/>
                  <a:pt x="171893" y="8713"/>
                  <a:pt x="171731" y="10105"/>
                </a:cubicBezTo>
                <a:cubicBezTo>
                  <a:pt x="171568" y="11498"/>
                  <a:pt x="171487" y="12994"/>
                  <a:pt x="171487" y="14594"/>
                </a:cubicBezTo>
                <a:cubicBezTo>
                  <a:pt x="171487" y="16742"/>
                  <a:pt x="171598" y="18569"/>
                  <a:pt x="171819" y="20073"/>
                </a:cubicBezTo>
                <a:cubicBezTo>
                  <a:pt x="172041" y="21576"/>
                  <a:pt x="172392" y="22802"/>
                  <a:pt x="172873" y="23750"/>
                </a:cubicBezTo>
                <a:cubicBezTo>
                  <a:pt x="173354" y="24698"/>
                  <a:pt x="173967" y="25387"/>
                  <a:pt x="174714" y="25817"/>
                </a:cubicBezTo>
                <a:cubicBezTo>
                  <a:pt x="175461" y="26246"/>
                  <a:pt x="176366" y="26461"/>
                  <a:pt x="177431" y="26461"/>
                </a:cubicBezTo>
                <a:cubicBezTo>
                  <a:pt x="178259" y="26461"/>
                  <a:pt x="178987" y="26328"/>
                  <a:pt x="179616" y="26061"/>
                </a:cubicBezTo>
                <a:cubicBezTo>
                  <a:pt x="180244" y="25795"/>
                  <a:pt x="180784" y="25413"/>
                  <a:pt x="181235" y="24917"/>
                </a:cubicBezTo>
                <a:cubicBezTo>
                  <a:pt x="181686" y="24421"/>
                  <a:pt x="182059" y="23824"/>
                  <a:pt x="182355" y="23128"/>
                </a:cubicBezTo>
                <a:cubicBezTo>
                  <a:pt x="182651" y="22432"/>
                  <a:pt x="182887" y="21661"/>
                  <a:pt x="183065" y="20817"/>
                </a:cubicBezTo>
                <a:cubicBezTo>
                  <a:pt x="183242" y="19972"/>
                  <a:pt x="183364" y="19057"/>
                  <a:pt x="183431" y="18072"/>
                </a:cubicBezTo>
                <a:cubicBezTo>
                  <a:pt x="183497" y="17087"/>
                  <a:pt x="183531" y="16061"/>
                  <a:pt x="183531" y="14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9AFF3-AF5A-4504-B4FF-B4362C9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77215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80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80"/>
                  <a:pt x="326383" y="11356"/>
                </a:cubicBezTo>
                <a:lnTo>
                  <a:pt x="326383" y="56782"/>
                </a:lnTo>
                <a:cubicBezTo>
                  <a:pt x="326383" y="63051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51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PATCH_11">
            <a:extLst xmlns:a="http://schemas.openxmlformats.org/drawingml/2006/main">
              <a:ext uri="{FF2B5EF4-FFF2-40B4-BE49-F238E27FC236}">
                <a16:creationId xmlns:a16="http://schemas.microsoft.com/office/drawing/2014/main" id="{EECA18F2-1A13-497F-9E09-72201EC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910" y="5793426"/>
            <a:ext cx="186547" cy="37175"/>
          </a:xfrm>
          <a:custGeom xmlns:a="http://schemas.openxmlformats.org/drawingml/2006/main">
            <a:pathLst>
              <a:path w="186547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6" y="28029"/>
                  <a:pt x="45159" y="28291"/>
                  <a:pt x="45166" y="28491"/>
                </a:cubicBezTo>
                <a:cubicBezTo>
                  <a:pt x="45173" y="28690"/>
                  <a:pt x="45118" y="28842"/>
                  <a:pt x="45000" y="28946"/>
                </a:cubicBezTo>
                <a:cubicBezTo>
                  <a:pt x="44881" y="29049"/>
                  <a:pt x="44686" y="29116"/>
                  <a:pt x="44412" y="29145"/>
                </a:cubicBezTo>
                <a:cubicBezTo>
                  <a:pt x="44138" y="29175"/>
                  <a:pt x="43772" y="29190"/>
                  <a:pt x="43314" y="29190"/>
                </a:cubicBezTo>
                <a:cubicBezTo>
                  <a:pt x="42856" y="29190"/>
                  <a:pt x="42490" y="29178"/>
                  <a:pt x="42216" y="29156"/>
                </a:cubicBezTo>
                <a:cubicBezTo>
                  <a:pt x="41943" y="29134"/>
                  <a:pt x="41736" y="29097"/>
                  <a:pt x="41595" y="29045"/>
                </a:cubicBezTo>
                <a:cubicBezTo>
                  <a:pt x="41455" y="28994"/>
                  <a:pt x="41351" y="28923"/>
                  <a:pt x="41285" y="28835"/>
                </a:cubicBezTo>
                <a:cubicBezTo>
                  <a:pt x="41218" y="28746"/>
                  <a:pt x="41155" y="28635"/>
                  <a:pt x="41096" y="28502"/>
                </a:cubicBezTo>
                <a:lnTo>
                  <a:pt x="38634" y="21515"/>
                </a:lnTo>
                <a:lnTo>
                  <a:pt x="26701" y="21515"/>
                </a:lnTo>
                <a:lnTo>
                  <a:pt x="24350" y="28413"/>
                </a:lnTo>
                <a:cubicBezTo>
                  <a:pt x="24305" y="28546"/>
                  <a:pt x="24246" y="28661"/>
                  <a:pt x="24172" y="28757"/>
                </a:cubicBezTo>
                <a:cubicBezTo>
                  <a:pt x="24098" y="28853"/>
                  <a:pt x="23991" y="28934"/>
                  <a:pt x="23851" y="29001"/>
                </a:cubicBezTo>
                <a:cubicBezTo>
                  <a:pt x="23710" y="29068"/>
                  <a:pt x="23511" y="29116"/>
                  <a:pt x="23252" y="29145"/>
                </a:cubicBezTo>
                <a:cubicBezTo>
                  <a:pt x="22993" y="29175"/>
                  <a:pt x="22657" y="29190"/>
                  <a:pt x="22243" y="29190"/>
                </a:cubicBezTo>
                <a:cubicBezTo>
                  <a:pt x="21814" y="29190"/>
                  <a:pt x="21463" y="29171"/>
                  <a:pt x="21189" y="29134"/>
                </a:cubicBezTo>
                <a:cubicBezTo>
                  <a:pt x="20915" y="29097"/>
                  <a:pt x="20723" y="29027"/>
                  <a:pt x="20612" y="28923"/>
                </a:cubicBezTo>
                <a:cubicBezTo>
                  <a:pt x="20501" y="28820"/>
                  <a:pt x="20450" y="28668"/>
                  <a:pt x="20457" y="28469"/>
                </a:cubicBezTo>
                <a:cubicBezTo>
                  <a:pt x="20464" y="28269"/>
                  <a:pt x="20527" y="28007"/>
                  <a:pt x="20646" y="27681"/>
                </a:cubicBezTo>
                <a:lnTo>
                  <a:pt x="30272" y="1020"/>
                </a:lnTo>
                <a:cubicBezTo>
                  <a:pt x="30331" y="858"/>
                  <a:pt x="30409" y="725"/>
                  <a:pt x="30505" y="621"/>
                </a:cubicBezTo>
                <a:cubicBezTo>
                  <a:pt x="30601" y="518"/>
                  <a:pt x="30741" y="436"/>
                  <a:pt x="30926" y="377"/>
                </a:cubicBezTo>
                <a:cubicBezTo>
                  <a:pt x="31111" y="318"/>
                  <a:pt x="31348" y="277"/>
                  <a:pt x="31636" y="255"/>
                </a:cubicBezTo>
                <a:cubicBezTo>
                  <a:pt x="31924" y="233"/>
                  <a:pt x="32290" y="222"/>
                  <a:pt x="32734" y="222"/>
                </a:cubicBezTo>
                <a:cubicBezTo>
                  <a:pt x="33207" y="222"/>
                  <a:pt x="33599" y="233"/>
                  <a:pt x="33909" y="255"/>
                </a:cubicBezTo>
                <a:cubicBezTo>
                  <a:pt x="34220" y="277"/>
                  <a:pt x="34471" y="318"/>
                  <a:pt x="34664" y="377"/>
                </a:cubicBezTo>
                <a:cubicBezTo>
                  <a:pt x="34856" y="436"/>
                  <a:pt x="35004" y="521"/>
                  <a:pt x="35107" y="632"/>
                </a:cubicBezTo>
                <a:cubicBezTo>
                  <a:pt x="35211" y="743"/>
                  <a:pt x="35292" y="880"/>
                  <a:pt x="35351" y="1042"/>
                </a:cubicBezTo>
                <a:lnTo>
                  <a:pt x="44978" y="27703"/>
                </a:lnTo>
                <a:moveTo>
                  <a:pt x="32623" y="4170"/>
                </a:moveTo>
                <a:lnTo>
                  <a:pt x="32601" y="4170"/>
                </a:lnTo>
                <a:lnTo>
                  <a:pt x="27655" y="18476"/>
                </a:lnTo>
                <a:lnTo>
                  <a:pt x="37636" y="18476"/>
                </a:lnTo>
                <a:lnTo>
                  <a:pt x="32623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3" y="3227"/>
                </a:cubicBezTo>
                <a:cubicBezTo>
                  <a:pt x="67656" y="3353"/>
                  <a:pt x="67575" y="3445"/>
                  <a:pt x="67479" y="3505"/>
                </a:cubicBezTo>
                <a:cubicBezTo>
                  <a:pt x="67383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5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6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8" y="29001"/>
                </a:cubicBezTo>
                <a:cubicBezTo>
                  <a:pt x="55520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5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5" y="355"/>
                </a:cubicBezTo>
                <a:lnTo>
                  <a:pt x="67157" y="355"/>
                </a:lnTo>
                <a:cubicBezTo>
                  <a:pt x="67275" y="355"/>
                  <a:pt x="67383" y="384"/>
                  <a:pt x="67479" y="444"/>
                </a:cubicBezTo>
                <a:cubicBezTo>
                  <a:pt x="67575" y="503"/>
                  <a:pt x="67656" y="599"/>
                  <a:pt x="67723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5" y="26647"/>
                  <a:pt x="90337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2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5" y="29311"/>
                  <a:pt x="83320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0" y="24517"/>
                  <a:pt x="71487" y="23020"/>
                  <a:pt x="70918" y="21238"/>
                </a:cubicBezTo>
                <a:cubicBezTo>
                  <a:pt x="70348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50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3" y="1342"/>
                  <a:pt x="89050" y="1655"/>
                </a:cubicBezTo>
                <a:cubicBezTo>
                  <a:pt x="89568" y="1968"/>
                  <a:pt x="89926" y="2225"/>
                  <a:pt x="90126" y="2427"/>
                </a:cubicBezTo>
                <a:cubicBezTo>
                  <a:pt x="90326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6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4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3" y="6122"/>
                </a:cubicBezTo>
                <a:cubicBezTo>
                  <a:pt x="89886" y="6122"/>
                  <a:pt x="89597" y="5976"/>
                  <a:pt x="89228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8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1" y="3327"/>
                  <a:pt x="80233" y="3582"/>
                  <a:pt x="79191" y="4092"/>
                </a:cubicBezTo>
                <a:cubicBezTo>
                  <a:pt x="78149" y="4602"/>
                  <a:pt x="77258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3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3" y="24838"/>
                  <a:pt x="79158" y="25319"/>
                </a:cubicBezTo>
                <a:cubicBezTo>
                  <a:pt x="80222" y="25800"/>
                  <a:pt x="81428" y="26040"/>
                  <a:pt x="82773" y="26040"/>
                </a:cubicBezTo>
                <a:cubicBezTo>
                  <a:pt x="83912" y="26040"/>
                  <a:pt x="84906" y="25898"/>
                  <a:pt x="85756" y="25615"/>
                </a:cubicBezTo>
                <a:cubicBezTo>
                  <a:pt x="86607" y="25332"/>
                  <a:pt x="87331" y="25015"/>
                  <a:pt x="87930" y="24665"/>
                </a:cubicBezTo>
                <a:cubicBezTo>
                  <a:pt x="88529" y="24314"/>
                  <a:pt x="89021" y="23998"/>
                  <a:pt x="89405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8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8" y="23611"/>
                </a:cubicBezTo>
                <a:cubicBezTo>
                  <a:pt x="90802" y="23737"/>
                  <a:pt x="90836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2" y="28949"/>
                  <a:pt x="116484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3" y="29190"/>
                  <a:pt x="114998" y="29190"/>
                </a:cubicBezTo>
                <a:cubicBezTo>
                  <a:pt x="114614" y="29190"/>
                  <a:pt x="114303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0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7" y="29001"/>
                </a:cubicBezTo>
                <a:cubicBezTo>
                  <a:pt x="99479" y="29053"/>
                  <a:pt x="99283" y="29097"/>
                  <a:pt x="99039" y="29134"/>
                </a:cubicBezTo>
                <a:cubicBezTo>
                  <a:pt x="98795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59" y="28879"/>
                  <a:pt x="96300" y="28790"/>
                </a:cubicBezTo>
                <a:cubicBezTo>
                  <a:pt x="96241" y="28702"/>
                  <a:pt x="96211" y="28598"/>
                  <a:pt x="96211" y="28480"/>
                </a:cubicBezTo>
                <a:lnTo>
                  <a:pt x="96211" y="932"/>
                </a:lnTo>
                <a:cubicBezTo>
                  <a:pt x="96211" y="813"/>
                  <a:pt x="96241" y="710"/>
                  <a:pt x="96300" y="621"/>
                </a:cubicBezTo>
                <a:cubicBezTo>
                  <a:pt x="96359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5" y="240"/>
                  <a:pt x="99039" y="277"/>
                </a:cubicBezTo>
                <a:cubicBezTo>
                  <a:pt x="99283" y="314"/>
                  <a:pt x="99479" y="359"/>
                  <a:pt x="99627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0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3" y="240"/>
                  <a:pt x="114614" y="222"/>
                  <a:pt x="114998" y="222"/>
                </a:cubicBezTo>
                <a:cubicBezTo>
                  <a:pt x="115353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4" y="410"/>
                </a:cubicBezTo>
                <a:cubicBezTo>
                  <a:pt x="116632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8" y="37055"/>
                  <a:pt x="142793" y="37175"/>
                  <a:pt x="142541" y="37175"/>
                </a:cubicBezTo>
                <a:lnTo>
                  <a:pt x="121182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2" y="36616"/>
                  <a:pt x="120405" y="36243"/>
                  <a:pt x="120405" y="35722"/>
                </a:cubicBezTo>
                <a:cubicBezTo>
                  <a:pt x="120405" y="35215"/>
                  <a:pt x="120472" y="34835"/>
                  <a:pt x="120605" y="34582"/>
                </a:cubicBezTo>
                <a:cubicBezTo>
                  <a:pt x="120738" y="34329"/>
                  <a:pt x="120930" y="34202"/>
                  <a:pt x="121182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3743" y="27548"/>
                </a:moveTo>
                <a:cubicBezTo>
                  <a:pt x="163743" y="27829"/>
                  <a:pt x="163721" y="28066"/>
                  <a:pt x="163677" y="28258"/>
                </a:cubicBezTo>
                <a:cubicBezTo>
                  <a:pt x="163632" y="28450"/>
                  <a:pt x="163573" y="28605"/>
                  <a:pt x="163499" y="28724"/>
                </a:cubicBezTo>
                <a:cubicBezTo>
                  <a:pt x="163425" y="28842"/>
                  <a:pt x="163340" y="28927"/>
                  <a:pt x="163244" y="28979"/>
                </a:cubicBezTo>
                <a:cubicBezTo>
                  <a:pt x="163148" y="29031"/>
                  <a:pt x="163048" y="29056"/>
                  <a:pt x="162945" y="29056"/>
                </a:cubicBezTo>
                <a:lnTo>
                  <a:pt x="147951" y="29056"/>
                </a:lnTo>
                <a:cubicBezTo>
                  <a:pt x="147847" y="29056"/>
                  <a:pt x="147751" y="29031"/>
                  <a:pt x="147662" y="28979"/>
                </a:cubicBezTo>
                <a:cubicBezTo>
                  <a:pt x="147574" y="28927"/>
                  <a:pt x="147489" y="28842"/>
                  <a:pt x="147407" y="28724"/>
                </a:cubicBezTo>
                <a:cubicBezTo>
                  <a:pt x="147326" y="28605"/>
                  <a:pt x="147263" y="28450"/>
                  <a:pt x="147219" y="28258"/>
                </a:cubicBezTo>
                <a:cubicBezTo>
                  <a:pt x="147174" y="28066"/>
                  <a:pt x="147152" y="27829"/>
                  <a:pt x="147152" y="27548"/>
                </a:cubicBezTo>
                <a:cubicBezTo>
                  <a:pt x="147152" y="27282"/>
                  <a:pt x="147174" y="27053"/>
                  <a:pt x="147219" y="26861"/>
                </a:cubicBezTo>
                <a:cubicBezTo>
                  <a:pt x="147263" y="26668"/>
                  <a:pt x="147319" y="26509"/>
                  <a:pt x="147385" y="26384"/>
                </a:cubicBezTo>
                <a:cubicBezTo>
                  <a:pt x="147452" y="26258"/>
                  <a:pt x="147533" y="26162"/>
                  <a:pt x="147629" y="26095"/>
                </a:cubicBezTo>
                <a:cubicBezTo>
                  <a:pt x="147725" y="26029"/>
                  <a:pt x="147832" y="25996"/>
                  <a:pt x="147951" y="25996"/>
                </a:cubicBezTo>
                <a:lnTo>
                  <a:pt x="153939" y="25996"/>
                </a:lnTo>
                <a:lnTo>
                  <a:pt x="153939" y="4148"/>
                </a:lnTo>
                <a:lnTo>
                  <a:pt x="148394" y="7475"/>
                </a:lnTo>
                <a:cubicBezTo>
                  <a:pt x="148113" y="7623"/>
                  <a:pt x="147888" y="7711"/>
                  <a:pt x="147718" y="7741"/>
                </a:cubicBezTo>
                <a:cubicBezTo>
                  <a:pt x="147548" y="7771"/>
                  <a:pt x="147411" y="7737"/>
                  <a:pt x="147307" y="7641"/>
                </a:cubicBezTo>
                <a:cubicBezTo>
                  <a:pt x="147204" y="7545"/>
                  <a:pt x="147134" y="7386"/>
                  <a:pt x="147097" y="7164"/>
                </a:cubicBezTo>
                <a:cubicBezTo>
                  <a:pt x="147060" y="6941"/>
                  <a:pt x="147041" y="6659"/>
                  <a:pt x="147041" y="6318"/>
                </a:cubicBezTo>
                <a:cubicBezTo>
                  <a:pt x="147041" y="6066"/>
                  <a:pt x="147052" y="5851"/>
                  <a:pt x="147075" y="5673"/>
                </a:cubicBezTo>
                <a:cubicBezTo>
                  <a:pt x="147097" y="5495"/>
                  <a:pt x="147130" y="5346"/>
                  <a:pt x="147174" y="5228"/>
                </a:cubicBezTo>
                <a:cubicBezTo>
                  <a:pt x="147219" y="5109"/>
                  <a:pt x="147282" y="5005"/>
                  <a:pt x="147363" y="4916"/>
                </a:cubicBezTo>
                <a:cubicBezTo>
                  <a:pt x="147444" y="4827"/>
                  <a:pt x="147551" y="4738"/>
                  <a:pt x="147685" y="4650"/>
                </a:cubicBezTo>
                <a:lnTo>
                  <a:pt x="154294" y="400"/>
                </a:lnTo>
                <a:cubicBezTo>
                  <a:pt x="154353" y="356"/>
                  <a:pt x="154427" y="319"/>
                  <a:pt x="154516" y="289"/>
                </a:cubicBezTo>
                <a:cubicBezTo>
                  <a:pt x="154605" y="259"/>
                  <a:pt x="154716" y="229"/>
                  <a:pt x="154849" y="200"/>
                </a:cubicBezTo>
                <a:cubicBezTo>
                  <a:pt x="154982" y="170"/>
                  <a:pt x="155137" y="152"/>
                  <a:pt x="155315" y="144"/>
                </a:cubicBezTo>
                <a:cubicBezTo>
                  <a:pt x="155492" y="137"/>
                  <a:pt x="155714" y="133"/>
                  <a:pt x="155980" y="133"/>
                </a:cubicBezTo>
                <a:cubicBezTo>
                  <a:pt x="156335" y="133"/>
                  <a:pt x="156631" y="148"/>
                  <a:pt x="156867" y="177"/>
                </a:cubicBezTo>
                <a:cubicBezTo>
                  <a:pt x="157104" y="207"/>
                  <a:pt x="157289" y="248"/>
                  <a:pt x="157422" y="299"/>
                </a:cubicBezTo>
                <a:cubicBezTo>
                  <a:pt x="157555" y="351"/>
                  <a:pt x="157644" y="418"/>
                  <a:pt x="157688" y="500"/>
                </a:cubicBezTo>
                <a:cubicBezTo>
                  <a:pt x="157732" y="581"/>
                  <a:pt x="157754" y="666"/>
                  <a:pt x="157754" y="755"/>
                </a:cubicBezTo>
                <a:lnTo>
                  <a:pt x="157754" y="25996"/>
                </a:lnTo>
                <a:lnTo>
                  <a:pt x="162945" y="25996"/>
                </a:lnTo>
                <a:cubicBezTo>
                  <a:pt x="163063" y="25996"/>
                  <a:pt x="163174" y="26029"/>
                  <a:pt x="163277" y="26095"/>
                </a:cubicBezTo>
                <a:cubicBezTo>
                  <a:pt x="163381" y="26162"/>
                  <a:pt x="163466" y="26258"/>
                  <a:pt x="163533" y="26384"/>
                </a:cubicBezTo>
                <a:cubicBezTo>
                  <a:pt x="163599" y="26509"/>
                  <a:pt x="163651" y="26668"/>
                  <a:pt x="163688" y="26861"/>
                </a:cubicBezTo>
                <a:cubicBezTo>
                  <a:pt x="163725" y="27053"/>
                  <a:pt x="163743" y="27282"/>
                  <a:pt x="163743" y="27548"/>
                </a:cubicBezTo>
                <a:close/>
                <a:moveTo>
                  <a:pt x="186547" y="27548"/>
                </a:moveTo>
                <a:cubicBezTo>
                  <a:pt x="186547" y="27829"/>
                  <a:pt x="186525" y="28066"/>
                  <a:pt x="186481" y="28258"/>
                </a:cubicBezTo>
                <a:cubicBezTo>
                  <a:pt x="186436" y="28450"/>
                  <a:pt x="186377" y="28605"/>
                  <a:pt x="186303" y="28724"/>
                </a:cubicBezTo>
                <a:cubicBezTo>
                  <a:pt x="186229" y="28842"/>
                  <a:pt x="186144" y="28927"/>
                  <a:pt x="186048" y="28979"/>
                </a:cubicBezTo>
                <a:cubicBezTo>
                  <a:pt x="185952" y="29031"/>
                  <a:pt x="185852" y="29056"/>
                  <a:pt x="185749" y="29056"/>
                </a:cubicBezTo>
                <a:lnTo>
                  <a:pt x="170755" y="29056"/>
                </a:lnTo>
                <a:cubicBezTo>
                  <a:pt x="170651" y="29056"/>
                  <a:pt x="170555" y="29031"/>
                  <a:pt x="170466" y="28979"/>
                </a:cubicBezTo>
                <a:cubicBezTo>
                  <a:pt x="170378" y="28927"/>
                  <a:pt x="170293" y="28842"/>
                  <a:pt x="170211" y="28724"/>
                </a:cubicBezTo>
                <a:cubicBezTo>
                  <a:pt x="170130" y="28605"/>
                  <a:pt x="170067" y="28450"/>
                  <a:pt x="170023" y="28258"/>
                </a:cubicBezTo>
                <a:cubicBezTo>
                  <a:pt x="169978" y="28066"/>
                  <a:pt x="169956" y="27829"/>
                  <a:pt x="169956" y="27548"/>
                </a:cubicBezTo>
                <a:cubicBezTo>
                  <a:pt x="169956" y="27282"/>
                  <a:pt x="169978" y="27053"/>
                  <a:pt x="170023" y="26861"/>
                </a:cubicBezTo>
                <a:cubicBezTo>
                  <a:pt x="170067" y="26668"/>
                  <a:pt x="170123" y="26509"/>
                  <a:pt x="170189" y="26384"/>
                </a:cubicBezTo>
                <a:cubicBezTo>
                  <a:pt x="170256" y="26258"/>
                  <a:pt x="170337" y="26162"/>
                  <a:pt x="170433" y="26095"/>
                </a:cubicBezTo>
                <a:cubicBezTo>
                  <a:pt x="170529" y="26029"/>
                  <a:pt x="170636" y="25996"/>
                  <a:pt x="170755" y="25996"/>
                </a:cubicBezTo>
                <a:lnTo>
                  <a:pt x="176743" y="25996"/>
                </a:lnTo>
                <a:lnTo>
                  <a:pt x="176743" y="4148"/>
                </a:lnTo>
                <a:lnTo>
                  <a:pt x="171198" y="7475"/>
                </a:lnTo>
                <a:cubicBezTo>
                  <a:pt x="170917" y="7623"/>
                  <a:pt x="170692" y="7711"/>
                  <a:pt x="170522" y="7741"/>
                </a:cubicBezTo>
                <a:cubicBezTo>
                  <a:pt x="170352" y="7771"/>
                  <a:pt x="170215" y="7737"/>
                  <a:pt x="170111" y="7641"/>
                </a:cubicBezTo>
                <a:cubicBezTo>
                  <a:pt x="170008" y="7545"/>
                  <a:pt x="169938" y="7386"/>
                  <a:pt x="169901" y="7164"/>
                </a:cubicBezTo>
                <a:cubicBezTo>
                  <a:pt x="169864" y="6941"/>
                  <a:pt x="169845" y="6659"/>
                  <a:pt x="169845" y="6318"/>
                </a:cubicBezTo>
                <a:cubicBezTo>
                  <a:pt x="169845" y="6066"/>
                  <a:pt x="169856" y="5851"/>
                  <a:pt x="169879" y="5673"/>
                </a:cubicBezTo>
                <a:cubicBezTo>
                  <a:pt x="169901" y="5495"/>
                  <a:pt x="169934" y="5346"/>
                  <a:pt x="169978" y="5228"/>
                </a:cubicBezTo>
                <a:cubicBezTo>
                  <a:pt x="170023" y="5109"/>
                  <a:pt x="170086" y="5005"/>
                  <a:pt x="170167" y="4916"/>
                </a:cubicBezTo>
                <a:cubicBezTo>
                  <a:pt x="170248" y="4827"/>
                  <a:pt x="170355" y="4738"/>
                  <a:pt x="170489" y="4650"/>
                </a:cubicBezTo>
                <a:lnTo>
                  <a:pt x="177098" y="400"/>
                </a:lnTo>
                <a:cubicBezTo>
                  <a:pt x="177157" y="356"/>
                  <a:pt x="177231" y="319"/>
                  <a:pt x="177320" y="289"/>
                </a:cubicBezTo>
                <a:cubicBezTo>
                  <a:pt x="177409" y="259"/>
                  <a:pt x="177520" y="229"/>
                  <a:pt x="177653" y="200"/>
                </a:cubicBezTo>
                <a:cubicBezTo>
                  <a:pt x="177786" y="170"/>
                  <a:pt x="177941" y="152"/>
                  <a:pt x="178119" y="144"/>
                </a:cubicBezTo>
                <a:cubicBezTo>
                  <a:pt x="178296" y="137"/>
                  <a:pt x="178518" y="133"/>
                  <a:pt x="178784" y="133"/>
                </a:cubicBezTo>
                <a:cubicBezTo>
                  <a:pt x="179139" y="133"/>
                  <a:pt x="179435" y="148"/>
                  <a:pt x="179671" y="177"/>
                </a:cubicBezTo>
                <a:cubicBezTo>
                  <a:pt x="179908" y="207"/>
                  <a:pt x="180093" y="248"/>
                  <a:pt x="180226" y="299"/>
                </a:cubicBezTo>
                <a:cubicBezTo>
                  <a:pt x="180359" y="351"/>
                  <a:pt x="180448" y="418"/>
                  <a:pt x="180492" y="500"/>
                </a:cubicBezTo>
                <a:cubicBezTo>
                  <a:pt x="180536" y="581"/>
                  <a:pt x="180558" y="666"/>
                  <a:pt x="180558" y="755"/>
                </a:cubicBezTo>
                <a:lnTo>
                  <a:pt x="180558" y="25996"/>
                </a:lnTo>
                <a:lnTo>
                  <a:pt x="185749" y="25996"/>
                </a:lnTo>
                <a:cubicBezTo>
                  <a:pt x="185867" y="25996"/>
                  <a:pt x="185978" y="26029"/>
                  <a:pt x="186081" y="26095"/>
                </a:cubicBezTo>
                <a:cubicBezTo>
                  <a:pt x="186185" y="26162"/>
                  <a:pt x="186270" y="26258"/>
                  <a:pt x="186337" y="26384"/>
                </a:cubicBezTo>
                <a:cubicBezTo>
                  <a:pt x="186403" y="26509"/>
                  <a:pt x="186455" y="26668"/>
                  <a:pt x="186492" y="26861"/>
                </a:cubicBezTo>
                <a:cubicBezTo>
                  <a:pt x="186529" y="27053"/>
                  <a:pt x="186547" y="27282"/>
                  <a:pt x="186547" y="27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8F343-A7F3-428B-B03D-EFB531EF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394" y="586550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88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88"/>
                  <a:pt x="326383" y="11356"/>
                </a:cubicBezTo>
                <a:lnTo>
                  <a:pt x="326383" y="56782"/>
                </a:lnTo>
                <a:cubicBezTo>
                  <a:pt x="326383" y="63058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58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PATCH_N">
            <a:extLst xmlns:a="http://schemas.openxmlformats.org/drawingml/2006/main">
              <a:ext uri="{FF2B5EF4-FFF2-40B4-BE49-F238E27FC236}">
                <a16:creationId xmlns:a16="http://schemas.microsoft.com/office/drawing/2014/main" id="{9E247903-65E1-4B40-AB33-F2D3EC4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086" y="5886821"/>
            <a:ext cx="168690" cy="37175"/>
          </a:xfrm>
          <a:custGeom xmlns:a="http://schemas.openxmlformats.org/drawingml/2006/main">
            <a:pathLst>
              <a:path w="168690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4" y="28690"/>
                  <a:pt x="45119" y="28842"/>
                  <a:pt x="45001" y="28946"/>
                </a:cubicBezTo>
                <a:cubicBezTo>
                  <a:pt x="44882" y="29049"/>
                  <a:pt x="44686" y="29116"/>
                  <a:pt x="44413" y="29145"/>
                </a:cubicBezTo>
                <a:cubicBezTo>
                  <a:pt x="44139" y="29175"/>
                  <a:pt x="43773" y="29190"/>
                  <a:pt x="43315" y="29190"/>
                </a:cubicBezTo>
                <a:cubicBezTo>
                  <a:pt x="42856" y="29190"/>
                  <a:pt x="42491" y="29178"/>
                  <a:pt x="42217" y="29156"/>
                </a:cubicBezTo>
                <a:cubicBezTo>
                  <a:pt x="41943" y="29134"/>
                  <a:pt x="41736" y="29097"/>
                  <a:pt x="41596" y="29045"/>
                </a:cubicBezTo>
                <a:cubicBezTo>
                  <a:pt x="41455" y="28994"/>
                  <a:pt x="41352" y="28923"/>
                  <a:pt x="41285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1" y="29001"/>
                </a:cubicBezTo>
                <a:cubicBezTo>
                  <a:pt x="23711" y="29068"/>
                  <a:pt x="23511" y="29116"/>
                  <a:pt x="23253" y="29145"/>
                </a:cubicBezTo>
                <a:cubicBezTo>
                  <a:pt x="22994" y="29175"/>
                  <a:pt x="22657" y="29190"/>
                  <a:pt x="22243" y="29190"/>
                </a:cubicBezTo>
                <a:cubicBezTo>
                  <a:pt x="21815" y="29190"/>
                  <a:pt x="21463" y="29171"/>
                  <a:pt x="21190" y="29134"/>
                </a:cubicBezTo>
                <a:cubicBezTo>
                  <a:pt x="20916" y="29097"/>
                  <a:pt x="20724" y="29027"/>
                  <a:pt x="20613" y="28923"/>
                </a:cubicBezTo>
                <a:cubicBezTo>
                  <a:pt x="20502" y="28820"/>
                  <a:pt x="20450" y="28668"/>
                  <a:pt x="20458" y="28469"/>
                </a:cubicBezTo>
                <a:cubicBezTo>
                  <a:pt x="20465" y="28269"/>
                  <a:pt x="20528" y="28007"/>
                  <a:pt x="20646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2" y="436"/>
                  <a:pt x="30927" y="377"/>
                </a:cubicBezTo>
                <a:cubicBezTo>
                  <a:pt x="31112" y="318"/>
                  <a:pt x="31348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0" y="255"/>
                </a:cubicBezTo>
                <a:cubicBezTo>
                  <a:pt x="34221" y="277"/>
                  <a:pt x="34472" y="318"/>
                  <a:pt x="34664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8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5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1" y="1996"/>
                </a:moveTo>
                <a:cubicBezTo>
                  <a:pt x="67911" y="2277"/>
                  <a:pt x="67897" y="2521"/>
                  <a:pt x="67867" y="2728"/>
                </a:cubicBezTo>
                <a:cubicBezTo>
                  <a:pt x="67838" y="2935"/>
                  <a:pt x="67789" y="3102"/>
                  <a:pt x="67723" y="3227"/>
                </a:cubicBezTo>
                <a:cubicBezTo>
                  <a:pt x="67656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7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2" y="28949"/>
                  <a:pt x="58684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1" y="29190"/>
                  <a:pt x="56518" y="29171"/>
                  <a:pt x="56267" y="29134"/>
                </a:cubicBezTo>
                <a:cubicBezTo>
                  <a:pt x="56015" y="29097"/>
                  <a:pt x="55816" y="29053"/>
                  <a:pt x="55668" y="29001"/>
                </a:cubicBezTo>
                <a:cubicBezTo>
                  <a:pt x="55520" y="28949"/>
                  <a:pt x="55416" y="28879"/>
                  <a:pt x="55357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69" y="3564"/>
                  <a:pt x="46873" y="3505"/>
                </a:cubicBezTo>
                <a:cubicBezTo>
                  <a:pt x="46777" y="3445"/>
                  <a:pt x="46700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1" y="2277"/>
                  <a:pt x="46441" y="1996"/>
                </a:cubicBezTo>
                <a:cubicBezTo>
                  <a:pt x="46441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700" y="599"/>
                  <a:pt x="46777" y="503"/>
                  <a:pt x="46873" y="444"/>
                </a:cubicBezTo>
                <a:cubicBezTo>
                  <a:pt x="46969" y="384"/>
                  <a:pt x="47077" y="355"/>
                  <a:pt x="47195" y="355"/>
                </a:cubicBezTo>
                <a:lnTo>
                  <a:pt x="67157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6" y="599"/>
                  <a:pt x="67723" y="732"/>
                </a:cubicBezTo>
                <a:cubicBezTo>
                  <a:pt x="67789" y="865"/>
                  <a:pt x="67838" y="1039"/>
                  <a:pt x="67867" y="1253"/>
                </a:cubicBezTo>
                <a:cubicBezTo>
                  <a:pt x="67897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5" y="25774"/>
                  <a:pt x="90829" y="25929"/>
                  <a:pt x="90792" y="26062"/>
                </a:cubicBezTo>
                <a:cubicBezTo>
                  <a:pt x="90755" y="26195"/>
                  <a:pt x="90707" y="26313"/>
                  <a:pt x="90648" y="26417"/>
                </a:cubicBezTo>
                <a:cubicBezTo>
                  <a:pt x="90588" y="26520"/>
                  <a:pt x="90485" y="26647"/>
                  <a:pt x="90337" y="26796"/>
                </a:cubicBezTo>
                <a:cubicBezTo>
                  <a:pt x="90189" y="26945"/>
                  <a:pt x="89879" y="27172"/>
                  <a:pt x="89405" y="27477"/>
                </a:cubicBezTo>
                <a:cubicBezTo>
                  <a:pt x="88932" y="27783"/>
                  <a:pt x="88344" y="28081"/>
                  <a:pt x="87642" y="28372"/>
                </a:cubicBezTo>
                <a:cubicBezTo>
                  <a:pt x="86940" y="28662"/>
                  <a:pt x="86134" y="28908"/>
                  <a:pt x="85224" y="29109"/>
                </a:cubicBezTo>
                <a:cubicBezTo>
                  <a:pt x="84315" y="29311"/>
                  <a:pt x="83321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1" y="24517"/>
                  <a:pt x="71487" y="23020"/>
                  <a:pt x="70918" y="21238"/>
                </a:cubicBezTo>
                <a:cubicBezTo>
                  <a:pt x="70349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4" y="8717"/>
                </a:cubicBezTo>
                <a:cubicBezTo>
                  <a:pt x="71598" y="6854"/>
                  <a:pt x="72459" y="5275"/>
                  <a:pt x="73569" y="3981"/>
                </a:cubicBezTo>
                <a:cubicBezTo>
                  <a:pt x="74678" y="2688"/>
                  <a:pt x="76005" y="1701"/>
                  <a:pt x="77550" y="1020"/>
                </a:cubicBezTo>
                <a:cubicBezTo>
                  <a:pt x="79095" y="340"/>
                  <a:pt x="80807" y="0"/>
                  <a:pt x="82685" y="0"/>
                </a:cubicBezTo>
                <a:cubicBezTo>
                  <a:pt x="83513" y="0"/>
                  <a:pt x="84319" y="78"/>
                  <a:pt x="85102" y="235"/>
                </a:cubicBezTo>
                <a:cubicBezTo>
                  <a:pt x="85886" y="392"/>
                  <a:pt x="86611" y="589"/>
                  <a:pt x="87276" y="828"/>
                </a:cubicBezTo>
                <a:cubicBezTo>
                  <a:pt x="87941" y="1066"/>
                  <a:pt x="88533" y="1342"/>
                  <a:pt x="89051" y="1655"/>
                </a:cubicBezTo>
                <a:cubicBezTo>
                  <a:pt x="89568" y="1968"/>
                  <a:pt x="89927" y="2225"/>
                  <a:pt x="90126" y="2427"/>
                </a:cubicBezTo>
                <a:cubicBezTo>
                  <a:pt x="90326" y="2628"/>
                  <a:pt x="90455" y="2780"/>
                  <a:pt x="90514" y="2883"/>
                </a:cubicBezTo>
                <a:cubicBezTo>
                  <a:pt x="90574" y="2987"/>
                  <a:pt x="90622" y="3109"/>
                  <a:pt x="90659" y="3249"/>
                </a:cubicBezTo>
                <a:cubicBezTo>
                  <a:pt x="90696" y="3390"/>
                  <a:pt x="90725" y="3556"/>
                  <a:pt x="90747" y="3749"/>
                </a:cubicBezTo>
                <a:cubicBezTo>
                  <a:pt x="90769" y="3941"/>
                  <a:pt x="90781" y="4170"/>
                  <a:pt x="90781" y="4436"/>
                </a:cubicBezTo>
                <a:cubicBezTo>
                  <a:pt x="90781" y="4732"/>
                  <a:pt x="90766" y="4983"/>
                  <a:pt x="90736" y="5190"/>
                </a:cubicBezTo>
                <a:cubicBezTo>
                  <a:pt x="90707" y="5397"/>
                  <a:pt x="90662" y="5571"/>
                  <a:pt x="90603" y="5711"/>
                </a:cubicBezTo>
                <a:cubicBezTo>
                  <a:pt x="90544" y="5852"/>
                  <a:pt x="90474" y="5955"/>
                  <a:pt x="90392" y="6022"/>
                </a:cubicBezTo>
                <a:cubicBezTo>
                  <a:pt x="90311" y="6089"/>
                  <a:pt x="90211" y="6122"/>
                  <a:pt x="90093" y="6122"/>
                </a:cubicBezTo>
                <a:cubicBezTo>
                  <a:pt x="89886" y="6122"/>
                  <a:pt x="89598" y="5976"/>
                  <a:pt x="89228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8" y="3763"/>
                </a:cubicBezTo>
                <a:cubicBezTo>
                  <a:pt x="84833" y="3472"/>
                  <a:pt x="83831" y="3327"/>
                  <a:pt x="82663" y="3327"/>
                </a:cubicBezTo>
                <a:cubicBezTo>
                  <a:pt x="81391" y="3327"/>
                  <a:pt x="80234" y="3582"/>
                  <a:pt x="79191" y="4092"/>
                </a:cubicBezTo>
                <a:cubicBezTo>
                  <a:pt x="78149" y="4602"/>
                  <a:pt x="77258" y="5353"/>
                  <a:pt x="76519" y="6344"/>
                </a:cubicBezTo>
                <a:cubicBezTo>
                  <a:pt x="75779" y="7334"/>
                  <a:pt x="75206" y="8543"/>
                  <a:pt x="74800" y="9970"/>
                </a:cubicBezTo>
                <a:cubicBezTo>
                  <a:pt x="74393" y="11397"/>
                  <a:pt x="74190" y="13027"/>
                  <a:pt x="74190" y="14861"/>
                </a:cubicBezTo>
                <a:cubicBezTo>
                  <a:pt x="74190" y="16680"/>
                  <a:pt x="74386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3" y="24838"/>
                  <a:pt x="79158" y="25319"/>
                </a:cubicBezTo>
                <a:cubicBezTo>
                  <a:pt x="80223" y="25800"/>
                  <a:pt x="81428" y="26040"/>
                  <a:pt x="82773" y="26040"/>
                </a:cubicBezTo>
                <a:cubicBezTo>
                  <a:pt x="83912" y="26040"/>
                  <a:pt x="84906" y="25898"/>
                  <a:pt x="85757" y="25615"/>
                </a:cubicBezTo>
                <a:cubicBezTo>
                  <a:pt x="86607" y="25332"/>
                  <a:pt x="87332" y="25015"/>
                  <a:pt x="87930" y="24665"/>
                </a:cubicBezTo>
                <a:cubicBezTo>
                  <a:pt x="88529" y="24314"/>
                  <a:pt x="89021" y="23998"/>
                  <a:pt x="89405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8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8" y="23611"/>
                </a:cubicBezTo>
                <a:cubicBezTo>
                  <a:pt x="90803" y="23737"/>
                  <a:pt x="90836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4" y="28702"/>
                  <a:pt x="116795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0" y="29097"/>
                  <a:pt x="113638" y="29053"/>
                  <a:pt x="113490" y="29001"/>
                </a:cubicBezTo>
                <a:cubicBezTo>
                  <a:pt x="113342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5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19" y="29190"/>
                </a:cubicBezTo>
                <a:cubicBezTo>
                  <a:pt x="97764" y="29190"/>
                  <a:pt x="97461" y="29171"/>
                  <a:pt x="97210" y="29134"/>
                </a:cubicBezTo>
                <a:cubicBezTo>
                  <a:pt x="96958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0" y="28790"/>
                </a:cubicBezTo>
                <a:cubicBezTo>
                  <a:pt x="96241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1" y="710"/>
                  <a:pt x="96300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8" y="314"/>
                  <a:pt x="97210" y="277"/>
                </a:cubicBezTo>
                <a:cubicBezTo>
                  <a:pt x="97461" y="240"/>
                  <a:pt x="97764" y="222"/>
                  <a:pt x="98119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5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2" y="462"/>
                  <a:pt x="113490" y="410"/>
                </a:cubicBezTo>
                <a:cubicBezTo>
                  <a:pt x="113638" y="359"/>
                  <a:pt x="113830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5" y="621"/>
                </a:cubicBezTo>
                <a:cubicBezTo>
                  <a:pt x="116854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3" y="35677"/>
                </a:moveTo>
                <a:cubicBezTo>
                  <a:pt x="143273" y="36199"/>
                  <a:pt x="143214" y="36578"/>
                  <a:pt x="143096" y="36817"/>
                </a:cubicBezTo>
                <a:cubicBezTo>
                  <a:pt x="142977" y="37055"/>
                  <a:pt x="142792" y="37175"/>
                  <a:pt x="142541" y="37175"/>
                </a:cubicBezTo>
                <a:lnTo>
                  <a:pt x="121181" y="37175"/>
                </a:lnTo>
                <a:cubicBezTo>
                  <a:pt x="120930" y="37175"/>
                  <a:pt x="120738" y="37063"/>
                  <a:pt x="120605" y="36839"/>
                </a:cubicBezTo>
                <a:cubicBezTo>
                  <a:pt x="120471" y="36616"/>
                  <a:pt x="120405" y="36243"/>
                  <a:pt x="120405" y="35722"/>
                </a:cubicBezTo>
                <a:cubicBezTo>
                  <a:pt x="120405" y="35215"/>
                  <a:pt x="120471" y="34835"/>
                  <a:pt x="120605" y="34582"/>
                </a:cubicBezTo>
                <a:cubicBezTo>
                  <a:pt x="120738" y="34329"/>
                  <a:pt x="120930" y="34202"/>
                  <a:pt x="121181" y="34202"/>
                </a:cubicBezTo>
                <a:lnTo>
                  <a:pt x="142541" y="34202"/>
                </a:lnTo>
                <a:cubicBezTo>
                  <a:pt x="142778" y="34202"/>
                  <a:pt x="142959" y="34322"/>
                  <a:pt x="143085" y="34560"/>
                </a:cubicBezTo>
                <a:cubicBezTo>
                  <a:pt x="143210" y="34798"/>
                  <a:pt x="143273" y="35171"/>
                  <a:pt x="143273" y="35677"/>
                </a:cubicBezTo>
                <a:close/>
                <a:moveTo>
                  <a:pt x="168690" y="27501"/>
                </a:moveTo>
                <a:cubicBezTo>
                  <a:pt x="168690" y="27797"/>
                  <a:pt x="168642" y="28049"/>
                  <a:pt x="168546" y="28257"/>
                </a:cubicBezTo>
                <a:cubicBezTo>
                  <a:pt x="168450" y="28464"/>
                  <a:pt x="168324" y="28635"/>
                  <a:pt x="168169" y="28768"/>
                </a:cubicBezTo>
                <a:cubicBezTo>
                  <a:pt x="168014" y="28901"/>
                  <a:pt x="167840" y="28997"/>
                  <a:pt x="167648" y="29056"/>
                </a:cubicBezTo>
                <a:cubicBezTo>
                  <a:pt x="167456" y="29116"/>
                  <a:pt x="167263" y="29145"/>
                  <a:pt x="167071" y="29145"/>
                </a:cubicBezTo>
                <a:lnTo>
                  <a:pt x="165851" y="29145"/>
                </a:lnTo>
                <a:cubicBezTo>
                  <a:pt x="165467" y="29145"/>
                  <a:pt x="165130" y="29104"/>
                  <a:pt x="164842" y="29022"/>
                </a:cubicBezTo>
                <a:cubicBezTo>
                  <a:pt x="164554" y="28940"/>
                  <a:pt x="164280" y="28790"/>
                  <a:pt x="164021" y="28573"/>
                </a:cubicBezTo>
                <a:cubicBezTo>
                  <a:pt x="163763" y="28357"/>
                  <a:pt x="163504" y="28061"/>
                  <a:pt x="163245" y="27688"/>
                </a:cubicBezTo>
                <a:cubicBezTo>
                  <a:pt x="162986" y="27314"/>
                  <a:pt x="162702" y="26838"/>
                  <a:pt x="162391" y="26262"/>
                </a:cubicBezTo>
                <a:lnTo>
                  <a:pt x="153341" y="9937"/>
                </a:lnTo>
                <a:cubicBezTo>
                  <a:pt x="152868" y="9094"/>
                  <a:pt x="152391" y="8210"/>
                  <a:pt x="151911" y="7286"/>
                </a:cubicBezTo>
                <a:cubicBezTo>
                  <a:pt x="151430" y="6362"/>
                  <a:pt x="150983" y="5464"/>
                  <a:pt x="150569" y="4591"/>
                </a:cubicBezTo>
                <a:lnTo>
                  <a:pt x="150525" y="4591"/>
                </a:lnTo>
                <a:cubicBezTo>
                  <a:pt x="150554" y="5656"/>
                  <a:pt x="150576" y="6743"/>
                  <a:pt x="150591" y="7852"/>
                </a:cubicBezTo>
                <a:cubicBezTo>
                  <a:pt x="150606" y="8961"/>
                  <a:pt x="150613" y="10063"/>
                  <a:pt x="150613" y="11157"/>
                </a:cubicBezTo>
                <a:lnTo>
                  <a:pt x="150613" y="28480"/>
                </a:lnTo>
                <a:cubicBezTo>
                  <a:pt x="150613" y="28583"/>
                  <a:pt x="150584" y="28683"/>
                  <a:pt x="150525" y="28779"/>
                </a:cubicBezTo>
                <a:cubicBezTo>
                  <a:pt x="150465" y="28875"/>
                  <a:pt x="150366" y="28949"/>
                  <a:pt x="150225" y="29001"/>
                </a:cubicBezTo>
                <a:cubicBezTo>
                  <a:pt x="150085" y="29053"/>
                  <a:pt x="149900" y="29097"/>
                  <a:pt x="149671" y="29134"/>
                </a:cubicBezTo>
                <a:cubicBezTo>
                  <a:pt x="149441" y="29171"/>
                  <a:pt x="149149" y="29190"/>
                  <a:pt x="148794" y="29190"/>
                </a:cubicBezTo>
                <a:cubicBezTo>
                  <a:pt x="148440" y="29190"/>
                  <a:pt x="148147" y="29171"/>
                  <a:pt x="147918" y="29134"/>
                </a:cubicBezTo>
                <a:cubicBezTo>
                  <a:pt x="147689" y="29097"/>
                  <a:pt x="147508" y="29053"/>
                  <a:pt x="147375" y="29001"/>
                </a:cubicBezTo>
                <a:cubicBezTo>
                  <a:pt x="147242" y="28949"/>
                  <a:pt x="147146" y="28875"/>
                  <a:pt x="147087" y="28779"/>
                </a:cubicBezTo>
                <a:cubicBezTo>
                  <a:pt x="147027" y="28683"/>
                  <a:pt x="146998" y="28583"/>
                  <a:pt x="146998" y="28480"/>
                </a:cubicBezTo>
                <a:lnTo>
                  <a:pt x="146998" y="1996"/>
                </a:lnTo>
                <a:cubicBezTo>
                  <a:pt x="146998" y="1405"/>
                  <a:pt x="147160" y="983"/>
                  <a:pt x="147486" y="732"/>
                </a:cubicBezTo>
                <a:cubicBezTo>
                  <a:pt x="147811" y="481"/>
                  <a:pt x="148166" y="355"/>
                  <a:pt x="148550" y="355"/>
                </a:cubicBezTo>
                <a:lnTo>
                  <a:pt x="150369" y="355"/>
                </a:lnTo>
                <a:cubicBezTo>
                  <a:pt x="150798" y="355"/>
                  <a:pt x="151157" y="392"/>
                  <a:pt x="151445" y="466"/>
                </a:cubicBezTo>
                <a:cubicBezTo>
                  <a:pt x="151733" y="540"/>
                  <a:pt x="151992" y="662"/>
                  <a:pt x="152221" y="832"/>
                </a:cubicBezTo>
                <a:cubicBezTo>
                  <a:pt x="152451" y="1002"/>
                  <a:pt x="152672" y="1238"/>
                  <a:pt x="152887" y="1542"/>
                </a:cubicBezTo>
                <a:cubicBezTo>
                  <a:pt x="153101" y="1845"/>
                  <a:pt x="153334" y="2225"/>
                  <a:pt x="153585" y="2684"/>
                </a:cubicBezTo>
                <a:lnTo>
                  <a:pt x="160550" y="15282"/>
                </a:lnTo>
                <a:cubicBezTo>
                  <a:pt x="160979" y="16051"/>
                  <a:pt x="161393" y="16802"/>
                  <a:pt x="161792" y="17534"/>
                </a:cubicBezTo>
                <a:cubicBezTo>
                  <a:pt x="162191" y="18266"/>
                  <a:pt x="162576" y="18987"/>
                  <a:pt x="162946" y="19696"/>
                </a:cubicBezTo>
                <a:cubicBezTo>
                  <a:pt x="163315" y="20406"/>
                  <a:pt x="163681" y="21105"/>
                  <a:pt x="164044" y="21792"/>
                </a:cubicBezTo>
                <a:cubicBezTo>
                  <a:pt x="164406" y="22480"/>
                  <a:pt x="164764" y="23171"/>
                  <a:pt x="165119" y="23866"/>
                </a:cubicBezTo>
                <a:lnTo>
                  <a:pt x="165141" y="23866"/>
                </a:lnTo>
                <a:cubicBezTo>
                  <a:pt x="165112" y="22697"/>
                  <a:pt x="165093" y="21480"/>
                  <a:pt x="165086" y="20214"/>
                </a:cubicBezTo>
                <a:cubicBezTo>
                  <a:pt x="165079" y="18948"/>
                  <a:pt x="165075" y="17731"/>
                  <a:pt x="165075" y="16562"/>
                </a:cubicBezTo>
                <a:lnTo>
                  <a:pt x="165075" y="977"/>
                </a:lnTo>
                <a:cubicBezTo>
                  <a:pt x="165075" y="873"/>
                  <a:pt x="165104" y="777"/>
                  <a:pt x="165164" y="688"/>
                </a:cubicBezTo>
                <a:cubicBezTo>
                  <a:pt x="165223" y="599"/>
                  <a:pt x="165323" y="521"/>
                  <a:pt x="165463" y="455"/>
                </a:cubicBezTo>
                <a:cubicBezTo>
                  <a:pt x="165604" y="388"/>
                  <a:pt x="165788" y="340"/>
                  <a:pt x="166018" y="311"/>
                </a:cubicBezTo>
                <a:cubicBezTo>
                  <a:pt x="166247" y="281"/>
                  <a:pt x="166546" y="266"/>
                  <a:pt x="166916" y="266"/>
                </a:cubicBezTo>
                <a:cubicBezTo>
                  <a:pt x="167241" y="266"/>
                  <a:pt x="167522" y="281"/>
                  <a:pt x="167759" y="311"/>
                </a:cubicBezTo>
                <a:cubicBezTo>
                  <a:pt x="167995" y="340"/>
                  <a:pt x="168180" y="388"/>
                  <a:pt x="168313" y="455"/>
                </a:cubicBezTo>
                <a:cubicBezTo>
                  <a:pt x="168446" y="522"/>
                  <a:pt x="168542" y="600"/>
                  <a:pt x="168602" y="688"/>
                </a:cubicBezTo>
                <a:cubicBezTo>
                  <a:pt x="168661" y="777"/>
                  <a:pt x="168690" y="873"/>
                  <a:pt x="168690" y="977"/>
                </a:cubicBezTo>
                <a:lnTo>
                  <a:pt x="168690" y="27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9ADAF-BD09-4758-AC63-EC9F458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4849994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25FD0-438A-4A72-A0A0-F55112C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4845540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1D65D-461D-4316-8470-58F25C9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4838637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IMAGE_1">
            <a:extLst xmlns:a="http://schemas.openxmlformats.org/drawingml/2006/main">
              <a:ext uri="{FF2B5EF4-FFF2-40B4-BE49-F238E27FC236}">
                <a16:creationId xmlns:a16="http://schemas.microsoft.com/office/drawing/2014/main" id="{64D6E5A9-8B7F-46CD-9768-1D1FD5DF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4859808"/>
            <a:ext cx="167332" cy="37219"/>
          </a:xfrm>
          <a:custGeom xmlns:a="http://schemas.openxmlformats.org/drawingml/2006/main">
            <a:pathLst>
              <a:path w="167332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2" y="28524"/>
                </a:moveTo>
                <a:cubicBezTo>
                  <a:pt x="42972" y="28642"/>
                  <a:pt x="42943" y="28746"/>
                  <a:pt x="42884" y="28835"/>
                </a:cubicBezTo>
                <a:cubicBezTo>
                  <a:pt x="42824" y="28923"/>
                  <a:pt x="42721" y="28994"/>
                  <a:pt x="42573" y="29045"/>
                </a:cubicBezTo>
                <a:cubicBezTo>
                  <a:pt x="42425" y="29097"/>
                  <a:pt x="42237" y="29141"/>
                  <a:pt x="42007" y="29178"/>
                </a:cubicBezTo>
                <a:cubicBezTo>
                  <a:pt x="41778" y="29215"/>
                  <a:pt x="41479" y="29234"/>
                  <a:pt x="41109" y="29234"/>
                </a:cubicBezTo>
                <a:cubicBezTo>
                  <a:pt x="40769" y="29234"/>
                  <a:pt x="40477" y="29215"/>
                  <a:pt x="40233" y="29178"/>
                </a:cubicBezTo>
                <a:cubicBezTo>
                  <a:pt x="39989" y="29141"/>
                  <a:pt x="39797" y="29097"/>
                  <a:pt x="39656" y="29045"/>
                </a:cubicBezTo>
                <a:cubicBezTo>
                  <a:pt x="39516" y="28994"/>
                  <a:pt x="39416" y="28923"/>
                  <a:pt x="39357" y="28835"/>
                </a:cubicBezTo>
                <a:cubicBezTo>
                  <a:pt x="39298" y="28746"/>
                  <a:pt x="39268" y="28642"/>
                  <a:pt x="39268" y="28524"/>
                </a:cubicBezTo>
                <a:lnTo>
                  <a:pt x="39268" y="3527"/>
                </a:lnTo>
                <a:lnTo>
                  <a:pt x="39224" y="3527"/>
                </a:lnTo>
                <a:lnTo>
                  <a:pt x="28999" y="28635"/>
                </a:lnTo>
                <a:cubicBezTo>
                  <a:pt x="28954" y="28739"/>
                  <a:pt x="28891" y="28827"/>
                  <a:pt x="28810" y="28901"/>
                </a:cubicBezTo>
                <a:cubicBezTo>
                  <a:pt x="28729" y="28975"/>
                  <a:pt x="28610" y="29038"/>
                  <a:pt x="28455" y="29090"/>
                </a:cubicBezTo>
                <a:cubicBezTo>
                  <a:pt x="28300" y="29141"/>
                  <a:pt x="28115" y="29178"/>
                  <a:pt x="27901" y="29201"/>
                </a:cubicBezTo>
                <a:cubicBezTo>
                  <a:pt x="27686" y="29223"/>
                  <a:pt x="27431" y="29234"/>
                  <a:pt x="27135" y="29234"/>
                </a:cubicBezTo>
                <a:cubicBezTo>
                  <a:pt x="26825" y="29234"/>
                  <a:pt x="26559" y="29219"/>
                  <a:pt x="26337" y="29190"/>
                </a:cubicBezTo>
                <a:cubicBezTo>
                  <a:pt x="26115" y="29160"/>
                  <a:pt x="25930" y="29119"/>
                  <a:pt x="25782" y="29068"/>
                </a:cubicBezTo>
                <a:cubicBezTo>
                  <a:pt x="25635" y="29016"/>
                  <a:pt x="25520" y="28953"/>
                  <a:pt x="25439" y="28879"/>
                </a:cubicBezTo>
                <a:cubicBezTo>
                  <a:pt x="25357" y="28805"/>
                  <a:pt x="25302" y="28724"/>
                  <a:pt x="25272" y="28635"/>
                </a:cubicBezTo>
                <a:lnTo>
                  <a:pt x="15491" y="3527"/>
                </a:lnTo>
                <a:lnTo>
                  <a:pt x="15468" y="3527"/>
                </a:lnTo>
                <a:lnTo>
                  <a:pt x="15468" y="28524"/>
                </a:lnTo>
                <a:cubicBezTo>
                  <a:pt x="15468" y="28642"/>
                  <a:pt x="15439" y="28746"/>
                  <a:pt x="15380" y="28835"/>
                </a:cubicBezTo>
                <a:cubicBezTo>
                  <a:pt x="15321" y="28923"/>
                  <a:pt x="15217" y="28994"/>
                  <a:pt x="15069" y="29045"/>
                </a:cubicBezTo>
                <a:cubicBezTo>
                  <a:pt x="14921" y="29097"/>
                  <a:pt x="14729" y="29141"/>
                  <a:pt x="14493" y="29178"/>
                </a:cubicBezTo>
                <a:cubicBezTo>
                  <a:pt x="14256" y="29215"/>
                  <a:pt x="13953" y="29234"/>
                  <a:pt x="13583" y="29234"/>
                </a:cubicBezTo>
                <a:cubicBezTo>
                  <a:pt x="13228" y="29234"/>
                  <a:pt x="12933" y="29215"/>
                  <a:pt x="12696" y="29178"/>
                </a:cubicBezTo>
                <a:cubicBezTo>
                  <a:pt x="12459" y="29141"/>
                  <a:pt x="12271" y="29097"/>
                  <a:pt x="12130" y="29045"/>
                </a:cubicBezTo>
                <a:cubicBezTo>
                  <a:pt x="11990" y="28994"/>
                  <a:pt x="11894" y="28923"/>
                  <a:pt x="11842" y="28835"/>
                </a:cubicBezTo>
                <a:cubicBezTo>
                  <a:pt x="11790" y="28746"/>
                  <a:pt x="11764" y="28642"/>
                  <a:pt x="11764" y="28524"/>
                </a:cubicBezTo>
                <a:lnTo>
                  <a:pt x="11764" y="2129"/>
                </a:lnTo>
                <a:cubicBezTo>
                  <a:pt x="11764" y="1508"/>
                  <a:pt x="11927" y="1065"/>
                  <a:pt x="12252" y="798"/>
                </a:cubicBezTo>
                <a:cubicBezTo>
                  <a:pt x="12578" y="532"/>
                  <a:pt x="12940" y="399"/>
                  <a:pt x="13339" y="399"/>
                </a:cubicBezTo>
                <a:lnTo>
                  <a:pt x="15646" y="399"/>
                </a:lnTo>
                <a:cubicBezTo>
                  <a:pt x="16119" y="399"/>
                  <a:pt x="16533" y="444"/>
                  <a:pt x="16888" y="532"/>
                </a:cubicBezTo>
                <a:cubicBezTo>
                  <a:pt x="17243" y="621"/>
                  <a:pt x="17553" y="762"/>
                  <a:pt x="17820" y="954"/>
                </a:cubicBezTo>
                <a:cubicBezTo>
                  <a:pt x="18086" y="1146"/>
                  <a:pt x="18308" y="1390"/>
                  <a:pt x="18485" y="1686"/>
                </a:cubicBezTo>
                <a:cubicBezTo>
                  <a:pt x="18662" y="1981"/>
                  <a:pt x="18818" y="2329"/>
                  <a:pt x="18951" y="2728"/>
                </a:cubicBezTo>
                <a:lnTo>
                  <a:pt x="27269" y="23511"/>
                </a:lnTo>
                <a:lnTo>
                  <a:pt x="27379" y="23511"/>
                </a:lnTo>
                <a:lnTo>
                  <a:pt x="36030" y="2795"/>
                </a:lnTo>
                <a:cubicBezTo>
                  <a:pt x="36192" y="2351"/>
                  <a:pt x="36370" y="1974"/>
                  <a:pt x="36562" y="1664"/>
                </a:cubicBezTo>
                <a:cubicBezTo>
                  <a:pt x="36754" y="1353"/>
                  <a:pt x="36965" y="1105"/>
                  <a:pt x="37194" y="920"/>
                </a:cubicBezTo>
                <a:cubicBezTo>
                  <a:pt x="37423" y="736"/>
                  <a:pt x="37679" y="603"/>
                  <a:pt x="37960" y="521"/>
                </a:cubicBezTo>
                <a:cubicBezTo>
                  <a:pt x="38240" y="440"/>
                  <a:pt x="38566" y="399"/>
                  <a:pt x="38935" y="399"/>
                </a:cubicBezTo>
                <a:lnTo>
                  <a:pt x="41353" y="399"/>
                </a:lnTo>
                <a:cubicBezTo>
                  <a:pt x="41575" y="399"/>
                  <a:pt x="41786" y="433"/>
                  <a:pt x="41985" y="499"/>
                </a:cubicBezTo>
                <a:cubicBezTo>
                  <a:pt x="42185" y="566"/>
                  <a:pt x="42355" y="669"/>
                  <a:pt x="42495" y="810"/>
                </a:cubicBezTo>
                <a:cubicBezTo>
                  <a:pt x="42636" y="950"/>
                  <a:pt x="42750" y="1128"/>
                  <a:pt x="42839" y="1342"/>
                </a:cubicBezTo>
                <a:cubicBezTo>
                  <a:pt x="42928" y="1556"/>
                  <a:pt x="42972" y="1819"/>
                  <a:pt x="42972" y="2129"/>
                </a:cubicBezTo>
                <a:lnTo>
                  <a:pt x="42972" y="28524"/>
                </a:lnTo>
                <a:close/>
                <a:moveTo>
                  <a:pt x="72279" y="27748"/>
                </a:moveTo>
                <a:cubicBezTo>
                  <a:pt x="72397" y="28073"/>
                  <a:pt x="72460" y="28336"/>
                  <a:pt x="72468" y="28535"/>
                </a:cubicBezTo>
                <a:cubicBezTo>
                  <a:pt x="72475" y="28735"/>
                  <a:pt x="72419" y="28886"/>
                  <a:pt x="72301" y="28990"/>
                </a:cubicBezTo>
                <a:cubicBezTo>
                  <a:pt x="72183" y="29093"/>
                  <a:pt x="71987" y="29160"/>
                  <a:pt x="71713" y="29190"/>
                </a:cubicBezTo>
                <a:cubicBezTo>
                  <a:pt x="71440" y="29219"/>
                  <a:pt x="71074" y="29234"/>
                  <a:pt x="70615" y="29234"/>
                </a:cubicBezTo>
                <a:cubicBezTo>
                  <a:pt x="70157" y="29234"/>
                  <a:pt x="69791" y="29223"/>
                  <a:pt x="69517" y="29201"/>
                </a:cubicBezTo>
                <a:cubicBezTo>
                  <a:pt x="69244" y="29178"/>
                  <a:pt x="69037" y="29141"/>
                  <a:pt x="68896" y="29090"/>
                </a:cubicBezTo>
                <a:cubicBezTo>
                  <a:pt x="68756" y="29038"/>
                  <a:pt x="68652" y="28968"/>
                  <a:pt x="68586" y="28879"/>
                </a:cubicBezTo>
                <a:cubicBezTo>
                  <a:pt x="68519" y="28790"/>
                  <a:pt x="68457" y="28679"/>
                  <a:pt x="68397" y="28546"/>
                </a:cubicBezTo>
                <a:lnTo>
                  <a:pt x="65935" y="21559"/>
                </a:lnTo>
                <a:lnTo>
                  <a:pt x="54002" y="21559"/>
                </a:lnTo>
                <a:lnTo>
                  <a:pt x="51651" y="28458"/>
                </a:lnTo>
                <a:cubicBezTo>
                  <a:pt x="51607" y="28591"/>
                  <a:pt x="51548" y="28705"/>
                  <a:pt x="51474" y="28801"/>
                </a:cubicBezTo>
                <a:cubicBezTo>
                  <a:pt x="51400" y="28898"/>
                  <a:pt x="51293" y="28979"/>
                  <a:pt x="51152" y="29045"/>
                </a:cubicBezTo>
                <a:cubicBezTo>
                  <a:pt x="51012" y="29112"/>
                  <a:pt x="50812" y="29160"/>
                  <a:pt x="50553" y="29190"/>
                </a:cubicBezTo>
                <a:cubicBezTo>
                  <a:pt x="50294" y="29219"/>
                  <a:pt x="49958" y="29234"/>
                  <a:pt x="49544" y="29234"/>
                </a:cubicBezTo>
                <a:cubicBezTo>
                  <a:pt x="49115" y="29234"/>
                  <a:pt x="48764" y="29215"/>
                  <a:pt x="48490" y="29178"/>
                </a:cubicBezTo>
                <a:cubicBezTo>
                  <a:pt x="48217" y="29141"/>
                  <a:pt x="48025" y="29071"/>
                  <a:pt x="47914" y="28968"/>
                </a:cubicBezTo>
                <a:cubicBezTo>
                  <a:pt x="47803" y="28864"/>
                  <a:pt x="47751" y="28713"/>
                  <a:pt x="47758" y="28513"/>
                </a:cubicBezTo>
                <a:cubicBezTo>
                  <a:pt x="47766" y="28313"/>
                  <a:pt x="47829" y="28051"/>
                  <a:pt x="47947" y="27726"/>
                </a:cubicBezTo>
                <a:lnTo>
                  <a:pt x="57573" y="1065"/>
                </a:lnTo>
                <a:cubicBezTo>
                  <a:pt x="57632" y="902"/>
                  <a:pt x="57710" y="769"/>
                  <a:pt x="57806" y="665"/>
                </a:cubicBezTo>
                <a:cubicBezTo>
                  <a:pt x="57902" y="562"/>
                  <a:pt x="58043" y="481"/>
                  <a:pt x="58228" y="421"/>
                </a:cubicBezTo>
                <a:cubicBezTo>
                  <a:pt x="58412" y="362"/>
                  <a:pt x="58649" y="322"/>
                  <a:pt x="58937" y="299"/>
                </a:cubicBezTo>
                <a:cubicBezTo>
                  <a:pt x="59226" y="277"/>
                  <a:pt x="59592" y="266"/>
                  <a:pt x="60035" y="266"/>
                </a:cubicBezTo>
                <a:cubicBezTo>
                  <a:pt x="60509" y="266"/>
                  <a:pt x="60900" y="277"/>
                  <a:pt x="61211" y="299"/>
                </a:cubicBezTo>
                <a:cubicBezTo>
                  <a:pt x="61521" y="322"/>
                  <a:pt x="61773" y="362"/>
                  <a:pt x="61965" y="421"/>
                </a:cubicBezTo>
                <a:cubicBezTo>
                  <a:pt x="62157" y="481"/>
                  <a:pt x="62305" y="566"/>
                  <a:pt x="62409" y="677"/>
                </a:cubicBezTo>
                <a:cubicBezTo>
                  <a:pt x="62512" y="787"/>
                  <a:pt x="62593" y="924"/>
                  <a:pt x="62653" y="1087"/>
                </a:cubicBezTo>
                <a:lnTo>
                  <a:pt x="72279" y="27748"/>
                </a:lnTo>
                <a:moveTo>
                  <a:pt x="59924" y="4214"/>
                </a:moveTo>
                <a:lnTo>
                  <a:pt x="59902" y="4214"/>
                </a:lnTo>
                <a:lnTo>
                  <a:pt x="54956" y="18521"/>
                </a:lnTo>
                <a:lnTo>
                  <a:pt x="64937" y="18521"/>
                </a:lnTo>
                <a:lnTo>
                  <a:pt x="59924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3" y="5046"/>
                </a:cubicBezTo>
                <a:cubicBezTo>
                  <a:pt x="98573" y="5260"/>
                  <a:pt x="98529" y="5438"/>
                  <a:pt x="98470" y="5578"/>
                </a:cubicBezTo>
                <a:cubicBezTo>
                  <a:pt x="98410" y="5719"/>
                  <a:pt x="98337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4" y="4954"/>
                  <a:pt x="95409" y="4614"/>
                </a:cubicBezTo>
                <a:cubicBezTo>
                  <a:pt x="94714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3" y="3549"/>
                  <a:pt x="85206" y="4126"/>
                </a:cubicBezTo>
                <a:cubicBezTo>
                  <a:pt x="83949" y="4702"/>
                  <a:pt x="82884" y="5501"/>
                  <a:pt x="82012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9" y="11563"/>
                  <a:pt x="79306" y="13086"/>
                  <a:pt x="79306" y="14728"/>
                </a:cubicBezTo>
                <a:cubicBezTo>
                  <a:pt x="79306" y="16561"/>
                  <a:pt x="79561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6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2" y="14251"/>
                </a:cubicBezTo>
                <a:cubicBezTo>
                  <a:pt x="87431" y="14051"/>
                  <a:pt x="87479" y="13889"/>
                  <a:pt x="87546" y="13763"/>
                </a:cubicBezTo>
                <a:cubicBezTo>
                  <a:pt x="87612" y="13637"/>
                  <a:pt x="87690" y="13545"/>
                  <a:pt x="87779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8" y="13397"/>
                </a:lnTo>
                <a:cubicBezTo>
                  <a:pt x="97390" y="13397"/>
                  <a:pt x="97553" y="13427"/>
                  <a:pt x="97716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6" y="14033"/>
                  <a:pt x="98470" y="14240"/>
                </a:cubicBezTo>
                <a:cubicBezTo>
                  <a:pt x="98544" y="14447"/>
                  <a:pt x="98581" y="14683"/>
                  <a:pt x="98581" y="14950"/>
                </a:cubicBezTo>
                <a:lnTo>
                  <a:pt x="98581" y="25885"/>
                </a:lnTo>
                <a:cubicBezTo>
                  <a:pt x="98581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5" y="28073"/>
                  <a:pt x="95875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2" y="29367"/>
                </a:cubicBezTo>
                <a:cubicBezTo>
                  <a:pt x="90832" y="29456"/>
                  <a:pt x="90100" y="29500"/>
                  <a:pt x="89376" y="29500"/>
                </a:cubicBezTo>
                <a:cubicBezTo>
                  <a:pt x="87158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1" y="22735"/>
                  <a:pt x="76245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9" y="5405"/>
                  <a:pt x="79228" y="4103"/>
                </a:cubicBezTo>
                <a:cubicBezTo>
                  <a:pt x="80478" y="2802"/>
                  <a:pt x="81978" y="1793"/>
                  <a:pt x="83731" y="1076"/>
                </a:cubicBezTo>
                <a:cubicBezTo>
                  <a:pt x="85483" y="359"/>
                  <a:pt x="87424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5" y="1224"/>
                  <a:pt x="96573" y="1505"/>
                  <a:pt x="97083" y="1808"/>
                </a:cubicBezTo>
                <a:cubicBezTo>
                  <a:pt x="97594" y="2111"/>
                  <a:pt x="97945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5" y="28025"/>
                  <a:pt x="122085" y="28225"/>
                </a:cubicBezTo>
                <a:cubicBezTo>
                  <a:pt x="122056" y="28424"/>
                  <a:pt x="122004" y="28591"/>
                  <a:pt x="121930" y="28724"/>
                </a:cubicBezTo>
                <a:cubicBezTo>
                  <a:pt x="121856" y="28857"/>
                  <a:pt x="121771" y="28953"/>
                  <a:pt x="121675" y="29012"/>
                </a:cubicBezTo>
                <a:cubicBezTo>
                  <a:pt x="121579" y="29071"/>
                  <a:pt x="121472" y="29101"/>
                  <a:pt x="121353" y="29101"/>
                </a:cubicBezTo>
                <a:lnTo>
                  <a:pt x="107579" y="29101"/>
                </a:lnTo>
                <a:cubicBezTo>
                  <a:pt x="107239" y="29101"/>
                  <a:pt x="106918" y="28986"/>
                  <a:pt x="106615" y="28757"/>
                </a:cubicBezTo>
                <a:cubicBezTo>
                  <a:pt x="106311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1" y="972"/>
                  <a:pt x="106615" y="743"/>
                </a:cubicBezTo>
                <a:cubicBezTo>
                  <a:pt x="106918" y="514"/>
                  <a:pt x="107239" y="399"/>
                  <a:pt x="107579" y="399"/>
                </a:cubicBezTo>
                <a:lnTo>
                  <a:pt x="121198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6" y="547"/>
                  <a:pt x="121694" y="643"/>
                  <a:pt x="121753" y="776"/>
                </a:cubicBezTo>
                <a:cubicBezTo>
                  <a:pt x="121812" y="909"/>
                  <a:pt x="121860" y="1076"/>
                  <a:pt x="121897" y="1275"/>
                </a:cubicBezTo>
                <a:cubicBezTo>
                  <a:pt x="121934" y="1475"/>
                  <a:pt x="121952" y="1723"/>
                  <a:pt x="121952" y="2018"/>
                </a:cubicBezTo>
                <a:cubicBezTo>
                  <a:pt x="121952" y="2285"/>
                  <a:pt x="121934" y="2517"/>
                  <a:pt x="121897" y="2717"/>
                </a:cubicBezTo>
                <a:cubicBezTo>
                  <a:pt x="121860" y="2917"/>
                  <a:pt x="121812" y="3079"/>
                  <a:pt x="121753" y="3205"/>
                </a:cubicBezTo>
                <a:cubicBezTo>
                  <a:pt x="121694" y="3331"/>
                  <a:pt x="121616" y="3423"/>
                  <a:pt x="121520" y="3482"/>
                </a:cubicBezTo>
                <a:cubicBezTo>
                  <a:pt x="121424" y="3541"/>
                  <a:pt x="121317" y="3571"/>
                  <a:pt x="121198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1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19" y="12743"/>
                  <a:pt x="120100" y="12835"/>
                  <a:pt x="120167" y="12953"/>
                </a:cubicBezTo>
                <a:cubicBezTo>
                  <a:pt x="120233" y="13072"/>
                  <a:pt x="120281" y="13234"/>
                  <a:pt x="120311" y="13441"/>
                </a:cubicBezTo>
                <a:cubicBezTo>
                  <a:pt x="120341" y="13648"/>
                  <a:pt x="120355" y="13892"/>
                  <a:pt x="120355" y="14173"/>
                </a:cubicBezTo>
                <a:cubicBezTo>
                  <a:pt x="120355" y="14440"/>
                  <a:pt x="120341" y="14669"/>
                  <a:pt x="120311" y="14861"/>
                </a:cubicBezTo>
                <a:cubicBezTo>
                  <a:pt x="120281" y="15053"/>
                  <a:pt x="120233" y="15208"/>
                  <a:pt x="120167" y="15327"/>
                </a:cubicBezTo>
                <a:cubicBezTo>
                  <a:pt x="120100" y="15445"/>
                  <a:pt x="120019" y="15530"/>
                  <a:pt x="119923" y="15582"/>
                </a:cubicBezTo>
                <a:cubicBezTo>
                  <a:pt x="119827" y="15634"/>
                  <a:pt x="119720" y="15659"/>
                  <a:pt x="119601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3" y="25929"/>
                </a:lnTo>
                <a:cubicBezTo>
                  <a:pt x="121472" y="25929"/>
                  <a:pt x="121579" y="25959"/>
                  <a:pt x="121675" y="26018"/>
                </a:cubicBezTo>
                <a:cubicBezTo>
                  <a:pt x="121771" y="26077"/>
                  <a:pt x="121856" y="26169"/>
                  <a:pt x="121930" y="26295"/>
                </a:cubicBezTo>
                <a:cubicBezTo>
                  <a:pt x="122004" y="26421"/>
                  <a:pt x="122056" y="26583"/>
                  <a:pt x="122085" y="26783"/>
                </a:cubicBezTo>
                <a:cubicBezTo>
                  <a:pt x="122115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5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7" y="37107"/>
                  <a:pt x="124194" y="36883"/>
                </a:cubicBezTo>
                <a:cubicBezTo>
                  <a:pt x="124061" y="36660"/>
                  <a:pt x="123994" y="36288"/>
                  <a:pt x="123994" y="35766"/>
                </a:cubicBezTo>
                <a:cubicBezTo>
                  <a:pt x="123994" y="35260"/>
                  <a:pt x="124061" y="34880"/>
                  <a:pt x="124194" y="34627"/>
                </a:cubicBezTo>
                <a:cubicBezTo>
                  <a:pt x="124327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7" y="34247"/>
                  <a:pt x="146548" y="34366"/>
                  <a:pt x="146674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67332" y="27593"/>
                </a:moveTo>
                <a:cubicBezTo>
                  <a:pt x="167332" y="27874"/>
                  <a:pt x="167310" y="28110"/>
                  <a:pt x="167266" y="28302"/>
                </a:cubicBezTo>
                <a:cubicBezTo>
                  <a:pt x="167221" y="28495"/>
                  <a:pt x="167162" y="28650"/>
                  <a:pt x="167088" y="28768"/>
                </a:cubicBezTo>
                <a:cubicBezTo>
                  <a:pt x="167014" y="28886"/>
                  <a:pt x="166929" y="28971"/>
                  <a:pt x="166833" y="29023"/>
                </a:cubicBezTo>
                <a:cubicBezTo>
                  <a:pt x="166737" y="29075"/>
                  <a:pt x="166637" y="29101"/>
                  <a:pt x="166534" y="29101"/>
                </a:cubicBezTo>
                <a:lnTo>
                  <a:pt x="151540" y="29101"/>
                </a:lnTo>
                <a:cubicBezTo>
                  <a:pt x="151436" y="29101"/>
                  <a:pt x="151340" y="29075"/>
                  <a:pt x="151251" y="29023"/>
                </a:cubicBezTo>
                <a:cubicBezTo>
                  <a:pt x="151163" y="28971"/>
                  <a:pt x="151078" y="28886"/>
                  <a:pt x="150996" y="28768"/>
                </a:cubicBezTo>
                <a:cubicBezTo>
                  <a:pt x="150915" y="28650"/>
                  <a:pt x="150852" y="28495"/>
                  <a:pt x="150808" y="28302"/>
                </a:cubicBezTo>
                <a:cubicBezTo>
                  <a:pt x="150763" y="28110"/>
                  <a:pt x="150741" y="27874"/>
                  <a:pt x="150741" y="27593"/>
                </a:cubicBezTo>
                <a:cubicBezTo>
                  <a:pt x="150741" y="27326"/>
                  <a:pt x="150763" y="27097"/>
                  <a:pt x="150808" y="26905"/>
                </a:cubicBezTo>
                <a:cubicBezTo>
                  <a:pt x="150852" y="26713"/>
                  <a:pt x="150908" y="26554"/>
                  <a:pt x="150974" y="26428"/>
                </a:cubicBezTo>
                <a:cubicBezTo>
                  <a:pt x="151041" y="26302"/>
                  <a:pt x="151122" y="26206"/>
                  <a:pt x="151218" y="26140"/>
                </a:cubicBezTo>
                <a:cubicBezTo>
                  <a:pt x="151314" y="26073"/>
                  <a:pt x="151421" y="26040"/>
                  <a:pt x="151540" y="26040"/>
                </a:cubicBezTo>
                <a:lnTo>
                  <a:pt x="157528" y="26040"/>
                </a:lnTo>
                <a:lnTo>
                  <a:pt x="157528" y="4192"/>
                </a:lnTo>
                <a:lnTo>
                  <a:pt x="151983" y="7519"/>
                </a:lnTo>
                <a:cubicBezTo>
                  <a:pt x="151702" y="7667"/>
                  <a:pt x="151477" y="7756"/>
                  <a:pt x="151307" y="7785"/>
                </a:cubicBezTo>
                <a:cubicBezTo>
                  <a:pt x="151137" y="7815"/>
                  <a:pt x="151000" y="7782"/>
                  <a:pt x="150896" y="7686"/>
                </a:cubicBezTo>
                <a:cubicBezTo>
                  <a:pt x="150793" y="7589"/>
                  <a:pt x="150723" y="7430"/>
                  <a:pt x="150686" y="7208"/>
                </a:cubicBezTo>
                <a:cubicBezTo>
                  <a:pt x="150649" y="6985"/>
                  <a:pt x="150630" y="6703"/>
                  <a:pt x="150630" y="6362"/>
                </a:cubicBezTo>
                <a:cubicBezTo>
                  <a:pt x="150630" y="6110"/>
                  <a:pt x="150641" y="5895"/>
                  <a:pt x="150664" y="5717"/>
                </a:cubicBezTo>
                <a:cubicBezTo>
                  <a:pt x="150686" y="5539"/>
                  <a:pt x="150719" y="5391"/>
                  <a:pt x="150763" y="5272"/>
                </a:cubicBezTo>
                <a:cubicBezTo>
                  <a:pt x="150808" y="5153"/>
                  <a:pt x="150871" y="5050"/>
                  <a:pt x="150952" y="4961"/>
                </a:cubicBezTo>
                <a:cubicBezTo>
                  <a:pt x="151033" y="4872"/>
                  <a:pt x="151140" y="4783"/>
                  <a:pt x="151274" y="4694"/>
                </a:cubicBezTo>
                <a:lnTo>
                  <a:pt x="157883" y="444"/>
                </a:lnTo>
                <a:cubicBezTo>
                  <a:pt x="157942" y="400"/>
                  <a:pt x="158016" y="363"/>
                  <a:pt x="158105" y="333"/>
                </a:cubicBezTo>
                <a:cubicBezTo>
                  <a:pt x="158194" y="303"/>
                  <a:pt x="158305" y="274"/>
                  <a:pt x="158438" y="244"/>
                </a:cubicBezTo>
                <a:cubicBezTo>
                  <a:pt x="158571" y="214"/>
                  <a:pt x="158726" y="196"/>
                  <a:pt x="158904" y="189"/>
                </a:cubicBezTo>
                <a:cubicBezTo>
                  <a:pt x="159081" y="181"/>
                  <a:pt x="159303" y="177"/>
                  <a:pt x="159569" y="177"/>
                </a:cubicBezTo>
                <a:cubicBezTo>
                  <a:pt x="159924" y="177"/>
                  <a:pt x="160220" y="192"/>
                  <a:pt x="160456" y="222"/>
                </a:cubicBezTo>
                <a:cubicBezTo>
                  <a:pt x="160693" y="251"/>
                  <a:pt x="160878" y="292"/>
                  <a:pt x="161011" y="344"/>
                </a:cubicBezTo>
                <a:cubicBezTo>
                  <a:pt x="161144" y="396"/>
                  <a:pt x="161233" y="462"/>
                  <a:pt x="161277" y="544"/>
                </a:cubicBezTo>
                <a:cubicBezTo>
                  <a:pt x="161321" y="625"/>
                  <a:pt x="161344" y="710"/>
                  <a:pt x="161344" y="799"/>
                </a:cubicBezTo>
                <a:lnTo>
                  <a:pt x="161344" y="26040"/>
                </a:lnTo>
                <a:lnTo>
                  <a:pt x="166534" y="26040"/>
                </a:lnTo>
                <a:cubicBezTo>
                  <a:pt x="166652" y="26040"/>
                  <a:pt x="166763" y="26073"/>
                  <a:pt x="166866" y="26140"/>
                </a:cubicBezTo>
                <a:cubicBezTo>
                  <a:pt x="166970" y="26206"/>
                  <a:pt x="167055" y="26302"/>
                  <a:pt x="167122" y="26428"/>
                </a:cubicBezTo>
                <a:cubicBezTo>
                  <a:pt x="167188" y="26554"/>
                  <a:pt x="167240" y="26713"/>
                  <a:pt x="167277" y="26905"/>
                </a:cubicBezTo>
                <a:cubicBezTo>
                  <a:pt x="167314" y="27097"/>
                  <a:pt x="167332" y="27326"/>
                  <a:pt x="167332" y="27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5517F-7C45-412D-9CED-89BF0D2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4943419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B4E2F-3EEA-46E7-A3E4-F6CA819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4938966"/>
            <a:ext cx="68835" cy="53620"/>
          </a:xfrm>
          <a:custGeom xmlns:a="http://schemas.openxmlformats.org/drawingml/2006/main">
            <a:pathLst>
              <a:path w="68835" h="53620">
                <a:moveTo>
                  <a:pt x="63598" y="53620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20"/>
                  <a:pt x="63598" y="53620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3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6F5E2-B962-4843-B429-5A282F54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4932063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IMAGE_2">
            <a:extLst xmlns:a="http://schemas.openxmlformats.org/drawingml/2006/main">
              <a:ext uri="{FF2B5EF4-FFF2-40B4-BE49-F238E27FC236}">
                <a16:creationId xmlns:a16="http://schemas.microsoft.com/office/drawing/2014/main" id="{E3118B47-2D5D-4E84-95C5-BBBC6E9A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4953113"/>
            <a:ext cx="167266" cy="37263"/>
          </a:xfrm>
          <a:custGeom xmlns:a="http://schemas.openxmlformats.org/drawingml/2006/main">
            <a:pathLst>
              <a:path w="167266" h="37263">
                <a:moveTo>
                  <a:pt x="3815" y="28568"/>
                </a:moveTo>
                <a:cubicBezTo>
                  <a:pt x="3815" y="28687"/>
                  <a:pt x="3785" y="28790"/>
                  <a:pt x="3726" y="28879"/>
                </a:cubicBezTo>
                <a:cubicBezTo>
                  <a:pt x="3667" y="28968"/>
                  <a:pt x="3564" y="29038"/>
                  <a:pt x="3416" y="29090"/>
                </a:cubicBezTo>
                <a:cubicBezTo>
                  <a:pt x="3268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53" y="29278"/>
                  <a:pt x="1250" y="29260"/>
                  <a:pt x="998" y="29223"/>
                </a:cubicBezTo>
                <a:cubicBezTo>
                  <a:pt x="747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1020"/>
                </a:lnTo>
                <a:cubicBezTo>
                  <a:pt x="0" y="902"/>
                  <a:pt x="33" y="798"/>
                  <a:pt x="100" y="710"/>
                </a:cubicBezTo>
                <a:cubicBezTo>
                  <a:pt x="166" y="621"/>
                  <a:pt x="277" y="551"/>
                  <a:pt x="433" y="499"/>
                </a:cubicBezTo>
                <a:cubicBezTo>
                  <a:pt x="588" y="447"/>
                  <a:pt x="787" y="403"/>
                  <a:pt x="1031" y="366"/>
                </a:cubicBezTo>
                <a:cubicBezTo>
                  <a:pt x="1275" y="329"/>
                  <a:pt x="1567" y="311"/>
                  <a:pt x="1908" y="311"/>
                </a:cubicBezTo>
                <a:cubicBezTo>
                  <a:pt x="2277" y="311"/>
                  <a:pt x="2584" y="329"/>
                  <a:pt x="2828" y="366"/>
                </a:cubicBezTo>
                <a:cubicBezTo>
                  <a:pt x="3072" y="403"/>
                  <a:pt x="3268" y="447"/>
                  <a:pt x="3416" y="499"/>
                </a:cubicBezTo>
                <a:cubicBezTo>
                  <a:pt x="3564" y="551"/>
                  <a:pt x="3667" y="621"/>
                  <a:pt x="3726" y="710"/>
                </a:cubicBezTo>
                <a:cubicBezTo>
                  <a:pt x="3785" y="798"/>
                  <a:pt x="3815" y="902"/>
                  <a:pt x="3815" y="1020"/>
                </a:cubicBezTo>
                <a:lnTo>
                  <a:pt x="3815" y="28568"/>
                </a:lnTo>
                <a:close/>
                <a:moveTo>
                  <a:pt x="42972" y="28568"/>
                </a:moveTo>
                <a:cubicBezTo>
                  <a:pt x="42972" y="28687"/>
                  <a:pt x="42943" y="28790"/>
                  <a:pt x="42884" y="28879"/>
                </a:cubicBezTo>
                <a:cubicBezTo>
                  <a:pt x="42824" y="28968"/>
                  <a:pt x="42721" y="29038"/>
                  <a:pt x="42573" y="29090"/>
                </a:cubicBezTo>
                <a:cubicBezTo>
                  <a:pt x="42425" y="29141"/>
                  <a:pt x="42237" y="29186"/>
                  <a:pt x="42007" y="29223"/>
                </a:cubicBezTo>
                <a:cubicBezTo>
                  <a:pt x="41778" y="29260"/>
                  <a:pt x="41479" y="29278"/>
                  <a:pt x="41109" y="29278"/>
                </a:cubicBezTo>
                <a:cubicBezTo>
                  <a:pt x="40769" y="29278"/>
                  <a:pt x="40477" y="29260"/>
                  <a:pt x="40233" y="29223"/>
                </a:cubicBezTo>
                <a:cubicBezTo>
                  <a:pt x="39989" y="29186"/>
                  <a:pt x="39797" y="29141"/>
                  <a:pt x="39656" y="29090"/>
                </a:cubicBezTo>
                <a:cubicBezTo>
                  <a:pt x="39516" y="29038"/>
                  <a:pt x="39416" y="28968"/>
                  <a:pt x="39357" y="28879"/>
                </a:cubicBezTo>
                <a:cubicBezTo>
                  <a:pt x="39298" y="28790"/>
                  <a:pt x="39268" y="28687"/>
                  <a:pt x="39268" y="28568"/>
                </a:cubicBezTo>
                <a:lnTo>
                  <a:pt x="39268" y="3571"/>
                </a:lnTo>
                <a:lnTo>
                  <a:pt x="39224" y="3571"/>
                </a:lnTo>
                <a:lnTo>
                  <a:pt x="28999" y="28679"/>
                </a:lnTo>
                <a:cubicBezTo>
                  <a:pt x="28954" y="28783"/>
                  <a:pt x="28891" y="28872"/>
                  <a:pt x="28810" y="28946"/>
                </a:cubicBezTo>
                <a:cubicBezTo>
                  <a:pt x="28729" y="29019"/>
                  <a:pt x="28610" y="29082"/>
                  <a:pt x="28455" y="29134"/>
                </a:cubicBezTo>
                <a:cubicBezTo>
                  <a:pt x="28300" y="29186"/>
                  <a:pt x="28115" y="29223"/>
                  <a:pt x="27901" y="29245"/>
                </a:cubicBezTo>
                <a:cubicBezTo>
                  <a:pt x="27686" y="29267"/>
                  <a:pt x="27431" y="29278"/>
                  <a:pt x="27135" y="29278"/>
                </a:cubicBezTo>
                <a:cubicBezTo>
                  <a:pt x="26825" y="29278"/>
                  <a:pt x="26559" y="29263"/>
                  <a:pt x="26337" y="29234"/>
                </a:cubicBezTo>
                <a:cubicBezTo>
                  <a:pt x="26115" y="29204"/>
                  <a:pt x="25930" y="29164"/>
                  <a:pt x="25782" y="29112"/>
                </a:cubicBezTo>
                <a:cubicBezTo>
                  <a:pt x="25635" y="29060"/>
                  <a:pt x="25520" y="28997"/>
                  <a:pt x="25439" y="28923"/>
                </a:cubicBezTo>
                <a:cubicBezTo>
                  <a:pt x="25357" y="28849"/>
                  <a:pt x="25302" y="28768"/>
                  <a:pt x="25272" y="28679"/>
                </a:cubicBezTo>
                <a:lnTo>
                  <a:pt x="15491" y="3571"/>
                </a:lnTo>
                <a:lnTo>
                  <a:pt x="15468" y="3571"/>
                </a:lnTo>
                <a:lnTo>
                  <a:pt x="15468" y="28568"/>
                </a:lnTo>
                <a:cubicBezTo>
                  <a:pt x="15468" y="28687"/>
                  <a:pt x="15439" y="28790"/>
                  <a:pt x="15380" y="28879"/>
                </a:cubicBezTo>
                <a:cubicBezTo>
                  <a:pt x="15321" y="28968"/>
                  <a:pt x="15217" y="29038"/>
                  <a:pt x="15069" y="29090"/>
                </a:cubicBezTo>
                <a:cubicBezTo>
                  <a:pt x="14921" y="29141"/>
                  <a:pt x="14729" y="29186"/>
                  <a:pt x="14493" y="29223"/>
                </a:cubicBezTo>
                <a:cubicBezTo>
                  <a:pt x="14256" y="29260"/>
                  <a:pt x="13953" y="29278"/>
                  <a:pt x="13583" y="29278"/>
                </a:cubicBezTo>
                <a:cubicBezTo>
                  <a:pt x="13228" y="29278"/>
                  <a:pt x="12933" y="29260"/>
                  <a:pt x="12696" y="29223"/>
                </a:cubicBezTo>
                <a:cubicBezTo>
                  <a:pt x="12459" y="29186"/>
                  <a:pt x="12271" y="29141"/>
                  <a:pt x="12130" y="29090"/>
                </a:cubicBezTo>
                <a:cubicBezTo>
                  <a:pt x="11990" y="29038"/>
                  <a:pt x="11894" y="28968"/>
                  <a:pt x="11842" y="28879"/>
                </a:cubicBezTo>
                <a:cubicBezTo>
                  <a:pt x="11790" y="28790"/>
                  <a:pt x="11764" y="28687"/>
                  <a:pt x="11764" y="28568"/>
                </a:cubicBezTo>
                <a:lnTo>
                  <a:pt x="11764" y="2174"/>
                </a:lnTo>
                <a:cubicBezTo>
                  <a:pt x="11764" y="1553"/>
                  <a:pt x="11927" y="1109"/>
                  <a:pt x="12252" y="843"/>
                </a:cubicBezTo>
                <a:cubicBezTo>
                  <a:pt x="12578" y="577"/>
                  <a:pt x="12940" y="444"/>
                  <a:pt x="13339" y="444"/>
                </a:cubicBezTo>
                <a:lnTo>
                  <a:pt x="15646" y="444"/>
                </a:lnTo>
                <a:cubicBezTo>
                  <a:pt x="16119" y="444"/>
                  <a:pt x="16533" y="488"/>
                  <a:pt x="16888" y="577"/>
                </a:cubicBezTo>
                <a:cubicBezTo>
                  <a:pt x="17243" y="665"/>
                  <a:pt x="17553" y="806"/>
                  <a:pt x="17820" y="998"/>
                </a:cubicBezTo>
                <a:cubicBezTo>
                  <a:pt x="18086" y="1190"/>
                  <a:pt x="18308" y="1434"/>
                  <a:pt x="18485" y="1730"/>
                </a:cubicBezTo>
                <a:cubicBezTo>
                  <a:pt x="18662" y="2026"/>
                  <a:pt x="18818" y="2373"/>
                  <a:pt x="18951" y="2773"/>
                </a:cubicBezTo>
                <a:lnTo>
                  <a:pt x="27269" y="23556"/>
                </a:lnTo>
                <a:lnTo>
                  <a:pt x="27379" y="23556"/>
                </a:lnTo>
                <a:lnTo>
                  <a:pt x="36030" y="2839"/>
                </a:lnTo>
                <a:cubicBezTo>
                  <a:pt x="36192" y="2395"/>
                  <a:pt x="36370" y="2018"/>
                  <a:pt x="36562" y="1708"/>
                </a:cubicBezTo>
                <a:cubicBezTo>
                  <a:pt x="36754" y="1397"/>
                  <a:pt x="36965" y="1150"/>
                  <a:pt x="37194" y="965"/>
                </a:cubicBezTo>
                <a:cubicBezTo>
                  <a:pt x="37423" y="780"/>
                  <a:pt x="37679" y="647"/>
                  <a:pt x="37960" y="566"/>
                </a:cubicBezTo>
                <a:cubicBezTo>
                  <a:pt x="38240" y="484"/>
                  <a:pt x="38566" y="444"/>
                  <a:pt x="38935" y="444"/>
                </a:cubicBezTo>
                <a:lnTo>
                  <a:pt x="41353" y="444"/>
                </a:lnTo>
                <a:cubicBezTo>
                  <a:pt x="41575" y="444"/>
                  <a:pt x="41786" y="477"/>
                  <a:pt x="41985" y="543"/>
                </a:cubicBezTo>
                <a:cubicBezTo>
                  <a:pt x="42185" y="610"/>
                  <a:pt x="42355" y="713"/>
                  <a:pt x="42495" y="854"/>
                </a:cubicBezTo>
                <a:cubicBezTo>
                  <a:pt x="42636" y="994"/>
                  <a:pt x="42750" y="1172"/>
                  <a:pt x="42839" y="1386"/>
                </a:cubicBezTo>
                <a:cubicBezTo>
                  <a:pt x="42928" y="1601"/>
                  <a:pt x="42972" y="1863"/>
                  <a:pt x="42972" y="2174"/>
                </a:cubicBezTo>
                <a:lnTo>
                  <a:pt x="42972" y="28568"/>
                </a:lnTo>
                <a:close/>
                <a:moveTo>
                  <a:pt x="72279" y="27792"/>
                </a:moveTo>
                <a:cubicBezTo>
                  <a:pt x="72397" y="28117"/>
                  <a:pt x="72460" y="28380"/>
                  <a:pt x="72468" y="28580"/>
                </a:cubicBezTo>
                <a:cubicBezTo>
                  <a:pt x="72475" y="28779"/>
                  <a:pt x="72419" y="28931"/>
                  <a:pt x="72301" y="29034"/>
                </a:cubicBezTo>
                <a:cubicBezTo>
                  <a:pt x="72183" y="29138"/>
                  <a:pt x="71987" y="29204"/>
                  <a:pt x="71713" y="29234"/>
                </a:cubicBezTo>
                <a:cubicBezTo>
                  <a:pt x="71440" y="29263"/>
                  <a:pt x="71074" y="29278"/>
                  <a:pt x="70615" y="29278"/>
                </a:cubicBezTo>
                <a:cubicBezTo>
                  <a:pt x="70157" y="29278"/>
                  <a:pt x="69791" y="29267"/>
                  <a:pt x="69517" y="29245"/>
                </a:cubicBezTo>
                <a:cubicBezTo>
                  <a:pt x="69244" y="29223"/>
                  <a:pt x="69037" y="29186"/>
                  <a:pt x="68896" y="29134"/>
                </a:cubicBezTo>
                <a:cubicBezTo>
                  <a:pt x="68756" y="29082"/>
                  <a:pt x="68652" y="29012"/>
                  <a:pt x="68586" y="28923"/>
                </a:cubicBezTo>
                <a:cubicBezTo>
                  <a:pt x="68519" y="28835"/>
                  <a:pt x="68457" y="28724"/>
                  <a:pt x="68397" y="28591"/>
                </a:cubicBezTo>
                <a:lnTo>
                  <a:pt x="65935" y="21604"/>
                </a:lnTo>
                <a:lnTo>
                  <a:pt x="54002" y="21604"/>
                </a:lnTo>
                <a:lnTo>
                  <a:pt x="51651" y="28502"/>
                </a:lnTo>
                <a:cubicBezTo>
                  <a:pt x="51607" y="28635"/>
                  <a:pt x="51548" y="28750"/>
                  <a:pt x="51474" y="28846"/>
                </a:cubicBezTo>
                <a:cubicBezTo>
                  <a:pt x="51400" y="28942"/>
                  <a:pt x="51293" y="29023"/>
                  <a:pt x="51152" y="29090"/>
                </a:cubicBezTo>
                <a:cubicBezTo>
                  <a:pt x="51012" y="29156"/>
                  <a:pt x="50812" y="29204"/>
                  <a:pt x="50553" y="29234"/>
                </a:cubicBezTo>
                <a:cubicBezTo>
                  <a:pt x="50294" y="29263"/>
                  <a:pt x="49958" y="29278"/>
                  <a:pt x="49544" y="29278"/>
                </a:cubicBezTo>
                <a:cubicBezTo>
                  <a:pt x="49115" y="29278"/>
                  <a:pt x="48764" y="29260"/>
                  <a:pt x="48490" y="29223"/>
                </a:cubicBezTo>
                <a:cubicBezTo>
                  <a:pt x="48217" y="29186"/>
                  <a:pt x="48025" y="29116"/>
                  <a:pt x="47914" y="29012"/>
                </a:cubicBezTo>
                <a:cubicBezTo>
                  <a:pt x="47803" y="28909"/>
                  <a:pt x="47751" y="28757"/>
                  <a:pt x="47758" y="28557"/>
                </a:cubicBezTo>
                <a:cubicBezTo>
                  <a:pt x="47766" y="28358"/>
                  <a:pt x="47829" y="28095"/>
                  <a:pt x="47947" y="27770"/>
                </a:cubicBezTo>
                <a:lnTo>
                  <a:pt x="57573" y="1109"/>
                </a:lnTo>
                <a:cubicBezTo>
                  <a:pt x="57632" y="946"/>
                  <a:pt x="57710" y="813"/>
                  <a:pt x="57806" y="710"/>
                </a:cubicBezTo>
                <a:cubicBezTo>
                  <a:pt x="57902" y="606"/>
                  <a:pt x="58043" y="525"/>
                  <a:pt x="58228" y="466"/>
                </a:cubicBezTo>
                <a:cubicBezTo>
                  <a:pt x="58412" y="407"/>
                  <a:pt x="58649" y="366"/>
                  <a:pt x="58937" y="344"/>
                </a:cubicBezTo>
                <a:cubicBezTo>
                  <a:pt x="59226" y="322"/>
                  <a:pt x="59592" y="311"/>
                  <a:pt x="60035" y="311"/>
                </a:cubicBezTo>
                <a:cubicBezTo>
                  <a:pt x="60509" y="311"/>
                  <a:pt x="60900" y="322"/>
                  <a:pt x="61211" y="344"/>
                </a:cubicBezTo>
                <a:cubicBezTo>
                  <a:pt x="61521" y="366"/>
                  <a:pt x="61773" y="407"/>
                  <a:pt x="61965" y="466"/>
                </a:cubicBezTo>
                <a:cubicBezTo>
                  <a:pt x="62157" y="525"/>
                  <a:pt x="62305" y="610"/>
                  <a:pt x="62409" y="721"/>
                </a:cubicBezTo>
                <a:cubicBezTo>
                  <a:pt x="62512" y="832"/>
                  <a:pt x="62593" y="969"/>
                  <a:pt x="62653" y="1131"/>
                </a:cubicBezTo>
                <a:lnTo>
                  <a:pt x="72279" y="27792"/>
                </a:lnTo>
                <a:moveTo>
                  <a:pt x="59924" y="4259"/>
                </a:moveTo>
                <a:lnTo>
                  <a:pt x="59902" y="4259"/>
                </a:lnTo>
                <a:lnTo>
                  <a:pt x="54956" y="18565"/>
                </a:lnTo>
                <a:lnTo>
                  <a:pt x="64937" y="18565"/>
                </a:lnTo>
                <a:lnTo>
                  <a:pt x="59924" y="4259"/>
                </a:lnTo>
                <a:close/>
                <a:moveTo>
                  <a:pt x="98647" y="4347"/>
                </a:moveTo>
                <a:cubicBezTo>
                  <a:pt x="98647" y="4628"/>
                  <a:pt x="98632" y="4876"/>
                  <a:pt x="98603" y="5090"/>
                </a:cubicBezTo>
                <a:cubicBezTo>
                  <a:pt x="98573" y="5305"/>
                  <a:pt x="98529" y="5482"/>
                  <a:pt x="98470" y="5623"/>
                </a:cubicBezTo>
                <a:cubicBezTo>
                  <a:pt x="98410" y="5763"/>
                  <a:pt x="98337" y="5863"/>
                  <a:pt x="98248" y="5922"/>
                </a:cubicBezTo>
                <a:cubicBezTo>
                  <a:pt x="98159" y="5981"/>
                  <a:pt x="98063" y="6011"/>
                  <a:pt x="97959" y="6011"/>
                </a:cubicBezTo>
                <a:cubicBezTo>
                  <a:pt x="97782" y="6011"/>
                  <a:pt x="97486" y="5870"/>
                  <a:pt x="97072" y="5589"/>
                </a:cubicBezTo>
                <a:cubicBezTo>
                  <a:pt x="96658" y="5309"/>
                  <a:pt x="96104" y="4998"/>
                  <a:pt x="95409" y="4658"/>
                </a:cubicBezTo>
                <a:cubicBezTo>
                  <a:pt x="94714" y="4318"/>
                  <a:pt x="93882" y="4007"/>
                  <a:pt x="92913" y="3726"/>
                </a:cubicBezTo>
                <a:cubicBezTo>
                  <a:pt x="91945" y="3445"/>
                  <a:pt x="90795" y="3305"/>
                  <a:pt x="89464" y="3305"/>
                </a:cubicBezTo>
                <a:cubicBezTo>
                  <a:pt x="87882" y="3305"/>
                  <a:pt x="86463" y="3593"/>
                  <a:pt x="85206" y="4170"/>
                </a:cubicBezTo>
                <a:cubicBezTo>
                  <a:pt x="83949" y="4747"/>
                  <a:pt x="82884" y="5545"/>
                  <a:pt x="82012" y="6565"/>
                </a:cubicBezTo>
                <a:cubicBezTo>
                  <a:pt x="81139" y="7586"/>
                  <a:pt x="80470" y="8798"/>
                  <a:pt x="80004" y="10203"/>
                </a:cubicBezTo>
                <a:cubicBezTo>
                  <a:pt x="79539" y="11608"/>
                  <a:pt x="79306" y="13131"/>
                  <a:pt x="79306" y="14772"/>
                </a:cubicBezTo>
                <a:cubicBezTo>
                  <a:pt x="79306" y="16606"/>
                  <a:pt x="79561" y="18232"/>
                  <a:pt x="80071" y="19652"/>
                </a:cubicBezTo>
                <a:cubicBezTo>
                  <a:pt x="80581" y="21071"/>
                  <a:pt x="81287" y="22269"/>
                  <a:pt x="82189" y="23245"/>
                </a:cubicBezTo>
                <a:cubicBezTo>
                  <a:pt x="83091" y="24221"/>
                  <a:pt x="84167" y="24960"/>
                  <a:pt x="85416" y="25463"/>
                </a:cubicBezTo>
                <a:cubicBezTo>
                  <a:pt x="86666" y="25966"/>
                  <a:pt x="88037" y="26217"/>
                  <a:pt x="89531" y="26217"/>
                </a:cubicBezTo>
                <a:cubicBezTo>
                  <a:pt x="90418" y="26217"/>
                  <a:pt x="91316" y="26110"/>
                  <a:pt x="92226" y="25896"/>
                </a:cubicBezTo>
                <a:cubicBezTo>
                  <a:pt x="93135" y="25681"/>
                  <a:pt x="93982" y="25360"/>
                  <a:pt x="94765" y="24931"/>
                </a:cubicBezTo>
                <a:lnTo>
                  <a:pt x="94765" y="16569"/>
                </a:lnTo>
                <a:lnTo>
                  <a:pt x="88111" y="16569"/>
                </a:lnTo>
                <a:cubicBezTo>
                  <a:pt x="87860" y="16569"/>
                  <a:pt x="87671" y="16443"/>
                  <a:pt x="87546" y="16192"/>
                </a:cubicBezTo>
                <a:cubicBezTo>
                  <a:pt x="87420" y="15940"/>
                  <a:pt x="87357" y="15549"/>
                  <a:pt x="87357" y="15016"/>
                </a:cubicBezTo>
                <a:cubicBezTo>
                  <a:pt x="87357" y="14735"/>
                  <a:pt x="87372" y="14495"/>
                  <a:pt x="87402" y="14295"/>
                </a:cubicBezTo>
                <a:cubicBezTo>
                  <a:pt x="87431" y="14096"/>
                  <a:pt x="87479" y="13933"/>
                  <a:pt x="87546" y="13807"/>
                </a:cubicBezTo>
                <a:cubicBezTo>
                  <a:pt x="87612" y="13682"/>
                  <a:pt x="87690" y="13589"/>
                  <a:pt x="87779" y="13530"/>
                </a:cubicBezTo>
                <a:cubicBezTo>
                  <a:pt x="87867" y="13471"/>
                  <a:pt x="87978" y="13441"/>
                  <a:pt x="88111" y="13441"/>
                </a:cubicBezTo>
                <a:lnTo>
                  <a:pt x="97228" y="13441"/>
                </a:lnTo>
                <a:cubicBezTo>
                  <a:pt x="97390" y="13441"/>
                  <a:pt x="97553" y="13471"/>
                  <a:pt x="97716" y="13530"/>
                </a:cubicBezTo>
                <a:cubicBezTo>
                  <a:pt x="97878" y="13589"/>
                  <a:pt x="98026" y="13678"/>
                  <a:pt x="98159" y="13796"/>
                </a:cubicBezTo>
                <a:cubicBezTo>
                  <a:pt x="98292" y="13915"/>
                  <a:pt x="98396" y="14077"/>
                  <a:pt x="98470" y="14284"/>
                </a:cubicBezTo>
                <a:cubicBezTo>
                  <a:pt x="98544" y="14491"/>
                  <a:pt x="98581" y="14728"/>
                  <a:pt x="98581" y="14994"/>
                </a:cubicBezTo>
                <a:lnTo>
                  <a:pt x="98581" y="25929"/>
                </a:lnTo>
                <a:cubicBezTo>
                  <a:pt x="98581" y="26313"/>
                  <a:pt x="98514" y="26646"/>
                  <a:pt x="98381" y="26927"/>
                </a:cubicBezTo>
                <a:cubicBezTo>
                  <a:pt x="98248" y="27208"/>
                  <a:pt x="97967" y="27456"/>
                  <a:pt x="97538" y="27670"/>
                </a:cubicBezTo>
                <a:cubicBezTo>
                  <a:pt x="97109" y="27885"/>
                  <a:pt x="96555" y="28117"/>
                  <a:pt x="95875" y="28369"/>
                </a:cubicBezTo>
                <a:cubicBezTo>
                  <a:pt x="95194" y="28620"/>
                  <a:pt x="94492" y="28835"/>
                  <a:pt x="93767" y="29012"/>
                </a:cubicBezTo>
                <a:cubicBezTo>
                  <a:pt x="93043" y="29190"/>
                  <a:pt x="92311" y="29323"/>
                  <a:pt x="91572" y="29411"/>
                </a:cubicBezTo>
                <a:cubicBezTo>
                  <a:pt x="90832" y="29500"/>
                  <a:pt x="90100" y="29544"/>
                  <a:pt x="89376" y="29544"/>
                </a:cubicBezTo>
                <a:cubicBezTo>
                  <a:pt x="87158" y="29544"/>
                  <a:pt x="85176" y="29201"/>
                  <a:pt x="83431" y="28513"/>
                </a:cubicBezTo>
                <a:cubicBezTo>
                  <a:pt x="81686" y="27825"/>
                  <a:pt x="80211" y="26846"/>
                  <a:pt x="79006" y="25574"/>
                </a:cubicBezTo>
                <a:cubicBezTo>
                  <a:pt x="77801" y="24302"/>
                  <a:pt x="76881" y="22779"/>
                  <a:pt x="76245" y="21005"/>
                </a:cubicBezTo>
                <a:cubicBezTo>
                  <a:pt x="75609" y="19231"/>
                  <a:pt x="75291" y="17249"/>
                  <a:pt x="75291" y="15061"/>
                </a:cubicBezTo>
                <a:cubicBezTo>
                  <a:pt x="75291" y="12783"/>
                  <a:pt x="75635" y="10721"/>
                  <a:pt x="76322" y="8872"/>
                </a:cubicBezTo>
                <a:cubicBezTo>
                  <a:pt x="77010" y="7024"/>
                  <a:pt x="77979" y="5449"/>
                  <a:pt x="79228" y="4148"/>
                </a:cubicBezTo>
                <a:cubicBezTo>
                  <a:pt x="80478" y="2846"/>
                  <a:pt x="81978" y="1837"/>
                  <a:pt x="83731" y="1120"/>
                </a:cubicBezTo>
                <a:cubicBezTo>
                  <a:pt x="85483" y="403"/>
                  <a:pt x="87424" y="44"/>
                  <a:pt x="89553" y="44"/>
                </a:cubicBezTo>
                <a:cubicBezTo>
                  <a:pt x="90647" y="44"/>
                  <a:pt x="91675" y="140"/>
                  <a:pt x="92636" y="333"/>
                </a:cubicBezTo>
                <a:cubicBezTo>
                  <a:pt x="93597" y="525"/>
                  <a:pt x="94451" y="750"/>
                  <a:pt x="95198" y="1009"/>
                </a:cubicBezTo>
                <a:cubicBezTo>
                  <a:pt x="95945" y="1268"/>
                  <a:pt x="96573" y="1549"/>
                  <a:pt x="97083" y="1852"/>
                </a:cubicBezTo>
                <a:cubicBezTo>
                  <a:pt x="97594" y="2155"/>
                  <a:pt x="97945" y="2403"/>
                  <a:pt x="98137" y="2595"/>
                </a:cubicBezTo>
                <a:cubicBezTo>
                  <a:pt x="98329" y="2787"/>
                  <a:pt x="98462" y="3009"/>
                  <a:pt x="98536" y="3261"/>
                </a:cubicBezTo>
                <a:cubicBezTo>
                  <a:pt x="98610" y="3512"/>
                  <a:pt x="98647" y="3874"/>
                  <a:pt x="98647" y="4347"/>
                </a:cubicBezTo>
                <a:close/>
                <a:moveTo>
                  <a:pt x="122130" y="27570"/>
                </a:moveTo>
                <a:cubicBezTo>
                  <a:pt x="122130" y="27837"/>
                  <a:pt x="122115" y="28069"/>
                  <a:pt x="122085" y="28269"/>
                </a:cubicBezTo>
                <a:cubicBezTo>
                  <a:pt x="122056" y="28469"/>
                  <a:pt x="122004" y="28635"/>
                  <a:pt x="121930" y="28768"/>
                </a:cubicBezTo>
                <a:cubicBezTo>
                  <a:pt x="121856" y="28901"/>
                  <a:pt x="121771" y="28997"/>
                  <a:pt x="121675" y="29056"/>
                </a:cubicBezTo>
                <a:cubicBezTo>
                  <a:pt x="121579" y="29116"/>
                  <a:pt x="121472" y="29145"/>
                  <a:pt x="121353" y="29145"/>
                </a:cubicBezTo>
                <a:lnTo>
                  <a:pt x="107579" y="29145"/>
                </a:lnTo>
                <a:cubicBezTo>
                  <a:pt x="107239" y="29145"/>
                  <a:pt x="106918" y="29031"/>
                  <a:pt x="106615" y="28801"/>
                </a:cubicBezTo>
                <a:cubicBezTo>
                  <a:pt x="106311" y="28572"/>
                  <a:pt x="106160" y="28169"/>
                  <a:pt x="106160" y="27593"/>
                </a:cubicBezTo>
                <a:lnTo>
                  <a:pt x="106160" y="1996"/>
                </a:lnTo>
                <a:cubicBezTo>
                  <a:pt x="106160" y="1420"/>
                  <a:pt x="106311" y="1017"/>
                  <a:pt x="106615" y="787"/>
                </a:cubicBezTo>
                <a:cubicBezTo>
                  <a:pt x="106918" y="558"/>
                  <a:pt x="107239" y="444"/>
                  <a:pt x="107579" y="444"/>
                </a:cubicBezTo>
                <a:lnTo>
                  <a:pt x="121198" y="444"/>
                </a:lnTo>
                <a:cubicBezTo>
                  <a:pt x="121317" y="444"/>
                  <a:pt x="121424" y="473"/>
                  <a:pt x="121520" y="532"/>
                </a:cubicBezTo>
                <a:cubicBezTo>
                  <a:pt x="121616" y="591"/>
                  <a:pt x="121694" y="688"/>
                  <a:pt x="121753" y="821"/>
                </a:cubicBezTo>
                <a:cubicBezTo>
                  <a:pt x="121812" y="954"/>
                  <a:pt x="121860" y="1120"/>
                  <a:pt x="121897" y="1320"/>
                </a:cubicBezTo>
                <a:cubicBezTo>
                  <a:pt x="121934" y="1519"/>
                  <a:pt x="121952" y="1767"/>
                  <a:pt x="121952" y="2063"/>
                </a:cubicBezTo>
                <a:cubicBezTo>
                  <a:pt x="121952" y="2329"/>
                  <a:pt x="121934" y="2562"/>
                  <a:pt x="121897" y="2761"/>
                </a:cubicBezTo>
                <a:cubicBezTo>
                  <a:pt x="121860" y="2961"/>
                  <a:pt x="121812" y="3124"/>
                  <a:pt x="121753" y="3249"/>
                </a:cubicBezTo>
                <a:cubicBezTo>
                  <a:pt x="121694" y="3375"/>
                  <a:pt x="121616" y="3468"/>
                  <a:pt x="121520" y="3527"/>
                </a:cubicBezTo>
                <a:cubicBezTo>
                  <a:pt x="121424" y="3586"/>
                  <a:pt x="121317" y="3615"/>
                  <a:pt x="121198" y="3615"/>
                </a:cubicBezTo>
                <a:lnTo>
                  <a:pt x="109975" y="3615"/>
                </a:lnTo>
                <a:lnTo>
                  <a:pt x="109975" y="12621"/>
                </a:lnTo>
                <a:lnTo>
                  <a:pt x="119601" y="12621"/>
                </a:lnTo>
                <a:cubicBezTo>
                  <a:pt x="119720" y="12621"/>
                  <a:pt x="119827" y="12654"/>
                  <a:pt x="119923" y="12721"/>
                </a:cubicBezTo>
                <a:cubicBezTo>
                  <a:pt x="120019" y="12787"/>
                  <a:pt x="120100" y="12879"/>
                  <a:pt x="120167" y="12998"/>
                </a:cubicBezTo>
                <a:cubicBezTo>
                  <a:pt x="120233" y="13116"/>
                  <a:pt x="120281" y="13279"/>
                  <a:pt x="120311" y="13486"/>
                </a:cubicBezTo>
                <a:cubicBezTo>
                  <a:pt x="120341" y="13693"/>
                  <a:pt x="120355" y="13937"/>
                  <a:pt x="120355" y="14218"/>
                </a:cubicBezTo>
                <a:cubicBezTo>
                  <a:pt x="120355" y="14484"/>
                  <a:pt x="120341" y="14713"/>
                  <a:pt x="120311" y="14905"/>
                </a:cubicBezTo>
                <a:cubicBezTo>
                  <a:pt x="120281" y="15098"/>
                  <a:pt x="120233" y="15253"/>
                  <a:pt x="120167" y="15371"/>
                </a:cubicBezTo>
                <a:cubicBezTo>
                  <a:pt x="120100" y="15489"/>
                  <a:pt x="120019" y="15574"/>
                  <a:pt x="119923" y="15626"/>
                </a:cubicBezTo>
                <a:cubicBezTo>
                  <a:pt x="119827" y="15678"/>
                  <a:pt x="119720" y="15704"/>
                  <a:pt x="119601" y="15704"/>
                </a:cubicBezTo>
                <a:lnTo>
                  <a:pt x="109975" y="15704"/>
                </a:lnTo>
                <a:lnTo>
                  <a:pt x="109975" y="25973"/>
                </a:lnTo>
                <a:lnTo>
                  <a:pt x="121353" y="25973"/>
                </a:lnTo>
                <a:cubicBezTo>
                  <a:pt x="121472" y="25973"/>
                  <a:pt x="121579" y="26003"/>
                  <a:pt x="121675" y="26062"/>
                </a:cubicBezTo>
                <a:cubicBezTo>
                  <a:pt x="121771" y="26121"/>
                  <a:pt x="121856" y="26214"/>
                  <a:pt x="121930" y="26339"/>
                </a:cubicBezTo>
                <a:cubicBezTo>
                  <a:pt x="122004" y="26465"/>
                  <a:pt x="122056" y="26628"/>
                  <a:pt x="122085" y="26827"/>
                </a:cubicBezTo>
                <a:cubicBezTo>
                  <a:pt x="122115" y="27027"/>
                  <a:pt x="122130" y="27275"/>
                  <a:pt x="122130" y="27570"/>
                </a:cubicBezTo>
                <a:close/>
                <a:moveTo>
                  <a:pt x="146862" y="35766"/>
                </a:moveTo>
                <a:cubicBezTo>
                  <a:pt x="146862" y="36287"/>
                  <a:pt x="146803" y="36667"/>
                  <a:pt x="146685" y="36906"/>
                </a:cubicBezTo>
                <a:cubicBezTo>
                  <a:pt x="146566" y="37144"/>
                  <a:pt x="146381" y="37263"/>
                  <a:pt x="146130" y="37263"/>
                </a:cubicBezTo>
                <a:lnTo>
                  <a:pt x="124770" y="37263"/>
                </a:lnTo>
                <a:cubicBezTo>
                  <a:pt x="124519" y="37263"/>
                  <a:pt x="124327" y="37151"/>
                  <a:pt x="124194" y="36928"/>
                </a:cubicBezTo>
                <a:cubicBezTo>
                  <a:pt x="124061" y="36705"/>
                  <a:pt x="123994" y="36332"/>
                  <a:pt x="123994" y="35810"/>
                </a:cubicBezTo>
                <a:cubicBezTo>
                  <a:pt x="123994" y="35304"/>
                  <a:pt x="124061" y="34924"/>
                  <a:pt x="124194" y="34671"/>
                </a:cubicBezTo>
                <a:cubicBezTo>
                  <a:pt x="124327" y="34418"/>
                  <a:pt x="124519" y="34291"/>
                  <a:pt x="124770" y="34291"/>
                </a:cubicBezTo>
                <a:lnTo>
                  <a:pt x="146130" y="34291"/>
                </a:lnTo>
                <a:cubicBezTo>
                  <a:pt x="146367" y="34291"/>
                  <a:pt x="146548" y="34410"/>
                  <a:pt x="146674" y="34649"/>
                </a:cubicBezTo>
                <a:cubicBezTo>
                  <a:pt x="146799" y="34887"/>
                  <a:pt x="146862" y="35260"/>
                  <a:pt x="146862" y="35766"/>
                </a:cubicBezTo>
                <a:close/>
                <a:moveTo>
                  <a:pt x="167266" y="27504"/>
                </a:moveTo>
                <a:cubicBezTo>
                  <a:pt x="167266" y="27770"/>
                  <a:pt x="167247" y="28007"/>
                  <a:pt x="167210" y="28214"/>
                </a:cubicBezTo>
                <a:cubicBezTo>
                  <a:pt x="167173" y="28421"/>
                  <a:pt x="167122" y="28594"/>
                  <a:pt x="167055" y="28735"/>
                </a:cubicBezTo>
                <a:cubicBezTo>
                  <a:pt x="166988" y="28875"/>
                  <a:pt x="166900" y="28979"/>
                  <a:pt x="166789" y="29045"/>
                </a:cubicBezTo>
                <a:cubicBezTo>
                  <a:pt x="166678" y="29112"/>
                  <a:pt x="166556" y="29145"/>
                  <a:pt x="166423" y="29145"/>
                </a:cubicBezTo>
                <a:lnTo>
                  <a:pt x="150564" y="29145"/>
                </a:lnTo>
                <a:cubicBezTo>
                  <a:pt x="150357" y="29145"/>
                  <a:pt x="150176" y="29119"/>
                  <a:pt x="150020" y="29068"/>
                </a:cubicBezTo>
                <a:cubicBezTo>
                  <a:pt x="149865" y="29016"/>
                  <a:pt x="149732" y="28931"/>
                  <a:pt x="149621" y="28812"/>
                </a:cubicBezTo>
                <a:cubicBezTo>
                  <a:pt x="149510" y="28694"/>
                  <a:pt x="149429" y="28524"/>
                  <a:pt x="149377" y="28302"/>
                </a:cubicBezTo>
                <a:cubicBezTo>
                  <a:pt x="149325" y="28081"/>
                  <a:pt x="149299" y="27807"/>
                  <a:pt x="149299" y="27482"/>
                </a:cubicBezTo>
                <a:cubicBezTo>
                  <a:pt x="149299" y="27186"/>
                  <a:pt x="149311" y="26927"/>
                  <a:pt x="149333" y="26705"/>
                </a:cubicBezTo>
                <a:cubicBezTo>
                  <a:pt x="149355" y="26484"/>
                  <a:pt x="149403" y="26288"/>
                  <a:pt x="149477" y="26118"/>
                </a:cubicBezTo>
                <a:cubicBezTo>
                  <a:pt x="149551" y="25947"/>
                  <a:pt x="149643" y="25777"/>
                  <a:pt x="149754" y="25607"/>
                </a:cubicBezTo>
                <a:cubicBezTo>
                  <a:pt x="149865" y="25437"/>
                  <a:pt x="150009" y="25256"/>
                  <a:pt x="150187" y="25064"/>
                </a:cubicBezTo>
                <a:lnTo>
                  <a:pt x="155754" y="19156"/>
                </a:lnTo>
                <a:cubicBezTo>
                  <a:pt x="157040" y="17795"/>
                  <a:pt x="158072" y="16574"/>
                  <a:pt x="158848" y="15494"/>
                </a:cubicBezTo>
                <a:cubicBezTo>
                  <a:pt x="159625" y="14413"/>
                  <a:pt x="160223" y="13429"/>
                  <a:pt x="160645" y="12542"/>
                </a:cubicBezTo>
                <a:cubicBezTo>
                  <a:pt x="161066" y="11654"/>
                  <a:pt x="161344" y="10847"/>
                  <a:pt x="161477" y="10122"/>
                </a:cubicBezTo>
                <a:cubicBezTo>
                  <a:pt x="161610" y="9397"/>
                  <a:pt x="161676" y="8716"/>
                  <a:pt x="161676" y="8080"/>
                </a:cubicBezTo>
                <a:cubicBezTo>
                  <a:pt x="161676" y="7443"/>
                  <a:pt x="161573" y="6840"/>
                  <a:pt x="161366" y="6270"/>
                </a:cubicBezTo>
                <a:cubicBezTo>
                  <a:pt x="161159" y="5700"/>
                  <a:pt x="160859" y="5200"/>
                  <a:pt x="160467" y="4771"/>
                </a:cubicBezTo>
                <a:cubicBezTo>
                  <a:pt x="160076" y="4341"/>
                  <a:pt x="159584" y="4001"/>
                  <a:pt x="158992" y="3749"/>
                </a:cubicBezTo>
                <a:cubicBezTo>
                  <a:pt x="158401" y="3497"/>
                  <a:pt x="157721" y="3371"/>
                  <a:pt x="156952" y="3371"/>
                </a:cubicBezTo>
                <a:cubicBezTo>
                  <a:pt x="156050" y="3371"/>
                  <a:pt x="155240" y="3497"/>
                  <a:pt x="154523" y="3749"/>
                </a:cubicBezTo>
                <a:cubicBezTo>
                  <a:pt x="153806" y="4000"/>
                  <a:pt x="153177" y="4273"/>
                  <a:pt x="152638" y="4569"/>
                </a:cubicBezTo>
                <a:cubicBezTo>
                  <a:pt x="152098" y="4865"/>
                  <a:pt x="151647" y="5138"/>
                  <a:pt x="151285" y="5390"/>
                </a:cubicBezTo>
                <a:cubicBezTo>
                  <a:pt x="150922" y="5641"/>
                  <a:pt x="150653" y="5767"/>
                  <a:pt x="150475" y="5767"/>
                </a:cubicBezTo>
                <a:cubicBezTo>
                  <a:pt x="150372" y="5767"/>
                  <a:pt x="150279" y="5737"/>
                  <a:pt x="150198" y="5678"/>
                </a:cubicBezTo>
                <a:cubicBezTo>
                  <a:pt x="150116" y="5619"/>
                  <a:pt x="150050" y="5523"/>
                  <a:pt x="149998" y="5390"/>
                </a:cubicBezTo>
                <a:cubicBezTo>
                  <a:pt x="149946" y="5257"/>
                  <a:pt x="149906" y="5079"/>
                  <a:pt x="149876" y="4858"/>
                </a:cubicBezTo>
                <a:cubicBezTo>
                  <a:pt x="149847" y="4636"/>
                  <a:pt x="149832" y="4370"/>
                  <a:pt x="149832" y="4059"/>
                </a:cubicBezTo>
                <a:cubicBezTo>
                  <a:pt x="149832" y="3837"/>
                  <a:pt x="149839" y="3645"/>
                  <a:pt x="149854" y="3482"/>
                </a:cubicBezTo>
                <a:cubicBezTo>
                  <a:pt x="149869" y="3320"/>
                  <a:pt x="149895" y="3179"/>
                  <a:pt x="149932" y="3061"/>
                </a:cubicBezTo>
                <a:cubicBezTo>
                  <a:pt x="149969" y="2943"/>
                  <a:pt x="150017" y="2832"/>
                  <a:pt x="150076" y="2728"/>
                </a:cubicBezTo>
                <a:cubicBezTo>
                  <a:pt x="150135" y="2625"/>
                  <a:pt x="150253" y="2495"/>
                  <a:pt x="150431" y="2340"/>
                </a:cubicBezTo>
                <a:cubicBezTo>
                  <a:pt x="150608" y="2185"/>
                  <a:pt x="150915" y="1974"/>
                  <a:pt x="151351" y="1708"/>
                </a:cubicBezTo>
                <a:cubicBezTo>
                  <a:pt x="151787" y="1442"/>
                  <a:pt x="152335" y="1179"/>
                  <a:pt x="152993" y="920"/>
                </a:cubicBezTo>
                <a:cubicBezTo>
                  <a:pt x="153651" y="662"/>
                  <a:pt x="154375" y="444"/>
                  <a:pt x="155166" y="266"/>
                </a:cubicBezTo>
                <a:cubicBezTo>
                  <a:pt x="155957" y="89"/>
                  <a:pt x="156789" y="0"/>
                  <a:pt x="157662" y="0"/>
                </a:cubicBezTo>
                <a:cubicBezTo>
                  <a:pt x="159052" y="0"/>
                  <a:pt x="160268" y="196"/>
                  <a:pt x="161310" y="588"/>
                </a:cubicBezTo>
                <a:cubicBezTo>
                  <a:pt x="162353" y="980"/>
                  <a:pt x="163218" y="1517"/>
                  <a:pt x="163905" y="2197"/>
                </a:cubicBezTo>
                <a:cubicBezTo>
                  <a:pt x="164593" y="2878"/>
                  <a:pt x="165107" y="3670"/>
                  <a:pt x="165447" y="4573"/>
                </a:cubicBezTo>
                <a:cubicBezTo>
                  <a:pt x="165787" y="5475"/>
                  <a:pt x="165957" y="6437"/>
                  <a:pt x="165957" y="7458"/>
                </a:cubicBezTo>
                <a:cubicBezTo>
                  <a:pt x="165957" y="8376"/>
                  <a:pt x="165876" y="9290"/>
                  <a:pt x="165713" y="10200"/>
                </a:cubicBezTo>
                <a:cubicBezTo>
                  <a:pt x="165550" y="11110"/>
                  <a:pt x="165207" y="12094"/>
                  <a:pt x="164682" y="13152"/>
                </a:cubicBezTo>
                <a:cubicBezTo>
                  <a:pt x="164157" y="14211"/>
                  <a:pt x="163399" y="15387"/>
                  <a:pt x="162408" y="16682"/>
                </a:cubicBezTo>
                <a:cubicBezTo>
                  <a:pt x="161417" y="17977"/>
                  <a:pt x="160101" y="19468"/>
                  <a:pt x="158460" y="21155"/>
                </a:cubicBezTo>
                <a:lnTo>
                  <a:pt x="153913" y="25907"/>
                </a:lnTo>
                <a:lnTo>
                  <a:pt x="166401" y="25907"/>
                </a:lnTo>
                <a:cubicBezTo>
                  <a:pt x="166519" y="25907"/>
                  <a:pt x="166634" y="25940"/>
                  <a:pt x="166744" y="26007"/>
                </a:cubicBezTo>
                <a:cubicBezTo>
                  <a:pt x="166855" y="26073"/>
                  <a:pt x="166951" y="26173"/>
                  <a:pt x="167033" y="26306"/>
                </a:cubicBezTo>
                <a:cubicBezTo>
                  <a:pt x="167114" y="26439"/>
                  <a:pt x="167173" y="26606"/>
                  <a:pt x="167210" y="26805"/>
                </a:cubicBezTo>
                <a:cubicBezTo>
                  <a:pt x="167247" y="27005"/>
                  <a:pt x="167266" y="27238"/>
                  <a:pt x="167266" y="275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B4499-ED48-4270-A7A4-02494527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036845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9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66C22-B5CD-498D-96F3-44106C8A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032391"/>
            <a:ext cx="68835" cy="53620"/>
          </a:xfrm>
          <a:custGeom xmlns:a="http://schemas.openxmlformats.org/drawingml/2006/main">
            <a:pathLst>
              <a:path w="68835" h="53620">
                <a:moveTo>
                  <a:pt x="63598" y="53620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20"/>
                  <a:pt x="63598" y="53620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3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8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A33C1-1BCF-4DD9-BD53-B51428E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025488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9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IMAGE_3">
            <a:extLst xmlns:a="http://schemas.openxmlformats.org/drawingml/2006/main">
              <a:ext uri="{FF2B5EF4-FFF2-40B4-BE49-F238E27FC236}">
                <a16:creationId xmlns:a16="http://schemas.microsoft.com/office/drawing/2014/main" id="{51F30F49-DBCE-41DC-85F9-374F180B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046539"/>
            <a:ext cx="167044" cy="37263"/>
          </a:xfrm>
          <a:custGeom xmlns:a="http://schemas.openxmlformats.org/drawingml/2006/main">
            <a:pathLst>
              <a:path w="167044" h="37263">
                <a:moveTo>
                  <a:pt x="3815" y="28568"/>
                </a:moveTo>
                <a:cubicBezTo>
                  <a:pt x="3815" y="28687"/>
                  <a:pt x="3785" y="28790"/>
                  <a:pt x="3726" y="28879"/>
                </a:cubicBezTo>
                <a:cubicBezTo>
                  <a:pt x="3667" y="28968"/>
                  <a:pt x="3564" y="29038"/>
                  <a:pt x="3416" y="29090"/>
                </a:cubicBezTo>
                <a:cubicBezTo>
                  <a:pt x="3268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53" y="29278"/>
                  <a:pt x="1250" y="29260"/>
                  <a:pt x="998" y="29223"/>
                </a:cubicBezTo>
                <a:cubicBezTo>
                  <a:pt x="747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1020"/>
                </a:lnTo>
                <a:cubicBezTo>
                  <a:pt x="0" y="902"/>
                  <a:pt x="33" y="798"/>
                  <a:pt x="100" y="710"/>
                </a:cubicBezTo>
                <a:cubicBezTo>
                  <a:pt x="166" y="621"/>
                  <a:pt x="277" y="551"/>
                  <a:pt x="433" y="499"/>
                </a:cubicBezTo>
                <a:cubicBezTo>
                  <a:pt x="588" y="447"/>
                  <a:pt x="787" y="403"/>
                  <a:pt x="1031" y="366"/>
                </a:cubicBezTo>
                <a:cubicBezTo>
                  <a:pt x="1275" y="329"/>
                  <a:pt x="1567" y="311"/>
                  <a:pt x="1908" y="311"/>
                </a:cubicBezTo>
                <a:cubicBezTo>
                  <a:pt x="2277" y="311"/>
                  <a:pt x="2584" y="329"/>
                  <a:pt x="2828" y="366"/>
                </a:cubicBezTo>
                <a:cubicBezTo>
                  <a:pt x="3072" y="403"/>
                  <a:pt x="3268" y="447"/>
                  <a:pt x="3416" y="499"/>
                </a:cubicBezTo>
                <a:cubicBezTo>
                  <a:pt x="3564" y="551"/>
                  <a:pt x="3667" y="621"/>
                  <a:pt x="3726" y="710"/>
                </a:cubicBezTo>
                <a:cubicBezTo>
                  <a:pt x="3785" y="798"/>
                  <a:pt x="3815" y="902"/>
                  <a:pt x="3815" y="1020"/>
                </a:cubicBezTo>
                <a:lnTo>
                  <a:pt x="3815" y="28568"/>
                </a:lnTo>
                <a:close/>
                <a:moveTo>
                  <a:pt x="42972" y="28568"/>
                </a:moveTo>
                <a:cubicBezTo>
                  <a:pt x="42972" y="28687"/>
                  <a:pt x="42943" y="28790"/>
                  <a:pt x="42884" y="28879"/>
                </a:cubicBezTo>
                <a:cubicBezTo>
                  <a:pt x="42824" y="28968"/>
                  <a:pt x="42721" y="29038"/>
                  <a:pt x="42573" y="29090"/>
                </a:cubicBezTo>
                <a:cubicBezTo>
                  <a:pt x="42425" y="29141"/>
                  <a:pt x="42237" y="29186"/>
                  <a:pt x="42007" y="29223"/>
                </a:cubicBezTo>
                <a:cubicBezTo>
                  <a:pt x="41778" y="29260"/>
                  <a:pt x="41479" y="29278"/>
                  <a:pt x="41109" y="29278"/>
                </a:cubicBezTo>
                <a:cubicBezTo>
                  <a:pt x="40769" y="29278"/>
                  <a:pt x="40477" y="29260"/>
                  <a:pt x="40233" y="29223"/>
                </a:cubicBezTo>
                <a:cubicBezTo>
                  <a:pt x="39989" y="29186"/>
                  <a:pt x="39797" y="29141"/>
                  <a:pt x="39656" y="29090"/>
                </a:cubicBezTo>
                <a:cubicBezTo>
                  <a:pt x="39516" y="29038"/>
                  <a:pt x="39416" y="28968"/>
                  <a:pt x="39357" y="28879"/>
                </a:cubicBezTo>
                <a:cubicBezTo>
                  <a:pt x="39298" y="28790"/>
                  <a:pt x="39268" y="28687"/>
                  <a:pt x="39268" y="28568"/>
                </a:cubicBezTo>
                <a:lnTo>
                  <a:pt x="39268" y="3571"/>
                </a:lnTo>
                <a:lnTo>
                  <a:pt x="39224" y="3571"/>
                </a:lnTo>
                <a:lnTo>
                  <a:pt x="28999" y="28679"/>
                </a:lnTo>
                <a:cubicBezTo>
                  <a:pt x="28954" y="28783"/>
                  <a:pt x="28891" y="28872"/>
                  <a:pt x="28810" y="28946"/>
                </a:cubicBezTo>
                <a:cubicBezTo>
                  <a:pt x="28729" y="29019"/>
                  <a:pt x="28610" y="29082"/>
                  <a:pt x="28455" y="29134"/>
                </a:cubicBezTo>
                <a:cubicBezTo>
                  <a:pt x="28300" y="29186"/>
                  <a:pt x="28115" y="29223"/>
                  <a:pt x="27901" y="29245"/>
                </a:cubicBezTo>
                <a:cubicBezTo>
                  <a:pt x="27686" y="29267"/>
                  <a:pt x="27431" y="29278"/>
                  <a:pt x="27135" y="29278"/>
                </a:cubicBezTo>
                <a:cubicBezTo>
                  <a:pt x="26825" y="29278"/>
                  <a:pt x="26559" y="29263"/>
                  <a:pt x="26337" y="29234"/>
                </a:cubicBezTo>
                <a:cubicBezTo>
                  <a:pt x="26115" y="29204"/>
                  <a:pt x="25930" y="29164"/>
                  <a:pt x="25782" y="29112"/>
                </a:cubicBezTo>
                <a:cubicBezTo>
                  <a:pt x="25635" y="29060"/>
                  <a:pt x="25520" y="28997"/>
                  <a:pt x="25439" y="28923"/>
                </a:cubicBezTo>
                <a:cubicBezTo>
                  <a:pt x="25357" y="28849"/>
                  <a:pt x="25302" y="28768"/>
                  <a:pt x="25272" y="28679"/>
                </a:cubicBezTo>
                <a:lnTo>
                  <a:pt x="15491" y="3571"/>
                </a:lnTo>
                <a:lnTo>
                  <a:pt x="15468" y="3571"/>
                </a:lnTo>
                <a:lnTo>
                  <a:pt x="15468" y="28568"/>
                </a:lnTo>
                <a:cubicBezTo>
                  <a:pt x="15468" y="28687"/>
                  <a:pt x="15439" y="28790"/>
                  <a:pt x="15380" y="28879"/>
                </a:cubicBezTo>
                <a:cubicBezTo>
                  <a:pt x="15321" y="28968"/>
                  <a:pt x="15217" y="29038"/>
                  <a:pt x="15069" y="29090"/>
                </a:cubicBezTo>
                <a:cubicBezTo>
                  <a:pt x="14921" y="29141"/>
                  <a:pt x="14729" y="29186"/>
                  <a:pt x="14493" y="29223"/>
                </a:cubicBezTo>
                <a:cubicBezTo>
                  <a:pt x="14256" y="29260"/>
                  <a:pt x="13953" y="29278"/>
                  <a:pt x="13583" y="29278"/>
                </a:cubicBezTo>
                <a:cubicBezTo>
                  <a:pt x="13228" y="29278"/>
                  <a:pt x="12933" y="29260"/>
                  <a:pt x="12696" y="29223"/>
                </a:cubicBezTo>
                <a:cubicBezTo>
                  <a:pt x="12459" y="29186"/>
                  <a:pt x="12271" y="29141"/>
                  <a:pt x="12130" y="29090"/>
                </a:cubicBezTo>
                <a:cubicBezTo>
                  <a:pt x="11990" y="29038"/>
                  <a:pt x="11894" y="28968"/>
                  <a:pt x="11842" y="28879"/>
                </a:cubicBezTo>
                <a:cubicBezTo>
                  <a:pt x="11790" y="28790"/>
                  <a:pt x="11764" y="28687"/>
                  <a:pt x="11764" y="28568"/>
                </a:cubicBezTo>
                <a:lnTo>
                  <a:pt x="11764" y="2174"/>
                </a:lnTo>
                <a:cubicBezTo>
                  <a:pt x="11764" y="1553"/>
                  <a:pt x="11927" y="1109"/>
                  <a:pt x="12252" y="843"/>
                </a:cubicBezTo>
                <a:cubicBezTo>
                  <a:pt x="12578" y="577"/>
                  <a:pt x="12940" y="444"/>
                  <a:pt x="13339" y="444"/>
                </a:cubicBezTo>
                <a:lnTo>
                  <a:pt x="15646" y="444"/>
                </a:lnTo>
                <a:cubicBezTo>
                  <a:pt x="16119" y="444"/>
                  <a:pt x="16533" y="488"/>
                  <a:pt x="16888" y="577"/>
                </a:cubicBezTo>
                <a:cubicBezTo>
                  <a:pt x="17243" y="665"/>
                  <a:pt x="17553" y="806"/>
                  <a:pt x="17820" y="998"/>
                </a:cubicBezTo>
                <a:cubicBezTo>
                  <a:pt x="18086" y="1190"/>
                  <a:pt x="18308" y="1434"/>
                  <a:pt x="18485" y="1730"/>
                </a:cubicBezTo>
                <a:cubicBezTo>
                  <a:pt x="18662" y="2026"/>
                  <a:pt x="18818" y="2373"/>
                  <a:pt x="18951" y="2773"/>
                </a:cubicBezTo>
                <a:lnTo>
                  <a:pt x="27269" y="23556"/>
                </a:lnTo>
                <a:lnTo>
                  <a:pt x="27379" y="23556"/>
                </a:lnTo>
                <a:lnTo>
                  <a:pt x="36030" y="2839"/>
                </a:lnTo>
                <a:cubicBezTo>
                  <a:pt x="36192" y="2395"/>
                  <a:pt x="36370" y="2018"/>
                  <a:pt x="36562" y="1708"/>
                </a:cubicBezTo>
                <a:cubicBezTo>
                  <a:pt x="36754" y="1397"/>
                  <a:pt x="36965" y="1150"/>
                  <a:pt x="37194" y="965"/>
                </a:cubicBezTo>
                <a:cubicBezTo>
                  <a:pt x="37423" y="780"/>
                  <a:pt x="37679" y="647"/>
                  <a:pt x="37960" y="566"/>
                </a:cubicBezTo>
                <a:cubicBezTo>
                  <a:pt x="38240" y="484"/>
                  <a:pt x="38566" y="444"/>
                  <a:pt x="38935" y="444"/>
                </a:cubicBezTo>
                <a:lnTo>
                  <a:pt x="41353" y="444"/>
                </a:lnTo>
                <a:cubicBezTo>
                  <a:pt x="41575" y="444"/>
                  <a:pt x="41786" y="477"/>
                  <a:pt x="41985" y="543"/>
                </a:cubicBezTo>
                <a:cubicBezTo>
                  <a:pt x="42185" y="610"/>
                  <a:pt x="42355" y="713"/>
                  <a:pt x="42495" y="854"/>
                </a:cubicBezTo>
                <a:cubicBezTo>
                  <a:pt x="42636" y="994"/>
                  <a:pt x="42750" y="1172"/>
                  <a:pt x="42839" y="1386"/>
                </a:cubicBezTo>
                <a:cubicBezTo>
                  <a:pt x="42928" y="1601"/>
                  <a:pt x="42972" y="1863"/>
                  <a:pt x="42972" y="2174"/>
                </a:cubicBezTo>
                <a:lnTo>
                  <a:pt x="42972" y="28568"/>
                </a:lnTo>
                <a:close/>
                <a:moveTo>
                  <a:pt x="72279" y="27792"/>
                </a:moveTo>
                <a:cubicBezTo>
                  <a:pt x="72397" y="28117"/>
                  <a:pt x="72460" y="28380"/>
                  <a:pt x="72468" y="28580"/>
                </a:cubicBezTo>
                <a:cubicBezTo>
                  <a:pt x="72475" y="28779"/>
                  <a:pt x="72419" y="28931"/>
                  <a:pt x="72301" y="29034"/>
                </a:cubicBezTo>
                <a:cubicBezTo>
                  <a:pt x="72183" y="29138"/>
                  <a:pt x="71987" y="29204"/>
                  <a:pt x="71713" y="29234"/>
                </a:cubicBezTo>
                <a:cubicBezTo>
                  <a:pt x="71440" y="29263"/>
                  <a:pt x="71074" y="29278"/>
                  <a:pt x="70615" y="29278"/>
                </a:cubicBezTo>
                <a:cubicBezTo>
                  <a:pt x="70157" y="29278"/>
                  <a:pt x="69791" y="29267"/>
                  <a:pt x="69517" y="29245"/>
                </a:cubicBezTo>
                <a:cubicBezTo>
                  <a:pt x="69244" y="29223"/>
                  <a:pt x="69037" y="29186"/>
                  <a:pt x="68896" y="29134"/>
                </a:cubicBezTo>
                <a:cubicBezTo>
                  <a:pt x="68756" y="29082"/>
                  <a:pt x="68652" y="29012"/>
                  <a:pt x="68586" y="28923"/>
                </a:cubicBezTo>
                <a:cubicBezTo>
                  <a:pt x="68519" y="28835"/>
                  <a:pt x="68457" y="28724"/>
                  <a:pt x="68397" y="28591"/>
                </a:cubicBezTo>
                <a:lnTo>
                  <a:pt x="65935" y="21604"/>
                </a:lnTo>
                <a:lnTo>
                  <a:pt x="54002" y="21604"/>
                </a:lnTo>
                <a:lnTo>
                  <a:pt x="51651" y="28502"/>
                </a:lnTo>
                <a:cubicBezTo>
                  <a:pt x="51607" y="28635"/>
                  <a:pt x="51548" y="28750"/>
                  <a:pt x="51474" y="28846"/>
                </a:cubicBezTo>
                <a:cubicBezTo>
                  <a:pt x="51400" y="28942"/>
                  <a:pt x="51293" y="29023"/>
                  <a:pt x="51152" y="29090"/>
                </a:cubicBezTo>
                <a:cubicBezTo>
                  <a:pt x="51012" y="29156"/>
                  <a:pt x="50812" y="29204"/>
                  <a:pt x="50553" y="29234"/>
                </a:cubicBezTo>
                <a:cubicBezTo>
                  <a:pt x="50294" y="29263"/>
                  <a:pt x="49958" y="29278"/>
                  <a:pt x="49544" y="29278"/>
                </a:cubicBezTo>
                <a:cubicBezTo>
                  <a:pt x="49115" y="29278"/>
                  <a:pt x="48764" y="29260"/>
                  <a:pt x="48490" y="29223"/>
                </a:cubicBezTo>
                <a:cubicBezTo>
                  <a:pt x="48217" y="29186"/>
                  <a:pt x="48025" y="29116"/>
                  <a:pt x="47914" y="29012"/>
                </a:cubicBezTo>
                <a:cubicBezTo>
                  <a:pt x="47803" y="28909"/>
                  <a:pt x="47751" y="28757"/>
                  <a:pt x="47758" y="28557"/>
                </a:cubicBezTo>
                <a:cubicBezTo>
                  <a:pt x="47766" y="28358"/>
                  <a:pt x="47829" y="28095"/>
                  <a:pt x="47947" y="27770"/>
                </a:cubicBezTo>
                <a:lnTo>
                  <a:pt x="57573" y="1109"/>
                </a:lnTo>
                <a:cubicBezTo>
                  <a:pt x="57632" y="946"/>
                  <a:pt x="57710" y="813"/>
                  <a:pt x="57806" y="710"/>
                </a:cubicBezTo>
                <a:cubicBezTo>
                  <a:pt x="57902" y="606"/>
                  <a:pt x="58043" y="525"/>
                  <a:pt x="58228" y="466"/>
                </a:cubicBezTo>
                <a:cubicBezTo>
                  <a:pt x="58412" y="407"/>
                  <a:pt x="58649" y="366"/>
                  <a:pt x="58937" y="344"/>
                </a:cubicBezTo>
                <a:cubicBezTo>
                  <a:pt x="59226" y="322"/>
                  <a:pt x="59592" y="311"/>
                  <a:pt x="60035" y="311"/>
                </a:cubicBezTo>
                <a:cubicBezTo>
                  <a:pt x="60509" y="311"/>
                  <a:pt x="60900" y="322"/>
                  <a:pt x="61211" y="344"/>
                </a:cubicBezTo>
                <a:cubicBezTo>
                  <a:pt x="61521" y="366"/>
                  <a:pt x="61773" y="407"/>
                  <a:pt x="61965" y="466"/>
                </a:cubicBezTo>
                <a:cubicBezTo>
                  <a:pt x="62157" y="525"/>
                  <a:pt x="62305" y="610"/>
                  <a:pt x="62409" y="721"/>
                </a:cubicBezTo>
                <a:cubicBezTo>
                  <a:pt x="62512" y="832"/>
                  <a:pt x="62593" y="969"/>
                  <a:pt x="62653" y="1131"/>
                </a:cubicBezTo>
                <a:lnTo>
                  <a:pt x="72279" y="27792"/>
                </a:lnTo>
                <a:moveTo>
                  <a:pt x="59924" y="4259"/>
                </a:moveTo>
                <a:lnTo>
                  <a:pt x="59902" y="4259"/>
                </a:lnTo>
                <a:lnTo>
                  <a:pt x="54956" y="18565"/>
                </a:lnTo>
                <a:lnTo>
                  <a:pt x="64937" y="18565"/>
                </a:lnTo>
                <a:lnTo>
                  <a:pt x="59924" y="4259"/>
                </a:lnTo>
                <a:close/>
                <a:moveTo>
                  <a:pt x="98647" y="4347"/>
                </a:moveTo>
                <a:cubicBezTo>
                  <a:pt x="98647" y="4628"/>
                  <a:pt x="98632" y="4876"/>
                  <a:pt x="98603" y="5090"/>
                </a:cubicBezTo>
                <a:cubicBezTo>
                  <a:pt x="98573" y="5305"/>
                  <a:pt x="98529" y="5482"/>
                  <a:pt x="98470" y="5623"/>
                </a:cubicBezTo>
                <a:cubicBezTo>
                  <a:pt x="98410" y="5763"/>
                  <a:pt x="98337" y="5863"/>
                  <a:pt x="98248" y="5922"/>
                </a:cubicBezTo>
                <a:cubicBezTo>
                  <a:pt x="98159" y="5981"/>
                  <a:pt x="98063" y="6011"/>
                  <a:pt x="97959" y="6011"/>
                </a:cubicBezTo>
                <a:cubicBezTo>
                  <a:pt x="97782" y="6011"/>
                  <a:pt x="97486" y="5870"/>
                  <a:pt x="97072" y="5589"/>
                </a:cubicBezTo>
                <a:cubicBezTo>
                  <a:pt x="96658" y="5309"/>
                  <a:pt x="96104" y="4998"/>
                  <a:pt x="95409" y="4658"/>
                </a:cubicBezTo>
                <a:cubicBezTo>
                  <a:pt x="94714" y="4318"/>
                  <a:pt x="93882" y="4007"/>
                  <a:pt x="92913" y="3726"/>
                </a:cubicBezTo>
                <a:cubicBezTo>
                  <a:pt x="91945" y="3445"/>
                  <a:pt x="90795" y="3305"/>
                  <a:pt x="89464" y="3305"/>
                </a:cubicBezTo>
                <a:cubicBezTo>
                  <a:pt x="87882" y="3305"/>
                  <a:pt x="86463" y="3593"/>
                  <a:pt x="85206" y="4170"/>
                </a:cubicBezTo>
                <a:cubicBezTo>
                  <a:pt x="83949" y="4747"/>
                  <a:pt x="82884" y="5545"/>
                  <a:pt x="82012" y="6565"/>
                </a:cubicBezTo>
                <a:cubicBezTo>
                  <a:pt x="81139" y="7586"/>
                  <a:pt x="80470" y="8798"/>
                  <a:pt x="80004" y="10203"/>
                </a:cubicBezTo>
                <a:cubicBezTo>
                  <a:pt x="79539" y="11608"/>
                  <a:pt x="79306" y="13131"/>
                  <a:pt x="79306" y="14772"/>
                </a:cubicBezTo>
                <a:cubicBezTo>
                  <a:pt x="79306" y="16606"/>
                  <a:pt x="79561" y="18232"/>
                  <a:pt x="80071" y="19652"/>
                </a:cubicBezTo>
                <a:cubicBezTo>
                  <a:pt x="80581" y="21071"/>
                  <a:pt x="81287" y="22269"/>
                  <a:pt x="82189" y="23245"/>
                </a:cubicBezTo>
                <a:cubicBezTo>
                  <a:pt x="83091" y="24221"/>
                  <a:pt x="84167" y="24960"/>
                  <a:pt x="85416" y="25463"/>
                </a:cubicBezTo>
                <a:cubicBezTo>
                  <a:pt x="86666" y="25966"/>
                  <a:pt x="88037" y="26217"/>
                  <a:pt x="89531" y="26217"/>
                </a:cubicBezTo>
                <a:cubicBezTo>
                  <a:pt x="90418" y="26217"/>
                  <a:pt x="91316" y="26110"/>
                  <a:pt x="92226" y="25896"/>
                </a:cubicBezTo>
                <a:cubicBezTo>
                  <a:pt x="93135" y="25681"/>
                  <a:pt x="93982" y="25360"/>
                  <a:pt x="94765" y="24931"/>
                </a:cubicBezTo>
                <a:lnTo>
                  <a:pt x="94765" y="16569"/>
                </a:lnTo>
                <a:lnTo>
                  <a:pt x="88111" y="16569"/>
                </a:lnTo>
                <a:cubicBezTo>
                  <a:pt x="87860" y="16569"/>
                  <a:pt x="87671" y="16443"/>
                  <a:pt x="87546" y="16192"/>
                </a:cubicBezTo>
                <a:cubicBezTo>
                  <a:pt x="87420" y="15940"/>
                  <a:pt x="87357" y="15549"/>
                  <a:pt x="87357" y="15016"/>
                </a:cubicBezTo>
                <a:cubicBezTo>
                  <a:pt x="87357" y="14735"/>
                  <a:pt x="87372" y="14495"/>
                  <a:pt x="87402" y="14295"/>
                </a:cubicBezTo>
                <a:cubicBezTo>
                  <a:pt x="87431" y="14096"/>
                  <a:pt x="87479" y="13933"/>
                  <a:pt x="87546" y="13807"/>
                </a:cubicBezTo>
                <a:cubicBezTo>
                  <a:pt x="87612" y="13682"/>
                  <a:pt x="87690" y="13589"/>
                  <a:pt x="87779" y="13530"/>
                </a:cubicBezTo>
                <a:cubicBezTo>
                  <a:pt x="87867" y="13471"/>
                  <a:pt x="87978" y="13441"/>
                  <a:pt x="88111" y="13441"/>
                </a:cubicBezTo>
                <a:lnTo>
                  <a:pt x="97228" y="13441"/>
                </a:lnTo>
                <a:cubicBezTo>
                  <a:pt x="97390" y="13441"/>
                  <a:pt x="97553" y="13471"/>
                  <a:pt x="97716" y="13530"/>
                </a:cubicBezTo>
                <a:cubicBezTo>
                  <a:pt x="97878" y="13589"/>
                  <a:pt x="98026" y="13678"/>
                  <a:pt x="98159" y="13796"/>
                </a:cubicBezTo>
                <a:cubicBezTo>
                  <a:pt x="98292" y="13915"/>
                  <a:pt x="98396" y="14077"/>
                  <a:pt x="98470" y="14284"/>
                </a:cubicBezTo>
                <a:cubicBezTo>
                  <a:pt x="98544" y="14491"/>
                  <a:pt x="98581" y="14728"/>
                  <a:pt x="98581" y="14994"/>
                </a:cubicBezTo>
                <a:lnTo>
                  <a:pt x="98581" y="25929"/>
                </a:lnTo>
                <a:cubicBezTo>
                  <a:pt x="98581" y="26313"/>
                  <a:pt x="98514" y="26646"/>
                  <a:pt x="98381" y="26927"/>
                </a:cubicBezTo>
                <a:cubicBezTo>
                  <a:pt x="98248" y="27208"/>
                  <a:pt x="97967" y="27456"/>
                  <a:pt x="97538" y="27670"/>
                </a:cubicBezTo>
                <a:cubicBezTo>
                  <a:pt x="97109" y="27885"/>
                  <a:pt x="96555" y="28117"/>
                  <a:pt x="95875" y="28369"/>
                </a:cubicBezTo>
                <a:cubicBezTo>
                  <a:pt x="95194" y="28620"/>
                  <a:pt x="94492" y="28835"/>
                  <a:pt x="93767" y="29012"/>
                </a:cubicBezTo>
                <a:cubicBezTo>
                  <a:pt x="93043" y="29190"/>
                  <a:pt x="92311" y="29323"/>
                  <a:pt x="91572" y="29411"/>
                </a:cubicBezTo>
                <a:cubicBezTo>
                  <a:pt x="90832" y="29500"/>
                  <a:pt x="90100" y="29544"/>
                  <a:pt x="89376" y="29544"/>
                </a:cubicBezTo>
                <a:cubicBezTo>
                  <a:pt x="87158" y="29544"/>
                  <a:pt x="85176" y="29201"/>
                  <a:pt x="83431" y="28513"/>
                </a:cubicBezTo>
                <a:cubicBezTo>
                  <a:pt x="81686" y="27825"/>
                  <a:pt x="80211" y="26846"/>
                  <a:pt x="79006" y="25574"/>
                </a:cubicBezTo>
                <a:cubicBezTo>
                  <a:pt x="77801" y="24302"/>
                  <a:pt x="76881" y="22779"/>
                  <a:pt x="76245" y="21005"/>
                </a:cubicBezTo>
                <a:cubicBezTo>
                  <a:pt x="75609" y="19231"/>
                  <a:pt x="75291" y="17249"/>
                  <a:pt x="75291" y="15061"/>
                </a:cubicBezTo>
                <a:cubicBezTo>
                  <a:pt x="75291" y="12783"/>
                  <a:pt x="75635" y="10721"/>
                  <a:pt x="76322" y="8872"/>
                </a:cubicBezTo>
                <a:cubicBezTo>
                  <a:pt x="77010" y="7024"/>
                  <a:pt x="77979" y="5449"/>
                  <a:pt x="79228" y="4148"/>
                </a:cubicBezTo>
                <a:cubicBezTo>
                  <a:pt x="80478" y="2846"/>
                  <a:pt x="81978" y="1837"/>
                  <a:pt x="83731" y="1120"/>
                </a:cubicBezTo>
                <a:cubicBezTo>
                  <a:pt x="85483" y="403"/>
                  <a:pt x="87424" y="44"/>
                  <a:pt x="89553" y="44"/>
                </a:cubicBezTo>
                <a:cubicBezTo>
                  <a:pt x="90647" y="44"/>
                  <a:pt x="91675" y="140"/>
                  <a:pt x="92636" y="333"/>
                </a:cubicBezTo>
                <a:cubicBezTo>
                  <a:pt x="93597" y="525"/>
                  <a:pt x="94451" y="750"/>
                  <a:pt x="95198" y="1009"/>
                </a:cubicBezTo>
                <a:cubicBezTo>
                  <a:pt x="95945" y="1268"/>
                  <a:pt x="96573" y="1549"/>
                  <a:pt x="97083" y="1852"/>
                </a:cubicBezTo>
                <a:cubicBezTo>
                  <a:pt x="97594" y="2155"/>
                  <a:pt x="97945" y="2403"/>
                  <a:pt x="98137" y="2595"/>
                </a:cubicBezTo>
                <a:cubicBezTo>
                  <a:pt x="98329" y="2787"/>
                  <a:pt x="98462" y="3009"/>
                  <a:pt x="98536" y="3261"/>
                </a:cubicBezTo>
                <a:cubicBezTo>
                  <a:pt x="98610" y="3512"/>
                  <a:pt x="98647" y="3874"/>
                  <a:pt x="98647" y="4347"/>
                </a:cubicBezTo>
                <a:close/>
                <a:moveTo>
                  <a:pt x="122130" y="27570"/>
                </a:moveTo>
                <a:cubicBezTo>
                  <a:pt x="122130" y="27837"/>
                  <a:pt x="122115" y="28069"/>
                  <a:pt x="122085" y="28269"/>
                </a:cubicBezTo>
                <a:cubicBezTo>
                  <a:pt x="122056" y="28469"/>
                  <a:pt x="122004" y="28635"/>
                  <a:pt x="121930" y="28768"/>
                </a:cubicBezTo>
                <a:cubicBezTo>
                  <a:pt x="121856" y="28901"/>
                  <a:pt x="121771" y="28997"/>
                  <a:pt x="121675" y="29056"/>
                </a:cubicBezTo>
                <a:cubicBezTo>
                  <a:pt x="121579" y="29116"/>
                  <a:pt x="121472" y="29145"/>
                  <a:pt x="121353" y="29145"/>
                </a:cubicBezTo>
                <a:lnTo>
                  <a:pt x="107579" y="29145"/>
                </a:lnTo>
                <a:cubicBezTo>
                  <a:pt x="107239" y="29145"/>
                  <a:pt x="106918" y="29031"/>
                  <a:pt x="106615" y="28801"/>
                </a:cubicBezTo>
                <a:cubicBezTo>
                  <a:pt x="106311" y="28572"/>
                  <a:pt x="106160" y="28169"/>
                  <a:pt x="106160" y="27593"/>
                </a:cubicBezTo>
                <a:lnTo>
                  <a:pt x="106160" y="1996"/>
                </a:lnTo>
                <a:cubicBezTo>
                  <a:pt x="106160" y="1420"/>
                  <a:pt x="106311" y="1017"/>
                  <a:pt x="106615" y="787"/>
                </a:cubicBezTo>
                <a:cubicBezTo>
                  <a:pt x="106918" y="558"/>
                  <a:pt x="107239" y="444"/>
                  <a:pt x="107579" y="444"/>
                </a:cubicBezTo>
                <a:lnTo>
                  <a:pt x="121198" y="444"/>
                </a:lnTo>
                <a:cubicBezTo>
                  <a:pt x="121317" y="444"/>
                  <a:pt x="121424" y="473"/>
                  <a:pt x="121520" y="532"/>
                </a:cubicBezTo>
                <a:cubicBezTo>
                  <a:pt x="121616" y="591"/>
                  <a:pt x="121694" y="688"/>
                  <a:pt x="121753" y="821"/>
                </a:cubicBezTo>
                <a:cubicBezTo>
                  <a:pt x="121812" y="954"/>
                  <a:pt x="121860" y="1120"/>
                  <a:pt x="121897" y="1320"/>
                </a:cubicBezTo>
                <a:cubicBezTo>
                  <a:pt x="121934" y="1519"/>
                  <a:pt x="121952" y="1767"/>
                  <a:pt x="121952" y="2063"/>
                </a:cubicBezTo>
                <a:cubicBezTo>
                  <a:pt x="121952" y="2329"/>
                  <a:pt x="121934" y="2562"/>
                  <a:pt x="121897" y="2761"/>
                </a:cubicBezTo>
                <a:cubicBezTo>
                  <a:pt x="121860" y="2961"/>
                  <a:pt x="121812" y="3124"/>
                  <a:pt x="121753" y="3249"/>
                </a:cubicBezTo>
                <a:cubicBezTo>
                  <a:pt x="121694" y="3375"/>
                  <a:pt x="121616" y="3468"/>
                  <a:pt x="121520" y="3527"/>
                </a:cubicBezTo>
                <a:cubicBezTo>
                  <a:pt x="121424" y="3586"/>
                  <a:pt x="121317" y="3615"/>
                  <a:pt x="121198" y="3615"/>
                </a:cubicBezTo>
                <a:lnTo>
                  <a:pt x="109975" y="3615"/>
                </a:lnTo>
                <a:lnTo>
                  <a:pt x="109975" y="12621"/>
                </a:lnTo>
                <a:lnTo>
                  <a:pt x="119601" y="12621"/>
                </a:lnTo>
                <a:cubicBezTo>
                  <a:pt x="119720" y="12621"/>
                  <a:pt x="119827" y="12654"/>
                  <a:pt x="119923" y="12721"/>
                </a:cubicBezTo>
                <a:cubicBezTo>
                  <a:pt x="120019" y="12787"/>
                  <a:pt x="120100" y="12879"/>
                  <a:pt x="120167" y="12998"/>
                </a:cubicBezTo>
                <a:cubicBezTo>
                  <a:pt x="120233" y="13116"/>
                  <a:pt x="120281" y="13279"/>
                  <a:pt x="120311" y="13486"/>
                </a:cubicBezTo>
                <a:cubicBezTo>
                  <a:pt x="120341" y="13693"/>
                  <a:pt x="120355" y="13937"/>
                  <a:pt x="120355" y="14218"/>
                </a:cubicBezTo>
                <a:cubicBezTo>
                  <a:pt x="120355" y="14484"/>
                  <a:pt x="120341" y="14713"/>
                  <a:pt x="120311" y="14905"/>
                </a:cubicBezTo>
                <a:cubicBezTo>
                  <a:pt x="120281" y="15098"/>
                  <a:pt x="120233" y="15253"/>
                  <a:pt x="120167" y="15371"/>
                </a:cubicBezTo>
                <a:cubicBezTo>
                  <a:pt x="120100" y="15489"/>
                  <a:pt x="120019" y="15574"/>
                  <a:pt x="119923" y="15626"/>
                </a:cubicBezTo>
                <a:cubicBezTo>
                  <a:pt x="119827" y="15678"/>
                  <a:pt x="119720" y="15704"/>
                  <a:pt x="119601" y="15704"/>
                </a:cubicBezTo>
                <a:lnTo>
                  <a:pt x="109975" y="15704"/>
                </a:lnTo>
                <a:lnTo>
                  <a:pt x="109975" y="25973"/>
                </a:lnTo>
                <a:lnTo>
                  <a:pt x="121353" y="25973"/>
                </a:lnTo>
                <a:cubicBezTo>
                  <a:pt x="121472" y="25973"/>
                  <a:pt x="121579" y="26003"/>
                  <a:pt x="121675" y="26062"/>
                </a:cubicBezTo>
                <a:cubicBezTo>
                  <a:pt x="121771" y="26121"/>
                  <a:pt x="121856" y="26214"/>
                  <a:pt x="121930" y="26339"/>
                </a:cubicBezTo>
                <a:cubicBezTo>
                  <a:pt x="122004" y="26465"/>
                  <a:pt x="122056" y="26628"/>
                  <a:pt x="122085" y="26827"/>
                </a:cubicBezTo>
                <a:cubicBezTo>
                  <a:pt x="122115" y="27027"/>
                  <a:pt x="122130" y="27275"/>
                  <a:pt x="122130" y="27570"/>
                </a:cubicBezTo>
                <a:close/>
                <a:moveTo>
                  <a:pt x="146862" y="35766"/>
                </a:moveTo>
                <a:cubicBezTo>
                  <a:pt x="146862" y="36287"/>
                  <a:pt x="146803" y="36667"/>
                  <a:pt x="146685" y="36906"/>
                </a:cubicBezTo>
                <a:cubicBezTo>
                  <a:pt x="146566" y="37144"/>
                  <a:pt x="146381" y="37263"/>
                  <a:pt x="146130" y="37263"/>
                </a:cubicBezTo>
                <a:lnTo>
                  <a:pt x="124770" y="37263"/>
                </a:lnTo>
                <a:cubicBezTo>
                  <a:pt x="124519" y="37263"/>
                  <a:pt x="124327" y="37151"/>
                  <a:pt x="124194" y="36928"/>
                </a:cubicBezTo>
                <a:cubicBezTo>
                  <a:pt x="124061" y="36705"/>
                  <a:pt x="123994" y="36332"/>
                  <a:pt x="123994" y="35810"/>
                </a:cubicBezTo>
                <a:cubicBezTo>
                  <a:pt x="123994" y="35304"/>
                  <a:pt x="124061" y="34924"/>
                  <a:pt x="124194" y="34671"/>
                </a:cubicBezTo>
                <a:cubicBezTo>
                  <a:pt x="124327" y="34418"/>
                  <a:pt x="124519" y="34291"/>
                  <a:pt x="124770" y="34291"/>
                </a:cubicBezTo>
                <a:lnTo>
                  <a:pt x="146130" y="34291"/>
                </a:lnTo>
                <a:cubicBezTo>
                  <a:pt x="146367" y="34291"/>
                  <a:pt x="146548" y="34410"/>
                  <a:pt x="146674" y="34649"/>
                </a:cubicBezTo>
                <a:cubicBezTo>
                  <a:pt x="146799" y="34887"/>
                  <a:pt x="146862" y="35260"/>
                  <a:pt x="146862" y="35766"/>
                </a:cubicBezTo>
                <a:close/>
                <a:moveTo>
                  <a:pt x="167044" y="20961"/>
                </a:moveTo>
                <a:cubicBezTo>
                  <a:pt x="167044" y="22277"/>
                  <a:pt x="166815" y="23463"/>
                  <a:pt x="166356" y="24521"/>
                </a:cubicBezTo>
                <a:cubicBezTo>
                  <a:pt x="165898" y="25578"/>
                  <a:pt x="165240" y="26484"/>
                  <a:pt x="164382" y="27238"/>
                </a:cubicBezTo>
                <a:cubicBezTo>
                  <a:pt x="163525" y="27992"/>
                  <a:pt x="162467" y="28572"/>
                  <a:pt x="161210" y="28979"/>
                </a:cubicBezTo>
                <a:cubicBezTo>
                  <a:pt x="159954" y="29385"/>
                  <a:pt x="158534" y="29589"/>
                  <a:pt x="156952" y="29589"/>
                </a:cubicBezTo>
                <a:cubicBezTo>
                  <a:pt x="155991" y="29589"/>
                  <a:pt x="155092" y="29511"/>
                  <a:pt x="154257" y="29355"/>
                </a:cubicBezTo>
                <a:cubicBezTo>
                  <a:pt x="153421" y="29199"/>
                  <a:pt x="152678" y="29013"/>
                  <a:pt x="152028" y="28798"/>
                </a:cubicBezTo>
                <a:cubicBezTo>
                  <a:pt x="151377" y="28583"/>
                  <a:pt x="150837" y="28360"/>
                  <a:pt x="150409" y="28130"/>
                </a:cubicBezTo>
                <a:cubicBezTo>
                  <a:pt x="149980" y="27900"/>
                  <a:pt x="149710" y="27733"/>
                  <a:pt x="149599" y="27629"/>
                </a:cubicBezTo>
                <a:cubicBezTo>
                  <a:pt x="149488" y="27525"/>
                  <a:pt x="149403" y="27421"/>
                  <a:pt x="149344" y="27317"/>
                </a:cubicBezTo>
                <a:cubicBezTo>
                  <a:pt x="149285" y="27213"/>
                  <a:pt x="149233" y="27087"/>
                  <a:pt x="149189" y="26939"/>
                </a:cubicBezTo>
                <a:cubicBezTo>
                  <a:pt x="149144" y="26790"/>
                  <a:pt x="149111" y="26608"/>
                  <a:pt x="149089" y="26393"/>
                </a:cubicBezTo>
                <a:cubicBezTo>
                  <a:pt x="149067" y="26177"/>
                  <a:pt x="149056" y="25914"/>
                  <a:pt x="149056" y="25602"/>
                </a:cubicBezTo>
                <a:cubicBezTo>
                  <a:pt x="149056" y="25068"/>
                  <a:pt x="149107" y="24697"/>
                  <a:pt x="149211" y="24489"/>
                </a:cubicBezTo>
                <a:cubicBezTo>
                  <a:pt x="149314" y="24281"/>
                  <a:pt x="149462" y="24177"/>
                  <a:pt x="149654" y="24177"/>
                </a:cubicBezTo>
                <a:cubicBezTo>
                  <a:pt x="149787" y="24177"/>
                  <a:pt x="150050" y="24296"/>
                  <a:pt x="150442" y="24535"/>
                </a:cubicBezTo>
                <a:cubicBezTo>
                  <a:pt x="150834" y="24774"/>
                  <a:pt x="151336" y="25032"/>
                  <a:pt x="151950" y="25308"/>
                </a:cubicBezTo>
                <a:cubicBezTo>
                  <a:pt x="152564" y="25584"/>
                  <a:pt x="153281" y="25842"/>
                  <a:pt x="154102" y="26081"/>
                </a:cubicBezTo>
                <a:cubicBezTo>
                  <a:pt x="154922" y="26320"/>
                  <a:pt x="155835" y="26439"/>
                  <a:pt x="156841" y="26439"/>
                </a:cubicBezTo>
                <a:cubicBezTo>
                  <a:pt x="157817" y="26439"/>
                  <a:pt x="158674" y="26313"/>
                  <a:pt x="159414" y="26062"/>
                </a:cubicBezTo>
                <a:cubicBezTo>
                  <a:pt x="160153" y="25811"/>
                  <a:pt x="160774" y="25456"/>
                  <a:pt x="161277" y="24997"/>
                </a:cubicBezTo>
                <a:cubicBezTo>
                  <a:pt x="161780" y="24539"/>
                  <a:pt x="162157" y="23996"/>
                  <a:pt x="162408" y="23367"/>
                </a:cubicBezTo>
                <a:cubicBezTo>
                  <a:pt x="162660" y="22739"/>
                  <a:pt x="162785" y="22055"/>
                  <a:pt x="162785" y="21315"/>
                </a:cubicBezTo>
                <a:cubicBezTo>
                  <a:pt x="162785" y="20502"/>
                  <a:pt x="162626" y="19770"/>
                  <a:pt x="162308" y="19120"/>
                </a:cubicBezTo>
                <a:cubicBezTo>
                  <a:pt x="161990" y="18469"/>
                  <a:pt x="161525" y="17907"/>
                  <a:pt x="160911" y="17434"/>
                </a:cubicBezTo>
                <a:cubicBezTo>
                  <a:pt x="160297" y="16961"/>
                  <a:pt x="159543" y="16598"/>
                  <a:pt x="158649" y="16347"/>
                </a:cubicBezTo>
                <a:cubicBezTo>
                  <a:pt x="157754" y="16096"/>
                  <a:pt x="156737" y="15970"/>
                  <a:pt x="155599" y="15970"/>
                </a:cubicBezTo>
                <a:lnTo>
                  <a:pt x="152871" y="15970"/>
                </a:lnTo>
                <a:cubicBezTo>
                  <a:pt x="152752" y="15970"/>
                  <a:pt x="152638" y="15944"/>
                  <a:pt x="152527" y="15892"/>
                </a:cubicBezTo>
                <a:cubicBezTo>
                  <a:pt x="152416" y="15841"/>
                  <a:pt x="152320" y="15756"/>
                  <a:pt x="152238" y="15637"/>
                </a:cubicBezTo>
                <a:cubicBezTo>
                  <a:pt x="152157" y="15519"/>
                  <a:pt x="152091" y="15364"/>
                  <a:pt x="152039" y="15171"/>
                </a:cubicBezTo>
                <a:cubicBezTo>
                  <a:pt x="151987" y="14979"/>
                  <a:pt x="151961" y="14728"/>
                  <a:pt x="151961" y="14417"/>
                </a:cubicBezTo>
                <a:cubicBezTo>
                  <a:pt x="151961" y="14136"/>
                  <a:pt x="151983" y="13903"/>
                  <a:pt x="152028" y="13719"/>
                </a:cubicBezTo>
                <a:cubicBezTo>
                  <a:pt x="152072" y="13534"/>
                  <a:pt x="152135" y="13386"/>
                  <a:pt x="152216" y="13275"/>
                </a:cubicBezTo>
                <a:cubicBezTo>
                  <a:pt x="152298" y="13164"/>
                  <a:pt x="152390" y="13083"/>
                  <a:pt x="152493" y="13031"/>
                </a:cubicBezTo>
                <a:cubicBezTo>
                  <a:pt x="152597" y="12979"/>
                  <a:pt x="152715" y="12953"/>
                  <a:pt x="152848" y="12953"/>
                </a:cubicBezTo>
                <a:lnTo>
                  <a:pt x="155355" y="12953"/>
                </a:lnTo>
                <a:cubicBezTo>
                  <a:pt x="156331" y="12953"/>
                  <a:pt x="157207" y="12827"/>
                  <a:pt x="157983" y="12575"/>
                </a:cubicBezTo>
                <a:cubicBezTo>
                  <a:pt x="158759" y="12322"/>
                  <a:pt x="159418" y="11958"/>
                  <a:pt x="159957" y="11483"/>
                </a:cubicBezTo>
                <a:cubicBezTo>
                  <a:pt x="160497" y="11008"/>
                  <a:pt x="160911" y="10440"/>
                  <a:pt x="161199" y="9779"/>
                </a:cubicBezTo>
                <a:cubicBezTo>
                  <a:pt x="161488" y="9118"/>
                  <a:pt x="161632" y="8378"/>
                  <a:pt x="161632" y="7561"/>
                </a:cubicBezTo>
                <a:cubicBezTo>
                  <a:pt x="161632" y="6967"/>
                  <a:pt x="161536" y="6399"/>
                  <a:pt x="161344" y="5857"/>
                </a:cubicBezTo>
                <a:cubicBezTo>
                  <a:pt x="161151" y="5315"/>
                  <a:pt x="160863" y="4843"/>
                  <a:pt x="160478" y="4442"/>
                </a:cubicBezTo>
                <a:cubicBezTo>
                  <a:pt x="160094" y="4041"/>
                  <a:pt x="159602" y="3726"/>
                  <a:pt x="159003" y="3496"/>
                </a:cubicBezTo>
                <a:cubicBezTo>
                  <a:pt x="158405" y="3265"/>
                  <a:pt x="157713" y="3150"/>
                  <a:pt x="156930" y="3150"/>
                </a:cubicBezTo>
                <a:cubicBezTo>
                  <a:pt x="156072" y="3150"/>
                  <a:pt x="155285" y="3279"/>
                  <a:pt x="154567" y="3538"/>
                </a:cubicBezTo>
                <a:cubicBezTo>
                  <a:pt x="153850" y="3797"/>
                  <a:pt x="153211" y="4074"/>
                  <a:pt x="152649" y="4370"/>
                </a:cubicBezTo>
                <a:cubicBezTo>
                  <a:pt x="152087" y="4665"/>
                  <a:pt x="151621" y="4943"/>
                  <a:pt x="151251" y="5201"/>
                </a:cubicBezTo>
                <a:cubicBezTo>
                  <a:pt x="150882" y="5460"/>
                  <a:pt x="150623" y="5589"/>
                  <a:pt x="150475" y="5589"/>
                </a:cubicBezTo>
                <a:cubicBezTo>
                  <a:pt x="150372" y="5589"/>
                  <a:pt x="150279" y="5571"/>
                  <a:pt x="150198" y="5534"/>
                </a:cubicBezTo>
                <a:cubicBezTo>
                  <a:pt x="150116" y="5497"/>
                  <a:pt x="150050" y="5423"/>
                  <a:pt x="149998" y="5312"/>
                </a:cubicBezTo>
                <a:cubicBezTo>
                  <a:pt x="149946" y="5201"/>
                  <a:pt x="149909" y="5046"/>
                  <a:pt x="149887" y="4846"/>
                </a:cubicBezTo>
                <a:cubicBezTo>
                  <a:pt x="149865" y="4647"/>
                  <a:pt x="149854" y="4384"/>
                  <a:pt x="149854" y="4059"/>
                </a:cubicBezTo>
                <a:cubicBezTo>
                  <a:pt x="149854" y="3837"/>
                  <a:pt x="149861" y="3641"/>
                  <a:pt x="149876" y="3471"/>
                </a:cubicBezTo>
                <a:cubicBezTo>
                  <a:pt x="149891" y="3301"/>
                  <a:pt x="149921" y="3153"/>
                  <a:pt x="149965" y="3028"/>
                </a:cubicBezTo>
                <a:cubicBezTo>
                  <a:pt x="150009" y="2902"/>
                  <a:pt x="150061" y="2787"/>
                  <a:pt x="150120" y="2684"/>
                </a:cubicBezTo>
                <a:cubicBezTo>
                  <a:pt x="150179" y="2580"/>
                  <a:pt x="150279" y="2458"/>
                  <a:pt x="150420" y="2318"/>
                </a:cubicBezTo>
                <a:cubicBezTo>
                  <a:pt x="150560" y="2177"/>
                  <a:pt x="150845" y="1974"/>
                  <a:pt x="151274" y="1708"/>
                </a:cubicBezTo>
                <a:cubicBezTo>
                  <a:pt x="151702" y="1442"/>
                  <a:pt x="152231" y="1179"/>
                  <a:pt x="152859" y="920"/>
                </a:cubicBezTo>
                <a:cubicBezTo>
                  <a:pt x="153488" y="662"/>
                  <a:pt x="154212" y="444"/>
                  <a:pt x="155033" y="266"/>
                </a:cubicBezTo>
                <a:cubicBezTo>
                  <a:pt x="155854" y="89"/>
                  <a:pt x="156737" y="0"/>
                  <a:pt x="157684" y="0"/>
                </a:cubicBezTo>
                <a:cubicBezTo>
                  <a:pt x="159015" y="0"/>
                  <a:pt x="160183" y="171"/>
                  <a:pt x="161188" y="512"/>
                </a:cubicBezTo>
                <a:cubicBezTo>
                  <a:pt x="162194" y="853"/>
                  <a:pt x="163033" y="1335"/>
                  <a:pt x="163706" y="1958"/>
                </a:cubicBezTo>
                <a:cubicBezTo>
                  <a:pt x="164379" y="2581"/>
                  <a:pt x="164881" y="3326"/>
                  <a:pt x="165214" y="4194"/>
                </a:cubicBezTo>
                <a:cubicBezTo>
                  <a:pt x="165547" y="5062"/>
                  <a:pt x="165713" y="6022"/>
                  <a:pt x="165713" y="7076"/>
                </a:cubicBezTo>
                <a:cubicBezTo>
                  <a:pt x="165713" y="7980"/>
                  <a:pt x="165595" y="8822"/>
                  <a:pt x="165358" y="9601"/>
                </a:cubicBezTo>
                <a:cubicBezTo>
                  <a:pt x="165122" y="10380"/>
                  <a:pt x="164774" y="11070"/>
                  <a:pt x="164316" y="11670"/>
                </a:cubicBezTo>
                <a:cubicBezTo>
                  <a:pt x="163857" y="12271"/>
                  <a:pt x="163295" y="12783"/>
                  <a:pt x="162630" y="13206"/>
                </a:cubicBezTo>
                <a:cubicBezTo>
                  <a:pt x="161965" y="13629"/>
                  <a:pt x="161196" y="13922"/>
                  <a:pt x="160323" y="14085"/>
                </a:cubicBezTo>
                <a:lnTo>
                  <a:pt x="160323" y="14129"/>
                </a:lnTo>
                <a:cubicBezTo>
                  <a:pt x="161314" y="14232"/>
                  <a:pt x="162220" y="14480"/>
                  <a:pt x="163040" y="14872"/>
                </a:cubicBezTo>
                <a:cubicBezTo>
                  <a:pt x="163861" y="15264"/>
                  <a:pt x="164567" y="15756"/>
                  <a:pt x="165159" y="16347"/>
                </a:cubicBezTo>
                <a:cubicBezTo>
                  <a:pt x="165750" y="16939"/>
                  <a:pt x="166212" y="17630"/>
                  <a:pt x="166545" y="18421"/>
                </a:cubicBezTo>
                <a:cubicBezTo>
                  <a:pt x="166878" y="19212"/>
                  <a:pt x="167044" y="20059"/>
                  <a:pt x="167044" y="209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6E1B9-0499-4597-A01E-83726CB5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130270"/>
            <a:ext cx="166788" cy="45426"/>
          </a:xfrm>
          <a:custGeom xmlns:a="http://schemas.openxmlformats.org/drawingml/2006/main">
            <a:pathLst>
              <a:path w="166788" h="45426">
                <a:moveTo>
                  <a:pt x="121362" y="45426"/>
                </a:move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9D389-13C8-4D20-B478-7506F24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125892"/>
            <a:ext cx="68835" cy="53620"/>
          </a:xfrm>
          <a:custGeom xmlns:a="http://schemas.openxmlformats.org/drawingml/2006/main">
            <a:pathLst>
              <a:path w="68835" h="53620">
                <a:moveTo>
                  <a:pt x="63598" y="53620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20"/>
                  <a:pt x="63598" y="53620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3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C486C-6C82-422F-921A-9FEDB97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118914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IMAGE_4">
            <a:extLst xmlns:a="http://schemas.openxmlformats.org/drawingml/2006/main">
              <a:ext uri="{FF2B5EF4-FFF2-40B4-BE49-F238E27FC236}">
                <a16:creationId xmlns:a16="http://schemas.microsoft.com/office/drawing/2014/main" id="{72E85477-BC0F-4167-B536-D8878AC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140160"/>
            <a:ext cx="168486" cy="37219"/>
          </a:xfrm>
          <a:custGeom xmlns:a="http://schemas.openxmlformats.org/drawingml/2006/main">
            <a:pathLst>
              <a:path w="168486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2" y="28524"/>
                </a:moveTo>
                <a:cubicBezTo>
                  <a:pt x="42972" y="28642"/>
                  <a:pt x="42943" y="28746"/>
                  <a:pt x="42884" y="28835"/>
                </a:cubicBezTo>
                <a:cubicBezTo>
                  <a:pt x="42824" y="28923"/>
                  <a:pt x="42721" y="28994"/>
                  <a:pt x="42573" y="29045"/>
                </a:cubicBezTo>
                <a:cubicBezTo>
                  <a:pt x="42425" y="29097"/>
                  <a:pt x="42237" y="29141"/>
                  <a:pt x="42007" y="29178"/>
                </a:cubicBezTo>
                <a:cubicBezTo>
                  <a:pt x="41778" y="29215"/>
                  <a:pt x="41479" y="29234"/>
                  <a:pt x="41109" y="29234"/>
                </a:cubicBezTo>
                <a:cubicBezTo>
                  <a:pt x="40769" y="29234"/>
                  <a:pt x="40477" y="29215"/>
                  <a:pt x="40233" y="29178"/>
                </a:cubicBezTo>
                <a:cubicBezTo>
                  <a:pt x="39989" y="29141"/>
                  <a:pt x="39797" y="29097"/>
                  <a:pt x="39656" y="29045"/>
                </a:cubicBezTo>
                <a:cubicBezTo>
                  <a:pt x="39516" y="28994"/>
                  <a:pt x="39416" y="28923"/>
                  <a:pt x="39357" y="28835"/>
                </a:cubicBezTo>
                <a:cubicBezTo>
                  <a:pt x="39298" y="28746"/>
                  <a:pt x="39268" y="28642"/>
                  <a:pt x="39268" y="28524"/>
                </a:cubicBezTo>
                <a:lnTo>
                  <a:pt x="39268" y="3527"/>
                </a:lnTo>
                <a:lnTo>
                  <a:pt x="39224" y="3527"/>
                </a:lnTo>
                <a:lnTo>
                  <a:pt x="28999" y="28635"/>
                </a:lnTo>
                <a:cubicBezTo>
                  <a:pt x="28954" y="28739"/>
                  <a:pt x="28891" y="28827"/>
                  <a:pt x="28810" y="28901"/>
                </a:cubicBezTo>
                <a:cubicBezTo>
                  <a:pt x="28729" y="28975"/>
                  <a:pt x="28610" y="29038"/>
                  <a:pt x="28455" y="29090"/>
                </a:cubicBezTo>
                <a:cubicBezTo>
                  <a:pt x="28300" y="29141"/>
                  <a:pt x="28115" y="29178"/>
                  <a:pt x="27901" y="29201"/>
                </a:cubicBezTo>
                <a:cubicBezTo>
                  <a:pt x="27686" y="29223"/>
                  <a:pt x="27431" y="29234"/>
                  <a:pt x="27135" y="29234"/>
                </a:cubicBezTo>
                <a:cubicBezTo>
                  <a:pt x="26825" y="29234"/>
                  <a:pt x="26559" y="29219"/>
                  <a:pt x="26337" y="29190"/>
                </a:cubicBezTo>
                <a:cubicBezTo>
                  <a:pt x="26115" y="29160"/>
                  <a:pt x="25930" y="29119"/>
                  <a:pt x="25782" y="29068"/>
                </a:cubicBezTo>
                <a:cubicBezTo>
                  <a:pt x="25635" y="29016"/>
                  <a:pt x="25520" y="28953"/>
                  <a:pt x="25439" y="28879"/>
                </a:cubicBezTo>
                <a:cubicBezTo>
                  <a:pt x="25357" y="28805"/>
                  <a:pt x="25302" y="28724"/>
                  <a:pt x="25272" y="28635"/>
                </a:cubicBezTo>
                <a:lnTo>
                  <a:pt x="15491" y="3527"/>
                </a:lnTo>
                <a:lnTo>
                  <a:pt x="15468" y="3527"/>
                </a:lnTo>
                <a:lnTo>
                  <a:pt x="15468" y="28524"/>
                </a:lnTo>
                <a:cubicBezTo>
                  <a:pt x="15468" y="28642"/>
                  <a:pt x="15439" y="28746"/>
                  <a:pt x="15380" y="28835"/>
                </a:cubicBezTo>
                <a:cubicBezTo>
                  <a:pt x="15321" y="28923"/>
                  <a:pt x="15217" y="28994"/>
                  <a:pt x="15069" y="29045"/>
                </a:cubicBezTo>
                <a:cubicBezTo>
                  <a:pt x="14921" y="29097"/>
                  <a:pt x="14729" y="29141"/>
                  <a:pt x="14493" y="29178"/>
                </a:cubicBezTo>
                <a:cubicBezTo>
                  <a:pt x="14256" y="29215"/>
                  <a:pt x="13953" y="29234"/>
                  <a:pt x="13583" y="29234"/>
                </a:cubicBezTo>
                <a:cubicBezTo>
                  <a:pt x="13228" y="29234"/>
                  <a:pt x="12933" y="29215"/>
                  <a:pt x="12696" y="29178"/>
                </a:cubicBezTo>
                <a:cubicBezTo>
                  <a:pt x="12459" y="29141"/>
                  <a:pt x="12271" y="29097"/>
                  <a:pt x="12130" y="29045"/>
                </a:cubicBezTo>
                <a:cubicBezTo>
                  <a:pt x="11990" y="28994"/>
                  <a:pt x="11894" y="28923"/>
                  <a:pt x="11842" y="28835"/>
                </a:cubicBezTo>
                <a:cubicBezTo>
                  <a:pt x="11790" y="28746"/>
                  <a:pt x="11764" y="28642"/>
                  <a:pt x="11764" y="28524"/>
                </a:cubicBezTo>
                <a:lnTo>
                  <a:pt x="11764" y="2129"/>
                </a:lnTo>
                <a:cubicBezTo>
                  <a:pt x="11764" y="1508"/>
                  <a:pt x="11927" y="1065"/>
                  <a:pt x="12252" y="798"/>
                </a:cubicBezTo>
                <a:cubicBezTo>
                  <a:pt x="12578" y="532"/>
                  <a:pt x="12940" y="399"/>
                  <a:pt x="13339" y="399"/>
                </a:cubicBezTo>
                <a:lnTo>
                  <a:pt x="15646" y="399"/>
                </a:lnTo>
                <a:cubicBezTo>
                  <a:pt x="16119" y="399"/>
                  <a:pt x="16533" y="444"/>
                  <a:pt x="16888" y="532"/>
                </a:cubicBezTo>
                <a:cubicBezTo>
                  <a:pt x="17243" y="621"/>
                  <a:pt x="17553" y="762"/>
                  <a:pt x="17820" y="954"/>
                </a:cubicBezTo>
                <a:cubicBezTo>
                  <a:pt x="18086" y="1146"/>
                  <a:pt x="18308" y="1390"/>
                  <a:pt x="18485" y="1686"/>
                </a:cubicBezTo>
                <a:cubicBezTo>
                  <a:pt x="18662" y="1981"/>
                  <a:pt x="18818" y="2329"/>
                  <a:pt x="18951" y="2728"/>
                </a:cubicBezTo>
                <a:lnTo>
                  <a:pt x="27269" y="23511"/>
                </a:lnTo>
                <a:lnTo>
                  <a:pt x="27379" y="23511"/>
                </a:lnTo>
                <a:lnTo>
                  <a:pt x="36030" y="2795"/>
                </a:lnTo>
                <a:cubicBezTo>
                  <a:pt x="36192" y="2351"/>
                  <a:pt x="36370" y="1974"/>
                  <a:pt x="36562" y="1664"/>
                </a:cubicBezTo>
                <a:cubicBezTo>
                  <a:pt x="36754" y="1353"/>
                  <a:pt x="36965" y="1105"/>
                  <a:pt x="37194" y="920"/>
                </a:cubicBezTo>
                <a:cubicBezTo>
                  <a:pt x="37423" y="736"/>
                  <a:pt x="37679" y="603"/>
                  <a:pt x="37960" y="521"/>
                </a:cubicBezTo>
                <a:cubicBezTo>
                  <a:pt x="38240" y="440"/>
                  <a:pt x="38566" y="399"/>
                  <a:pt x="38935" y="399"/>
                </a:cubicBezTo>
                <a:lnTo>
                  <a:pt x="41353" y="399"/>
                </a:lnTo>
                <a:cubicBezTo>
                  <a:pt x="41575" y="399"/>
                  <a:pt x="41786" y="433"/>
                  <a:pt x="41985" y="499"/>
                </a:cubicBezTo>
                <a:cubicBezTo>
                  <a:pt x="42185" y="566"/>
                  <a:pt x="42355" y="669"/>
                  <a:pt x="42495" y="810"/>
                </a:cubicBezTo>
                <a:cubicBezTo>
                  <a:pt x="42636" y="950"/>
                  <a:pt x="42750" y="1128"/>
                  <a:pt x="42839" y="1342"/>
                </a:cubicBezTo>
                <a:cubicBezTo>
                  <a:pt x="42928" y="1556"/>
                  <a:pt x="42972" y="1819"/>
                  <a:pt x="42972" y="2129"/>
                </a:cubicBezTo>
                <a:lnTo>
                  <a:pt x="42972" y="28524"/>
                </a:lnTo>
                <a:close/>
                <a:moveTo>
                  <a:pt x="72279" y="27748"/>
                </a:moveTo>
                <a:cubicBezTo>
                  <a:pt x="72397" y="28073"/>
                  <a:pt x="72460" y="28336"/>
                  <a:pt x="72468" y="28535"/>
                </a:cubicBezTo>
                <a:cubicBezTo>
                  <a:pt x="72475" y="28735"/>
                  <a:pt x="72419" y="28886"/>
                  <a:pt x="72301" y="28990"/>
                </a:cubicBezTo>
                <a:cubicBezTo>
                  <a:pt x="72183" y="29093"/>
                  <a:pt x="71987" y="29160"/>
                  <a:pt x="71713" y="29190"/>
                </a:cubicBezTo>
                <a:cubicBezTo>
                  <a:pt x="71440" y="29219"/>
                  <a:pt x="71074" y="29234"/>
                  <a:pt x="70615" y="29234"/>
                </a:cubicBezTo>
                <a:cubicBezTo>
                  <a:pt x="70157" y="29234"/>
                  <a:pt x="69791" y="29223"/>
                  <a:pt x="69517" y="29201"/>
                </a:cubicBezTo>
                <a:cubicBezTo>
                  <a:pt x="69244" y="29178"/>
                  <a:pt x="69037" y="29141"/>
                  <a:pt x="68896" y="29090"/>
                </a:cubicBezTo>
                <a:cubicBezTo>
                  <a:pt x="68756" y="29038"/>
                  <a:pt x="68652" y="28968"/>
                  <a:pt x="68586" y="28879"/>
                </a:cubicBezTo>
                <a:cubicBezTo>
                  <a:pt x="68519" y="28790"/>
                  <a:pt x="68457" y="28679"/>
                  <a:pt x="68397" y="28546"/>
                </a:cubicBezTo>
                <a:lnTo>
                  <a:pt x="65935" y="21559"/>
                </a:lnTo>
                <a:lnTo>
                  <a:pt x="54002" y="21559"/>
                </a:lnTo>
                <a:lnTo>
                  <a:pt x="51651" y="28458"/>
                </a:lnTo>
                <a:cubicBezTo>
                  <a:pt x="51607" y="28591"/>
                  <a:pt x="51548" y="28705"/>
                  <a:pt x="51474" y="28801"/>
                </a:cubicBezTo>
                <a:cubicBezTo>
                  <a:pt x="51400" y="28898"/>
                  <a:pt x="51293" y="28979"/>
                  <a:pt x="51152" y="29045"/>
                </a:cubicBezTo>
                <a:cubicBezTo>
                  <a:pt x="51012" y="29112"/>
                  <a:pt x="50812" y="29160"/>
                  <a:pt x="50553" y="29190"/>
                </a:cubicBezTo>
                <a:cubicBezTo>
                  <a:pt x="50294" y="29219"/>
                  <a:pt x="49958" y="29234"/>
                  <a:pt x="49544" y="29234"/>
                </a:cubicBezTo>
                <a:cubicBezTo>
                  <a:pt x="49115" y="29234"/>
                  <a:pt x="48764" y="29215"/>
                  <a:pt x="48490" y="29178"/>
                </a:cubicBezTo>
                <a:cubicBezTo>
                  <a:pt x="48217" y="29141"/>
                  <a:pt x="48025" y="29071"/>
                  <a:pt x="47914" y="28968"/>
                </a:cubicBezTo>
                <a:cubicBezTo>
                  <a:pt x="47803" y="28864"/>
                  <a:pt x="47751" y="28713"/>
                  <a:pt x="47758" y="28513"/>
                </a:cubicBezTo>
                <a:cubicBezTo>
                  <a:pt x="47766" y="28313"/>
                  <a:pt x="47829" y="28051"/>
                  <a:pt x="47947" y="27726"/>
                </a:cubicBezTo>
                <a:lnTo>
                  <a:pt x="57573" y="1065"/>
                </a:lnTo>
                <a:cubicBezTo>
                  <a:pt x="57632" y="902"/>
                  <a:pt x="57710" y="769"/>
                  <a:pt x="57806" y="665"/>
                </a:cubicBezTo>
                <a:cubicBezTo>
                  <a:pt x="57902" y="562"/>
                  <a:pt x="58043" y="481"/>
                  <a:pt x="58228" y="421"/>
                </a:cubicBezTo>
                <a:cubicBezTo>
                  <a:pt x="58412" y="362"/>
                  <a:pt x="58649" y="322"/>
                  <a:pt x="58937" y="299"/>
                </a:cubicBezTo>
                <a:cubicBezTo>
                  <a:pt x="59226" y="277"/>
                  <a:pt x="59592" y="266"/>
                  <a:pt x="60035" y="266"/>
                </a:cubicBezTo>
                <a:cubicBezTo>
                  <a:pt x="60509" y="266"/>
                  <a:pt x="60900" y="277"/>
                  <a:pt x="61211" y="299"/>
                </a:cubicBezTo>
                <a:cubicBezTo>
                  <a:pt x="61521" y="322"/>
                  <a:pt x="61773" y="362"/>
                  <a:pt x="61965" y="421"/>
                </a:cubicBezTo>
                <a:cubicBezTo>
                  <a:pt x="62157" y="481"/>
                  <a:pt x="62305" y="566"/>
                  <a:pt x="62409" y="677"/>
                </a:cubicBezTo>
                <a:cubicBezTo>
                  <a:pt x="62512" y="787"/>
                  <a:pt x="62593" y="924"/>
                  <a:pt x="62653" y="1087"/>
                </a:cubicBezTo>
                <a:lnTo>
                  <a:pt x="72279" y="27748"/>
                </a:lnTo>
                <a:moveTo>
                  <a:pt x="59924" y="4214"/>
                </a:moveTo>
                <a:lnTo>
                  <a:pt x="59902" y="4214"/>
                </a:lnTo>
                <a:lnTo>
                  <a:pt x="54956" y="18521"/>
                </a:lnTo>
                <a:lnTo>
                  <a:pt x="64937" y="18521"/>
                </a:lnTo>
                <a:lnTo>
                  <a:pt x="59924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3" y="5046"/>
                </a:cubicBezTo>
                <a:cubicBezTo>
                  <a:pt x="98573" y="5260"/>
                  <a:pt x="98529" y="5438"/>
                  <a:pt x="98470" y="5578"/>
                </a:cubicBezTo>
                <a:cubicBezTo>
                  <a:pt x="98410" y="5719"/>
                  <a:pt x="98337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4" y="4954"/>
                  <a:pt x="95409" y="4614"/>
                </a:cubicBezTo>
                <a:cubicBezTo>
                  <a:pt x="94714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3" y="3549"/>
                  <a:pt x="85206" y="4126"/>
                </a:cubicBezTo>
                <a:cubicBezTo>
                  <a:pt x="83949" y="4702"/>
                  <a:pt x="82884" y="5501"/>
                  <a:pt x="82012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9" y="11563"/>
                  <a:pt x="79306" y="13086"/>
                  <a:pt x="79306" y="14728"/>
                </a:cubicBezTo>
                <a:cubicBezTo>
                  <a:pt x="79306" y="16561"/>
                  <a:pt x="79561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6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2" y="14251"/>
                </a:cubicBezTo>
                <a:cubicBezTo>
                  <a:pt x="87431" y="14051"/>
                  <a:pt x="87479" y="13889"/>
                  <a:pt x="87546" y="13763"/>
                </a:cubicBezTo>
                <a:cubicBezTo>
                  <a:pt x="87612" y="13637"/>
                  <a:pt x="87690" y="13545"/>
                  <a:pt x="87779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8" y="13397"/>
                </a:lnTo>
                <a:cubicBezTo>
                  <a:pt x="97390" y="13397"/>
                  <a:pt x="97553" y="13427"/>
                  <a:pt x="97716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6" y="14033"/>
                  <a:pt x="98470" y="14240"/>
                </a:cubicBezTo>
                <a:cubicBezTo>
                  <a:pt x="98544" y="14447"/>
                  <a:pt x="98581" y="14683"/>
                  <a:pt x="98581" y="14950"/>
                </a:cubicBezTo>
                <a:lnTo>
                  <a:pt x="98581" y="25885"/>
                </a:lnTo>
                <a:cubicBezTo>
                  <a:pt x="98581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5" y="28073"/>
                  <a:pt x="95875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2" y="29367"/>
                </a:cubicBezTo>
                <a:cubicBezTo>
                  <a:pt x="90832" y="29456"/>
                  <a:pt x="90100" y="29500"/>
                  <a:pt x="89376" y="29500"/>
                </a:cubicBezTo>
                <a:cubicBezTo>
                  <a:pt x="87158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1" y="22735"/>
                  <a:pt x="76245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9" y="5405"/>
                  <a:pt x="79228" y="4103"/>
                </a:cubicBezTo>
                <a:cubicBezTo>
                  <a:pt x="80478" y="2802"/>
                  <a:pt x="81978" y="1793"/>
                  <a:pt x="83731" y="1076"/>
                </a:cubicBezTo>
                <a:cubicBezTo>
                  <a:pt x="85483" y="359"/>
                  <a:pt x="87424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5" y="1224"/>
                  <a:pt x="96573" y="1505"/>
                  <a:pt x="97083" y="1808"/>
                </a:cubicBezTo>
                <a:cubicBezTo>
                  <a:pt x="97594" y="2111"/>
                  <a:pt x="97945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5" y="28025"/>
                  <a:pt x="122085" y="28225"/>
                </a:cubicBezTo>
                <a:cubicBezTo>
                  <a:pt x="122056" y="28424"/>
                  <a:pt x="122004" y="28591"/>
                  <a:pt x="121930" y="28724"/>
                </a:cubicBezTo>
                <a:cubicBezTo>
                  <a:pt x="121856" y="28857"/>
                  <a:pt x="121771" y="28953"/>
                  <a:pt x="121675" y="29012"/>
                </a:cubicBezTo>
                <a:cubicBezTo>
                  <a:pt x="121579" y="29071"/>
                  <a:pt x="121472" y="29101"/>
                  <a:pt x="121353" y="29101"/>
                </a:cubicBezTo>
                <a:lnTo>
                  <a:pt x="107579" y="29101"/>
                </a:lnTo>
                <a:cubicBezTo>
                  <a:pt x="107239" y="29101"/>
                  <a:pt x="106918" y="28986"/>
                  <a:pt x="106615" y="28757"/>
                </a:cubicBezTo>
                <a:cubicBezTo>
                  <a:pt x="106311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1" y="972"/>
                  <a:pt x="106615" y="743"/>
                </a:cubicBezTo>
                <a:cubicBezTo>
                  <a:pt x="106918" y="514"/>
                  <a:pt x="107239" y="399"/>
                  <a:pt x="107579" y="399"/>
                </a:cubicBezTo>
                <a:lnTo>
                  <a:pt x="121198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6" y="547"/>
                  <a:pt x="121694" y="643"/>
                  <a:pt x="121753" y="776"/>
                </a:cubicBezTo>
                <a:cubicBezTo>
                  <a:pt x="121812" y="909"/>
                  <a:pt x="121860" y="1076"/>
                  <a:pt x="121897" y="1275"/>
                </a:cubicBezTo>
                <a:cubicBezTo>
                  <a:pt x="121934" y="1475"/>
                  <a:pt x="121952" y="1723"/>
                  <a:pt x="121952" y="2018"/>
                </a:cubicBezTo>
                <a:cubicBezTo>
                  <a:pt x="121952" y="2285"/>
                  <a:pt x="121934" y="2517"/>
                  <a:pt x="121897" y="2717"/>
                </a:cubicBezTo>
                <a:cubicBezTo>
                  <a:pt x="121860" y="2917"/>
                  <a:pt x="121812" y="3079"/>
                  <a:pt x="121753" y="3205"/>
                </a:cubicBezTo>
                <a:cubicBezTo>
                  <a:pt x="121694" y="3331"/>
                  <a:pt x="121616" y="3423"/>
                  <a:pt x="121520" y="3482"/>
                </a:cubicBezTo>
                <a:cubicBezTo>
                  <a:pt x="121424" y="3541"/>
                  <a:pt x="121317" y="3571"/>
                  <a:pt x="121198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1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19" y="12743"/>
                  <a:pt x="120100" y="12835"/>
                  <a:pt x="120167" y="12953"/>
                </a:cubicBezTo>
                <a:cubicBezTo>
                  <a:pt x="120233" y="13072"/>
                  <a:pt x="120281" y="13234"/>
                  <a:pt x="120311" y="13441"/>
                </a:cubicBezTo>
                <a:cubicBezTo>
                  <a:pt x="120341" y="13648"/>
                  <a:pt x="120355" y="13892"/>
                  <a:pt x="120355" y="14173"/>
                </a:cubicBezTo>
                <a:cubicBezTo>
                  <a:pt x="120355" y="14440"/>
                  <a:pt x="120341" y="14669"/>
                  <a:pt x="120311" y="14861"/>
                </a:cubicBezTo>
                <a:cubicBezTo>
                  <a:pt x="120281" y="15053"/>
                  <a:pt x="120233" y="15208"/>
                  <a:pt x="120167" y="15327"/>
                </a:cubicBezTo>
                <a:cubicBezTo>
                  <a:pt x="120100" y="15445"/>
                  <a:pt x="120019" y="15530"/>
                  <a:pt x="119923" y="15582"/>
                </a:cubicBezTo>
                <a:cubicBezTo>
                  <a:pt x="119827" y="15634"/>
                  <a:pt x="119720" y="15659"/>
                  <a:pt x="119601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3" y="25929"/>
                </a:lnTo>
                <a:cubicBezTo>
                  <a:pt x="121472" y="25929"/>
                  <a:pt x="121579" y="25959"/>
                  <a:pt x="121675" y="26018"/>
                </a:cubicBezTo>
                <a:cubicBezTo>
                  <a:pt x="121771" y="26077"/>
                  <a:pt x="121856" y="26169"/>
                  <a:pt x="121930" y="26295"/>
                </a:cubicBezTo>
                <a:cubicBezTo>
                  <a:pt x="122004" y="26421"/>
                  <a:pt x="122056" y="26583"/>
                  <a:pt x="122085" y="26783"/>
                </a:cubicBezTo>
                <a:cubicBezTo>
                  <a:pt x="122115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5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7" y="37107"/>
                  <a:pt x="124194" y="36883"/>
                </a:cubicBezTo>
                <a:cubicBezTo>
                  <a:pt x="124061" y="36660"/>
                  <a:pt x="123994" y="36288"/>
                  <a:pt x="123994" y="35766"/>
                </a:cubicBezTo>
                <a:cubicBezTo>
                  <a:pt x="123994" y="35260"/>
                  <a:pt x="124061" y="34880"/>
                  <a:pt x="124194" y="34627"/>
                </a:cubicBezTo>
                <a:cubicBezTo>
                  <a:pt x="124327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7" y="34247"/>
                  <a:pt x="146548" y="34366"/>
                  <a:pt x="146674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68486" y="20916"/>
                </a:moveTo>
                <a:cubicBezTo>
                  <a:pt x="168486" y="21404"/>
                  <a:pt x="168412" y="21789"/>
                  <a:pt x="168264" y="22070"/>
                </a:cubicBezTo>
                <a:cubicBezTo>
                  <a:pt x="168116" y="22351"/>
                  <a:pt x="167909" y="22491"/>
                  <a:pt x="167643" y="22491"/>
                </a:cubicBezTo>
                <a:lnTo>
                  <a:pt x="164404" y="22491"/>
                </a:lnTo>
                <a:lnTo>
                  <a:pt x="164404" y="28544"/>
                </a:lnTo>
                <a:cubicBezTo>
                  <a:pt x="164404" y="28663"/>
                  <a:pt x="164375" y="28763"/>
                  <a:pt x="164316" y="28845"/>
                </a:cubicBezTo>
                <a:cubicBezTo>
                  <a:pt x="164257" y="28926"/>
                  <a:pt x="164153" y="28997"/>
                  <a:pt x="164005" y="29056"/>
                </a:cubicBezTo>
                <a:cubicBezTo>
                  <a:pt x="163857" y="29116"/>
                  <a:pt x="163665" y="29160"/>
                  <a:pt x="163428" y="29190"/>
                </a:cubicBezTo>
                <a:cubicBezTo>
                  <a:pt x="163192" y="29219"/>
                  <a:pt x="162889" y="29234"/>
                  <a:pt x="162519" y="29234"/>
                </a:cubicBezTo>
                <a:cubicBezTo>
                  <a:pt x="162164" y="29234"/>
                  <a:pt x="161868" y="29219"/>
                  <a:pt x="161632" y="29190"/>
                </a:cubicBezTo>
                <a:cubicBezTo>
                  <a:pt x="161395" y="29160"/>
                  <a:pt x="161207" y="29116"/>
                  <a:pt x="161066" y="29056"/>
                </a:cubicBezTo>
                <a:cubicBezTo>
                  <a:pt x="160926" y="28997"/>
                  <a:pt x="160830" y="28926"/>
                  <a:pt x="160778" y="28845"/>
                </a:cubicBezTo>
                <a:cubicBezTo>
                  <a:pt x="160726" y="28763"/>
                  <a:pt x="160700" y="28663"/>
                  <a:pt x="160700" y="28544"/>
                </a:cubicBezTo>
                <a:lnTo>
                  <a:pt x="160700" y="22491"/>
                </a:lnTo>
                <a:lnTo>
                  <a:pt x="148856" y="22491"/>
                </a:lnTo>
                <a:cubicBezTo>
                  <a:pt x="148678" y="22491"/>
                  <a:pt x="148531" y="22469"/>
                  <a:pt x="148412" y="22424"/>
                </a:cubicBezTo>
                <a:cubicBezTo>
                  <a:pt x="148294" y="22380"/>
                  <a:pt x="148187" y="22299"/>
                  <a:pt x="148091" y="22181"/>
                </a:cubicBezTo>
                <a:cubicBezTo>
                  <a:pt x="147995" y="22062"/>
                  <a:pt x="147928" y="21892"/>
                  <a:pt x="147891" y="21670"/>
                </a:cubicBezTo>
                <a:cubicBezTo>
                  <a:pt x="147854" y="21449"/>
                  <a:pt x="147836" y="21160"/>
                  <a:pt x="147836" y="20805"/>
                </a:cubicBezTo>
                <a:cubicBezTo>
                  <a:pt x="147836" y="20524"/>
                  <a:pt x="147843" y="20273"/>
                  <a:pt x="147858" y="20051"/>
                </a:cubicBezTo>
                <a:cubicBezTo>
                  <a:pt x="147873" y="19829"/>
                  <a:pt x="147902" y="19626"/>
                  <a:pt x="147946" y="19441"/>
                </a:cubicBezTo>
                <a:cubicBezTo>
                  <a:pt x="147991" y="19256"/>
                  <a:pt x="148050" y="19079"/>
                  <a:pt x="148124" y="18909"/>
                </a:cubicBezTo>
                <a:cubicBezTo>
                  <a:pt x="148198" y="18739"/>
                  <a:pt x="148287" y="18558"/>
                  <a:pt x="148390" y="18365"/>
                </a:cubicBezTo>
                <a:lnTo>
                  <a:pt x="158726" y="953"/>
                </a:lnTo>
                <a:cubicBezTo>
                  <a:pt x="158800" y="835"/>
                  <a:pt x="158907" y="731"/>
                  <a:pt x="159048" y="643"/>
                </a:cubicBezTo>
                <a:cubicBezTo>
                  <a:pt x="159188" y="555"/>
                  <a:pt x="159369" y="481"/>
                  <a:pt x="159591" y="421"/>
                </a:cubicBezTo>
                <a:cubicBezTo>
                  <a:pt x="159813" y="362"/>
                  <a:pt x="160087" y="322"/>
                  <a:pt x="160412" y="299"/>
                </a:cubicBezTo>
                <a:cubicBezTo>
                  <a:pt x="160737" y="277"/>
                  <a:pt x="161122" y="266"/>
                  <a:pt x="161565" y="266"/>
                </a:cubicBezTo>
                <a:cubicBezTo>
                  <a:pt x="162053" y="266"/>
                  <a:pt x="162478" y="285"/>
                  <a:pt x="162841" y="322"/>
                </a:cubicBezTo>
                <a:cubicBezTo>
                  <a:pt x="163203" y="359"/>
                  <a:pt x="163495" y="407"/>
                  <a:pt x="163717" y="466"/>
                </a:cubicBezTo>
                <a:cubicBezTo>
                  <a:pt x="163939" y="525"/>
                  <a:pt x="164109" y="603"/>
                  <a:pt x="164227" y="699"/>
                </a:cubicBezTo>
                <a:cubicBezTo>
                  <a:pt x="164345" y="794"/>
                  <a:pt x="164404" y="909"/>
                  <a:pt x="164404" y="1042"/>
                </a:cubicBezTo>
                <a:lnTo>
                  <a:pt x="164404" y="19341"/>
                </a:lnTo>
                <a:lnTo>
                  <a:pt x="167643" y="19341"/>
                </a:lnTo>
                <a:cubicBezTo>
                  <a:pt x="167894" y="19341"/>
                  <a:pt x="168097" y="19471"/>
                  <a:pt x="168253" y="19730"/>
                </a:cubicBezTo>
                <a:cubicBezTo>
                  <a:pt x="168408" y="19988"/>
                  <a:pt x="168486" y="20384"/>
                  <a:pt x="168486" y="20916"/>
                </a:cubicBezTo>
                <a:moveTo>
                  <a:pt x="160700" y="3612"/>
                </a:moveTo>
                <a:lnTo>
                  <a:pt x="160656" y="3612"/>
                </a:lnTo>
                <a:lnTo>
                  <a:pt x="151318" y="19341"/>
                </a:lnTo>
                <a:lnTo>
                  <a:pt x="160700" y="19341"/>
                </a:lnTo>
                <a:lnTo>
                  <a:pt x="160700" y="36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E9CBE-808B-4E85-B5E1-B98807F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223696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73D37-3033-4BEF-9D0A-7FEAC84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219318"/>
            <a:ext cx="68835" cy="53620"/>
          </a:xfrm>
          <a:custGeom xmlns:a="http://schemas.openxmlformats.org/drawingml/2006/main">
            <a:pathLst>
              <a:path w="68835" h="53620">
                <a:moveTo>
                  <a:pt x="63598" y="53620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20"/>
                  <a:pt x="63598" y="53620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3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E0722-BB41-41C8-8E6F-7008B1B4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212339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IMAGE_5">
            <a:extLst xmlns:a="http://schemas.openxmlformats.org/drawingml/2006/main">
              <a:ext uri="{FF2B5EF4-FFF2-40B4-BE49-F238E27FC236}">
                <a16:creationId xmlns:a16="http://schemas.microsoft.com/office/drawing/2014/main" id="{2B44EB2B-AC7D-450B-ACBB-F6A4BB2F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233585"/>
            <a:ext cx="167133" cy="37219"/>
          </a:xfrm>
          <a:custGeom xmlns:a="http://schemas.openxmlformats.org/drawingml/2006/main">
            <a:pathLst>
              <a:path w="167133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2" y="28524"/>
                </a:moveTo>
                <a:cubicBezTo>
                  <a:pt x="42972" y="28642"/>
                  <a:pt x="42943" y="28746"/>
                  <a:pt x="42884" y="28835"/>
                </a:cubicBezTo>
                <a:cubicBezTo>
                  <a:pt x="42824" y="28923"/>
                  <a:pt x="42721" y="28994"/>
                  <a:pt x="42573" y="29045"/>
                </a:cubicBezTo>
                <a:cubicBezTo>
                  <a:pt x="42425" y="29097"/>
                  <a:pt x="42237" y="29141"/>
                  <a:pt x="42007" y="29178"/>
                </a:cubicBezTo>
                <a:cubicBezTo>
                  <a:pt x="41778" y="29215"/>
                  <a:pt x="41479" y="29234"/>
                  <a:pt x="41109" y="29234"/>
                </a:cubicBezTo>
                <a:cubicBezTo>
                  <a:pt x="40769" y="29234"/>
                  <a:pt x="40477" y="29215"/>
                  <a:pt x="40233" y="29178"/>
                </a:cubicBezTo>
                <a:cubicBezTo>
                  <a:pt x="39989" y="29141"/>
                  <a:pt x="39797" y="29097"/>
                  <a:pt x="39656" y="29045"/>
                </a:cubicBezTo>
                <a:cubicBezTo>
                  <a:pt x="39516" y="28994"/>
                  <a:pt x="39416" y="28923"/>
                  <a:pt x="39357" y="28835"/>
                </a:cubicBezTo>
                <a:cubicBezTo>
                  <a:pt x="39298" y="28746"/>
                  <a:pt x="39268" y="28642"/>
                  <a:pt x="39268" y="28524"/>
                </a:cubicBezTo>
                <a:lnTo>
                  <a:pt x="39268" y="3527"/>
                </a:lnTo>
                <a:lnTo>
                  <a:pt x="39224" y="3527"/>
                </a:lnTo>
                <a:lnTo>
                  <a:pt x="28999" y="28635"/>
                </a:lnTo>
                <a:cubicBezTo>
                  <a:pt x="28954" y="28739"/>
                  <a:pt x="28891" y="28827"/>
                  <a:pt x="28810" y="28901"/>
                </a:cubicBezTo>
                <a:cubicBezTo>
                  <a:pt x="28729" y="28975"/>
                  <a:pt x="28610" y="29038"/>
                  <a:pt x="28455" y="29090"/>
                </a:cubicBezTo>
                <a:cubicBezTo>
                  <a:pt x="28300" y="29141"/>
                  <a:pt x="28115" y="29178"/>
                  <a:pt x="27901" y="29201"/>
                </a:cubicBezTo>
                <a:cubicBezTo>
                  <a:pt x="27686" y="29223"/>
                  <a:pt x="27431" y="29234"/>
                  <a:pt x="27135" y="29234"/>
                </a:cubicBezTo>
                <a:cubicBezTo>
                  <a:pt x="26825" y="29234"/>
                  <a:pt x="26559" y="29219"/>
                  <a:pt x="26337" y="29190"/>
                </a:cubicBezTo>
                <a:cubicBezTo>
                  <a:pt x="26115" y="29160"/>
                  <a:pt x="25930" y="29119"/>
                  <a:pt x="25782" y="29068"/>
                </a:cubicBezTo>
                <a:cubicBezTo>
                  <a:pt x="25635" y="29016"/>
                  <a:pt x="25520" y="28953"/>
                  <a:pt x="25439" y="28879"/>
                </a:cubicBezTo>
                <a:cubicBezTo>
                  <a:pt x="25357" y="28805"/>
                  <a:pt x="25302" y="28724"/>
                  <a:pt x="25272" y="28635"/>
                </a:cubicBezTo>
                <a:lnTo>
                  <a:pt x="15491" y="3527"/>
                </a:lnTo>
                <a:lnTo>
                  <a:pt x="15468" y="3527"/>
                </a:lnTo>
                <a:lnTo>
                  <a:pt x="15468" y="28524"/>
                </a:lnTo>
                <a:cubicBezTo>
                  <a:pt x="15468" y="28642"/>
                  <a:pt x="15439" y="28746"/>
                  <a:pt x="15380" y="28835"/>
                </a:cubicBezTo>
                <a:cubicBezTo>
                  <a:pt x="15321" y="28923"/>
                  <a:pt x="15217" y="28994"/>
                  <a:pt x="15069" y="29045"/>
                </a:cubicBezTo>
                <a:cubicBezTo>
                  <a:pt x="14921" y="29097"/>
                  <a:pt x="14729" y="29141"/>
                  <a:pt x="14493" y="29178"/>
                </a:cubicBezTo>
                <a:cubicBezTo>
                  <a:pt x="14256" y="29215"/>
                  <a:pt x="13953" y="29234"/>
                  <a:pt x="13583" y="29234"/>
                </a:cubicBezTo>
                <a:cubicBezTo>
                  <a:pt x="13228" y="29234"/>
                  <a:pt x="12933" y="29215"/>
                  <a:pt x="12696" y="29178"/>
                </a:cubicBezTo>
                <a:cubicBezTo>
                  <a:pt x="12459" y="29141"/>
                  <a:pt x="12271" y="29097"/>
                  <a:pt x="12130" y="29045"/>
                </a:cubicBezTo>
                <a:cubicBezTo>
                  <a:pt x="11990" y="28994"/>
                  <a:pt x="11894" y="28923"/>
                  <a:pt x="11842" y="28835"/>
                </a:cubicBezTo>
                <a:cubicBezTo>
                  <a:pt x="11790" y="28746"/>
                  <a:pt x="11764" y="28642"/>
                  <a:pt x="11764" y="28524"/>
                </a:cubicBezTo>
                <a:lnTo>
                  <a:pt x="11764" y="2129"/>
                </a:lnTo>
                <a:cubicBezTo>
                  <a:pt x="11764" y="1508"/>
                  <a:pt x="11927" y="1065"/>
                  <a:pt x="12252" y="798"/>
                </a:cubicBezTo>
                <a:cubicBezTo>
                  <a:pt x="12578" y="532"/>
                  <a:pt x="12940" y="399"/>
                  <a:pt x="13339" y="399"/>
                </a:cubicBezTo>
                <a:lnTo>
                  <a:pt x="15646" y="399"/>
                </a:lnTo>
                <a:cubicBezTo>
                  <a:pt x="16119" y="399"/>
                  <a:pt x="16533" y="444"/>
                  <a:pt x="16888" y="532"/>
                </a:cubicBezTo>
                <a:cubicBezTo>
                  <a:pt x="17243" y="621"/>
                  <a:pt x="17553" y="762"/>
                  <a:pt x="17820" y="954"/>
                </a:cubicBezTo>
                <a:cubicBezTo>
                  <a:pt x="18086" y="1146"/>
                  <a:pt x="18308" y="1390"/>
                  <a:pt x="18485" y="1686"/>
                </a:cubicBezTo>
                <a:cubicBezTo>
                  <a:pt x="18662" y="1981"/>
                  <a:pt x="18818" y="2329"/>
                  <a:pt x="18951" y="2728"/>
                </a:cubicBezTo>
                <a:lnTo>
                  <a:pt x="27269" y="23511"/>
                </a:lnTo>
                <a:lnTo>
                  <a:pt x="27379" y="23511"/>
                </a:lnTo>
                <a:lnTo>
                  <a:pt x="36030" y="2795"/>
                </a:lnTo>
                <a:cubicBezTo>
                  <a:pt x="36192" y="2351"/>
                  <a:pt x="36370" y="1974"/>
                  <a:pt x="36562" y="1664"/>
                </a:cubicBezTo>
                <a:cubicBezTo>
                  <a:pt x="36754" y="1353"/>
                  <a:pt x="36965" y="1105"/>
                  <a:pt x="37194" y="920"/>
                </a:cubicBezTo>
                <a:cubicBezTo>
                  <a:pt x="37423" y="736"/>
                  <a:pt x="37679" y="603"/>
                  <a:pt x="37960" y="521"/>
                </a:cubicBezTo>
                <a:cubicBezTo>
                  <a:pt x="38240" y="440"/>
                  <a:pt x="38566" y="399"/>
                  <a:pt x="38935" y="399"/>
                </a:cubicBezTo>
                <a:lnTo>
                  <a:pt x="41353" y="399"/>
                </a:lnTo>
                <a:cubicBezTo>
                  <a:pt x="41575" y="399"/>
                  <a:pt x="41786" y="433"/>
                  <a:pt x="41985" y="499"/>
                </a:cubicBezTo>
                <a:cubicBezTo>
                  <a:pt x="42185" y="566"/>
                  <a:pt x="42355" y="669"/>
                  <a:pt x="42495" y="810"/>
                </a:cubicBezTo>
                <a:cubicBezTo>
                  <a:pt x="42636" y="950"/>
                  <a:pt x="42750" y="1128"/>
                  <a:pt x="42839" y="1342"/>
                </a:cubicBezTo>
                <a:cubicBezTo>
                  <a:pt x="42928" y="1556"/>
                  <a:pt x="42972" y="1819"/>
                  <a:pt x="42972" y="2129"/>
                </a:cubicBezTo>
                <a:lnTo>
                  <a:pt x="42972" y="28524"/>
                </a:lnTo>
                <a:close/>
                <a:moveTo>
                  <a:pt x="72279" y="27748"/>
                </a:moveTo>
                <a:cubicBezTo>
                  <a:pt x="72397" y="28073"/>
                  <a:pt x="72460" y="28336"/>
                  <a:pt x="72468" y="28535"/>
                </a:cubicBezTo>
                <a:cubicBezTo>
                  <a:pt x="72475" y="28735"/>
                  <a:pt x="72419" y="28886"/>
                  <a:pt x="72301" y="28990"/>
                </a:cubicBezTo>
                <a:cubicBezTo>
                  <a:pt x="72183" y="29093"/>
                  <a:pt x="71987" y="29160"/>
                  <a:pt x="71713" y="29190"/>
                </a:cubicBezTo>
                <a:cubicBezTo>
                  <a:pt x="71440" y="29219"/>
                  <a:pt x="71074" y="29234"/>
                  <a:pt x="70615" y="29234"/>
                </a:cubicBezTo>
                <a:cubicBezTo>
                  <a:pt x="70157" y="29234"/>
                  <a:pt x="69791" y="29223"/>
                  <a:pt x="69517" y="29201"/>
                </a:cubicBezTo>
                <a:cubicBezTo>
                  <a:pt x="69244" y="29178"/>
                  <a:pt x="69037" y="29141"/>
                  <a:pt x="68896" y="29090"/>
                </a:cubicBezTo>
                <a:cubicBezTo>
                  <a:pt x="68756" y="29038"/>
                  <a:pt x="68652" y="28968"/>
                  <a:pt x="68586" y="28879"/>
                </a:cubicBezTo>
                <a:cubicBezTo>
                  <a:pt x="68519" y="28790"/>
                  <a:pt x="68457" y="28679"/>
                  <a:pt x="68397" y="28546"/>
                </a:cubicBezTo>
                <a:lnTo>
                  <a:pt x="65935" y="21559"/>
                </a:lnTo>
                <a:lnTo>
                  <a:pt x="54002" y="21559"/>
                </a:lnTo>
                <a:lnTo>
                  <a:pt x="51651" y="28458"/>
                </a:lnTo>
                <a:cubicBezTo>
                  <a:pt x="51607" y="28591"/>
                  <a:pt x="51548" y="28705"/>
                  <a:pt x="51474" y="28801"/>
                </a:cubicBezTo>
                <a:cubicBezTo>
                  <a:pt x="51400" y="28898"/>
                  <a:pt x="51293" y="28979"/>
                  <a:pt x="51152" y="29045"/>
                </a:cubicBezTo>
                <a:cubicBezTo>
                  <a:pt x="51012" y="29112"/>
                  <a:pt x="50812" y="29160"/>
                  <a:pt x="50553" y="29190"/>
                </a:cubicBezTo>
                <a:cubicBezTo>
                  <a:pt x="50294" y="29219"/>
                  <a:pt x="49958" y="29234"/>
                  <a:pt x="49544" y="29234"/>
                </a:cubicBezTo>
                <a:cubicBezTo>
                  <a:pt x="49115" y="29234"/>
                  <a:pt x="48764" y="29215"/>
                  <a:pt x="48490" y="29178"/>
                </a:cubicBezTo>
                <a:cubicBezTo>
                  <a:pt x="48217" y="29141"/>
                  <a:pt x="48025" y="29071"/>
                  <a:pt x="47914" y="28968"/>
                </a:cubicBezTo>
                <a:cubicBezTo>
                  <a:pt x="47803" y="28864"/>
                  <a:pt x="47751" y="28713"/>
                  <a:pt x="47758" y="28513"/>
                </a:cubicBezTo>
                <a:cubicBezTo>
                  <a:pt x="47766" y="28313"/>
                  <a:pt x="47829" y="28051"/>
                  <a:pt x="47947" y="27726"/>
                </a:cubicBezTo>
                <a:lnTo>
                  <a:pt x="57573" y="1065"/>
                </a:lnTo>
                <a:cubicBezTo>
                  <a:pt x="57632" y="902"/>
                  <a:pt x="57710" y="769"/>
                  <a:pt x="57806" y="665"/>
                </a:cubicBezTo>
                <a:cubicBezTo>
                  <a:pt x="57902" y="562"/>
                  <a:pt x="58043" y="481"/>
                  <a:pt x="58228" y="421"/>
                </a:cubicBezTo>
                <a:cubicBezTo>
                  <a:pt x="58412" y="362"/>
                  <a:pt x="58649" y="322"/>
                  <a:pt x="58937" y="299"/>
                </a:cubicBezTo>
                <a:cubicBezTo>
                  <a:pt x="59226" y="277"/>
                  <a:pt x="59592" y="266"/>
                  <a:pt x="60035" y="266"/>
                </a:cubicBezTo>
                <a:cubicBezTo>
                  <a:pt x="60509" y="266"/>
                  <a:pt x="60900" y="277"/>
                  <a:pt x="61211" y="299"/>
                </a:cubicBezTo>
                <a:cubicBezTo>
                  <a:pt x="61521" y="322"/>
                  <a:pt x="61773" y="362"/>
                  <a:pt x="61965" y="421"/>
                </a:cubicBezTo>
                <a:cubicBezTo>
                  <a:pt x="62157" y="481"/>
                  <a:pt x="62305" y="566"/>
                  <a:pt x="62409" y="677"/>
                </a:cubicBezTo>
                <a:cubicBezTo>
                  <a:pt x="62512" y="787"/>
                  <a:pt x="62593" y="924"/>
                  <a:pt x="62653" y="1087"/>
                </a:cubicBezTo>
                <a:lnTo>
                  <a:pt x="72279" y="27748"/>
                </a:lnTo>
                <a:moveTo>
                  <a:pt x="59924" y="4214"/>
                </a:moveTo>
                <a:lnTo>
                  <a:pt x="59902" y="4214"/>
                </a:lnTo>
                <a:lnTo>
                  <a:pt x="54956" y="18521"/>
                </a:lnTo>
                <a:lnTo>
                  <a:pt x="64937" y="18521"/>
                </a:lnTo>
                <a:lnTo>
                  <a:pt x="59924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3" y="5046"/>
                </a:cubicBezTo>
                <a:cubicBezTo>
                  <a:pt x="98573" y="5260"/>
                  <a:pt x="98529" y="5438"/>
                  <a:pt x="98470" y="5578"/>
                </a:cubicBezTo>
                <a:cubicBezTo>
                  <a:pt x="98410" y="5719"/>
                  <a:pt x="98337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4" y="4954"/>
                  <a:pt x="95409" y="4614"/>
                </a:cubicBezTo>
                <a:cubicBezTo>
                  <a:pt x="94714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3" y="3549"/>
                  <a:pt x="85206" y="4126"/>
                </a:cubicBezTo>
                <a:cubicBezTo>
                  <a:pt x="83949" y="4702"/>
                  <a:pt x="82884" y="5501"/>
                  <a:pt x="82012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9" y="11563"/>
                  <a:pt x="79306" y="13086"/>
                  <a:pt x="79306" y="14728"/>
                </a:cubicBezTo>
                <a:cubicBezTo>
                  <a:pt x="79306" y="16561"/>
                  <a:pt x="79561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6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2" y="14251"/>
                </a:cubicBezTo>
                <a:cubicBezTo>
                  <a:pt x="87431" y="14051"/>
                  <a:pt x="87479" y="13889"/>
                  <a:pt x="87546" y="13763"/>
                </a:cubicBezTo>
                <a:cubicBezTo>
                  <a:pt x="87612" y="13637"/>
                  <a:pt x="87690" y="13545"/>
                  <a:pt x="87779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8" y="13397"/>
                </a:lnTo>
                <a:cubicBezTo>
                  <a:pt x="97390" y="13397"/>
                  <a:pt x="97553" y="13427"/>
                  <a:pt x="97716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6" y="14033"/>
                  <a:pt x="98470" y="14240"/>
                </a:cubicBezTo>
                <a:cubicBezTo>
                  <a:pt x="98544" y="14447"/>
                  <a:pt x="98581" y="14683"/>
                  <a:pt x="98581" y="14950"/>
                </a:cubicBezTo>
                <a:lnTo>
                  <a:pt x="98581" y="25885"/>
                </a:lnTo>
                <a:cubicBezTo>
                  <a:pt x="98581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5" y="28073"/>
                  <a:pt x="95875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2" y="29367"/>
                </a:cubicBezTo>
                <a:cubicBezTo>
                  <a:pt x="90832" y="29456"/>
                  <a:pt x="90100" y="29500"/>
                  <a:pt x="89376" y="29500"/>
                </a:cubicBezTo>
                <a:cubicBezTo>
                  <a:pt x="87158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1" y="22735"/>
                  <a:pt x="76245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9" y="5405"/>
                  <a:pt x="79228" y="4103"/>
                </a:cubicBezTo>
                <a:cubicBezTo>
                  <a:pt x="80478" y="2802"/>
                  <a:pt x="81978" y="1793"/>
                  <a:pt x="83731" y="1076"/>
                </a:cubicBezTo>
                <a:cubicBezTo>
                  <a:pt x="85483" y="359"/>
                  <a:pt x="87424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5" y="1224"/>
                  <a:pt x="96573" y="1505"/>
                  <a:pt x="97083" y="1808"/>
                </a:cubicBezTo>
                <a:cubicBezTo>
                  <a:pt x="97594" y="2111"/>
                  <a:pt x="97945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5" y="28025"/>
                  <a:pt x="122085" y="28225"/>
                </a:cubicBezTo>
                <a:cubicBezTo>
                  <a:pt x="122056" y="28424"/>
                  <a:pt x="122004" y="28591"/>
                  <a:pt x="121930" y="28724"/>
                </a:cubicBezTo>
                <a:cubicBezTo>
                  <a:pt x="121856" y="28857"/>
                  <a:pt x="121771" y="28953"/>
                  <a:pt x="121675" y="29012"/>
                </a:cubicBezTo>
                <a:cubicBezTo>
                  <a:pt x="121579" y="29071"/>
                  <a:pt x="121472" y="29101"/>
                  <a:pt x="121353" y="29101"/>
                </a:cubicBezTo>
                <a:lnTo>
                  <a:pt x="107579" y="29101"/>
                </a:lnTo>
                <a:cubicBezTo>
                  <a:pt x="107239" y="29101"/>
                  <a:pt x="106918" y="28986"/>
                  <a:pt x="106615" y="28757"/>
                </a:cubicBezTo>
                <a:cubicBezTo>
                  <a:pt x="106311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1" y="972"/>
                  <a:pt x="106615" y="743"/>
                </a:cubicBezTo>
                <a:cubicBezTo>
                  <a:pt x="106918" y="514"/>
                  <a:pt x="107239" y="399"/>
                  <a:pt x="107579" y="399"/>
                </a:cubicBezTo>
                <a:lnTo>
                  <a:pt x="121198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6" y="547"/>
                  <a:pt x="121694" y="643"/>
                  <a:pt x="121753" y="776"/>
                </a:cubicBezTo>
                <a:cubicBezTo>
                  <a:pt x="121812" y="909"/>
                  <a:pt x="121860" y="1076"/>
                  <a:pt x="121897" y="1275"/>
                </a:cubicBezTo>
                <a:cubicBezTo>
                  <a:pt x="121934" y="1475"/>
                  <a:pt x="121952" y="1723"/>
                  <a:pt x="121952" y="2018"/>
                </a:cubicBezTo>
                <a:cubicBezTo>
                  <a:pt x="121952" y="2285"/>
                  <a:pt x="121934" y="2517"/>
                  <a:pt x="121897" y="2717"/>
                </a:cubicBezTo>
                <a:cubicBezTo>
                  <a:pt x="121860" y="2917"/>
                  <a:pt x="121812" y="3079"/>
                  <a:pt x="121753" y="3205"/>
                </a:cubicBezTo>
                <a:cubicBezTo>
                  <a:pt x="121694" y="3331"/>
                  <a:pt x="121616" y="3423"/>
                  <a:pt x="121520" y="3482"/>
                </a:cubicBezTo>
                <a:cubicBezTo>
                  <a:pt x="121424" y="3541"/>
                  <a:pt x="121317" y="3571"/>
                  <a:pt x="121198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1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19" y="12743"/>
                  <a:pt x="120100" y="12835"/>
                  <a:pt x="120167" y="12953"/>
                </a:cubicBezTo>
                <a:cubicBezTo>
                  <a:pt x="120233" y="13072"/>
                  <a:pt x="120281" y="13234"/>
                  <a:pt x="120311" y="13441"/>
                </a:cubicBezTo>
                <a:cubicBezTo>
                  <a:pt x="120341" y="13648"/>
                  <a:pt x="120355" y="13892"/>
                  <a:pt x="120355" y="14173"/>
                </a:cubicBezTo>
                <a:cubicBezTo>
                  <a:pt x="120355" y="14440"/>
                  <a:pt x="120341" y="14669"/>
                  <a:pt x="120311" y="14861"/>
                </a:cubicBezTo>
                <a:cubicBezTo>
                  <a:pt x="120281" y="15053"/>
                  <a:pt x="120233" y="15208"/>
                  <a:pt x="120167" y="15327"/>
                </a:cubicBezTo>
                <a:cubicBezTo>
                  <a:pt x="120100" y="15445"/>
                  <a:pt x="120019" y="15530"/>
                  <a:pt x="119923" y="15582"/>
                </a:cubicBezTo>
                <a:cubicBezTo>
                  <a:pt x="119827" y="15634"/>
                  <a:pt x="119720" y="15659"/>
                  <a:pt x="119601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3" y="25929"/>
                </a:lnTo>
                <a:cubicBezTo>
                  <a:pt x="121472" y="25929"/>
                  <a:pt x="121579" y="25959"/>
                  <a:pt x="121675" y="26018"/>
                </a:cubicBezTo>
                <a:cubicBezTo>
                  <a:pt x="121771" y="26077"/>
                  <a:pt x="121856" y="26169"/>
                  <a:pt x="121930" y="26295"/>
                </a:cubicBezTo>
                <a:cubicBezTo>
                  <a:pt x="122004" y="26421"/>
                  <a:pt x="122056" y="26583"/>
                  <a:pt x="122085" y="26783"/>
                </a:cubicBezTo>
                <a:cubicBezTo>
                  <a:pt x="122115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5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7" y="37107"/>
                  <a:pt x="124194" y="36883"/>
                </a:cubicBezTo>
                <a:cubicBezTo>
                  <a:pt x="124061" y="36660"/>
                  <a:pt x="123994" y="36288"/>
                  <a:pt x="123994" y="35766"/>
                </a:cubicBezTo>
                <a:cubicBezTo>
                  <a:pt x="123994" y="35260"/>
                  <a:pt x="124061" y="34880"/>
                  <a:pt x="124194" y="34627"/>
                </a:cubicBezTo>
                <a:cubicBezTo>
                  <a:pt x="124327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7" y="34247"/>
                  <a:pt x="146548" y="34366"/>
                  <a:pt x="146674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67133" y="19896"/>
                </a:moveTo>
                <a:cubicBezTo>
                  <a:pt x="167133" y="21434"/>
                  <a:pt x="166874" y="22802"/>
                  <a:pt x="166356" y="23999"/>
                </a:cubicBezTo>
                <a:cubicBezTo>
                  <a:pt x="165839" y="25197"/>
                  <a:pt x="165107" y="26206"/>
                  <a:pt x="164160" y="27027"/>
                </a:cubicBezTo>
                <a:cubicBezTo>
                  <a:pt x="163214" y="27848"/>
                  <a:pt x="162087" y="28472"/>
                  <a:pt x="160778" y="28901"/>
                </a:cubicBezTo>
                <a:cubicBezTo>
                  <a:pt x="159469" y="29330"/>
                  <a:pt x="158016" y="29544"/>
                  <a:pt x="156419" y="29544"/>
                </a:cubicBezTo>
                <a:cubicBezTo>
                  <a:pt x="155532" y="29544"/>
                  <a:pt x="154689" y="29482"/>
                  <a:pt x="153891" y="29356"/>
                </a:cubicBezTo>
                <a:cubicBezTo>
                  <a:pt x="153092" y="29230"/>
                  <a:pt x="152383" y="29075"/>
                  <a:pt x="151762" y="28890"/>
                </a:cubicBezTo>
                <a:cubicBezTo>
                  <a:pt x="151140" y="28705"/>
                  <a:pt x="150630" y="28524"/>
                  <a:pt x="150231" y="28347"/>
                </a:cubicBezTo>
                <a:cubicBezTo>
                  <a:pt x="149832" y="28169"/>
                  <a:pt x="149577" y="28029"/>
                  <a:pt x="149466" y="27925"/>
                </a:cubicBezTo>
                <a:cubicBezTo>
                  <a:pt x="149355" y="27822"/>
                  <a:pt x="149277" y="27726"/>
                  <a:pt x="149233" y="27637"/>
                </a:cubicBezTo>
                <a:cubicBezTo>
                  <a:pt x="149189" y="27548"/>
                  <a:pt x="149148" y="27441"/>
                  <a:pt x="149111" y="27315"/>
                </a:cubicBezTo>
                <a:cubicBezTo>
                  <a:pt x="149074" y="27190"/>
                  <a:pt x="149048" y="27031"/>
                  <a:pt x="149033" y="26838"/>
                </a:cubicBezTo>
                <a:cubicBezTo>
                  <a:pt x="149019" y="26646"/>
                  <a:pt x="149011" y="26417"/>
                  <a:pt x="149011" y="26151"/>
                </a:cubicBezTo>
                <a:cubicBezTo>
                  <a:pt x="149011" y="25899"/>
                  <a:pt x="149022" y="25674"/>
                  <a:pt x="149044" y="25474"/>
                </a:cubicBezTo>
                <a:cubicBezTo>
                  <a:pt x="149067" y="25275"/>
                  <a:pt x="149107" y="25112"/>
                  <a:pt x="149166" y="24986"/>
                </a:cubicBezTo>
                <a:cubicBezTo>
                  <a:pt x="149226" y="24861"/>
                  <a:pt x="149296" y="24768"/>
                  <a:pt x="149377" y="24709"/>
                </a:cubicBezTo>
                <a:cubicBezTo>
                  <a:pt x="149458" y="24650"/>
                  <a:pt x="149551" y="24620"/>
                  <a:pt x="149654" y="24620"/>
                </a:cubicBezTo>
                <a:cubicBezTo>
                  <a:pt x="149802" y="24620"/>
                  <a:pt x="150031" y="24713"/>
                  <a:pt x="150342" y="24898"/>
                </a:cubicBezTo>
                <a:cubicBezTo>
                  <a:pt x="150653" y="25082"/>
                  <a:pt x="151070" y="25282"/>
                  <a:pt x="151595" y="25496"/>
                </a:cubicBezTo>
                <a:cubicBezTo>
                  <a:pt x="152120" y="25711"/>
                  <a:pt x="152771" y="25914"/>
                  <a:pt x="153547" y="26106"/>
                </a:cubicBezTo>
                <a:cubicBezTo>
                  <a:pt x="154323" y="26299"/>
                  <a:pt x="155244" y="26395"/>
                  <a:pt x="156309" y="26395"/>
                </a:cubicBezTo>
                <a:cubicBezTo>
                  <a:pt x="157299" y="26395"/>
                  <a:pt x="158209" y="26277"/>
                  <a:pt x="159037" y="26040"/>
                </a:cubicBezTo>
                <a:cubicBezTo>
                  <a:pt x="159865" y="25803"/>
                  <a:pt x="160578" y="25434"/>
                  <a:pt x="161177" y="24931"/>
                </a:cubicBezTo>
                <a:cubicBezTo>
                  <a:pt x="161776" y="24428"/>
                  <a:pt x="162246" y="23796"/>
                  <a:pt x="162586" y="23034"/>
                </a:cubicBezTo>
                <a:cubicBezTo>
                  <a:pt x="162926" y="22273"/>
                  <a:pt x="163096" y="21345"/>
                  <a:pt x="163096" y="20251"/>
                </a:cubicBezTo>
                <a:cubicBezTo>
                  <a:pt x="163096" y="19334"/>
                  <a:pt x="162952" y="18524"/>
                  <a:pt x="162663" y="17822"/>
                </a:cubicBezTo>
                <a:cubicBezTo>
                  <a:pt x="162375" y="17120"/>
                  <a:pt x="161931" y="16536"/>
                  <a:pt x="161332" y="16070"/>
                </a:cubicBezTo>
                <a:cubicBezTo>
                  <a:pt x="160734" y="15604"/>
                  <a:pt x="159976" y="15256"/>
                  <a:pt x="159059" y="15027"/>
                </a:cubicBezTo>
                <a:cubicBezTo>
                  <a:pt x="158142" y="14798"/>
                  <a:pt x="157048" y="14683"/>
                  <a:pt x="155776" y="14683"/>
                </a:cubicBezTo>
                <a:cubicBezTo>
                  <a:pt x="154874" y="14683"/>
                  <a:pt x="154098" y="14728"/>
                  <a:pt x="153447" y="14817"/>
                </a:cubicBezTo>
                <a:cubicBezTo>
                  <a:pt x="152797" y="14905"/>
                  <a:pt x="152190" y="14950"/>
                  <a:pt x="151628" y="14950"/>
                </a:cubicBezTo>
                <a:cubicBezTo>
                  <a:pt x="151214" y="14950"/>
                  <a:pt x="150919" y="14854"/>
                  <a:pt x="150741" y="14661"/>
                </a:cubicBezTo>
                <a:cubicBezTo>
                  <a:pt x="150564" y="14469"/>
                  <a:pt x="150475" y="14098"/>
                  <a:pt x="150475" y="13550"/>
                </a:cubicBezTo>
                <a:lnTo>
                  <a:pt x="150475" y="1843"/>
                </a:lnTo>
                <a:cubicBezTo>
                  <a:pt x="150475" y="1355"/>
                  <a:pt x="150590" y="992"/>
                  <a:pt x="150819" y="755"/>
                </a:cubicBezTo>
                <a:cubicBezTo>
                  <a:pt x="151048" y="518"/>
                  <a:pt x="151377" y="399"/>
                  <a:pt x="151806" y="399"/>
                </a:cubicBezTo>
                <a:lnTo>
                  <a:pt x="164515" y="399"/>
                </a:lnTo>
                <a:cubicBezTo>
                  <a:pt x="164634" y="399"/>
                  <a:pt x="164748" y="433"/>
                  <a:pt x="164859" y="499"/>
                </a:cubicBezTo>
                <a:cubicBezTo>
                  <a:pt x="164970" y="566"/>
                  <a:pt x="165062" y="665"/>
                  <a:pt x="165136" y="798"/>
                </a:cubicBezTo>
                <a:cubicBezTo>
                  <a:pt x="165210" y="932"/>
                  <a:pt x="165266" y="1102"/>
                  <a:pt x="165303" y="1309"/>
                </a:cubicBezTo>
                <a:cubicBezTo>
                  <a:pt x="165340" y="1516"/>
                  <a:pt x="165358" y="1760"/>
                  <a:pt x="165358" y="2041"/>
                </a:cubicBezTo>
                <a:cubicBezTo>
                  <a:pt x="165358" y="2573"/>
                  <a:pt x="165284" y="2987"/>
                  <a:pt x="165136" y="3283"/>
                </a:cubicBezTo>
                <a:cubicBezTo>
                  <a:pt x="164989" y="3578"/>
                  <a:pt x="164781" y="3726"/>
                  <a:pt x="164515" y="3726"/>
                </a:cubicBezTo>
                <a:lnTo>
                  <a:pt x="153802" y="3726"/>
                </a:lnTo>
                <a:lnTo>
                  <a:pt x="153802" y="11800"/>
                </a:lnTo>
                <a:cubicBezTo>
                  <a:pt x="154320" y="11726"/>
                  <a:pt x="154848" y="11682"/>
                  <a:pt x="155388" y="11667"/>
                </a:cubicBezTo>
                <a:cubicBezTo>
                  <a:pt x="155928" y="11652"/>
                  <a:pt x="156553" y="11645"/>
                  <a:pt x="157262" y="11645"/>
                </a:cubicBezTo>
                <a:cubicBezTo>
                  <a:pt x="158904" y="11645"/>
                  <a:pt x="160338" y="11841"/>
                  <a:pt x="161565" y="12233"/>
                </a:cubicBezTo>
                <a:cubicBezTo>
                  <a:pt x="162793" y="12624"/>
                  <a:pt x="163817" y="13179"/>
                  <a:pt x="164637" y="13896"/>
                </a:cubicBezTo>
                <a:cubicBezTo>
                  <a:pt x="165458" y="14613"/>
                  <a:pt x="166079" y="15482"/>
                  <a:pt x="166500" y="16502"/>
                </a:cubicBezTo>
                <a:cubicBezTo>
                  <a:pt x="166922" y="17523"/>
                  <a:pt x="167133" y="18654"/>
                  <a:pt x="167133" y="198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19AE3-06D3-4474-A7A5-F34C3E78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317121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35E98-20B2-4219-B333-33A2A190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312743"/>
            <a:ext cx="68835" cy="53620"/>
          </a:xfrm>
          <a:custGeom xmlns:a="http://schemas.openxmlformats.org/drawingml/2006/main">
            <a:pathLst>
              <a:path w="68835" h="53620">
                <a:moveTo>
                  <a:pt x="63598" y="53620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20"/>
                  <a:pt x="63598" y="53620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3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6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02244-A760-4510-B9D3-FFA9DF8F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305765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IMAGE_6">
            <a:extLst xmlns:a="http://schemas.openxmlformats.org/drawingml/2006/main">
              <a:ext uri="{FF2B5EF4-FFF2-40B4-BE49-F238E27FC236}">
                <a16:creationId xmlns:a16="http://schemas.microsoft.com/office/drawing/2014/main" id="{64D608CE-9C45-4D52-B1F0-615F496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326935"/>
            <a:ext cx="167998" cy="37219"/>
          </a:xfrm>
          <a:custGeom xmlns:a="http://schemas.openxmlformats.org/drawingml/2006/main">
            <a:pathLst>
              <a:path w="167998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2" y="28524"/>
                </a:moveTo>
                <a:cubicBezTo>
                  <a:pt x="42972" y="28642"/>
                  <a:pt x="42943" y="28746"/>
                  <a:pt x="42884" y="28835"/>
                </a:cubicBezTo>
                <a:cubicBezTo>
                  <a:pt x="42824" y="28923"/>
                  <a:pt x="42721" y="28994"/>
                  <a:pt x="42573" y="29045"/>
                </a:cubicBezTo>
                <a:cubicBezTo>
                  <a:pt x="42425" y="29097"/>
                  <a:pt x="42237" y="29141"/>
                  <a:pt x="42007" y="29178"/>
                </a:cubicBezTo>
                <a:cubicBezTo>
                  <a:pt x="41778" y="29215"/>
                  <a:pt x="41479" y="29234"/>
                  <a:pt x="41109" y="29234"/>
                </a:cubicBezTo>
                <a:cubicBezTo>
                  <a:pt x="40769" y="29234"/>
                  <a:pt x="40477" y="29215"/>
                  <a:pt x="40233" y="29178"/>
                </a:cubicBezTo>
                <a:cubicBezTo>
                  <a:pt x="39989" y="29141"/>
                  <a:pt x="39797" y="29097"/>
                  <a:pt x="39656" y="29045"/>
                </a:cubicBezTo>
                <a:cubicBezTo>
                  <a:pt x="39516" y="28994"/>
                  <a:pt x="39416" y="28923"/>
                  <a:pt x="39357" y="28835"/>
                </a:cubicBezTo>
                <a:cubicBezTo>
                  <a:pt x="39298" y="28746"/>
                  <a:pt x="39268" y="28642"/>
                  <a:pt x="39268" y="28524"/>
                </a:cubicBezTo>
                <a:lnTo>
                  <a:pt x="39268" y="3527"/>
                </a:lnTo>
                <a:lnTo>
                  <a:pt x="39224" y="3527"/>
                </a:lnTo>
                <a:lnTo>
                  <a:pt x="28999" y="28635"/>
                </a:lnTo>
                <a:cubicBezTo>
                  <a:pt x="28954" y="28739"/>
                  <a:pt x="28891" y="28827"/>
                  <a:pt x="28810" y="28901"/>
                </a:cubicBezTo>
                <a:cubicBezTo>
                  <a:pt x="28729" y="28975"/>
                  <a:pt x="28610" y="29038"/>
                  <a:pt x="28455" y="29090"/>
                </a:cubicBezTo>
                <a:cubicBezTo>
                  <a:pt x="28300" y="29141"/>
                  <a:pt x="28115" y="29178"/>
                  <a:pt x="27901" y="29201"/>
                </a:cubicBezTo>
                <a:cubicBezTo>
                  <a:pt x="27686" y="29223"/>
                  <a:pt x="27431" y="29234"/>
                  <a:pt x="27135" y="29234"/>
                </a:cubicBezTo>
                <a:cubicBezTo>
                  <a:pt x="26825" y="29234"/>
                  <a:pt x="26559" y="29219"/>
                  <a:pt x="26337" y="29190"/>
                </a:cubicBezTo>
                <a:cubicBezTo>
                  <a:pt x="26115" y="29160"/>
                  <a:pt x="25930" y="29119"/>
                  <a:pt x="25782" y="29068"/>
                </a:cubicBezTo>
                <a:cubicBezTo>
                  <a:pt x="25635" y="29016"/>
                  <a:pt x="25520" y="28953"/>
                  <a:pt x="25439" y="28879"/>
                </a:cubicBezTo>
                <a:cubicBezTo>
                  <a:pt x="25357" y="28805"/>
                  <a:pt x="25302" y="28724"/>
                  <a:pt x="25272" y="28635"/>
                </a:cubicBezTo>
                <a:lnTo>
                  <a:pt x="15491" y="3527"/>
                </a:lnTo>
                <a:lnTo>
                  <a:pt x="15468" y="3527"/>
                </a:lnTo>
                <a:lnTo>
                  <a:pt x="15468" y="28524"/>
                </a:lnTo>
                <a:cubicBezTo>
                  <a:pt x="15468" y="28642"/>
                  <a:pt x="15439" y="28746"/>
                  <a:pt x="15380" y="28835"/>
                </a:cubicBezTo>
                <a:cubicBezTo>
                  <a:pt x="15321" y="28923"/>
                  <a:pt x="15217" y="28994"/>
                  <a:pt x="15069" y="29045"/>
                </a:cubicBezTo>
                <a:cubicBezTo>
                  <a:pt x="14921" y="29097"/>
                  <a:pt x="14729" y="29141"/>
                  <a:pt x="14493" y="29178"/>
                </a:cubicBezTo>
                <a:cubicBezTo>
                  <a:pt x="14256" y="29215"/>
                  <a:pt x="13953" y="29234"/>
                  <a:pt x="13583" y="29234"/>
                </a:cubicBezTo>
                <a:cubicBezTo>
                  <a:pt x="13228" y="29234"/>
                  <a:pt x="12933" y="29215"/>
                  <a:pt x="12696" y="29178"/>
                </a:cubicBezTo>
                <a:cubicBezTo>
                  <a:pt x="12459" y="29141"/>
                  <a:pt x="12271" y="29097"/>
                  <a:pt x="12130" y="29045"/>
                </a:cubicBezTo>
                <a:cubicBezTo>
                  <a:pt x="11990" y="28994"/>
                  <a:pt x="11894" y="28923"/>
                  <a:pt x="11842" y="28835"/>
                </a:cubicBezTo>
                <a:cubicBezTo>
                  <a:pt x="11790" y="28746"/>
                  <a:pt x="11764" y="28642"/>
                  <a:pt x="11764" y="28524"/>
                </a:cubicBezTo>
                <a:lnTo>
                  <a:pt x="11764" y="2129"/>
                </a:lnTo>
                <a:cubicBezTo>
                  <a:pt x="11764" y="1508"/>
                  <a:pt x="11927" y="1065"/>
                  <a:pt x="12252" y="798"/>
                </a:cubicBezTo>
                <a:cubicBezTo>
                  <a:pt x="12578" y="532"/>
                  <a:pt x="12940" y="399"/>
                  <a:pt x="13339" y="399"/>
                </a:cubicBezTo>
                <a:lnTo>
                  <a:pt x="15646" y="399"/>
                </a:lnTo>
                <a:cubicBezTo>
                  <a:pt x="16119" y="399"/>
                  <a:pt x="16533" y="444"/>
                  <a:pt x="16888" y="532"/>
                </a:cubicBezTo>
                <a:cubicBezTo>
                  <a:pt x="17243" y="621"/>
                  <a:pt x="17553" y="762"/>
                  <a:pt x="17820" y="954"/>
                </a:cubicBezTo>
                <a:cubicBezTo>
                  <a:pt x="18086" y="1146"/>
                  <a:pt x="18308" y="1390"/>
                  <a:pt x="18485" y="1686"/>
                </a:cubicBezTo>
                <a:cubicBezTo>
                  <a:pt x="18662" y="1981"/>
                  <a:pt x="18818" y="2329"/>
                  <a:pt x="18951" y="2728"/>
                </a:cubicBezTo>
                <a:lnTo>
                  <a:pt x="27269" y="23511"/>
                </a:lnTo>
                <a:lnTo>
                  <a:pt x="27379" y="23511"/>
                </a:lnTo>
                <a:lnTo>
                  <a:pt x="36030" y="2795"/>
                </a:lnTo>
                <a:cubicBezTo>
                  <a:pt x="36192" y="2351"/>
                  <a:pt x="36370" y="1974"/>
                  <a:pt x="36562" y="1664"/>
                </a:cubicBezTo>
                <a:cubicBezTo>
                  <a:pt x="36754" y="1353"/>
                  <a:pt x="36965" y="1105"/>
                  <a:pt x="37194" y="920"/>
                </a:cubicBezTo>
                <a:cubicBezTo>
                  <a:pt x="37423" y="736"/>
                  <a:pt x="37679" y="603"/>
                  <a:pt x="37960" y="521"/>
                </a:cubicBezTo>
                <a:cubicBezTo>
                  <a:pt x="38240" y="440"/>
                  <a:pt x="38566" y="399"/>
                  <a:pt x="38935" y="399"/>
                </a:cubicBezTo>
                <a:lnTo>
                  <a:pt x="41353" y="399"/>
                </a:lnTo>
                <a:cubicBezTo>
                  <a:pt x="41575" y="399"/>
                  <a:pt x="41786" y="433"/>
                  <a:pt x="41985" y="499"/>
                </a:cubicBezTo>
                <a:cubicBezTo>
                  <a:pt x="42185" y="566"/>
                  <a:pt x="42355" y="669"/>
                  <a:pt x="42495" y="810"/>
                </a:cubicBezTo>
                <a:cubicBezTo>
                  <a:pt x="42636" y="950"/>
                  <a:pt x="42750" y="1128"/>
                  <a:pt x="42839" y="1342"/>
                </a:cubicBezTo>
                <a:cubicBezTo>
                  <a:pt x="42928" y="1556"/>
                  <a:pt x="42972" y="1819"/>
                  <a:pt x="42972" y="2129"/>
                </a:cubicBezTo>
                <a:lnTo>
                  <a:pt x="42972" y="28524"/>
                </a:lnTo>
                <a:close/>
                <a:moveTo>
                  <a:pt x="72279" y="27748"/>
                </a:moveTo>
                <a:cubicBezTo>
                  <a:pt x="72397" y="28073"/>
                  <a:pt x="72460" y="28336"/>
                  <a:pt x="72468" y="28535"/>
                </a:cubicBezTo>
                <a:cubicBezTo>
                  <a:pt x="72475" y="28735"/>
                  <a:pt x="72419" y="28886"/>
                  <a:pt x="72301" y="28990"/>
                </a:cubicBezTo>
                <a:cubicBezTo>
                  <a:pt x="72183" y="29093"/>
                  <a:pt x="71987" y="29160"/>
                  <a:pt x="71713" y="29190"/>
                </a:cubicBezTo>
                <a:cubicBezTo>
                  <a:pt x="71440" y="29219"/>
                  <a:pt x="71074" y="29234"/>
                  <a:pt x="70615" y="29234"/>
                </a:cubicBezTo>
                <a:cubicBezTo>
                  <a:pt x="70157" y="29234"/>
                  <a:pt x="69791" y="29223"/>
                  <a:pt x="69517" y="29201"/>
                </a:cubicBezTo>
                <a:cubicBezTo>
                  <a:pt x="69244" y="29178"/>
                  <a:pt x="69037" y="29141"/>
                  <a:pt x="68896" y="29090"/>
                </a:cubicBezTo>
                <a:cubicBezTo>
                  <a:pt x="68756" y="29038"/>
                  <a:pt x="68652" y="28968"/>
                  <a:pt x="68586" y="28879"/>
                </a:cubicBezTo>
                <a:cubicBezTo>
                  <a:pt x="68519" y="28790"/>
                  <a:pt x="68457" y="28679"/>
                  <a:pt x="68397" y="28546"/>
                </a:cubicBezTo>
                <a:lnTo>
                  <a:pt x="65935" y="21559"/>
                </a:lnTo>
                <a:lnTo>
                  <a:pt x="54002" y="21559"/>
                </a:lnTo>
                <a:lnTo>
                  <a:pt x="51651" y="28458"/>
                </a:lnTo>
                <a:cubicBezTo>
                  <a:pt x="51607" y="28591"/>
                  <a:pt x="51548" y="28705"/>
                  <a:pt x="51474" y="28801"/>
                </a:cubicBezTo>
                <a:cubicBezTo>
                  <a:pt x="51400" y="28898"/>
                  <a:pt x="51293" y="28979"/>
                  <a:pt x="51152" y="29045"/>
                </a:cubicBezTo>
                <a:cubicBezTo>
                  <a:pt x="51012" y="29112"/>
                  <a:pt x="50812" y="29160"/>
                  <a:pt x="50553" y="29190"/>
                </a:cubicBezTo>
                <a:cubicBezTo>
                  <a:pt x="50294" y="29219"/>
                  <a:pt x="49958" y="29234"/>
                  <a:pt x="49544" y="29234"/>
                </a:cubicBezTo>
                <a:cubicBezTo>
                  <a:pt x="49115" y="29234"/>
                  <a:pt x="48764" y="29215"/>
                  <a:pt x="48490" y="29178"/>
                </a:cubicBezTo>
                <a:cubicBezTo>
                  <a:pt x="48217" y="29141"/>
                  <a:pt x="48025" y="29071"/>
                  <a:pt x="47914" y="28968"/>
                </a:cubicBezTo>
                <a:cubicBezTo>
                  <a:pt x="47803" y="28864"/>
                  <a:pt x="47751" y="28713"/>
                  <a:pt x="47758" y="28513"/>
                </a:cubicBezTo>
                <a:cubicBezTo>
                  <a:pt x="47766" y="28313"/>
                  <a:pt x="47829" y="28051"/>
                  <a:pt x="47947" y="27726"/>
                </a:cubicBezTo>
                <a:lnTo>
                  <a:pt x="57573" y="1065"/>
                </a:lnTo>
                <a:cubicBezTo>
                  <a:pt x="57632" y="902"/>
                  <a:pt x="57710" y="769"/>
                  <a:pt x="57806" y="665"/>
                </a:cubicBezTo>
                <a:cubicBezTo>
                  <a:pt x="57902" y="562"/>
                  <a:pt x="58043" y="481"/>
                  <a:pt x="58228" y="421"/>
                </a:cubicBezTo>
                <a:cubicBezTo>
                  <a:pt x="58412" y="362"/>
                  <a:pt x="58649" y="322"/>
                  <a:pt x="58937" y="299"/>
                </a:cubicBezTo>
                <a:cubicBezTo>
                  <a:pt x="59226" y="277"/>
                  <a:pt x="59592" y="266"/>
                  <a:pt x="60035" y="266"/>
                </a:cubicBezTo>
                <a:cubicBezTo>
                  <a:pt x="60509" y="266"/>
                  <a:pt x="60900" y="277"/>
                  <a:pt x="61211" y="299"/>
                </a:cubicBezTo>
                <a:cubicBezTo>
                  <a:pt x="61521" y="322"/>
                  <a:pt x="61773" y="362"/>
                  <a:pt x="61965" y="421"/>
                </a:cubicBezTo>
                <a:cubicBezTo>
                  <a:pt x="62157" y="481"/>
                  <a:pt x="62305" y="566"/>
                  <a:pt x="62409" y="677"/>
                </a:cubicBezTo>
                <a:cubicBezTo>
                  <a:pt x="62512" y="787"/>
                  <a:pt x="62593" y="924"/>
                  <a:pt x="62653" y="1087"/>
                </a:cubicBezTo>
                <a:lnTo>
                  <a:pt x="72279" y="27748"/>
                </a:lnTo>
                <a:moveTo>
                  <a:pt x="59924" y="4214"/>
                </a:moveTo>
                <a:lnTo>
                  <a:pt x="59902" y="4214"/>
                </a:lnTo>
                <a:lnTo>
                  <a:pt x="54956" y="18521"/>
                </a:lnTo>
                <a:lnTo>
                  <a:pt x="64937" y="18521"/>
                </a:lnTo>
                <a:lnTo>
                  <a:pt x="59924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3" y="5046"/>
                </a:cubicBezTo>
                <a:cubicBezTo>
                  <a:pt x="98573" y="5260"/>
                  <a:pt x="98529" y="5438"/>
                  <a:pt x="98470" y="5578"/>
                </a:cubicBezTo>
                <a:cubicBezTo>
                  <a:pt x="98410" y="5719"/>
                  <a:pt x="98337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4" y="4954"/>
                  <a:pt x="95409" y="4614"/>
                </a:cubicBezTo>
                <a:cubicBezTo>
                  <a:pt x="94714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3" y="3549"/>
                  <a:pt x="85206" y="4126"/>
                </a:cubicBezTo>
                <a:cubicBezTo>
                  <a:pt x="83949" y="4702"/>
                  <a:pt x="82884" y="5501"/>
                  <a:pt x="82012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9" y="11563"/>
                  <a:pt x="79306" y="13086"/>
                  <a:pt x="79306" y="14728"/>
                </a:cubicBezTo>
                <a:cubicBezTo>
                  <a:pt x="79306" y="16561"/>
                  <a:pt x="79561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6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2" y="14251"/>
                </a:cubicBezTo>
                <a:cubicBezTo>
                  <a:pt x="87431" y="14051"/>
                  <a:pt x="87479" y="13889"/>
                  <a:pt x="87546" y="13763"/>
                </a:cubicBezTo>
                <a:cubicBezTo>
                  <a:pt x="87612" y="13637"/>
                  <a:pt x="87690" y="13545"/>
                  <a:pt x="87779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8" y="13397"/>
                </a:lnTo>
                <a:cubicBezTo>
                  <a:pt x="97390" y="13397"/>
                  <a:pt x="97553" y="13427"/>
                  <a:pt x="97716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6" y="14033"/>
                  <a:pt x="98470" y="14240"/>
                </a:cubicBezTo>
                <a:cubicBezTo>
                  <a:pt x="98544" y="14447"/>
                  <a:pt x="98581" y="14683"/>
                  <a:pt x="98581" y="14950"/>
                </a:cubicBezTo>
                <a:lnTo>
                  <a:pt x="98581" y="25885"/>
                </a:lnTo>
                <a:cubicBezTo>
                  <a:pt x="98581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5" y="28073"/>
                  <a:pt x="95875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2" y="29367"/>
                </a:cubicBezTo>
                <a:cubicBezTo>
                  <a:pt x="90832" y="29456"/>
                  <a:pt x="90100" y="29500"/>
                  <a:pt x="89376" y="29500"/>
                </a:cubicBezTo>
                <a:cubicBezTo>
                  <a:pt x="87158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1" y="22735"/>
                  <a:pt x="76245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9" y="5405"/>
                  <a:pt x="79228" y="4103"/>
                </a:cubicBezTo>
                <a:cubicBezTo>
                  <a:pt x="80478" y="2802"/>
                  <a:pt x="81978" y="1793"/>
                  <a:pt x="83731" y="1076"/>
                </a:cubicBezTo>
                <a:cubicBezTo>
                  <a:pt x="85483" y="359"/>
                  <a:pt x="87424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5" y="1224"/>
                  <a:pt x="96573" y="1505"/>
                  <a:pt x="97083" y="1808"/>
                </a:cubicBezTo>
                <a:cubicBezTo>
                  <a:pt x="97594" y="2111"/>
                  <a:pt x="97945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5" y="28025"/>
                  <a:pt x="122085" y="28225"/>
                </a:cubicBezTo>
                <a:cubicBezTo>
                  <a:pt x="122056" y="28424"/>
                  <a:pt x="122004" y="28591"/>
                  <a:pt x="121930" y="28724"/>
                </a:cubicBezTo>
                <a:cubicBezTo>
                  <a:pt x="121856" y="28857"/>
                  <a:pt x="121771" y="28953"/>
                  <a:pt x="121675" y="29012"/>
                </a:cubicBezTo>
                <a:cubicBezTo>
                  <a:pt x="121579" y="29071"/>
                  <a:pt x="121472" y="29101"/>
                  <a:pt x="121353" y="29101"/>
                </a:cubicBezTo>
                <a:lnTo>
                  <a:pt x="107579" y="29101"/>
                </a:lnTo>
                <a:cubicBezTo>
                  <a:pt x="107239" y="29101"/>
                  <a:pt x="106918" y="28986"/>
                  <a:pt x="106615" y="28757"/>
                </a:cubicBezTo>
                <a:cubicBezTo>
                  <a:pt x="106311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1" y="972"/>
                  <a:pt x="106615" y="743"/>
                </a:cubicBezTo>
                <a:cubicBezTo>
                  <a:pt x="106918" y="514"/>
                  <a:pt x="107239" y="399"/>
                  <a:pt x="107579" y="399"/>
                </a:cubicBezTo>
                <a:lnTo>
                  <a:pt x="121198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6" y="547"/>
                  <a:pt x="121694" y="643"/>
                  <a:pt x="121753" y="776"/>
                </a:cubicBezTo>
                <a:cubicBezTo>
                  <a:pt x="121812" y="909"/>
                  <a:pt x="121860" y="1076"/>
                  <a:pt x="121897" y="1275"/>
                </a:cubicBezTo>
                <a:cubicBezTo>
                  <a:pt x="121934" y="1475"/>
                  <a:pt x="121952" y="1723"/>
                  <a:pt x="121952" y="2018"/>
                </a:cubicBezTo>
                <a:cubicBezTo>
                  <a:pt x="121952" y="2285"/>
                  <a:pt x="121934" y="2517"/>
                  <a:pt x="121897" y="2717"/>
                </a:cubicBezTo>
                <a:cubicBezTo>
                  <a:pt x="121860" y="2917"/>
                  <a:pt x="121812" y="3079"/>
                  <a:pt x="121753" y="3205"/>
                </a:cubicBezTo>
                <a:cubicBezTo>
                  <a:pt x="121694" y="3331"/>
                  <a:pt x="121616" y="3423"/>
                  <a:pt x="121520" y="3482"/>
                </a:cubicBezTo>
                <a:cubicBezTo>
                  <a:pt x="121424" y="3541"/>
                  <a:pt x="121317" y="3571"/>
                  <a:pt x="121198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1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19" y="12743"/>
                  <a:pt x="120100" y="12835"/>
                  <a:pt x="120167" y="12953"/>
                </a:cubicBezTo>
                <a:cubicBezTo>
                  <a:pt x="120233" y="13072"/>
                  <a:pt x="120281" y="13234"/>
                  <a:pt x="120311" y="13441"/>
                </a:cubicBezTo>
                <a:cubicBezTo>
                  <a:pt x="120341" y="13648"/>
                  <a:pt x="120355" y="13892"/>
                  <a:pt x="120355" y="14173"/>
                </a:cubicBezTo>
                <a:cubicBezTo>
                  <a:pt x="120355" y="14440"/>
                  <a:pt x="120341" y="14669"/>
                  <a:pt x="120311" y="14861"/>
                </a:cubicBezTo>
                <a:cubicBezTo>
                  <a:pt x="120281" y="15053"/>
                  <a:pt x="120233" y="15208"/>
                  <a:pt x="120167" y="15327"/>
                </a:cubicBezTo>
                <a:cubicBezTo>
                  <a:pt x="120100" y="15445"/>
                  <a:pt x="120019" y="15530"/>
                  <a:pt x="119923" y="15582"/>
                </a:cubicBezTo>
                <a:cubicBezTo>
                  <a:pt x="119827" y="15634"/>
                  <a:pt x="119720" y="15659"/>
                  <a:pt x="119601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3" y="25929"/>
                </a:lnTo>
                <a:cubicBezTo>
                  <a:pt x="121472" y="25929"/>
                  <a:pt x="121579" y="25959"/>
                  <a:pt x="121675" y="26018"/>
                </a:cubicBezTo>
                <a:cubicBezTo>
                  <a:pt x="121771" y="26077"/>
                  <a:pt x="121856" y="26169"/>
                  <a:pt x="121930" y="26295"/>
                </a:cubicBezTo>
                <a:cubicBezTo>
                  <a:pt x="122004" y="26421"/>
                  <a:pt x="122056" y="26583"/>
                  <a:pt x="122085" y="26783"/>
                </a:cubicBezTo>
                <a:cubicBezTo>
                  <a:pt x="122115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5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7" y="37107"/>
                  <a:pt x="124194" y="36883"/>
                </a:cubicBezTo>
                <a:cubicBezTo>
                  <a:pt x="124061" y="36660"/>
                  <a:pt x="123994" y="36288"/>
                  <a:pt x="123994" y="35766"/>
                </a:cubicBezTo>
                <a:cubicBezTo>
                  <a:pt x="123994" y="35260"/>
                  <a:pt x="124061" y="34880"/>
                  <a:pt x="124194" y="34627"/>
                </a:cubicBezTo>
                <a:cubicBezTo>
                  <a:pt x="124327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7" y="34247"/>
                  <a:pt x="146548" y="34366"/>
                  <a:pt x="146674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67998" y="19818"/>
                </a:moveTo>
                <a:cubicBezTo>
                  <a:pt x="167998" y="21076"/>
                  <a:pt x="167805" y="22293"/>
                  <a:pt x="167421" y="23470"/>
                </a:cubicBezTo>
                <a:cubicBezTo>
                  <a:pt x="167037" y="24647"/>
                  <a:pt x="166445" y="25684"/>
                  <a:pt x="165647" y="26580"/>
                </a:cubicBezTo>
                <a:cubicBezTo>
                  <a:pt x="164848" y="27475"/>
                  <a:pt x="163835" y="28194"/>
                  <a:pt x="162608" y="28734"/>
                </a:cubicBezTo>
                <a:cubicBezTo>
                  <a:pt x="161380" y="29274"/>
                  <a:pt x="159931" y="29544"/>
                  <a:pt x="158260" y="29544"/>
                </a:cubicBezTo>
                <a:cubicBezTo>
                  <a:pt x="157063" y="29544"/>
                  <a:pt x="156005" y="29397"/>
                  <a:pt x="155089" y="29101"/>
                </a:cubicBezTo>
                <a:cubicBezTo>
                  <a:pt x="154172" y="28805"/>
                  <a:pt x="153373" y="28383"/>
                  <a:pt x="152693" y="27835"/>
                </a:cubicBezTo>
                <a:cubicBezTo>
                  <a:pt x="152013" y="27288"/>
                  <a:pt x="151447" y="26614"/>
                  <a:pt x="150996" y="25815"/>
                </a:cubicBezTo>
                <a:cubicBezTo>
                  <a:pt x="150545" y="25016"/>
                  <a:pt x="150183" y="24106"/>
                  <a:pt x="149909" y="23085"/>
                </a:cubicBezTo>
                <a:cubicBezTo>
                  <a:pt x="149636" y="22064"/>
                  <a:pt x="149440" y="20946"/>
                  <a:pt x="149322" y="19733"/>
                </a:cubicBezTo>
                <a:cubicBezTo>
                  <a:pt x="149203" y="18520"/>
                  <a:pt x="149144" y="17217"/>
                  <a:pt x="149144" y="15826"/>
                </a:cubicBezTo>
                <a:cubicBezTo>
                  <a:pt x="149144" y="14598"/>
                  <a:pt x="149211" y="13355"/>
                  <a:pt x="149344" y="12097"/>
                </a:cubicBezTo>
                <a:cubicBezTo>
                  <a:pt x="149477" y="10840"/>
                  <a:pt x="149714" y="9626"/>
                  <a:pt x="150054" y="8457"/>
                </a:cubicBezTo>
                <a:cubicBezTo>
                  <a:pt x="150394" y="7288"/>
                  <a:pt x="150856" y="6189"/>
                  <a:pt x="151440" y="5161"/>
                </a:cubicBezTo>
                <a:cubicBezTo>
                  <a:pt x="152024" y="4133"/>
                  <a:pt x="152756" y="3237"/>
                  <a:pt x="153636" y="2475"/>
                </a:cubicBezTo>
                <a:cubicBezTo>
                  <a:pt x="154516" y="1713"/>
                  <a:pt x="155569" y="1110"/>
                  <a:pt x="156797" y="666"/>
                </a:cubicBezTo>
                <a:cubicBezTo>
                  <a:pt x="158024" y="222"/>
                  <a:pt x="159451" y="0"/>
                  <a:pt x="161077" y="0"/>
                </a:cubicBezTo>
                <a:cubicBezTo>
                  <a:pt x="161624" y="0"/>
                  <a:pt x="162179" y="33"/>
                  <a:pt x="162741" y="100"/>
                </a:cubicBezTo>
                <a:cubicBezTo>
                  <a:pt x="163303" y="166"/>
                  <a:pt x="163820" y="255"/>
                  <a:pt x="164294" y="366"/>
                </a:cubicBezTo>
                <a:cubicBezTo>
                  <a:pt x="164767" y="477"/>
                  <a:pt x="165166" y="599"/>
                  <a:pt x="165491" y="732"/>
                </a:cubicBezTo>
                <a:cubicBezTo>
                  <a:pt x="165817" y="865"/>
                  <a:pt x="166031" y="972"/>
                  <a:pt x="166134" y="1054"/>
                </a:cubicBezTo>
                <a:cubicBezTo>
                  <a:pt x="166238" y="1135"/>
                  <a:pt x="166316" y="1224"/>
                  <a:pt x="166367" y="1320"/>
                </a:cubicBezTo>
                <a:cubicBezTo>
                  <a:pt x="166419" y="1416"/>
                  <a:pt x="166460" y="1519"/>
                  <a:pt x="166489" y="1630"/>
                </a:cubicBezTo>
                <a:cubicBezTo>
                  <a:pt x="166519" y="1741"/>
                  <a:pt x="166541" y="1867"/>
                  <a:pt x="166556" y="2007"/>
                </a:cubicBezTo>
                <a:cubicBezTo>
                  <a:pt x="166571" y="2148"/>
                  <a:pt x="166578" y="2322"/>
                  <a:pt x="166578" y="2529"/>
                </a:cubicBezTo>
                <a:cubicBezTo>
                  <a:pt x="166578" y="2795"/>
                  <a:pt x="166574" y="3024"/>
                  <a:pt x="166567" y="3216"/>
                </a:cubicBezTo>
                <a:cubicBezTo>
                  <a:pt x="166560" y="3408"/>
                  <a:pt x="166530" y="3564"/>
                  <a:pt x="166478" y="3682"/>
                </a:cubicBezTo>
                <a:cubicBezTo>
                  <a:pt x="166427" y="3800"/>
                  <a:pt x="166360" y="3889"/>
                  <a:pt x="166279" y="3948"/>
                </a:cubicBezTo>
                <a:cubicBezTo>
                  <a:pt x="166197" y="4007"/>
                  <a:pt x="166090" y="4037"/>
                  <a:pt x="165957" y="4037"/>
                </a:cubicBezTo>
                <a:cubicBezTo>
                  <a:pt x="165794" y="4037"/>
                  <a:pt x="165573" y="3985"/>
                  <a:pt x="165292" y="3882"/>
                </a:cubicBezTo>
                <a:cubicBezTo>
                  <a:pt x="165011" y="3778"/>
                  <a:pt x="164671" y="3663"/>
                  <a:pt x="164271" y="3538"/>
                </a:cubicBezTo>
                <a:cubicBezTo>
                  <a:pt x="163872" y="3412"/>
                  <a:pt x="163388" y="3297"/>
                  <a:pt x="162819" y="3194"/>
                </a:cubicBezTo>
                <a:cubicBezTo>
                  <a:pt x="162249" y="3090"/>
                  <a:pt x="161587" y="3039"/>
                  <a:pt x="160833" y="3039"/>
                </a:cubicBezTo>
                <a:cubicBezTo>
                  <a:pt x="159458" y="3039"/>
                  <a:pt x="158275" y="3320"/>
                  <a:pt x="157284" y="3882"/>
                </a:cubicBezTo>
                <a:cubicBezTo>
                  <a:pt x="156294" y="4443"/>
                  <a:pt x="155484" y="5198"/>
                  <a:pt x="154856" y="6144"/>
                </a:cubicBezTo>
                <a:cubicBezTo>
                  <a:pt x="154227" y="7090"/>
                  <a:pt x="153761" y="8188"/>
                  <a:pt x="153458" y="9438"/>
                </a:cubicBezTo>
                <a:cubicBezTo>
                  <a:pt x="153155" y="10687"/>
                  <a:pt x="152981" y="11992"/>
                  <a:pt x="152937" y="13353"/>
                </a:cubicBezTo>
                <a:cubicBezTo>
                  <a:pt x="153322" y="13131"/>
                  <a:pt x="153754" y="12909"/>
                  <a:pt x="154235" y="12687"/>
                </a:cubicBezTo>
                <a:cubicBezTo>
                  <a:pt x="154715" y="12465"/>
                  <a:pt x="155240" y="12266"/>
                  <a:pt x="155809" y="12088"/>
                </a:cubicBezTo>
                <a:cubicBezTo>
                  <a:pt x="156379" y="11911"/>
                  <a:pt x="156981" y="11767"/>
                  <a:pt x="157617" y="11656"/>
                </a:cubicBezTo>
                <a:cubicBezTo>
                  <a:pt x="158253" y="11545"/>
                  <a:pt x="158933" y="11490"/>
                  <a:pt x="159658" y="11490"/>
                </a:cubicBezTo>
                <a:cubicBezTo>
                  <a:pt x="161210" y="11490"/>
                  <a:pt x="162519" y="11700"/>
                  <a:pt x="163584" y="12122"/>
                </a:cubicBezTo>
                <a:cubicBezTo>
                  <a:pt x="164648" y="12544"/>
                  <a:pt x="165510" y="13129"/>
                  <a:pt x="166168" y="13877"/>
                </a:cubicBezTo>
                <a:cubicBezTo>
                  <a:pt x="166826" y="14624"/>
                  <a:pt x="167295" y="15505"/>
                  <a:pt x="167576" y="16520"/>
                </a:cubicBezTo>
                <a:cubicBezTo>
                  <a:pt x="167857" y="17534"/>
                  <a:pt x="167998" y="18633"/>
                  <a:pt x="167998" y="19818"/>
                </a:cubicBezTo>
                <a:moveTo>
                  <a:pt x="164138" y="20172"/>
                </a:moveTo>
                <a:cubicBezTo>
                  <a:pt x="164138" y="19313"/>
                  <a:pt x="164053" y="18532"/>
                  <a:pt x="163883" y="17828"/>
                </a:cubicBezTo>
                <a:cubicBezTo>
                  <a:pt x="163713" y="17125"/>
                  <a:pt x="163428" y="16528"/>
                  <a:pt x="163029" y="16039"/>
                </a:cubicBezTo>
                <a:cubicBezTo>
                  <a:pt x="162630" y="15550"/>
                  <a:pt x="162098" y="15173"/>
                  <a:pt x="161432" y="14906"/>
                </a:cubicBezTo>
                <a:cubicBezTo>
                  <a:pt x="160767" y="14639"/>
                  <a:pt x="159946" y="14506"/>
                  <a:pt x="158970" y="14506"/>
                </a:cubicBezTo>
                <a:cubicBezTo>
                  <a:pt x="158423" y="14506"/>
                  <a:pt x="157876" y="14554"/>
                  <a:pt x="157329" y="14651"/>
                </a:cubicBezTo>
                <a:cubicBezTo>
                  <a:pt x="156782" y="14747"/>
                  <a:pt x="156253" y="14880"/>
                  <a:pt x="155743" y="15051"/>
                </a:cubicBezTo>
                <a:cubicBezTo>
                  <a:pt x="155233" y="15221"/>
                  <a:pt x="154745" y="15421"/>
                  <a:pt x="154279" y="15650"/>
                </a:cubicBezTo>
                <a:cubicBezTo>
                  <a:pt x="153813" y="15880"/>
                  <a:pt x="153388" y="16128"/>
                  <a:pt x="153004" y="16395"/>
                </a:cubicBezTo>
                <a:cubicBezTo>
                  <a:pt x="153004" y="18306"/>
                  <a:pt x="153126" y="19906"/>
                  <a:pt x="153370" y="21195"/>
                </a:cubicBezTo>
                <a:cubicBezTo>
                  <a:pt x="153614" y="22484"/>
                  <a:pt x="153968" y="23517"/>
                  <a:pt x="154434" y="24295"/>
                </a:cubicBezTo>
                <a:cubicBezTo>
                  <a:pt x="154900" y="25072"/>
                  <a:pt x="155480" y="25628"/>
                  <a:pt x="156175" y="25962"/>
                </a:cubicBezTo>
                <a:cubicBezTo>
                  <a:pt x="156870" y="26295"/>
                  <a:pt x="157684" y="26461"/>
                  <a:pt x="158615" y="26461"/>
                </a:cubicBezTo>
                <a:cubicBezTo>
                  <a:pt x="159562" y="26461"/>
                  <a:pt x="160382" y="26284"/>
                  <a:pt x="161077" y="25928"/>
                </a:cubicBezTo>
                <a:cubicBezTo>
                  <a:pt x="161772" y="25573"/>
                  <a:pt x="162349" y="25095"/>
                  <a:pt x="162807" y="24495"/>
                </a:cubicBezTo>
                <a:cubicBezTo>
                  <a:pt x="163266" y="23895"/>
                  <a:pt x="163602" y="23220"/>
                  <a:pt x="163817" y="22472"/>
                </a:cubicBezTo>
                <a:cubicBezTo>
                  <a:pt x="164031" y="21724"/>
                  <a:pt x="164138" y="20958"/>
                  <a:pt x="164138" y="20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13799-B8C9-495D-A3B9-5C799044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410547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6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70BA8-EB31-48A4-8794-73C446C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406169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6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24187-8DA2-4E8C-A2C4-23CADBC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399190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148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148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6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IMAGE_7">
            <a:extLst xmlns:a="http://schemas.openxmlformats.org/drawingml/2006/main">
              <a:ext uri="{FF2B5EF4-FFF2-40B4-BE49-F238E27FC236}">
                <a16:creationId xmlns:a16="http://schemas.microsoft.com/office/drawing/2014/main" id="{D75D6584-E513-4979-8364-C281FD9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89" y="5420244"/>
            <a:ext cx="167903" cy="37368"/>
          </a:xfrm>
          <a:custGeom xmlns:a="http://schemas.openxmlformats.org/drawingml/2006/main">
            <a:pathLst>
              <a:path w="167903" h="37368">
                <a:moveTo>
                  <a:pt x="3830" y="28638"/>
                </a:moveTo>
                <a:cubicBezTo>
                  <a:pt x="3830" y="28757"/>
                  <a:pt x="3801" y="28861"/>
                  <a:pt x="3741" y="28950"/>
                </a:cubicBezTo>
                <a:cubicBezTo>
                  <a:pt x="3682" y="29039"/>
                  <a:pt x="3578" y="29110"/>
                  <a:pt x="3429" y="29162"/>
                </a:cubicBezTo>
                <a:cubicBezTo>
                  <a:pt x="3281" y="29214"/>
                  <a:pt x="3084" y="29258"/>
                  <a:pt x="2839" y="29295"/>
                </a:cubicBezTo>
                <a:cubicBezTo>
                  <a:pt x="2594" y="29332"/>
                  <a:pt x="2286" y="29351"/>
                  <a:pt x="1915" y="29351"/>
                </a:cubicBezTo>
                <a:cubicBezTo>
                  <a:pt x="1559" y="29351"/>
                  <a:pt x="1254" y="29332"/>
                  <a:pt x="1002" y="29295"/>
                </a:cubicBezTo>
                <a:cubicBezTo>
                  <a:pt x="750" y="29258"/>
                  <a:pt x="549" y="29214"/>
                  <a:pt x="401" y="29162"/>
                </a:cubicBezTo>
                <a:cubicBezTo>
                  <a:pt x="252" y="29110"/>
                  <a:pt x="148" y="29039"/>
                  <a:pt x="89" y="28950"/>
                </a:cubicBezTo>
                <a:cubicBezTo>
                  <a:pt x="30" y="28861"/>
                  <a:pt x="0" y="28757"/>
                  <a:pt x="0" y="28638"/>
                </a:cubicBezTo>
                <a:lnTo>
                  <a:pt x="0" y="980"/>
                </a:lnTo>
                <a:cubicBezTo>
                  <a:pt x="0" y="861"/>
                  <a:pt x="33" y="757"/>
                  <a:pt x="100" y="668"/>
                </a:cubicBezTo>
                <a:cubicBezTo>
                  <a:pt x="167" y="579"/>
                  <a:pt x="278" y="508"/>
                  <a:pt x="434" y="457"/>
                </a:cubicBezTo>
                <a:cubicBezTo>
                  <a:pt x="590" y="405"/>
                  <a:pt x="791" y="360"/>
                  <a:pt x="1036" y="323"/>
                </a:cubicBezTo>
                <a:cubicBezTo>
                  <a:pt x="1280" y="286"/>
                  <a:pt x="1574" y="267"/>
                  <a:pt x="1915" y="267"/>
                </a:cubicBezTo>
                <a:cubicBezTo>
                  <a:pt x="2286" y="267"/>
                  <a:pt x="2594" y="286"/>
                  <a:pt x="2839" y="323"/>
                </a:cubicBezTo>
                <a:cubicBezTo>
                  <a:pt x="3084" y="360"/>
                  <a:pt x="3281" y="405"/>
                  <a:pt x="3429" y="457"/>
                </a:cubicBezTo>
                <a:cubicBezTo>
                  <a:pt x="3578" y="508"/>
                  <a:pt x="3682" y="579"/>
                  <a:pt x="3741" y="668"/>
                </a:cubicBezTo>
                <a:cubicBezTo>
                  <a:pt x="3801" y="757"/>
                  <a:pt x="3830" y="861"/>
                  <a:pt x="3830" y="980"/>
                </a:cubicBezTo>
                <a:lnTo>
                  <a:pt x="3830" y="28638"/>
                </a:lnTo>
                <a:close/>
                <a:moveTo>
                  <a:pt x="43099" y="28638"/>
                </a:moveTo>
                <a:cubicBezTo>
                  <a:pt x="43099" y="28757"/>
                  <a:pt x="43070" y="28861"/>
                  <a:pt x="43010" y="28950"/>
                </a:cubicBezTo>
                <a:cubicBezTo>
                  <a:pt x="42951" y="29039"/>
                  <a:pt x="42847" y="29110"/>
                  <a:pt x="42699" y="29162"/>
                </a:cubicBezTo>
                <a:cubicBezTo>
                  <a:pt x="42550" y="29214"/>
                  <a:pt x="42361" y="29258"/>
                  <a:pt x="42131" y="29295"/>
                </a:cubicBezTo>
                <a:cubicBezTo>
                  <a:pt x="41901" y="29332"/>
                  <a:pt x="41600" y="29351"/>
                  <a:pt x="41229" y="29351"/>
                </a:cubicBezTo>
                <a:cubicBezTo>
                  <a:pt x="40887" y="29351"/>
                  <a:pt x="40594" y="29332"/>
                  <a:pt x="40349" y="29295"/>
                </a:cubicBezTo>
                <a:cubicBezTo>
                  <a:pt x="40104" y="29258"/>
                  <a:pt x="39911" y="29214"/>
                  <a:pt x="39770" y="29162"/>
                </a:cubicBezTo>
                <a:cubicBezTo>
                  <a:pt x="39629" y="29110"/>
                  <a:pt x="39529" y="29039"/>
                  <a:pt x="39470" y="28950"/>
                </a:cubicBezTo>
                <a:cubicBezTo>
                  <a:pt x="39410" y="28861"/>
                  <a:pt x="39380" y="28757"/>
                  <a:pt x="39380" y="28638"/>
                </a:cubicBezTo>
                <a:lnTo>
                  <a:pt x="39380" y="3541"/>
                </a:lnTo>
                <a:lnTo>
                  <a:pt x="39336" y="3541"/>
                </a:lnTo>
                <a:lnTo>
                  <a:pt x="29070" y="28750"/>
                </a:lnTo>
                <a:cubicBezTo>
                  <a:pt x="29025" y="28853"/>
                  <a:pt x="28962" y="28943"/>
                  <a:pt x="28881" y="29017"/>
                </a:cubicBezTo>
                <a:cubicBezTo>
                  <a:pt x="28799" y="29091"/>
                  <a:pt x="28680" y="29154"/>
                  <a:pt x="28524" y="29206"/>
                </a:cubicBezTo>
                <a:cubicBezTo>
                  <a:pt x="28368" y="29258"/>
                  <a:pt x="28183" y="29295"/>
                  <a:pt x="27967" y="29317"/>
                </a:cubicBezTo>
                <a:cubicBezTo>
                  <a:pt x="27752" y="29340"/>
                  <a:pt x="27496" y="29351"/>
                  <a:pt x="27199" y="29351"/>
                </a:cubicBezTo>
                <a:cubicBezTo>
                  <a:pt x="26887" y="29351"/>
                  <a:pt x="26620" y="29336"/>
                  <a:pt x="26397" y="29306"/>
                </a:cubicBezTo>
                <a:cubicBezTo>
                  <a:pt x="26175" y="29277"/>
                  <a:pt x="25989" y="29236"/>
                  <a:pt x="25841" y="29184"/>
                </a:cubicBezTo>
                <a:cubicBezTo>
                  <a:pt x="25692" y="29132"/>
                  <a:pt x="25577" y="29069"/>
                  <a:pt x="25496" y="28995"/>
                </a:cubicBezTo>
                <a:cubicBezTo>
                  <a:pt x="25414" y="28920"/>
                  <a:pt x="25358" y="28839"/>
                  <a:pt x="25329" y="28750"/>
                </a:cubicBezTo>
                <a:lnTo>
                  <a:pt x="15508" y="3541"/>
                </a:lnTo>
                <a:lnTo>
                  <a:pt x="15486" y="3541"/>
                </a:lnTo>
                <a:lnTo>
                  <a:pt x="15486" y="28638"/>
                </a:lnTo>
                <a:cubicBezTo>
                  <a:pt x="15486" y="28757"/>
                  <a:pt x="15456" y="28861"/>
                  <a:pt x="15396" y="28950"/>
                </a:cubicBezTo>
                <a:cubicBezTo>
                  <a:pt x="15337" y="29039"/>
                  <a:pt x="15233" y="29110"/>
                  <a:pt x="15085" y="29162"/>
                </a:cubicBezTo>
                <a:cubicBezTo>
                  <a:pt x="14936" y="29214"/>
                  <a:pt x="14743" y="29258"/>
                  <a:pt x="14506" y="29295"/>
                </a:cubicBezTo>
                <a:cubicBezTo>
                  <a:pt x="14268" y="29332"/>
                  <a:pt x="13964" y="29351"/>
                  <a:pt x="13593" y="29351"/>
                </a:cubicBezTo>
                <a:cubicBezTo>
                  <a:pt x="13236" y="29351"/>
                  <a:pt x="12939" y="29332"/>
                  <a:pt x="12702" y="29295"/>
                </a:cubicBezTo>
                <a:cubicBezTo>
                  <a:pt x="12464" y="29258"/>
                  <a:pt x="12275" y="29214"/>
                  <a:pt x="12134" y="29162"/>
                </a:cubicBezTo>
                <a:cubicBezTo>
                  <a:pt x="11993" y="29110"/>
                  <a:pt x="11897" y="29039"/>
                  <a:pt x="11845" y="28950"/>
                </a:cubicBezTo>
                <a:cubicBezTo>
                  <a:pt x="11793" y="28861"/>
                  <a:pt x="11767" y="28757"/>
                  <a:pt x="11767" y="28638"/>
                </a:cubicBezTo>
                <a:lnTo>
                  <a:pt x="11767" y="2138"/>
                </a:lnTo>
                <a:cubicBezTo>
                  <a:pt x="11767" y="1514"/>
                  <a:pt x="11930" y="1069"/>
                  <a:pt x="12257" y="802"/>
                </a:cubicBezTo>
                <a:cubicBezTo>
                  <a:pt x="12583" y="534"/>
                  <a:pt x="12947" y="401"/>
                  <a:pt x="13348" y="401"/>
                </a:cubicBezTo>
                <a:lnTo>
                  <a:pt x="15664" y="401"/>
                </a:lnTo>
                <a:cubicBezTo>
                  <a:pt x="16139" y="401"/>
                  <a:pt x="16554" y="445"/>
                  <a:pt x="16911" y="534"/>
                </a:cubicBezTo>
                <a:cubicBezTo>
                  <a:pt x="17267" y="624"/>
                  <a:pt x="17579" y="765"/>
                  <a:pt x="17846" y="958"/>
                </a:cubicBezTo>
                <a:cubicBezTo>
                  <a:pt x="18113" y="1151"/>
                  <a:pt x="18336" y="1396"/>
                  <a:pt x="18514" y="1692"/>
                </a:cubicBezTo>
                <a:cubicBezTo>
                  <a:pt x="18692" y="1989"/>
                  <a:pt x="18848" y="2338"/>
                  <a:pt x="18982" y="2739"/>
                </a:cubicBezTo>
                <a:lnTo>
                  <a:pt x="27333" y="23605"/>
                </a:lnTo>
                <a:lnTo>
                  <a:pt x="27444" y="23605"/>
                </a:lnTo>
                <a:lnTo>
                  <a:pt x="36129" y="2806"/>
                </a:lnTo>
                <a:cubicBezTo>
                  <a:pt x="36292" y="2361"/>
                  <a:pt x="36471" y="1982"/>
                  <a:pt x="36664" y="1670"/>
                </a:cubicBezTo>
                <a:cubicBezTo>
                  <a:pt x="36857" y="1358"/>
                  <a:pt x="37068" y="1110"/>
                  <a:pt x="37298" y="924"/>
                </a:cubicBezTo>
                <a:cubicBezTo>
                  <a:pt x="37528" y="739"/>
                  <a:pt x="37784" y="605"/>
                  <a:pt x="38067" y="523"/>
                </a:cubicBezTo>
                <a:cubicBezTo>
                  <a:pt x="38349" y="442"/>
                  <a:pt x="38675" y="401"/>
                  <a:pt x="39046" y="401"/>
                </a:cubicBezTo>
                <a:lnTo>
                  <a:pt x="41474" y="401"/>
                </a:lnTo>
                <a:cubicBezTo>
                  <a:pt x="41696" y="401"/>
                  <a:pt x="41908" y="434"/>
                  <a:pt x="42108" y="501"/>
                </a:cubicBezTo>
                <a:cubicBezTo>
                  <a:pt x="42309" y="568"/>
                  <a:pt x="42480" y="672"/>
                  <a:pt x="42621" y="813"/>
                </a:cubicBezTo>
                <a:cubicBezTo>
                  <a:pt x="42762" y="954"/>
                  <a:pt x="42877" y="1132"/>
                  <a:pt x="42966" y="1347"/>
                </a:cubicBezTo>
                <a:cubicBezTo>
                  <a:pt x="43055" y="1563"/>
                  <a:pt x="43099" y="1826"/>
                  <a:pt x="43099" y="2138"/>
                </a:cubicBezTo>
                <a:lnTo>
                  <a:pt x="43099" y="28638"/>
                </a:lnTo>
                <a:close/>
                <a:moveTo>
                  <a:pt x="72340" y="27859"/>
                </a:moveTo>
                <a:cubicBezTo>
                  <a:pt x="72458" y="28185"/>
                  <a:pt x="72521" y="28449"/>
                  <a:pt x="72529" y="28649"/>
                </a:cubicBezTo>
                <a:cubicBezTo>
                  <a:pt x="72536" y="28850"/>
                  <a:pt x="72481" y="29002"/>
                  <a:pt x="72362" y="29106"/>
                </a:cubicBezTo>
                <a:cubicBezTo>
                  <a:pt x="72243" y="29210"/>
                  <a:pt x="72046" y="29277"/>
                  <a:pt x="71772" y="29306"/>
                </a:cubicBezTo>
                <a:cubicBezTo>
                  <a:pt x="71497" y="29336"/>
                  <a:pt x="71130" y="29351"/>
                  <a:pt x="70669" y="29351"/>
                </a:cubicBezTo>
                <a:cubicBezTo>
                  <a:pt x="70209" y="29351"/>
                  <a:pt x="69842" y="29340"/>
                  <a:pt x="69567" y="29317"/>
                </a:cubicBezTo>
                <a:cubicBezTo>
                  <a:pt x="69292" y="29295"/>
                  <a:pt x="69084" y="29258"/>
                  <a:pt x="68943" y="29206"/>
                </a:cubicBezTo>
                <a:cubicBezTo>
                  <a:pt x="68802" y="29154"/>
                  <a:pt x="68698" y="29084"/>
                  <a:pt x="68632" y="28995"/>
                </a:cubicBezTo>
                <a:cubicBezTo>
                  <a:pt x="68565" y="28905"/>
                  <a:pt x="68502" y="28794"/>
                  <a:pt x="68442" y="28660"/>
                </a:cubicBezTo>
                <a:lnTo>
                  <a:pt x="65971" y="21646"/>
                </a:lnTo>
                <a:lnTo>
                  <a:pt x="53990" y="21646"/>
                </a:lnTo>
                <a:lnTo>
                  <a:pt x="51629" y="28571"/>
                </a:lnTo>
                <a:cubicBezTo>
                  <a:pt x="51585" y="28705"/>
                  <a:pt x="51525" y="28820"/>
                  <a:pt x="51451" y="28917"/>
                </a:cubicBezTo>
                <a:cubicBezTo>
                  <a:pt x="51377" y="29013"/>
                  <a:pt x="51269" y="29095"/>
                  <a:pt x="51128" y="29162"/>
                </a:cubicBezTo>
                <a:cubicBezTo>
                  <a:pt x="50987" y="29228"/>
                  <a:pt x="50787" y="29277"/>
                  <a:pt x="50527" y="29306"/>
                </a:cubicBezTo>
                <a:cubicBezTo>
                  <a:pt x="50267" y="29336"/>
                  <a:pt x="49929" y="29351"/>
                  <a:pt x="49514" y="29351"/>
                </a:cubicBezTo>
                <a:cubicBezTo>
                  <a:pt x="49083" y="29351"/>
                  <a:pt x="48730" y="29332"/>
                  <a:pt x="48456" y="29295"/>
                </a:cubicBezTo>
                <a:cubicBezTo>
                  <a:pt x="48181" y="29258"/>
                  <a:pt x="47988" y="29188"/>
                  <a:pt x="47877" y="29084"/>
                </a:cubicBezTo>
                <a:cubicBezTo>
                  <a:pt x="47765" y="28980"/>
                  <a:pt x="47713" y="28828"/>
                  <a:pt x="47721" y="28627"/>
                </a:cubicBezTo>
                <a:cubicBezTo>
                  <a:pt x="47728" y="28427"/>
                  <a:pt x="47791" y="28163"/>
                  <a:pt x="47910" y="27837"/>
                </a:cubicBezTo>
                <a:lnTo>
                  <a:pt x="57575" y="1069"/>
                </a:lnTo>
                <a:cubicBezTo>
                  <a:pt x="57634" y="906"/>
                  <a:pt x="57712" y="772"/>
                  <a:pt x="57809" y="668"/>
                </a:cubicBezTo>
                <a:cubicBezTo>
                  <a:pt x="57905" y="564"/>
                  <a:pt x="58046" y="482"/>
                  <a:pt x="58232" y="423"/>
                </a:cubicBezTo>
                <a:cubicBezTo>
                  <a:pt x="58418" y="364"/>
                  <a:pt x="58655" y="323"/>
                  <a:pt x="58945" y="301"/>
                </a:cubicBezTo>
                <a:cubicBezTo>
                  <a:pt x="59234" y="278"/>
                  <a:pt x="59602" y="267"/>
                  <a:pt x="60047" y="267"/>
                </a:cubicBezTo>
                <a:cubicBezTo>
                  <a:pt x="60522" y="267"/>
                  <a:pt x="60915" y="278"/>
                  <a:pt x="61227" y="301"/>
                </a:cubicBezTo>
                <a:cubicBezTo>
                  <a:pt x="61539" y="323"/>
                  <a:pt x="61791" y="364"/>
                  <a:pt x="61984" y="423"/>
                </a:cubicBezTo>
                <a:cubicBezTo>
                  <a:pt x="62177" y="482"/>
                  <a:pt x="62326" y="568"/>
                  <a:pt x="62430" y="679"/>
                </a:cubicBezTo>
                <a:cubicBezTo>
                  <a:pt x="62534" y="791"/>
                  <a:pt x="62615" y="928"/>
                  <a:pt x="62675" y="1091"/>
                </a:cubicBezTo>
                <a:lnTo>
                  <a:pt x="72340" y="27859"/>
                </a:lnTo>
                <a:moveTo>
                  <a:pt x="59936" y="4231"/>
                </a:moveTo>
                <a:lnTo>
                  <a:pt x="59913" y="4231"/>
                </a:lnTo>
                <a:lnTo>
                  <a:pt x="54947" y="18595"/>
                </a:lnTo>
                <a:lnTo>
                  <a:pt x="64968" y="18595"/>
                </a:lnTo>
                <a:lnTo>
                  <a:pt x="59936" y="4231"/>
                </a:lnTo>
                <a:close/>
                <a:moveTo>
                  <a:pt x="98814" y="4320"/>
                </a:moveTo>
                <a:cubicBezTo>
                  <a:pt x="98814" y="4602"/>
                  <a:pt x="98799" y="4851"/>
                  <a:pt x="98769" y="5066"/>
                </a:cubicBezTo>
                <a:cubicBezTo>
                  <a:pt x="98739" y="5282"/>
                  <a:pt x="98695" y="5460"/>
                  <a:pt x="98635" y="5601"/>
                </a:cubicBezTo>
                <a:cubicBezTo>
                  <a:pt x="98576" y="5742"/>
                  <a:pt x="98502" y="5842"/>
                  <a:pt x="98413" y="5901"/>
                </a:cubicBezTo>
                <a:cubicBezTo>
                  <a:pt x="98324" y="5961"/>
                  <a:pt x="98227" y="5990"/>
                  <a:pt x="98123" y="5990"/>
                </a:cubicBezTo>
                <a:cubicBezTo>
                  <a:pt x="97945" y="5990"/>
                  <a:pt x="97648" y="5849"/>
                  <a:pt x="97233" y="5567"/>
                </a:cubicBezTo>
                <a:cubicBezTo>
                  <a:pt x="96817" y="5285"/>
                  <a:pt x="96260" y="4973"/>
                  <a:pt x="95562" y="4632"/>
                </a:cubicBezTo>
                <a:cubicBezTo>
                  <a:pt x="94865" y="4291"/>
                  <a:pt x="94029" y="3979"/>
                  <a:pt x="93057" y="3697"/>
                </a:cubicBezTo>
                <a:cubicBezTo>
                  <a:pt x="92085" y="3415"/>
                  <a:pt x="90930" y="3274"/>
                  <a:pt x="89594" y="3274"/>
                </a:cubicBezTo>
                <a:cubicBezTo>
                  <a:pt x="88006" y="3274"/>
                  <a:pt x="86580" y="3563"/>
                  <a:pt x="85318" y="4142"/>
                </a:cubicBezTo>
                <a:cubicBezTo>
                  <a:pt x="84057" y="4721"/>
                  <a:pt x="82988" y="5523"/>
                  <a:pt x="82112" y="6547"/>
                </a:cubicBezTo>
                <a:cubicBezTo>
                  <a:pt x="81236" y="7572"/>
                  <a:pt x="80564" y="8789"/>
                  <a:pt x="80096" y="10199"/>
                </a:cubicBezTo>
                <a:cubicBezTo>
                  <a:pt x="79629" y="11610"/>
                  <a:pt x="79395" y="13139"/>
                  <a:pt x="79395" y="14787"/>
                </a:cubicBezTo>
                <a:cubicBezTo>
                  <a:pt x="79395" y="16628"/>
                  <a:pt x="79651" y="18261"/>
                  <a:pt x="80163" y="19686"/>
                </a:cubicBezTo>
                <a:cubicBezTo>
                  <a:pt x="80675" y="21111"/>
                  <a:pt x="81384" y="22314"/>
                  <a:pt x="82290" y="23294"/>
                </a:cubicBezTo>
                <a:cubicBezTo>
                  <a:pt x="83195" y="24273"/>
                  <a:pt x="84276" y="25016"/>
                  <a:pt x="85530" y="25521"/>
                </a:cubicBezTo>
                <a:cubicBezTo>
                  <a:pt x="86785" y="26025"/>
                  <a:pt x="88162" y="26278"/>
                  <a:pt x="89661" y="26278"/>
                </a:cubicBezTo>
                <a:cubicBezTo>
                  <a:pt x="90552" y="26278"/>
                  <a:pt x="91454" y="26170"/>
                  <a:pt x="92367" y="25955"/>
                </a:cubicBezTo>
                <a:cubicBezTo>
                  <a:pt x="93280" y="25740"/>
                  <a:pt x="94130" y="25417"/>
                  <a:pt x="94917" y="24986"/>
                </a:cubicBezTo>
                <a:lnTo>
                  <a:pt x="94917" y="16591"/>
                </a:lnTo>
                <a:lnTo>
                  <a:pt x="88236" y="16591"/>
                </a:lnTo>
                <a:cubicBezTo>
                  <a:pt x="87983" y="16591"/>
                  <a:pt x="87794" y="16464"/>
                  <a:pt x="87668" y="16212"/>
                </a:cubicBezTo>
                <a:cubicBezTo>
                  <a:pt x="87542" y="15960"/>
                  <a:pt x="87479" y="15566"/>
                  <a:pt x="87479" y="15032"/>
                </a:cubicBezTo>
                <a:cubicBezTo>
                  <a:pt x="87479" y="14750"/>
                  <a:pt x="87493" y="14508"/>
                  <a:pt x="87523" y="14308"/>
                </a:cubicBezTo>
                <a:cubicBezTo>
                  <a:pt x="87553" y="14108"/>
                  <a:pt x="87601" y="13944"/>
                  <a:pt x="87668" y="13818"/>
                </a:cubicBezTo>
                <a:cubicBezTo>
                  <a:pt x="87735" y="13692"/>
                  <a:pt x="87813" y="13599"/>
                  <a:pt x="87902" y="13540"/>
                </a:cubicBezTo>
                <a:cubicBezTo>
                  <a:pt x="87991" y="13480"/>
                  <a:pt x="88102" y="13451"/>
                  <a:pt x="88236" y="13451"/>
                </a:cubicBezTo>
                <a:lnTo>
                  <a:pt x="97388" y="13451"/>
                </a:lnTo>
                <a:cubicBezTo>
                  <a:pt x="97552" y="13451"/>
                  <a:pt x="97715" y="13480"/>
                  <a:pt x="97878" y="13540"/>
                </a:cubicBezTo>
                <a:cubicBezTo>
                  <a:pt x="98042" y="13599"/>
                  <a:pt x="98190" y="13688"/>
                  <a:pt x="98324" y="13807"/>
                </a:cubicBezTo>
                <a:cubicBezTo>
                  <a:pt x="98457" y="13926"/>
                  <a:pt x="98561" y="14089"/>
                  <a:pt x="98635" y="14297"/>
                </a:cubicBezTo>
                <a:cubicBezTo>
                  <a:pt x="98710" y="14505"/>
                  <a:pt x="98747" y="14742"/>
                  <a:pt x="98747" y="15009"/>
                </a:cubicBezTo>
                <a:lnTo>
                  <a:pt x="98747" y="25988"/>
                </a:lnTo>
                <a:cubicBezTo>
                  <a:pt x="98747" y="26374"/>
                  <a:pt x="98680" y="26708"/>
                  <a:pt x="98546" y="26990"/>
                </a:cubicBezTo>
                <a:cubicBezTo>
                  <a:pt x="98413" y="27272"/>
                  <a:pt x="98131" y="27521"/>
                  <a:pt x="97700" y="27736"/>
                </a:cubicBezTo>
                <a:cubicBezTo>
                  <a:pt x="97270" y="27952"/>
                  <a:pt x="96713" y="28185"/>
                  <a:pt x="96030" y="28438"/>
                </a:cubicBezTo>
                <a:cubicBezTo>
                  <a:pt x="95347" y="28690"/>
                  <a:pt x="94642" y="28905"/>
                  <a:pt x="93914" y="29084"/>
                </a:cubicBezTo>
                <a:cubicBezTo>
                  <a:pt x="93187" y="29262"/>
                  <a:pt x="92452" y="29395"/>
                  <a:pt x="91710" y="29484"/>
                </a:cubicBezTo>
                <a:cubicBezTo>
                  <a:pt x="90967" y="29574"/>
                  <a:pt x="90233" y="29618"/>
                  <a:pt x="89505" y="29618"/>
                </a:cubicBezTo>
                <a:cubicBezTo>
                  <a:pt x="87278" y="29618"/>
                  <a:pt x="85289" y="29273"/>
                  <a:pt x="83537" y="28583"/>
                </a:cubicBezTo>
                <a:cubicBezTo>
                  <a:pt x="81785" y="27892"/>
                  <a:pt x="80304" y="26909"/>
                  <a:pt x="79094" y="25632"/>
                </a:cubicBezTo>
                <a:cubicBezTo>
                  <a:pt x="77884" y="24355"/>
                  <a:pt x="76960" y="22826"/>
                  <a:pt x="76322" y="21044"/>
                </a:cubicBezTo>
                <a:cubicBezTo>
                  <a:pt x="75683" y="19263"/>
                  <a:pt x="75364" y="17273"/>
                  <a:pt x="75364" y="15076"/>
                </a:cubicBezTo>
                <a:cubicBezTo>
                  <a:pt x="75364" y="12790"/>
                  <a:pt x="75709" y="10719"/>
                  <a:pt x="76400" y="8863"/>
                </a:cubicBezTo>
                <a:cubicBezTo>
                  <a:pt x="77090" y="7007"/>
                  <a:pt x="78062" y="5426"/>
                  <a:pt x="79317" y="4120"/>
                </a:cubicBezTo>
                <a:cubicBezTo>
                  <a:pt x="80571" y="2813"/>
                  <a:pt x="82078" y="1800"/>
                  <a:pt x="83838" y="1080"/>
                </a:cubicBezTo>
                <a:cubicBezTo>
                  <a:pt x="85597" y="360"/>
                  <a:pt x="87545" y="0"/>
                  <a:pt x="89683" y="0"/>
                </a:cubicBezTo>
                <a:cubicBezTo>
                  <a:pt x="90782" y="0"/>
                  <a:pt x="91814" y="97"/>
                  <a:pt x="92779" y="289"/>
                </a:cubicBezTo>
                <a:cubicBezTo>
                  <a:pt x="93744" y="482"/>
                  <a:pt x="94601" y="709"/>
                  <a:pt x="95351" y="969"/>
                </a:cubicBezTo>
                <a:cubicBezTo>
                  <a:pt x="96100" y="1229"/>
                  <a:pt x="96731" y="1511"/>
                  <a:pt x="97244" y="1815"/>
                </a:cubicBezTo>
                <a:cubicBezTo>
                  <a:pt x="97756" y="2119"/>
                  <a:pt x="98108" y="2368"/>
                  <a:pt x="98301" y="2561"/>
                </a:cubicBezTo>
                <a:cubicBezTo>
                  <a:pt x="98494" y="2754"/>
                  <a:pt x="98628" y="2977"/>
                  <a:pt x="98702" y="3229"/>
                </a:cubicBezTo>
                <a:cubicBezTo>
                  <a:pt x="98777" y="3481"/>
                  <a:pt x="98814" y="3845"/>
                  <a:pt x="98814" y="4320"/>
                </a:cubicBezTo>
                <a:close/>
                <a:moveTo>
                  <a:pt x="122254" y="27636"/>
                </a:moveTo>
                <a:cubicBezTo>
                  <a:pt x="122254" y="27903"/>
                  <a:pt x="122239" y="28137"/>
                  <a:pt x="122209" y="28338"/>
                </a:cubicBezTo>
                <a:cubicBezTo>
                  <a:pt x="122179" y="28538"/>
                  <a:pt x="122128" y="28705"/>
                  <a:pt x="122053" y="28839"/>
                </a:cubicBezTo>
                <a:cubicBezTo>
                  <a:pt x="121979" y="28972"/>
                  <a:pt x="121894" y="29069"/>
                  <a:pt x="121797" y="29128"/>
                </a:cubicBezTo>
                <a:cubicBezTo>
                  <a:pt x="121701" y="29188"/>
                  <a:pt x="121593" y="29217"/>
                  <a:pt x="121474" y="29217"/>
                </a:cubicBezTo>
                <a:lnTo>
                  <a:pt x="107645" y="29217"/>
                </a:lnTo>
                <a:cubicBezTo>
                  <a:pt x="107304" y="29217"/>
                  <a:pt x="106981" y="29102"/>
                  <a:pt x="106676" y="28872"/>
                </a:cubicBezTo>
                <a:cubicBezTo>
                  <a:pt x="106372" y="28642"/>
                  <a:pt x="106220" y="28237"/>
                  <a:pt x="106220" y="27658"/>
                </a:cubicBezTo>
                <a:lnTo>
                  <a:pt x="106220" y="1960"/>
                </a:lnTo>
                <a:cubicBezTo>
                  <a:pt x="106220" y="1381"/>
                  <a:pt x="106372" y="976"/>
                  <a:pt x="106676" y="746"/>
                </a:cubicBezTo>
                <a:cubicBezTo>
                  <a:pt x="106981" y="516"/>
                  <a:pt x="107304" y="401"/>
                  <a:pt x="107645" y="401"/>
                </a:cubicBezTo>
                <a:lnTo>
                  <a:pt x="121318" y="401"/>
                </a:lnTo>
                <a:cubicBezTo>
                  <a:pt x="121437" y="401"/>
                  <a:pt x="121545" y="431"/>
                  <a:pt x="121641" y="490"/>
                </a:cubicBezTo>
                <a:cubicBezTo>
                  <a:pt x="121738" y="549"/>
                  <a:pt x="121816" y="646"/>
                  <a:pt x="121875" y="779"/>
                </a:cubicBezTo>
                <a:cubicBezTo>
                  <a:pt x="121935" y="913"/>
                  <a:pt x="121983" y="1080"/>
                  <a:pt x="122020" y="1280"/>
                </a:cubicBezTo>
                <a:cubicBezTo>
                  <a:pt x="122057" y="1481"/>
                  <a:pt x="122076" y="1730"/>
                  <a:pt x="122076" y="2027"/>
                </a:cubicBezTo>
                <a:cubicBezTo>
                  <a:pt x="122076" y="2294"/>
                  <a:pt x="122057" y="2528"/>
                  <a:pt x="122020" y="2728"/>
                </a:cubicBezTo>
                <a:cubicBezTo>
                  <a:pt x="121983" y="2928"/>
                  <a:pt x="121935" y="3092"/>
                  <a:pt x="121875" y="3218"/>
                </a:cubicBezTo>
                <a:cubicBezTo>
                  <a:pt x="121816" y="3344"/>
                  <a:pt x="121738" y="3437"/>
                  <a:pt x="121641" y="3496"/>
                </a:cubicBezTo>
                <a:cubicBezTo>
                  <a:pt x="121545" y="3556"/>
                  <a:pt x="121437" y="3585"/>
                  <a:pt x="121318" y="3585"/>
                </a:cubicBezTo>
                <a:lnTo>
                  <a:pt x="110050" y="3585"/>
                </a:lnTo>
                <a:lnTo>
                  <a:pt x="110050" y="12627"/>
                </a:lnTo>
                <a:lnTo>
                  <a:pt x="119715" y="12627"/>
                </a:lnTo>
                <a:cubicBezTo>
                  <a:pt x="119834" y="12627"/>
                  <a:pt x="119941" y="12660"/>
                  <a:pt x="120038" y="12727"/>
                </a:cubicBezTo>
                <a:cubicBezTo>
                  <a:pt x="120134" y="12794"/>
                  <a:pt x="120216" y="12886"/>
                  <a:pt x="120283" y="13005"/>
                </a:cubicBezTo>
                <a:cubicBezTo>
                  <a:pt x="120350" y="13124"/>
                  <a:pt x="120398" y="13287"/>
                  <a:pt x="120428" y="13495"/>
                </a:cubicBezTo>
                <a:cubicBezTo>
                  <a:pt x="120457" y="13703"/>
                  <a:pt x="120472" y="13948"/>
                  <a:pt x="120472" y="14230"/>
                </a:cubicBezTo>
                <a:cubicBezTo>
                  <a:pt x="120472" y="14497"/>
                  <a:pt x="120457" y="14727"/>
                  <a:pt x="120428" y="14920"/>
                </a:cubicBezTo>
                <a:cubicBezTo>
                  <a:pt x="120398" y="15113"/>
                  <a:pt x="120350" y="15269"/>
                  <a:pt x="120283" y="15388"/>
                </a:cubicBezTo>
                <a:cubicBezTo>
                  <a:pt x="120216" y="15507"/>
                  <a:pt x="120134" y="15592"/>
                  <a:pt x="120038" y="15644"/>
                </a:cubicBezTo>
                <a:cubicBezTo>
                  <a:pt x="119941" y="15696"/>
                  <a:pt x="119834" y="15722"/>
                  <a:pt x="119715" y="15722"/>
                </a:cubicBezTo>
                <a:lnTo>
                  <a:pt x="110050" y="15722"/>
                </a:lnTo>
                <a:lnTo>
                  <a:pt x="110050" y="26033"/>
                </a:lnTo>
                <a:lnTo>
                  <a:pt x="121474" y="26033"/>
                </a:lnTo>
                <a:cubicBezTo>
                  <a:pt x="121593" y="26033"/>
                  <a:pt x="121701" y="26062"/>
                  <a:pt x="121797" y="26122"/>
                </a:cubicBezTo>
                <a:cubicBezTo>
                  <a:pt x="121894" y="26181"/>
                  <a:pt x="121979" y="26274"/>
                  <a:pt x="122053" y="26400"/>
                </a:cubicBezTo>
                <a:cubicBezTo>
                  <a:pt x="122128" y="26526"/>
                  <a:pt x="122179" y="26690"/>
                  <a:pt x="122209" y="26890"/>
                </a:cubicBezTo>
                <a:cubicBezTo>
                  <a:pt x="122239" y="27091"/>
                  <a:pt x="122254" y="27339"/>
                  <a:pt x="122254" y="27636"/>
                </a:cubicBezTo>
                <a:close/>
                <a:moveTo>
                  <a:pt x="146993" y="35865"/>
                </a:moveTo>
                <a:cubicBezTo>
                  <a:pt x="146993" y="36388"/>
                  <a:pt x="146934" y="36769"/>
                  <a:pt x="146815" y="37009"/>
                </a:cubicBezTo>
                <a:cubicBezTo>
                  <a:pt x="146696" y="37248"/>
                  <a:pt x="146511" y="37368"/>
                  <a:pt x="146259" y="37368"/>
                </a:cubicBezTo>
                <a:lnTo>
                  <a:pt x="124813" y="37368"/>
                </a:lnTo>
                <a:cubicBezTo>
                  <a:pt x="124561" y="37368"/>
                  <a:pt x="124368" y="37255"/>
                  <a:pt x="124234" y="37031"/>
                </a:cubicBezTo>
                <a:cubicBezTo>
                  <a:pt x="124101" y="36807"/>
                  <a:pt x="124034" y="36433"/>
                  <a:pt x="124034" y="35909"/>
                </a:cubicBezTo>
                <a:cubicBezTo>
                  <a:pt x="124034" y="35401"/>
                  <a:pt x="124101" y="35019"/>
                  <a:pt x="124234" y="34765"/>
                </a:cubicBezTo>
                <a:cubicBezTo>
                  <a:pt x="124368" y="34511"/>
                  <a:pt x="124561" y="34384"/>
                  <a:pt x="124813" y="34384"/>
                </a:cubicBezTo>
                <a:lnTo>
                  <a:pt x="146259" y="34384"/>
                </a:lnTo>
                <a:cubicBezTo>
                  <a:pt x="146496" y="34384"/>
                  <a:pt x="146678" y="34503"/>
                  <a:pt x="146804" y="34743"/>
                </a:cubicBezTo>
                <a:cubicBezTo>
                  <a:pt x="146930" y="34982"/>
                  <a:pt x="146993" y="35356"/>
                  <a:pt x="146993" y="35865"/>
                </a:cubicBezTo>
                <a:close/>
                <a:moveTo>
                  <a:pt x="167903" y="2049"/>
                </a:moveTo>
                <a:cubicBezTo>
                  <a:pt x="167903" y="2316"/>
                  <a:pt x="167892" y="2557"/>
                  <a:pt x="167869" y="2773"/>
                </a:cubicBezTo>
                <a:cubicBezTo>
                  <a:pt x="167847" y="2988"/>
                  <a:pt x="167817" y="3196"/>
                  <a:pt x="167780" y="3396"/>
                </a:cubicBezTo>
                <a:cubicBezTo>
                  <a:pt x="167743" y="3596"/>
                  <a:pt x="167691" y="3789"/>
                  <a:pt x="167624" y="3975"/>
                </a:cubicBezTo>
                <a:cubicBezTo>
                  <a:pt x="167558" y="4161"/>
                  <a:pt x="167480" y="4357"/>
                  <a:pt x="167391" y="4565"/>
                </a:cubicBezTo>
                <a:lnTo>
                  <a:pt x="157013" y="28482"/>
                </a:lnTo>
                <a:cubicBezTo>
                  <a:pt x="156939" y="28660"/>
                  <a:pt x="156846" y="28805"/>
                  <a:pt x="156735" y="28917"/>
                </a:cubicBezTo>
                <a:cubicBezTo>
                  <a:pt x="156623" y="29028"/>
                  <a:pt x="156482" y="29117"/>
                  <a:pt x="156312" y="29184"/>
                </a:cubicBezTo>
                <a:cubicBezTo>
                  <a:pt x="156141" y="29251"/>
                  <a:pt x="155922" y="29295"/>
                  <a:pt x="155655" y="29317"/>
                </a:cubicBezTo>
                <a:cubicBezTo>
                  <a:pt x="155387" y="29340"/>
                  <a:pt x="155061" y="29351"/>
                  <a:pt x="154675" y="29351"/>
                </a:cubicBezTo>
                <a:cubicBezTo>
                  <a:pt x="154170" y="29351"/>
                  <a:pt x="153777" y="29329"/>
                  <a:pt x="153495" y="29284"/>
                </a:cubicBezTo>
                <a:cubicBezTo>
                  <a:pt x="153212" y="29239"/>
                  <a:pt x="153008" y="29169"/>
                  <a:pt x="152882" y="29072"/>
                </a:cubicBezTo>
                <a:cubicBezTo>
                  <a:pt x="152756" y="28976"/>
                  <a:pt x="152700" y="28857"/>
                  <a:pt x="152715" y="28716"/>
                </a:cubicBezTo>
                <a:cubicBezTo>
                  <a:pt x="152730" y="28575"/>
                  <a:pt x="152782" y="28408"/>
                  <a:pt x="152871" y="28215"/>
                </a:cubicBezTo>
                <a:lnTo>
                  <a:pt x="163783" y="3763"/>
                </a:lnTo>
                <a:lnTo>
                  <a:pt x="149954" y="3763"/>
                </a:lnTo>
                <a:cubicBezTo>
                  <a:pt x="149672" y="3763"/>
                  <a:pt x="149460" y="3615"/>
                  <a:pt x="149319" y="3318"/>
                </a:cubicBezTo>
                <a:cubicBezTo>
                  <a:pt x="149178" y="3021"/>
                  <a:pt x="149107" y="2605"/>
                  <a:pt x="149107" y="2071"/>
                </a:cubicBezTo>
                <a:cubicBezTo>
                  <a:pt x="149107" y="1789"/>
                  <a:pt x="149126" y="1544"/>
                  <a:pt x="149163" y="1336"/>
                </a:cubicBezTo>
                <a:cubicBezTo>
                  <a:pt x="149200" y="1128"/>
                  <a:pt x="149256" y="954"/>
                  <a:pt x="149330" y="813"/>
                </a:cubicBezTo>
                <a:cubicBezTo>
                  <a:pt x="149404" y="672"/>
                  <a:pt x="149493" y="568"/>
                  <a:pt x="149597" y="501"/>
                </a:cubicBezTo>
                <a:cubicBezTo>
                  <a:pt x="149701" y="434"/>
                  <a:pt x="149820" y="401"/>
                  <a:pt x="149954" y="401"/>
                </a:cubicBezTo>
                <a:lnTo>
                  <a:pt x="166745" y="401"/>
                </a:lnTo>
                <a:cubicBezTo>
                  <a:pt x="166953" y="401"/>
                  <a:pt x="167134" y="423"/>
                  <a:pt x="167290" y="468"/>
                </a:cubicBezTo>
                <a:cubicBezTo>
                  <a:pt x="167446" y="512"/>
                  <a:pt x="167565" y="601"/>
                  <a:pt x="167647" y="735"/>
                </a:cubicBezTo>
                <a:cubicBezTo>
                  <a:pt x="167728" y="868"/>
                  <a:pt x="167791" y="1039"/>
                  <a:pt x="167836" y="1247"/>
                </a:cubicBezTo>
                <a:cubicBezTo>
                  <a:pt x="167880" y="1455"/>
                  <a:pt x="167903" y="1722"/>
                  <a:pt x="167903" y="20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5DDAD-0321-4473-A252-0D810D9E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503972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A1DEC-0BDB-4906-93DE-5A9E439D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499594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47E37-F82E-4F05-83C5-BBA9EFA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492616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148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148"/>
                  <a:pt x="313437" y="11356"/>
                </a:cubicBezTo>
                <a:lnTo>
                  <a:pt x="313437" y="56782"/>
                </a:lnTo>
                <a:cubicBezTo>
                  <a:pt x="313437" y="63066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IMAGE_8">
            <a:extLst xmlns:a="http://schemas.openxmlformats.org/drawingml/2006/main">
              <a:ext uri="{FF2B5EF4-FFF2-40B4-BE49-F238E27FC236}">
                <a16:creationId xmlns:a16="http://schemas.microsoft.com/office/drawing/2014/main" id="{B1BEE3DB-93E8-4AD7-AC5F-490671D2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513893"/>
            <a:ext cx="167931" cy="37263"/>
          </a:xfrm>
          <a:custGeom xmlns:a="http://schemas.openxmlformats.org/drawingml/2006/main">
            <a:pathLst>
              <a:path w="167931" h="37263">
                <a:moveTo>
                  <a:pt x="3815" y="28568"/>
                </a:moveTo>
                <a:cubicBezTo>
                  <a:pt x="3815" y="28687"/>
                  <a:pt x="3785" y="28790"/>
                  <a:pt x="3726" y="28879"/>
                </a:cubicBezTo>
                <a:cubicBezTo>
                  <a:pt x="3667" y="28968"/>
                  <a:pt x="3564" y="29038"/>
                  <a:pt x="3416" y="29090"/>
                </a:cubicBezTo>
                <a:cubicBezTo>
                  <a:pt x="3268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53" y="29278"/>
                  <a:pt x="1250" y="29260"/>
                  <a:pt x="998" y="29223"/>
                </a:cubicBezTo>
                <a:cubicBezTo>
                  <a:pt x="747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1020"/>
                </a:lnTo>
                <a:cubicBezTo>
                  <a:pt x="0" y="902"/>
                  <a:pt x="33" y="798"/>
                  <a:pt x="100" y="710"/>
                </a:cubicBezTo>
                <a:cubicBezTo>
                  <a:pt x="166" y="621"/>
                  <a:pt x="277" y="551"/>
                  <a:pt x="433" y="499"/>
                </a:cubicBezTo>
                <a:cubicBezTo>
                  <a:pt x="588" y="447"/>
                  <a:pt x="787" y="403"/>
                  <a:pt x="1031" y="366"/>
                </a:cubicBezTo>
                <a:cubicBezTo>
                  <a:pt x="1275" y="329"/>
                  <a:pt x="1567" y="311"/>
                  <a:pt x="1908" y="311"/>
                </a:cubicBezTo>
                <a:cubicBezTo>
                  <a:pt x="2277" y="311"/>
                  <a:pt x="2584" y="329"/>
                  <a:pt x="2828" y="366"/>
                </a:cubicBezTo>
                <a:cubicBezTo>
                  <a:pt x="3072" y="403"/>
                  <a:pt x="3268" y="447"/>
                  <a:pt x="3416" y="499"/>
                </a:cubicBezTo>
                <a:cubicBezTo>
                  <a:pt x="3564" y="551"/>
                  <a:pt x="3667" y="621"/>
                  <a:pt x="3726" y="710"/>
                </a:cubicBezTo>
                <a:cubicBezTo>
                  <a:pt x="3785" y="798"/>
                  <a:pt x="3815" y="902"/>
                  <a:pt x="3815" y="1020"/>
                </a:cubicBezTo>
                <a:lnTo>
                  <a:pt x="3815" y="28568"/>
                </a:lnTo>
                <a:close/>
                <a:moveTo>
                  <a:pt x="42972" y="28568"/>
                </a:moveTo>
                <a:cubicBezTo>
                  <a:pt x="42972" y="28687"/>
                  <a:pt x="42943" y="28790"/>
                  <a:pt x="42884" y="28879"/>
                </a:cubicBezTo>
                <a:cubicBezTo>
                  <a:pt x="42824" y="28968"/>
                  <a:pt x="42721" y="29038"/>
                  <a:pt x="42573" y="29090"/>
                </a:cubicBezTo>
                <a:cubicBezTo>
                  <a:pt x="42425" y="29141"/>
                  <a:pt x="42237" y="29186"/>
                  <a:pt x="42007" y="29223"/>
                </a:cubicBezTo>
                <a:cubicBezTo>
                  <a:pt x="41778" y="29260"/>
                  <a:pt x="41479" y="29278"/>
                  <a:pt x="41109" y="29278"/>
                </a:cubicBezTo>
                <a:cubicBezTo>
                  <a:pt x="40769" y="29278"/>
                  <a:pt x="40477" y="29260"/>
                  <a:pt x="40233" y="29223"/>
                </a:cubicBezTo>
                <a:cubicBezTo>
                  <a:pt x="39989" y="29186"/>
                  <a:pt x="39797" y="29141"/>
                  <a:pt x="39656" y="29090"/>
                </a:cubicBezTo>
                <a:cubicBezTo>
                  <a:pt x="39516" y="29038"/>
                  <a:pt x="39416" y="28968"/>
                  <a:pt x="39357" y="28879"/>
                </a:cubicBezTo>
                <a:cubicBezTo>
                  <a:pt x="39298" y="28790"/>
                  <a:pt x="39268" y="28687"/>
                  <a:pt x="39268" y="28568"/>
                </a:cubicBezTo>
                <a:lnTo>
                  <a:pt x="39268" y="3571"/>
                </a:lnTo>
                <a:lnTo>
                  <a:pt x="39224" y="3571"/>
                </a:lnTo>
                <a:lnTo>
                  <a:pt x="28999" y="28679"/>
                </a:lnTo>
                <a:cubicBezTo>
                  <a:pt x="28954" y="28783"/>
                  <a:pt x="28891" y="28872"/>
                  <a:pt x="28810" y="28946"/>
                </a:cubicBezTo>
                <a:cubicBezTo>
                  <a:pt x="28729" y="29019"/>
                  <a:pt x="28610" y="29082"/>
                  <a:pt x="28455" y="29134"/>
                </a:cubicBezTo>
                <a:cubicBezTo>
                  <a:pt x="28300" y="29186"/>
                  <a:pt x="28115" y="29223"/>
                  <a:pt x="27901" y="29245"/>
                </a:cubicBezTo>
                <a:cubicBezTo>
                  <a:pt x="27686" y="29267"/>
                  <a:pt x="27431" y="29278"/>
                  <a:pt x="27135" y="29278"/>
                </a:cubicBezTo>
                <a:cubicBezTo>
                  <a:pt x="26825" y="29278"/>
                  <a:pt x="26559" y="29263"/>
                  <a:pt x="26337" y="29234"/>
                </a:cubicBezTo>
                <a:cubicBezTo>
                  <a:pt x="26115" y="29204"/>
                  <a:pt x="25930" y="29164"/>
                  <a:pt x="25782" y="29112"/>
                </a:cubicBezTo>
                <a:cubicBezTo>
                  <a:pt x="25635" y="29060"/>
                  <a:pt x="25520" y="28997"/>
                  <a:pt x="25439" y="28923"/>
                </a:cubicBezTo>
                <a:cubicBezTo>
                  <a:pt x="25357" y="28849"/>
                  <a:pt x="25302" y="28768"/>
                  <a:pt x="25272" y="28679"/>
                </a:cubicBezTo>
                <a:lnTo>
                  <a:pt x="15491" y="3571"/>
                </a:lnTo>
                <a:lnTo>
                  <a:pt x="15468" y="3571"/>
                </a:lnTo>
                <a:lnTo>
                  <a:pt x="15468" y="28568"/>
                </a:lnTo>
                <a:cubicBezTo>
                  <a:pt x="15468" y="28687"/>
                  <a:pt x="15439" y="28790"/>
                  <a:pt x="15380" y="28879"/>
                </a:cubicBezTo>
                <a:cubicBezTo>
                  <a:pt x="15321" y="28968"/>
                  <a:pt x="15217" y="29038"/>
                  <a:pt x="15069" y="29090"/>
                </a:cubicBezTo>
                <a:cubicBezTo>
                  <a:pt x="14921" y="29141"/>
                  <a:pt x="14729" y="29186"/>
                  <a:pt x="14493" y="29223"/>
                </a:cubicBezTo>
                <a:cubicBezTo>
                  <a:pt x="14256" y="29260"/>
                  <a:pt x="13953" y="29278"/>
                  <a:pt x="13583" y="29278"/>
                </a:cubicBezTo>
                <a:cubicBezTo>
                  <a:pt x="13228" y="29278"/>
                  <a:pt x="12933" y="29260"/>
                  <a:pt x="12696" y="29223"/>
                </a:cubicBezTo>
                <a:cubicBezTo>
                  <a:pt x="12459" y="29186"/>
                  <a:pt x="12271" y="29141"/>
                  <a:pt x="12130" y="29090"/>
                </a:cubicBezTo>
                <a:cubicBezTo>
                  <a:pt x="11990" y="29038"/>
                  <a:pt x="11894" y="28968"/>
                  <a:pt x="11842" y="28879"/>
                </a:cubicBezTo>
                <a:cubicBezTo>
                  <a:pt x="11790" y="28790"/>
                  <a:pt x="11764" y="28687"/>
                  <a:pt x="11764" y="28568"/>
                </a:cubicBezTo>
                <a:lnTo>
                  <a:pt x="11764" y="2174"/>
                </a:lnTo>
                <a:cubicBezTo>
                  <a:pt x="11764" y="1553"/>
                  <a:pt x="11927" y="1109"/>
                  <a:pt x="12252" y="843"/>
                </a:cubicBezTo>
                <a:cubicBezTo>
                  <a:pt x="12578" y="577"/>
                  <a:pt x="12940" y="444"/>
                  <a:pt x="13339" y="444"/>
                </a:cubicBezTo>
                <a:lnTo>
                  <a:pt x="15646" y="444"/>
                </a:lnTo>
                <a:cubicBezTo>
                  <a:pt x="16119" y="444"/>
                  <a:pt x="16533" y="488"/>
                  <a:pt x="16888" y="577"/>
                </a:cubicBezTo>
                <a:cubicBezTo>
                  <a:pt x="17243" y="665"/>
                  <a:pt x="17553" y="806"/>
                  <a:pt x="17820" y="998"/>
                </a:cubicBezTo>
                <a:cubicBezTo>
                  <a:pt x="18086" y="1190"/>
                  <a:pt x="18308" y="1434"/>
                  <a:pt x="18485" y="1730"/>
                </a:cubicBezTo>
                <a:cubicBezTo>
                  <a:pt x="18662" y="2026"/>
                  <a:pt x="18818" y="2373"/>
                  <a:pt x="18951" y="2773"/>
                </a:cubicBezTo>
                <a:lnTo>
                  <a:pt x="27269" y="23556"/>
                </a:lnTo>
                <a:lnTo>
                  <a:pt x="27379" y="23556"/>
                </a:lnTo>
                <a:lnTo>
                  <a:pt x="36030" y="2839"/>
                </a:lnTo>
                <a:cubicBezTo>
                  <a:pt x="36192" y="2395"/>
                  <a:pt x="36370" y="2018"/>
                  <a:pt x="36562" y="1708"/>
                </a:cubicBezTo>
                <a:cubicBezTo>
                  <a:pt x="36754" y="1397"/>
                  <a:pt x="36965" y="1150"/>
                  <a:pt x="37194" y="965"/>
                </a:cubicBezTo>
                <a:cubicBezTo>
                  <a:pt x="37423" y="780"/>
                  <a:pt x="37679" y="647"/>
                  <a:pt x="37960" y="566"/>
                </a:cubicBezTo>
                <a:cubicBezTo>
                  <a:pt x="38240" y="484"/>
                  <a:pt x="38566" y="444"/>
                  <a:pt x="38935" y="444"/>
                </a:cubicBezTo>
                <a:lnTo>
                  <a:pt x="41353" y="444"/>
                </a:lnTo>
                <a:cubicBezTo>
                  <a:pt x="41575" y="444"/>
                  <a:pt x="41786" y="477"/>
                  <a:pt x="41985" y="543"/>
                </a:cubicBezTo>
                <a:cubicBezTo>
                  <a:pt x="42185" y="610"/>
                  <a:pt x="42355" y="713"/>
                  <a:pt x="42495" y="854"/>
                </a:cubicBezTo>
                <a:cubicBezTo>
                  <a:pt x="42636" y="994"/>
                  <a:pt x="42750" y="1172"/>
                  <a:pt x="42839" y="1386"/>
                </a:cubicBezTo>
                <a:cubicBezTo>
                  <a:pt x="42928" y="1601"/>
                  <a:pt x="42972" y="1863"/>
                  <a:pt x="42972" y="2174"/>
                </a:cubicBezTo>
                <a:lnTo>
                  <a:pt x="42972" y="28568"/>
                </a:lnTo>
                <a:close/>
                <a:moveTo>
                  <a:pt x="72279" y="27792"/>
                </a:moveTo>
                <a:cubicBezTo>
                  <a:pt x="72397" y="28117"/>
                  <a:pt x="72460" y="28380"/>
                  <a:pt x="72468" y="28580"/>
                </a:cubicBezTo>
                <a:cubicBezTo>
                  <a:pt x="72475" y="28779"/>
                  <a:pt x="72419" y="28931"/>
                  <a:pt x="72301" y="29034"/>
                </a:cubicBezTo>
                <a:cubicBezTo>
                  <a:pt x="72183" y="29138"/>
                  <a:pt x="71987" y="29204"/>
                  <a:pt x="71713" y="29234"/>
                </a:cubicBezTo>
                <a:cubicBezTo>
                  <a:pt x="71440" y="29263"/>
                  <a:pt x="71074" y="29278"/>
                  <a:pt x="70615" y="29278"/>
                </a:cubicBezTo>
                <a:cubicBezTo>
                  <a:pt x="70157" y="29278"/>
                  <a:pt x="69791" y="29267"/>
                  <a:pt x="69517" y="29245"/>
                </a:cubicBezTo>
                <a:cubicBezTo>
                  <a:pt x="69244" y="29223"/>
                  <a:pt x="69037" y="29186"/>
                  <a:pt x="68896" y="29134"/>
                </a:cubicBezTo>
                <a:cubicBezTo>
                  <a:pt x="68756" y="29082"/>
                  <a:pt x="68652" y="29012"/>
                  <a:pt x="68586" y="28923"/>
                </a:cubicBezTo>
                <a:cubicBezTo>
                  <a:pt x="68519" y="28835"/>
                  <a:pt x="68457" y="28724"/>
                  <a:pt x="68397" y="28591"/>
                </a:cubicBezTo>
                <a:lnTo>
                  <a:pt x="65935" y="21604"/>
                </a:lnTo>
                <a:lnTo>
                  <a:pt x="54002" y="21604"/>
                </a:lnTo>
                <a:lnTo>
                  <a:pt x="51651" y="28502"/>
                </a:lnTo>
                <a:cubicBezTo>
                  <a:pt x="51607" y="28635"/>
                  <a:pt x="51548" y="28750"/>
                  <a:pt x="51474" y="28846"/>
                </a:cubicBezTo>
                <a:cubicBezTo>
                  <a:pt x="51400" y="28942"/>
                  <a:pt x="51293" y="29023"/>
                  <a:pt x="51152" y="29090"/>
                </a:cubicBezTo>
                <a:cubicBezTo>
                  <a:pt x="51012" y="29156"/>
                  <a:pt x="50812" y="29204"/>
                  <a:pt x="50553" y="29234"/>
                </a:cubicBezTo>
                <a:cubicBezTo>
                  <a:pt x="50294" y="29263"/>
                  <a:pt x="49958" y="29278"/>
                  <a:pt x="49544" y="29278"/>
                </a:cubicBezTo>
                <a:cubicBezTo>
                  <a:pt x="49115" y="29278"/>
                  <a:pt x="48764" y="29260"/>
                  <a:pt x="48490" y="29223"/>
                </a:cubicBezTo>
                <a:cubicBezTo>
                  <a:pt x="48217" y="29186"/>
                  <a:pt x="48025" y="29116"/>
                  <a:pt x="47914" y="29012"/>
                </a:cubicBezTo>
                <a:cubicBezTo>
                  <a:pt x="47803" y="28909"/>
                  <a:pt x="47751" y="28757"/>
                  <a:pt x="47758" y="28557"/>
                </a:cubicBezTo>
                <a:cubicBezTo>
                  <a:pt x="47766" y="28358"/>
                  <a:pt x="47829" y="28095"/>
                  <a:pt x="47947" y="27770"/>
                </a:cubicBezTo>
                <a:lnTo>
                  <a:pt x="57573" y="1109"/>
                </a:lnTo>
                <a:cubicBezTo>
                  <a:pt x="57632" y="946"/>
                  <a:pt x="57710" y="813"/>
                  <a:pt x="57806" y="710"/>
                </a:cubicBezTo>
                <a:cubicBezTo>
                  <a:pt x="57902" y="606"/>
                  <a:pt x="58043" y="525"/>
                  <a:pt x="58228" y="466"/>
                </a:cubicBezTo>
                <a:cubicBezTo>
                  <a:pt x="58412" y="407"/>
                  <a:pt x="58649" y="366"/>
                  <a:pt x="58937" y="344"/>
                </a:cubicBezTo>
                <a:cubicBezTo>
                  <a:pt x="59226" y="322"/>
                  <a:pt x="59592" y="311"/>
                  <a:pt x="60035" y="311"/>
                </a:cubicBezTo>
                <a:cubicBezTo>
                  <a:pt x="60509" y="311"/>
                  <a:pt x="60900" y="322"/>
                  <a:pt x="61211" y="344"/>
                </a:cubicBezTo>
                <a:cubicBezTo>
                  <a:pt x="61521" y="366"/>
                  <a:pt x="61773" y="407"/>
                  <a:pt x="61965" y="466"/>
                </a:cubicBezTo>
                <a:cubicBezTo>
                  <a:pt x="62157" y="525"/>
                  <a:pt x="62305" y="610"/>
                  <a:pt x="62409" y="721"/>
                </a:cubicBezTo>
                <a:cubicBezTo>
                  <a:pt x="62512" y="832"/>
                  <a:pt x="62593" y="969"/>
                  <a:pt x="62653" y="1131"/>
                </a:cubicBezTo>
                <a:lnTo>
                  <a:pt x="72279" y="27792"/>
                </a:lnTo>
                <a:moveTo>
                  <a:pt x="59924" y="4259"/>
                </a:moveTo>
                <a:lnTo>
                  <a:pt x="59902" y="4259"/>
                </a:lnTo>
                <a:lnTo>
                  <a:pt x="54956" y="18565"/>
                </a:lnTo>
                <a:lnTo>
                  <a:pt x="64937" y="18565"/>
                </a:lnTo>
                <a:lnTo>
                  <a:pt x="59924" y="4259"/>
                </a:lnTo>
                <a:close/>
                <a:moveTo>
                  <a:pt x="98647" y="4347"/>
                </a:moveTo>
                <a:cubicBezTo>
                  <a:pt x="98647" y="4628"/>
                  <a:pt x="98632" y="4876"/>
                  <a:pt x="98603" y="5090"/>
                </a:cubicBezTo>
                <a:cubicBezTo>
                  <a:pt x="98573" y="5305"/>
                  <a:pt x="98529" y="5482"/>
                  <a:pt x="98470" y="5623"/>
                </a:cubicBezTo>
                <a:cubicBezTo>
                  <a:pt x="98410" y="5763"/>
                  <a:pt x="98337" y="5863"/>
                  <a:pt x="98248" y="5922"/>
                </a:cubicBezTo>
                <a:cubicBezTo>
                  <a:pt x="98159" y="5981"/>
                  <a:pt x="98063" y="6011"/>
                  <a:pt x="97959" y="6011"/>
                </a:cubicBezTo>
                <a:cubicBezTo>
                  <a:pt x="97782" y="6011"/>
                  <a:pt x="97486" y="5870"/>
                  <a:pt x="97072" y="5589"/>
                </a:cubicBezTo>
                <a:cubicBezTo>
                  <a:pt x="96658" y="5309"/>
                  <a:pt x="96104" y="4998"/>
                  <a:pt x="95409" y="4658"/>
                </a:cubicBezTo>
                <a:cubicBezTo>
                  <a:pt x="94714" y="4318"/>
                  <a:pt x="93882" y="4007"/>
                  <a:pt x="92913" y="3726"/>
                </a:cubicBezTo>
                <a:cubicBezTo>
                  <a:pt x="91945" y="3445"/>
                  <a:pt x="90795" y="3305"/>
                  <a:pt x="89464" y="3305"/>
                </a:cubicBezTo>
                <a:cubicBezTo>
                  <a:pt x="87882" y="3305"/>
                  <a:pt x="86463" y="3593"/>
                  <a:pt x="85206" y="4170"/>
                </a:cubicBezTo>
                <a:cubicBezTo>
                  <a:pt x="83949" y="4747"/>
                  <a:pt x="82884" y="5545"/>
                  <a:pt x="82012" y="6565"/>
                </a:cubicBezTo>
                <a:cubicBezTo>
                  <a:pt x="81139" y="7586"/>
                  <a:pt x="80470" y="8798"/>
                  <a:pt x="80004" y="10203"/>
                </a:cubicBezTo>
                <a:cubicBezTo>
                  <a:pt x="79539" y="11608"/>
                  <a:pt x="79306" y="13131"/>
                  <a:pt x="79306" y="14772"/>
                </a:cubicBezTo>
                <a:cubicBezTo>
                  <a:pt x="79306" y="16606"/>
                  <a:pt x="79561" y="18232"/>
                  <a:pt x="80071" y="19652"/>
                </a:cubicBezTo>
                <a:cubicBezTo>
                  <a:pt x="80581" y="21071"/>
                  <a:pt x="81287" y="22269"/>
                  <a:pt x="82189" y="23245"/>
                </a:cubicBezTo>
                <a:cubicBezTo>
                  <a:pt x="83091" y="24221"/>
                  <a:pt x="84167" y="24960"/>
                  <a:pt x="85416" y="25463"/>
                </a:cubicBezTo>
                <a:cubicBezTo>
                  <a:pt x="86666" y="25966"/>
                  <a:pt x="88037" y="26217"/>
                  <a:pt x="89531" y="26217"/>
                </a:cubicBezTo>
                <a:cubicBezTo>
                  <a:pt x="90418" y="26217"/>
                  <a:pt x="91316" y="26110"/>
                  <a:pt x="92226" y="25896"/>
                </a:cubicBezTo>
                <a:cubicBezTo>
                  <a:pt x="93135" y="25681"/>
                  <a:pt x="93982" y="25360"/>
                  <a:pt x="94765" y="24931"/>
                </a:cubicBezTo>
                <a:lnTo>
                  <a:pt x="94765" y="16569"/>
                </a:lnTo>
                <a:lnTo>
                  <a:pt x="88111" y="16569"/>
                </a:lnTo>
                <a:cubicBezTo>
                  <a:pt x="87860" y="16569"/>
                  <a:pt x="87671" y="16443"/>
                  <a:pt x="87546" y="16192"/>
                </a:cubicBezTo>
                <a:cubicBezTo>
                  <a:pt x="87420" y="15940"/>
                  <a:pt x="87357" y="15549"/>
                  <a:pt x="87357" y="15016"/>
                </a:cubicBezTo>
                <a:cubicBezTo>
                  <a:pt x="87357" y="14735"/>
                  <a:pt x="87372" y="14495"/>
                  <a:pt x="87402" y="14295"/>
                </a:cubicBezTo>
                <a:cubicBezTo>
                  <a:pt x="87431" y="14096"/>
                  <a:pt x="87479" y="13933"/>
                  <a:pt x="87546" y="13807"/>
                </a:cubicBezTo>
                <a:cubicBezTo>
                  <a:pt x="87612" y="13682"/>
                  <a:pt x="87690" y="13589"/>
                  <a:pt x="87779" y="13530"/>
                </a:cubicBezTo>
                <a:cubicBezTo>
                  <a:pt x="87867" y="13471"/>
                  <a:pt x="87978" y="13441"/>
                  <a:pt x="88111" y="13441"/>
                </a:cubicBezTo>
                <a:lnTo>
                  <a:pt x="97228" y="13441"/>
                </a:lnTo>
                <a:cubicBezTo>
                  <a:pt x="97390" y="13441"/>
                  <a:pt x="97553" y="13471"/>
                  <a:pt x="97716" y="13530"/>
                </a:cubicBezTo>
                <a:cubicBezTo>
                  <a:pt x="97878" y="13589"/>
                  <a:pt x="98026" y="13678"/>
                  <a:pt x="98159" y="13796"/>
                </a:cubicBezTo>
                <a:cubicBezTo>
                  <a:pt x="98292" y="13915"/>
                  <a:pt x="98396" y="14077"/>
                  <a:pt x="98470" y="14284"/>
                </a:cubicBezTo>
                <a:cubicBezTo>
                  <a:pt x="98544" y="14491"/>
                  <a:pt x="98581" y="14728"/>
                  <a:pt x="98581" y="14994"/>
                </a:cubicBezTo>
                <a:lnTo>
                  <a:pt x="98581" y="25929"/>
                </a:lnTo>
                <a:cubicBezTo>
                  <a:pt x="98581" y="26313"/>
                  <a:pt x="98514" y="26646"/>
                  <a:pt x="98381" y="26927"/>
                </a:cubicBezTo>
                <a:cubicBezTo>
                  <a:pt x="98248" y="27208"/>
                  <a:pt x="97967" y="27456"/>
                  <a:pt x="97538" y="27670"/>
                </a:cubicBezTo>
                <a:cubicBezTo>
                  <a:pt x="97109" y="27885"/>
                  <a:pt x="96555" y="28117"/>
                  <a:pt x="95875" y="28369"/>
                </a:cubicBezTo>
                <a:cubicBezTo>
                  <a:pt x="95194" y="28620"/>
                  <a:pt x="94492" y="28835"/>
                  <a:pt x="93767" y="29012"/>
                </a:cubicBezTo>
                <a:cubicBezTo>
                  <a:pt x="93043" y="29190"/>
                  <a:pt x="92311" y="29323"/>
                  <a:pt x="91572" y="29411"/>
                </a:cubicBezTo>
                <a:cubicBezTo>
                  <a:pt x="90832" y="29500"/>
                  <a:pt x="90100" y="29544"/>
                  <a:pt x="89376" y="29544"/>
                </a:cubicBezTo>
                <a:cubicBezTo>
                  <a:pt x="87158" y="29544"/>
                  <a:pt x="85176" y="29201"/>
                  <a:pt x="83431" y="28513"/>
                </a:cubicBezTo>
                <a:cubicBezTo>
                  <a:pt x="81686" y="27825"/>
                  <a:pt x="80211" y="26846"/>
                  <a:pt x="79006" y="25574"/>
                </a:cubicBezTo>
                <a:cubicBezTo>
                  <a:pt x="77801" y="24302"/>
                  <a:pt x="76881" y="22779"/>
                  <a:pt x="76245" y="21005"/>
                </a:cubicBezTo>
                <a:cubicBezTo>
                  <a:pt x="75609" y="19231"/>
                  <a:pt x="75291" y="17249"/>
                  <a:pt x="75291" y="15061"/>
                </a:cubicBezTo>
                <a:cubicBezTo>
                  <a:pt x="75291" y="12783"/>
                  <a:pt x="75635" y="10721"/>
                  <a:pt x="76322" y="8872"/>
                </a:cubicBezTo>
                <a:cubicBezTo>
                  <a:pt x="77010" y="7024"/>
                  <a:pt x="77979" y="5449"/>
                  <a:pt x="79228" y="4148"/>
                </a:cubicBezTo>
                <a:cubicBezTo>
                  <a:pt x="80478" y="2846"/>
                  <a:pt x="81978" y="1837"/>
                  <a:pt x="83731" y="1120"/>
                </a:cubicBezTo>
                <a:cubicBezTo>
                  <a:pt x="85483" y="403"/>
                  <a:pt x="87424" y="44"/>
                  <a:pt x="89553" y="44"/>
                </a:cubicBezTo>
                <a:cubicBezTo>
                  <a:pt x="90647" y="44"/>
                  <a:pt x="91675" y="140"/>
                  <a:pt x="92636" y="333"/>
                </a:cubicBezTo>
                <a:cubicBezTo>
                  <a:pt x="93597" y="525"/>
                  <a:pt x="94451" y="750"/>
                  <a:pt x="95198" y="1009"/>
                </a:cubicBezTo>
                <a:cubicBezTo>
                  <a:pt x="95945" y="1268"/>
                  <a:pt x="96573" y="1549"/>
                  <a:pt x="97083" y="1852"/>
                </a:cubicBezTo>
                <a:cubicBezTo>
                  <a:pt x="97594" y="2155"/>
                  <a:pt x="97945" y="2403"/>
                  <a:pt x="98137" y="2595"/>
                </a:cubicBezTo>
                <a:cubicBezTo>
                  <a:pt x="98329" y="2787"/>
                  <a:pt x="98462" y="3009"/>
                  <a:pt x="98536" y="3261"/>
                </a:cubicBezTo>
                <a:cubicBezTo>
                  <a:pt x="98610" y="3512"/>
                  <a:pt x="98647" y="3874"/>
                  <a:pt x="98647" y="4347"/>
                </a:cubicBezTo>
                <a:close/>
                <a:moveTo>
                  <a:pt x="122130" y="27570"/>
                </a:moveTo>
                <a:cubicBezTo>
                  <a:pt x="122130" y="27837"/>
                  <a:pt x="122115" y="28069"/>
                  <a:pt x="122085" y="28269"/>
                </a:cubicBezTo>
                <a:cubicBezTo>
                  <a:pt x="122056" y="28469"/>
                  <a:pt x="122004" y="28635"/>
                  <a:pt x="121930" y="28768"/>
                </a:cubicBezTo>
                <a:cubicBezTo>
                  <a:pt x="121856" y="28901"/>
                  <a:pt x="121771" y="28997"/>
                  <a:pt x="121675" y="29056"/>
                </a:cubicBezTo>
                <a:cubicBezTo>
                  <a:pt x="121579" y="29116"/>
                  <a:pt x="121472" y="29145"/>
                  <a:pt x="121353" y="29145"/>
                </a:cubicBezTo>
                <a:lnTo>
                  <a:pt x="107579" y="29145"/>
                </a:lnTo>
                <a:cubicBezTo>
                  <a:pt x="107239" y="29145"/>
                  <a:pt x="106918" y="29031"/>
                  <a:pt x="106615" y="28801"/>
                </a:cubicBezTo>
                <a:cubicBezTo>
                  <a:pt x="106311" y="28572"/>
                  <a:pt x="106160" y="28169"/>
                  <a:pt x="106160" y="27593"/>
                </a:cubicBezTo>
                <a:lnTo>
                  <a:pt x="106160" y="1996"/>
                </a:lnTo>
                <a:cubicBezTo>
                  <a:pt x="106160" y="1420"/>
                  <a:pt x="106311" y="1017"/>
                  <a:pt x="106615" y="787"/>
                </a:cubicBezTo>
                <a:cubicBezTo>
                  <a:pt x="106918" y="558"/>
                  <a:pt x="107239" y="444"/>
                  <a:pt x="107579" y="444"/>
                </a:cubicBezTo>
                <a:lnTo>
                  <a:pt x="121198" y="444"/>
                </a:lnTo>
                <a:cubicBezTo>
                  <a:pt x="121317" y="444"/>
                  <a:pt x="121424" y="473"/>
                  <a:pt x="121520" y="532"/>
                </a:cubicBezTo>
                <a:cubicBezTo>
                  <a:pt x="121616" y="591"/>
                  <a:pt x="121694" y="688"/>
                  <a:pt x="121753" y="821"/>
                </a:cubicBezTo>
                <a:cubicBezTo>
                  <a:pt x="121812" y="954"/>
                  <a:pt x="121860" y="1120"/>
                  <a:pt x="121897" y="1320"/>
                </a:cubicBezTo>
                <a:cubicBezTo>
                  <a:pt x="121934" y="1519"/>
                  <a:pt x="121952" y="1767"/>
                  <a:pt x="121952" y="2063"/>
                </a:cubicBezTo>
                <a:cubicBezTo>
                  <a:pt x="121952" y="2329"/>
                  <a:pt x="121934" y="2562"/>
                  <a:pt x="121897" y="2761"/>
                </a:cubicBezTo>
                <a:cubicBezTo>
                  <a:pt x="121860" y="2961"/>
                  <a:pt x="121812" y="3124"/>
                  <a:pt x="121753" y="3249"/>
                </a:cubicBezTo>
                <a:cubicBezTo>
                  <a:pt x="121694" y="3375"/>
                  <a:pt x="121616" y="3468"/>
                  <a:pt x="121520" y="3527"/>
                </a:cubicBezTo>
                <a:cubicBezTo>
                  <a:pt x="121424" y="3586"/>
                  <a:pt x="121317" y="3615"/>
                  <a:pt x="121198" y="3615"/>
                </a:cubicBezTo>
                <a:lnTo>
                  <a:pt x="109975" y="3615"/>
                </a:lnTo>
                <a:lnTo>
                  <a:pt x="109975" y="12621"/>
                </a:lnTo>
                <a:lnTo>
                  <a:pt x="119601" y="12621"/>
                </a:lnTo>
                <a:cubicBezTo>
                  <a:pt x="119720" y="12621"/>
                  <a:pt x="119827" y="12654"/>
                  <a:pt x="119923" y="12721"/>
                </a:cubicBezTo>
                <a:cubicBezTo>
                  <a:pt x="120019" y="12787"/>
                  <a:pt x="120100" y="12879"/>
                  <a:pt x="120167" y="12998"/>
                </a:cubicBezTo>
                <a:cubicBezTo>
                  <a:pt x="120233" y="13116"/>
                  <a:pt x="120281" y="13279"/>
                  <a:pt x="120311" y="13486"/>
                </a:cubicBezTo>
                <a:cubicBezTo>
                  <a:pt x="120341" y="13693"/>
                  <a:pt x="120355" y="13937"/>
                  <a:pt x="120355" y="14218"/>
                </a:cubicBezTo>
                <a:cubicBezTo>
                  <a:pt x="120355" y="14484"/>
                  <a:pt x="120341" y="14713"/>
                  <a:pt x="120311" y="14905"/>
                </a:cubicBezTo>
                <a:cubicBezTo>
                  <a:pt x="120281" y="15098"/>
                  <a:pt x="120233" y="15253"/>
                  <a:pt x="120167" y="15371"/>
                </a:cubicBezTo>
                <a:cubicBezTo>
                  <a:pt x="120100" y="15489"/>
                  <a:pt x="120019" y="15574"/>
                  <a:pt x="119923" y="15626"/>
                </a:cubicBezTo>
                <a:cubicBezTo>
                  <a:pt x="119827" y="15678"/>
                  <a:pt x="119720" y="15704"/>
                  <a:pt x="119601" y="15704"/>
                </a:cubicBezTo>
                <a:lnTo>
                  <a:pt x="109975" y="15704"/>
                </a:lnTo>
                <a:lnTo>
                  <a:pt x="109975" y="25973"/>
                </a:lnTo>
                <a:lnTo>
                  <a:pt x="121353" y="25973"/>
                </a:lnTo>
                <a:cubicBezTo>
                  <a:pt x="121472" y="25973"/>
                  <a:pt x="121579" y="26003"/>
                  <a:pt x="121675" y="26062"/>
                </a:cubicBezTo>
                <a:cubicBezTo>
                  <a:pt x="121771" y="26121"/>
                  <a:pt x="121856" y="26214"/>
                  <a:pt x="121930" y="26339"/>
                </a:cubicBezTo>
                <a:cubicBezTo>
                  <a:pt x="122004" y="26465"/>
                  <a:pt x="122056" y="26628"/>
                  <a:pt x="122085" y="26827"/>
                </a:cubicBezTo>
                <a:cubicBezTo>
                  <a:pt x="122115" y="27027"/>
                  <a:pt x="122130" y="27275"/>
                  <a:pt x="122130" y="27570"/>
                </a:cubicBezTo>
                <a:close/>
                <a:moveTo>
                  <a:pt x="146862" y="35766"/>
                </a:moveTo>
                <a:cubicBezTo>
                  <a:pt x="146862" y="36287"/>
                  <a:pt x="146803" y="36667"/>
                  <a:pt x="146685" y="36906"/>
                </a:cubicBezTo>
                <a:cubicBezTo>
                  <a:pt x="146566" y="37144"/>
                  <a:pt x="146381" y="37263"/>
                  <a:pt x="146130" y="37263"/>
                </a:cubicBezTo>
                <a:lnTo>
                  <a:pt x="124770" y="37263"/>
                </a:lnTo>
                <a:cubicBezTo>
                  <a:pt x="124519" y="37263"/>
                  <a:pt x="124327" y="37151"/>
                  <a:pt x="124194" y="36928"/>
                </a:cubicBezTo>
                <a:cubicBezTo>
                  <a:pt x="124061" y="36705"/>
                  <a:pt x="123994" y="36332"/>
                  <a:pt x="123994" y="35810"/>
                </a:cubicBezTo>
                <a:cubicBezTo>
                  <a:pt x="123994" y="35304"/>
                  <a:pt x="124061" y="34924"/>
                  <a:pt x="124194" y="34671"/>
                </a:cubicBezTo>
                <a:cubicBezTo>
                  <a:pt x="124327" y="34418"/>
                  <a:pt x="124519" y="34291"/>
                  <a:pt x="124770" y="34291"/>
                </a:cubicBezTo>
                <a:lnTo>
                  <a:pt x="146130" y="34291"/>
                </a:lnTo>
                <a:cubicBezTo>
                  <a:pt x="146367" y="34291"/>
                  <a:pt x="146548" y="34410"/>
                  <a:pt x="146674" y="34649"/>
                </a:cubicBezTo>
                <a:cubicBezTo>
                  <a:pt x="146799" y="34887"/>
                  <a:pt x="146862" y="35260"/>
                  <a:pt x="146862" y="35766"/>
                </a:cubicBezTo>
                <a:close/>
                <a:moveTo>
                  <a:pt x="167931" y="21792"/>
                </a:moveTo>
                <a:cubicBezTo>
                  <a:pt x="167931" y="23036"/>
                  <a:pt x="167709" y="24143"/>
                  <a:pt x="167266" y="25112"/>
                </a:cubicBezTo>
                <a:cubicBezTo>
                  <a:pt x="166822" y="26082"/>
                  <a:pt x="166183" y="26901"/>
                  <a:pt x="165347" y="27568"/>
                </a:cubicBezTo>
                <a:cubicBezTo>
                  <a:pt x="164512" y="28234"/>
                  <a:pt x="163480" y="28737"/>
                  <a:pt x="162253" y="29078"/>
                </a:cubicBezTo>
                <a:cubicBezTo>
                  <a:pt x="161026" y="29419"/>
                  <a:pt x="159621" y="29589"/>
                  <a:pt x="158039" y="29589"/>
                </a:cubicBezTo>
                <a:cubicBezTo>
                  <a:pt x="156560" y="29589"/>
                  <a:pt x="155236" y="29433"/>
                  <a:pt x="154068" y="29122"/>
                </a:cubicBezTo>
                <a:cubicBezTo>
                  <a:pt x="152900" y="28811"/>
                  <a:pt x="151909" y="28352"/>
                  <a:pt x="151096" y="27745"/>
                </a:cubicBezTo>
                <a:cubicBezTo>
                  <a:pt x="150283" y="27138"/>
                  <a:pt x="149662" y="26390"/>
                  <a:pt x="149233" y="25501"/>
                </a:cubicBezTo>
                <a:cubicBezTo>
                  <a:pt x="148804" y="24613"/>
                  <a:pt x="148590" y="23598"/>
                  <a:pt x="148590" y="22458"/>
                </a:cubicBezTo>
                <a:cubicBezTo>
                  <a:pt x="148590" y="21555"/>
                  <a:pt x="148738" y="20726"/>
                  <a:pt x="149033" y="19971"/>
                </a:cubicBezTo>
                <a:cubicBezTo>
                  <a:pt x="149329" y="19215"/>
                  <a:pt x="149754" y="18519"/>
                  <a:pt x="150309" y="17882"/>
                </a:cubicBezTo>
                <a:cubicBezTo>
                  <a:pt x="150863" y="17246"/>
                  <a:pt x="151547" y="16649"/>
                  <a:pt x="152360" y="16094"/>
                </a:cubicBezTo>
                <a:cubicBezTo>
                  <a:pt x="153174" y="15539"/>
                  <a:pt x="154090" y="15009"/>
                  <a:pt x="155111" y="14505"/>
                </a:cubicBezTo>
                <a:cubicBezTo>
                  <a:pt x="154224" y="14047"/>
                  <a:pt x="153440" y="13562"/>
                  <a:pt x="152760" y="13051"/>
                </a:cubicBezTo>
                <a:cubicBezTo>
                  <a:pt x="152079" y="12540"/>
                  <a:pt x="151503" y="11985"/>
                  <a:pt x="151030" y="11385"/>
                </a:cubicBezTo>
                <a:cubicBezTo>
                  <a:pt x="150556" y="10785"/>
                  <a:pt x="150198" y="10145"/>
                  <a:pt x="149954" y="9463"/>
                </a:cubicBezTo>
                <a:cubicBezTo>
                  <a:pt x="149710" y="8782"/>
                  <a:pt x="149588" y="8041"/>
                  <a:pt x="149588" y="7242"/>
                </a:cubicBezTo>
                <a:cubicBezTo>
                  <a:pt x="149588" y="6235"/>
                  <a:pt x="149769" y="5291"/>
                  <a:pt x="150131" y="4410"/>
                </a:cubicBezTo>
                <a:cubicBezTo>
                  <a:pt x="150494" y="3529"/>
                  <a:pt x="151041" y="2762"/>
                  <a:pt x="151773" y="2111"/>
                </a:cubicBezTo>
                <a:cubicBezTo>
                  <a:pt x="152505" y="1459"/>
                  <a:pt x="153436" y="944"/>
                  <a:pt x="154567" y="566"/>
                </a:cubicBezTo>
                <a:cubicBezTo>
                  <a:pt x="155699" y="189"/>
                  <a:pt x="157018" y="0"/>
                  <a:pt x="158527" y="0"/>
                </a:cubicBezTo>
                <a:cubicBezTo>
                  <a:pt x="159976" y="0"/>
                  <a:pt x="161229" y="174"/>
                  <a:pt x="162286" y="522"/>
                </a:cubicBezTo>
                <a:cubicBezTo>
                  <a:pt x="163343" y="870"/>
                  <a:pt x="164216" y="1344"/>
                  <a:pt x="164903" y="1944"/>
                </a:cubicBezTo>
                <a:cubicBezTo>
                  <a:pt x="165591" y="2543"/>
                  <a:pt x="166098" y="3251"/>
                  <a:pt x="166423" y="4065"/>
                </a:cubicBezTo>
                <a:cubicBezTo>
                  <a:pt x="166748" y="4879"/>
                  <a:pt x="166911" y="5753"/>
                  <a:pt x="166911" y="6686"/>
                </a:cubicBezTo>
                <a:cubicBezTo>
                  <a:pt x="166911" y="7442"/>
                  <a:pt x="166789" y="8167"/>
                  <a:pt x="166545" y="8863"/>
                </a:cubicBezTo>
                <a:cubicBezTo>
                  <a:pt x="166301" y="9559"/>
                  <a:pt x="165942" y="10218"/>
                  <a:pt x="165469" y="10840"/>
                </a:cubicBezTo>
                <a:cubicBezTo>
                  <a:pt x="164996" y="11462"/>
                  <a:pt x="164416" y="12043"/>
                  <a:pt x="163728" y="12584"/>
                </a:cubicBezTo>
                <a:cubicBezTo>
                  <a:pt x="163040" y="13125"/>
                  <a:pt x="162253" y="13632"/>
                  <a:pt x="161366" y="14106"/>
                </a:cubicBezTo>
                <a:cubicBezTo>
                  <a:pt x="162416" y="14624"/>
                  <a:pt x="163351" y="15157"/>
                  <a:pt x="164172" y="15705"/>
                </a:cubicBezTo>
                <a:cubicBezTo>
                  <a:pt x="164992" y="16253"/>
                  <a:pt x="165680" y="16842"/>
                  <a:pt x="166234" y="17471"/>
                </a:cubicBezTo>
                <a:cubicBezTo>
                  <a:pt x="166789" y="18101"/>
                  <a:pt x="167210" y="18767"/>
                  <a:pt x="167499" y="19470"/>
                </a:cubicBezTo>
                <a:cubicBezTo>
                  <a:pt x="167787" y="20174"/>
                  <a:pt x="167931" y="20947"/>
                  <a:pt x="167931" y="21792"/>
                </a:cubicBezTo>
                <a:moveTo>
                  <a:pt x="163140" y="7039"/>
                </a:moveTo>
                <a:cubicBezTo>
                  <a:pt x="163140" y="6417"/>
                  <a:pt x="163033" y="5854"/>
                  <a:pt x="162819" y="5350"/>
                </a:cubicBezTo>
                <a:cubicBezTo>
                  <a:pt x="162604" y="4847"/>
                  <a:pt x="162290" y="4417"/>
                  <a:pt x="161876" y="4062"/>
                </a:cubicBezTo>
                <a:cubicBezTo>
                  <a:pt x="161462" y="3706"/>
                  <a:pt x="160948" y="3435"/>
                  <a:pt x="160334" y="3250"/>
                </a:cubicBezTo>
                <a:cubicBezTo>
                  <a:pt x="159721" y="3065"/>
                  <a:pt x="159022" y="2972"/>
                  <a:pt x="158238" y="2972"/>
                </a:cubicBezTo>
                <a:cubicBezTo>
                  <a:pt x="156641" y="2972"/>
                  <a:pt x="155432" y="3335"/>
                  <a:pt x="154612" y="4061"/>
                </a:cubicBezTo>
                <a:cubicBezTo>
                  <a:pt x="153791" y="4787"/>
                  <a:pt x="153381" y="5780"/>
                  <a:pt x="153381" y="7039"/>
                </a:cubicBezTo>
                <a:cubicBezTo>
                  <a:pt x="153381" y="7617"/>
                  <a:pt x="153481" y="8154"/>
                  <a:pt x="153680" y="8650"/>
                </a:cubicBezTo>
                <a:cubicBezTo>
                  <a:pt x="153880" y="9147"/>
                  <a:pt x="154190" y="9617"/>
                  <a:pt x="154612" y="10062"/>
                </a:cubicBezTo>
                <a:cubicBezTo>
                  <a:pt x="155033" y="10506"/>
                  <a:pt x="155565" y="10940"/>
                  <a:pt x="156209" y="11362"/>
                </a:cubicBezTo>
                <a:cubicBezTo>
                  <a:pt x="156852" y="11784"/>
                  <a:pt x="157617" y="12224"/>
                  <a:pt x="158504" y="12684"/>
                </a:cubicBezTo>
                <a:cubicBezTo>
                  <a:pt x="159998" y="11913"/>
                  <a:pt x="161144" y="11062"/>
                  <a:pt x="161942" y="10128"/>
                </a:cubicBezTo>
                <a:cubicBezTo>
                  <a:pt x="162741" y="9195"/>
                  <a:pt x="163140" y="8165"/>
                  <a:pt x="163140" y="7039"/>
                </a:cubicBezTo>
                <a:moveTo>
                  <a:pt x="164072" y="22194"/>
                </a:moveTo>
                <a:cubicBezTo>
                  <a:pt x="164072" y="21513"/>
                  <a:pt x="163946" y="20894"/>
                  <a:pt x="163695" y="20339"/>
                </a:cubicBezTo>
                <a:cubicBezTo>
                  <a:pt x="163443" y="19783"/>
                  <a:pt x="163062" y="19265"/>
                  <a:pt x="162552" y="18783"/>
                </a:cubicBezTo>
                <a:cubicBezTo>
                  <a:pt x="162042" y="18302"/>
                  <a:pt x="161406" y="17835"/>
                  <a:pt x="160645" y="17383"/>
                </a:cubicBezTo>
                <a:cubicBezTo>
                  <a:pt x="159883" y="16931"/>
                  <a:pt x="159000" y="16461"/>
                  <a:pt x="157994" y="15972"/>
                </a:cubicBezTo>
                <a:cubicBezTo>
                  <a:pt x="157063" y="16431"/>
                  <a:pt x="156246" y="16891"/>
                  <a:pt x="155543" y="17350"/>
                </a:cubicBezTo>
                <a:cubicBezTo>
                  <a:pt x="154841" y="17809"/>
                  <a:pt x="154264" y="18283"/>
                  <a:pt x="153813" y="18772"/>
                </a:cubicBezTo>
                <a:cubicBezTo>
                  <a:pt x="153362" y="19261"/>
                  <a:pt x="153022" y="19776"/>
                  <a:pt x="152793" y="20317"/>
                </a:cubicBezTo>
                <a:cubicBezTo>
                  <a:pt x="152564" y="20857"/>
                  <a:pt x="152449" y="21454"/>
                  <a:pt x="152449" y="22106"/>
                </a:cubicBezTo>
                <a:cubicBezTo>
                  <a:pt x="152449" y="23543"/>
                  <a:pt x="152941" y="24654"/>
                  <a:pt x="153924" y="25439"/>
                </a:cubicBezTo>
                <a:cubicBezTo>
                  <a:pt x="154907" y="26224"/>
                  <a:pt x="156375" y="26617"/>
                  <a:pt x="158327" y="26617"/>
                </a:cubicBezTo>
                <a:cubicBezTo>
                  <a:pt x="160220" y="26617"/>
                  <a:pt x="161650" y="26220"/>
                  <a:pt x="162619" y="25428"/>
                </a:cubicBezTo>
                <a:cubicBezTo>
                  <a:pt x="163587" y="24635"/>
                  <a:pt x="164072" y="23558"/>
                  <a:pt x="164072" y="22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37272-4C43-4526-A79B-EBC58E7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597473"/>
            <a:ext cx="166788" cy="45388"/>
          </a:xfrm>
          <a:custGeom xmlns:a="http://schemas.openxmlformats.org/drawingml/2006/main">
            <a:pathLst>
              <a:path w="166788" h="45388">
                <a:moveTo>
                  <a:pt x="0" y="20820"/>
                </a:moveTo>
                <a:lnTo>
                  <a:pt x="0" y="24568"/>
                </a:lnTo>
                <a:lnTo>
                  <a:pt x="121362" y="24568"/>
                </a:lnTo>
                <a:lnTo>
                  <a:pt x="121362" y="45388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E358F-2AE8-4FAE-93B6-E9B3E600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593012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9DCCA-373B-417F-B376-8DCA5B7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586117"/>
            <a:ext cx="313437" cy="68101"/>
          </a:xfrm>
          <a:custGeom xmlns:a="http://schemas.openxmlformats.org/drawingml/2006/main">
            <a:pathLst>
              <a:path w="313437" h="68101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73"/>
                  <a:pt x="313437" y="11356"/>
                </a:cubicBezTo>
                <a:lnTo>
                  <a:pt x="313437" y="56744"/>
                </a:lnTo>
                <a:cubicBezTo>
                  <a:pt x="313437" y="63021"/>
                  <a:pt x="308365" y="68101"/>
                  <a:pt x="302081" y="68101"/>
                </a:cubicBezTo>
                <a:lnTo>
                  <a:pt x="11356" y="68101"/>
                </a:lnTo>
                <a:cubicBezTo>
                  <a:pt x="5073" y="68101"/>
                  <a:pt x="0" y="63021"/>
                  <a:pt x="0" y="56744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IMAGE_9">
            <a:extLst xmlns:a="http://schemas.openxmlformats.org/drawingml/2006/main">
              <a:ext uri="{FF2B5EF4-FFF2-40B4-BE49-F238E27FC236}">
                <a16:creationId xmlns:a16="http://schemas.microsoft.com/office/drawing/2014/main" id="{1482B751-004A-4459-BFDC-48F71420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974" y="5607273"/>
            <a:ext cx="167488" cy="37263"/>
          </a:xfrm>
          <a:custGeom xmlns:a="http://schemas.openxmlformats.org/drawingml/2006/main">
            <a:pathLst>
              <a:path w="167488" h="37263">
                <a:moveTo>
                  <a:pt x="3815" y="28568"/>
                </a:moveTo>
                <a:cubicBezTo>
                  <a:pt x="3815" y="28687"/>
                  <a:pt x="3785" y="28790"/>
                  <a:pt x="3726" y="28879"/>
                </a:cubicBezTo>
                <a:cubicBezTo>
                  <a:pt x="3667" y="28968"/>
                  <a:pt x="3564" y="29038"/>
                  <a:pt x="3416" y="29090"/>
                </a:cubicBezTo>
                <a:cubicBezTo>
                  <a:pt x="3268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53" y="29278"/>
                  <a:pt x="1250" y="29260"/>
                  <a:pt x="998" y="29223"/>
                </a:cubicBezTo>
                <a:cubicBezTo>
                  <a:pt x="747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1020"/>
                </a:lnTo>
                <a:cubicBezTo>
                  <a:pt x="0" y="902"/>
                  <a:pt x="33" y="798"/>
                  <a:pt x="100" y="710"/>
                </a:cubicBezTo>
                <a:cubicBezTo>
                  <a:pt x="166" y="621"/>
                  <a:pt x="277" y="551"/>
                  <a:pt x="433" y="499"/>
                </a:cubicBezTo>
                <a:cubicBezTo>
                  <a:pt x="588" y="447"/>
                  <a:pt x="787" y="403"/>
                  <a:pt x="1031" y="366"/>
                </a:cubicBezTo>
                <a:cubicBezTo>
                  <a:pt x="1275" y="329"/>
                  <a:pt x="1567" y="311"/>
                  <a:pt x="1908" y="311"/>
                </a:cubicBezTo>
                <a:cubicBezTo>
                  <a:pt x="2277" y="311"/>
                  <a:pt x="2584" y="329"/>
                  <a:pt x="2828" y="366"/>
                </a:cubicBezTo>
                <a:cubicBezTo>
                  <a:pt x="3072" y="403"/>
                  <a:pt x="3268" y="447"/>
                  <a:pt x="3416" y="499"/>
                </a:cubicBezTo>
                <a:cubicBezTo>
                  <a:pt x="3564" y="551"/>
                  <a:pt x="3667" y="621"/>
                  <a:pt x="3726" y="710"/>
                </a:cubicBezTo>
                <a:cubicBezTo>
                  <a:pt x="3785" y="798"/>
                  <a:pt x="3815" y="902"/>
                  <a:pt x="3815" y="1020"/>
                </a:cubicBezTo>
                <a:lnTo>
                  <a:pt x="3815" y="28568"/>
                </a:lnTo>
                <a:close/>
                <a:moveTo>
                  <a:pt x="42972" y="28568"/>
                </a:moveTo>
                <a:cubicBezTo>
                  <a:pt x="42972" y="28687"/>
                  <a:pt x="42943" y="28790"/>
                  <a:pt x="42884" y="28879"/>
                </a:cubicBezTo>
                <a:cubicBezTo>
                  <a:pt x="42824" y="28968"/>
                  <a:pt x="42721" y="29038"/>
                  <a:pt x="42573" y="29090"/>
                </a:cubicBezTo>
                <a:cubicBezTo>
                  <a:pt x="42425" y="29141"/>
                  <a:pt x="42237" y="29186"/>
                  <a:pt x="42007" y="29223"/>
                </a:cubicBezTo>
                <a:cubicBezTo>
                  <a:pt x="41778" y="29260"/>
                  <a:pt x="41479" y="29278"/>
                  <a:pt x="41109" y="29278"/>
                </a:cubicBezTo>
                <a:cubicBezTo>
                  <a:pt x="40769" y="29278"/>
                  <a:pt x="40477" y="29260"/>
                  <a:pt x="40233" y="29223"/>
                </a:cubicBezTo>
                <a:cubicBezTo>
                  <a:pt x="39989" y="29186"/>
                  <a:pt x="39797" y="29141"/>
                  <a:pt x="39656" y="29090"/>
                </a:cubicBezTo>
                <a:cubicBezTo>
                  <a:pt x="39516" y="29038"/>
                  <a:pt x="39416" y="28968"/>
                  <a:pt x="39357" y="28879"/>
                </a:cubicBezTo>
                <a:cubicBezTo>
                  <a:pt x="39298" y="28790"/>
                  <a:pt x="39268" y="28687"/>
                  <a:pt x="39268" y="28568"/>
                </a:cubicBezTo>
                <a:lnTo>
                  <a:pt x="39268" y="3571"/>
                </a:lnTo>
                <a:lnTo>
                  <a:pt x="39224" y="3571"/>
                </a:lnTo>
                <a:lnTo>
                  <a:pt x="28999" y="28679"/>
                </a:lnTo>
                <a:cubicBezTo>
                  <a:pt x="28954" y="28783"/>
                  <a:pt x="28891" y="28872"/>
                  <a:pt x="28810" y="28946"/>
                </a:cubicBezTo>
                <a:cubicBezTo>
                  <a:pt x="28729" y="29019"/>
                  <a:pt x="28610" y="29082"/>
                  <a:pt x="28455" y="29134"/>
                </a:cubicBezTo>
                <a:cubicBezTo>
                  <a:pt x="28300" y="29186"/>
                  <a:pt x="28115" y="29223"/>
                  <a:pt x="27901" y="29245"/>
                </a:cubicBezTo>
                <a:cubicBezTo>
                  <a:pt x="27686" y="29267"/>
                  <a:pt x="27431" y="29278"/>
                  <a:pt x="27135" y="29278"/>
                </a:cubicBezTo>
                <a:cubicBezTo>
                  <a:pt x="26825" y="29278"/>
                  <a:pt x="26559" y="29263"/>
                  <a:pt x="26337" y="29234"/>
                </a:cubicBezTo>
                <a:cubicBezTo>
                  <a:pt x="26115" y="29204"/>
                  <a:pt x="25930" y="29164"/>
                  <a:pt x="25782" y="29112"/>
                </a:cubicBezTo>
                <a:cubicBezTo>
                  <a:pt x="25635" y="29060"/>
                  <a:pt x="25520" y="28997"/>
                  <a:pt x="25439" y="28923"/>
                </a:cubicBezTo>
                <a:cubicBezTo>
                  <a:pt x="25357" y="28849"/>
                  <a:pt x="25302" y="28768"/>
                  <a:pt x="25272" y="28679"/>
                </a:cubicBezTo>
                <a:lnTo>
                  <a:pt x="15491" y="3571"/>
                </a:lnTo>
                <a:lnTo>
                  <a:pt x="15468" y="3571"/>
                </a:lnTo>
                <a:lnTo>
                  <a:pt x="15468" y="28568"/>
                </a:lnTo>
                <a:cubicBezTo>
                  <a:pt x="15468" y="28687"/>
                  <a:pt x="15439" y="28790"/>
                  <a:pt x="15380" y="28879"/>
                </a:cubicBezTo>
                <a:cubicBezTo>
                  <a:pt x="15321" y="28968"/>
                  <a:pt x="15217" y="29038"/>
                  <a:pt x="15069" y="29090"/>
                </a:cubicBezTo>
                <a:cubicBezTo>
                  <a:pt x="14921" y="29141"/>
                  <a:pt x="14729" y="29186"/>
                  <a:pt x="14493" y="29223"/>
                </a:cubicBezTo>
                <a:cubicBezTo>
                  <a:pt x="14256" y="29260"/>
                  <a:pt x="13953" y="29278"/>
                  <a:pt x="13583" y="29278"/>
                </a:cubicBezTo>
                <a:cubicBezTo>
                  <a:pt x="13228" y="29278"/>
                  <a:pt x="12933" y="29260"/>
                  <a:pt x="12696" y="29223"/>
                </a:cubicBezTo>
                <a:cubicBezTo>
                  <a:pt x="12459" y="29186"/>
                  <a:pt x="12271" y="29141"/>
                  <a:pt x="12130" y="29090"/>
                </a:cubicBezTo>
                <a:cubicBezTo>
                  <a:pt x="11990" y="29038"/>
                  <a:pt x="11894" y="28968"/>
                  <a:pt x="11842" y="28879"/>
                </a:cubicBezTo>
                <a:cubicBezTo>
                  <a:pt x="11790" y="28790"/>
                  <a:pt x="11764" y="28687"/>
                  <a:pt x="11764" y="28568"/>
                </a:cubicBezTo>
                <a:lnTo>
                  <a:pt x="11764" y="2174"/>
                </a:lnTo>
                <a:cubicBezTo>
                  <a:pt x="11764" y="1553"/>
                  <a:pt x="11927" y="1109"/>
                  <a:pt x="12252" y="843"/>
                </a:cubicBezTo>
                <a:cubicBezTo>
                  <a:pt x="12578" y="577"/>
                  <a:pt x="12940" y="444"/>
                  <a:pt x="13339" y="444"/>
                </a:cubicBezTo>
                <a:lnTo>
                  <a:pt x="15646" y="444"/>
                </a:lnTo>
                <a:cubicBezTo>
                  <a:pt x="16119" y="444"/>
                  <a:pt x="16533" y="488"/>
                  <a:pt x="16888" y="577"/>
                </a:cubicBezTo>
                <a:cubicBezTo>
                  <a:pt x="17243" y="665"/>
                  <a:pt x="17553" y="806"/>
                  <a:pt x="17820" y="998"/>
                </a:cubicBezTo>
                <a:cubicBezTo>
                  <a:pt x="18086" y="1190"/>
                  <a:pt x="18308" y="1434"/>
                  <a:pt x="18485" y="1730"/>
                </a:cubicBezTo>
                <a:cubicBezTo>
                  <a:pt x="18662" y="2026"/>
                  <a:pt x="18818" y="2373"/>
                  <a:pt x="18951" y="2773"/>
                </a:cubicBezTo>
                <a:lnTo>
                  <a:pt x="27269" y="23556"/>
                </a:lnTo>
                <a:lnTo>
                  <a:pt x="27379" y="23556"/>
                </a:lnTo>
                <a:lnTo>
                  <a:pt x="36030" y="2839"/>
                </a:lnTo>
                <a:cubicBezTo>
                  <a:pt x="36192" y="2395"/>
                  <a:pt x="36370" y="2018"/>
                  <a:pt x="36562" y="1708"/>
                </a:cubicBezTo>
                <a:cubicBezTo>
                  <a:pt x="36754" y="1397"/>
                  <a:pt x="36965" y="1150"/>
                  <a:pt x="37194" y="965"/>
                </a:cubicBezTo>
                <a:cubicBezTo>
                  <a:pt x="37423" y="780"/>
                  <a:pt x="37679" y="647"/>
                  <a:pt x="37960" y="566"/>
                </a:cubicBezTo>
                <a:cubicBezTo>
                  <a:pt x="38240" y="484"/>
                  <a:pt x="38566" y="444"/>
                  <a:pt x="38935" y="444"/>
                </a:cubicBezTo>
                <a:lnTo>
                  <a:pt x="41353" y="444"/>
                </a:lnTo>
                <a:cubicBezTo>
                  <a:pt x="41575" y="444"/>
                  <a:pt x="41786" y="477"/>
                  <a:pt x="41985" y="543"/>
                </a:cubicBezTo>
                <a:cubicBezTo>
                  <a:pt x="42185" y="610"/>
                  <a:pt x="42355" y="713"/>
                  <a:pt x="42495" y="854"/>
                </a:cubicBezTo>
                <a:cubicBezTo>
                  <a:pt x="42636" y="994"/>
                  <a:pt x="42750" y="1172"/>
                  <a:pt x="42839" y="1386"/>
                </a:cubicBezTo>
                <a:cubicBezTo>
                  <a:pt x="42928" y="1601"/>
                  <a:pt x="42972" y="1863"/>
                  <a:pt x="42972" y="2174"/>
                </a:cubicBezTo>
                <a:lnTo>
                  <a:pt x="42972" y="28568"/>
                </a:lnTo>
                <a:close/>
                <a:moveTo>
                  <a:pt x="72279" y="27792"/>
                </a:moveTo>
                <a:cubicBezTo>
                  <a:pt x="72397" y="28117"/>
                  <a:pt x="72460" y="28380"/>
                  <a:pt x="72468" y="28580"/>
                </a:cubicBezTo>
                <a:cubicBezTo>
                  <a:pt x="72475" y="28779"/>
                  <a:pt x="72419" y="28931"/>
                  <a:pt x="72301" y="29034"/>
                </a:cubicBezTo>
                <a:cubicBezTo>
                  <a:pt x="72183" y="29138"/>
                  <a:pt x="71987" y="29204"/>
                  <a:pt x="71713" y="29234"/>
                </a:cubicBezTo>
                <a:cubicBezTo>
                  <a:pt x="71440" y="29263"/>
                  <a:pt x="71074" y="29278"/>
                  <a:pt x="70615" y="29278"/>
                </a:cubicBezTo>
                <a:cubicBezTo>
                  <a:pt x="70157" y="29278"/>
                  <a:pt x="69791" y="29267"/>
                  <a:pt x="69517" y="29245"/>
                </a:cubicBezTo>
                <a:cubicBezTo>
                  <a:pt x="69244" y="29223"/>
                  <a:pt x="69037" y="29186"/>
                  <a:pt x="68896" y="29134"/>
                </a:cubicBezTo>
                <a:cubicBezTo>
                  <a:pt x="68756" y="29082"/>
                  <a:pt x="68652" y="29012"/>
                  <a:pt x="68586" y="28923"/>
                </a:cubicBezTo>
                <a:cubicBezTo>
                  <a:pt x="68519" y="28835"/>
                  <a:pt x="68457" y="28724"/>
                  <a:pt x="68397" y="28591"/>
                </a:cubicBezTo>
                <a:lnTo>
                  <a:pt x="65935" y="21604"/>
                </a:lnTo>
                <a:lnTo>
                  <a:pt x="54002" y="21604"/>
                </a:lnTo>
                <a:lnTo>
                  <a:pt x="51651" y="28502"/>
                </a:lnTo>
                <a:cubicBezTo>
                  <a:pt x="51607" y="28635"/>
                  <a:pt x="51548" y="28750"/>
                  <a:pt x="51474" y="28846"/>
                </a:cubicBezTo>
                <a:cubicBezTo>
                  <a:pt x="51400" y="28942"/>
                  <a:pt x="51293" y="29023"/>
                  <a:pt x="51152" y="29090"/>
                </a:cubicBezTo>
                <a:cubicBezTo>
                  <a:pt x="51012" y="29156"/>
                  <a:pt x="50812" y="29204"/>
                  <a:pt x="50553" y="29234"/>
                </a:cubicBezTo>
                <a:cubicBezTo>
                  <a:pt x="50294" y="29263"/>
                  <a:pt x="49958" y="29278"/>
                  <a:pt x="49544" y="29278"/>
                </a:cubicBezTo>
                <a:cubicBezTo>
                  <a:pt x="49115" y="29278"/>
                  <a:pt x="48764" y="29260"/>
                  <a:pt x="48490" y="29223"/>
                </a:cubicBezTo>
                <a:cubicBezTo>
                  <a:pt x="48217" y="29186"/>
                  <a:pt x="48025" y="29116"/>
                  <a:pt x="47914" y="29012"/>
                </a:cubicBezTo>
                <a:cubicBezTo>
                  <a:pt x="47803" y="28909"/>
                  <a:pt x="47751" y="28757"/>
                  <a:pt x="47758" y="28557"/>
                </a:cubicBezTo>
                <a:cubicBezTo>
                  <a:pt x="47766" y="28358"/>
                  <a:pt x="47829" y="28095"/>
                  <a:pt x="47947" y="27770"/>
                </a:cubicBezTo>
                <a:lnTo>
                  <a:pt x="57573" y="1109"/>
                </a:lnTo>
                <a:cubicBezTo>
                  <a:pt x="57632" y="946"/>
                  <a:pt x="57710" y="813"/>
                  <a:pt x="57806" y="710"/>
                </a:cubicBezTo>
                <a:cubicBezTo>
                  <a:pt x="57902" y="606"/>
                  <a:pt x="58043" y="525"/>
                  <a:pt x="58228" y="466"/>
                </a:cubicBezTo>
                <a:cubicBezTo>
                  <a:pt x="58412" y="407"/>
                  <a:pt x="58649" y="366"/>
                  <a:pt x="58937" y="344"/>
                </a:cubicBezTo>
                <a:cubicBezTo>
                  <a:pt x="59226" y="322"/>
                  <a:pt x="59592" y="311"/>
                  <a:pt x="60035" y="311"/>
                </a:cubicBezTo>
                <a:cubicBezTo>
                  <a:pt x="60509" y="311"/>
                  <a:pt x="60900" y="322"/>
                  <a:pt x="61211" y="344"/>
                </a:cubicBezTo>
                <a:cubicBezTo>
                  <a:pt x="61521" y="366"/>
                  <a:pt x="61773" y="407"/>
                  <a:pt x="61965" y="466"/>
                </a:cubicBezTo>
                <a:cubicBezTo>
                  <a:pt x="62157" y="525"/>
                  <a:pt x="62305" y="610"/>
                  <a:pt x="62409" y="721"/>
                </a:cubicBezTo>
                <a:cubicBezTo>
                  <a:pt x="62512" y="832"/>
                  <a:pt x="62593" y="969"/>
                  <a:pt x="62653" y="1131"/>
                </a:cubicBezTo>
                <a:lnTo>
                  <a:pt x="72279" y="27792"/>
                </a:lnTo>
                <a:moveTo>
                  <a:pt x="59924" y="4259"/>
                </a:moveTo>
                <a:lnTo>
                  <a:pt x="59902" y="4259"/>
                </a:lnTo>
                <a:lnTo>
                  <a:pt x="54956" y="18565"/>
                </a:lnTo>
                <a:lnTo>
                  <a:pt x="64937" y="18565"/>
                </a:lnTo>
                <a:lnTo>
                  <a:pt x="59924" y="4259"/>
                </a:lnTo>
                <a:close/>
                <a:moveTo>
                  <a:pt x="98647" y="4347"/>
                </a:moveTo>
                <a:cubicBezTo>
                  <a:pt x="98647" y="4628"/>
                  <a:pt x="98632" y="4876"/>
                  <a:pt x="98603" y="5090"/>
                </a:cubicBezTo>
                <a:cubicBezTo>
                  <a:pt x="98573" y="5305"/>
                  <a:pt x="98529" y="5482"/>
                  <a:pt x="98470" y="5623"/>
                </a:cubicBezTo>
                <a:cubicBezTo>
                  <a:pt x="98410" y="5763"/>
                  <a:pt x="98337" y="5863"/>
                  <a:pt x="98248" y="5922"/>
                </a:cubicBezTo>
                <a:cubicBezTo>
                  <a:pt x="98159" y="5981"/>
                  <a:pt x="98063" y="6011"/>
                  <a:pt x="97959" y="6011"/>
                </a:cubicBezTo>
                <a:cubicBezTo>
                  <a:pt x="97782" y="6011"/>
                  <a:pt x="97486" y="5870"/>
                  <a:pt x="97072" y="5589"/>
                </a:cubicBezTo>
                <a:cubicBezTo>
                  <a:pt x="96658" y="5309"/>
                  <a:pt x="96104" y="4998"/>
                  <a:pt x="95409" y="4658"/>
                </a:cubicBezTo>
                <a:cubicBezTo>
                  <a:pt x="94714" y="4318"/>
                  <a:pt x="93882" y="4007"/>
                  <a:pt x="92913" y="3726"/>
                </a:cubicBezTo>
                <a:cubicBezTo>
                  <a:pt x="91945" y="3445"/>
                  <a:pt x="90795" y="3305"/>
                  <a:pt x="89464" y="3305"/>
                </a:cubicBezTo>
                <a:cubicBezTo>
                  <a:pt x="87882" y="3305"/>
                  <a:pt x="86463" y="3593"/>
                  <a:pt x="85206" y="4170"/>
                </a:cubicBezTo>
                <a:cubicBezTo>
                  <a:pt x="83949" y="4747"/>
                  <a:pt x="82884" y="5545"/>
                  <a:pt x="82012" y="6565"/>
                </a:cubicBezTo>
                <a:cubicBezTo>
                  <a:pt x="81139" y="7586"/>
                  <a:pt x="80470" y="8798"/>
                  <a:pt x="80004" y="10203"/>
                </a:cubicBezTo>
                <a:cubicBezTo>
                  <a:pt x="79539" y="11608"/>
                  <a:pt x="79306" y="13131"/>
                  <a:pt x="79306" y="14772"/>
                </a:cubicBezTo>
                <a:cubicBezTo>
                  <a:pt x="79306" y="16606"/>
                  <a:pt x="79561" y="18232"/>
                  <a:pt x="80071" y="19652"/>
                </a:cubicBezTo>
                <a:cubicBezTo>
                  <a:pt x="80581" y="21071"/>
                  <a:pt x="81287" y="22269"/>
                  <a:pt x="82189" y="23245"/>
                </a:cubicBezTo>
                <a:cubicBezTo>
                  <a:pt x="83091" y="24221"/>
                  <a:pt x="84167" y="24960"/>
                  <a:pt x="85416" y="25463"/>
                </a:cubicBezTo>
                <a:cubicBezTo>
                  <a:pt x="86666" y="25966"/>
                  <a:pt x="88037" y="26217"/>
                  <a:pt x="89531" y="26217"/>
                </a:cubicBezTo>
                <a:cubicBezTo>
                  <a:pt x="90418" y="26217"/>
                  <a:pt x="91316" y="26110"/>
                  <a:pt x="92226" y="25896"/>
                </a:cubicBezTo>
                <a:cubicBezTo>
                  <a:pt x="93135" y="25681"/>
                  <a:pt x="93982" y="25360"/>
                  <a:pt x="94765" y="24931"/>
                </a:cubicBezTo>
                <a:lnTo>
                  <a:pt x="94765" y="16569"/>
                </a:lnTo>
                <a:lnTo>
                  <a:pt x="88111" y="16569"/>
                </a:lnTo>
                <a:cubicBezTo>
                  <a:pt x="87860" y="16569"/>
                  <a:pt x="87671" y="16443"/>
                  <a:pt x="87546" y="16192"/>
                </a:cubicBezTo>
                <a:cubicBezTo>
                  <a:pt x="87420" y="15940"/>
                  <a:pt x="87357" y="15549"/>
                  <a:pt x="87357" y="15016"/>
                </a:cubicBezTo>
                <a:cubicBezTo>
                  <a:pt x="87357" y="14735"/>
                  <a:pt x="87372" y="14495"/>
                  <a:pt x="87402" y="14295"/>
                </a:cubicBezTo>
                <a:cubicBezTo>
                  <a:pt x="87431" y="14096"/>
                  <a:pt x="87479" y="13933"/>
                  <a:pt x="87546" y="13807"/>
                </a:cubicBezTo>
                <a:cubicBezTo>
                  <a:pt x="87612" y="13682"/>
                  <a:pt x="87690" y="13589"/>
                  <a:pt x="87779" y="13530"/>
                </a:cubicBezTo>
                <a:cubicBezTo>
                  <a:pt x="87867" y="13471"/>
                  <a:pt x="87978" y="13441"/>
                  <a:pt x="88111" y="13441"/>
                </a:cubicBezTo>
                <a:lnTo>
                  <a:pt x="97228" y="13441"/>
                </a:lnTo>
                <a:cubicBezTo>
                  <a:pt x="97390" y="13441"/>
                  <a:pt x="97553" y="13471"/>
                  <a:pt x="97716" y="13530"/>
                </a:cubicBezTo>
                <a:cubicBezTo>
                  <a:pt x="97878" y="13589"/>
                  <a:pt x="98026" y="13678"/>
                  <a:pt x="98159" y="13796"/>
                </a:cubicBezTo>
                <a:cubicBezTo>
                  <a:pt x="98292" y="13915"/>
                  <a:pt x="98396" y="14077"/>
                  <a:pt x="98470" y="14284"/>
                </a:cubicBezTo>
                <a:cubicBezTo>
                  <a:pt x="98544" y="14491"/>
                  <a:pt x="98581" y="14728"/>
                  <a:pt x="98581" y="14994"/>
                </a:cubicBezTo>
                <a:lnTo>
                  <a:pt x="98581" y="25929"/>
                </a:lnTo>
                <a:cubicBezTo>
                  <a:pt x="98581" y="26313"/>
                  <a:pt x="98514" y="26646"/>
                  <a:pt x="98381" y="26927"/>
                </a:cubicBezTo>
                <a:cubicBezTo>
                  <a:pt x="98248" y="27208"/>
                  <a:pt x="97967" y="27456"/>
                  <a:pt x="97538" y="27670"/>
                </a:cubicBezTo>
                <a:cubicBezTo>
                  <a:pt x="97109" y="27885"/>
                  <a:pt x="96555" y="28117"/>
                  <a:pt x="95875" y="28369"/>
                </a:cubicBezTo>
                <a:cubicBezTo>
                  <a:pt x="95194" y="28620"/>
                  <a:pt x="94492" y="28835"/>
                  <a:pt x="93767" y="29012"/>
                </a:cubicBezTo>
                <a:cubicBezTo>
                  <a:pt x="93043" y="29190"/>
                  <a:pt x="92311" y="29323"/>
                  <a:pt x="91572" y="29411"/>
                </a:cubicBezTo>
                <a:cubicBezTo>
                  <a:pt x="90832" y="29500"/>
                  <a:pt x="90100" y="29544"/>
                  <a:pt x="89376" y="29544"/>
                </a:cubicBezTo>
                <a:cubicBezTo>
                  <a:pt x="87158" y="29544"/>
                  <a:pt x="85176" y="29201"/>
                  <a:pt x="83431" y="28513"/>
                </a:cubicBezTo>
                <a:cubicBezTo>
                  <a:pt x="81686" y="27825"/>
                  <a:pt x="80211" y="26846"/>
                  <a:pt x="79006" y="25574"/>
                </a:cubicBezTo>
                <a:cubicBezTo>
                  <a:pt x="77801" y="24302"/>
                  <a:pt x="76881" y="22779"/>
                  <a:pt x="76245" y="21005"/>
                </a:cubicBezTo>
                <a:cubicBezTo>
                  <a:pt x="75609" y="19231"/>
                  <a:pt x="75291" y="17249"/>
                  <a:pt x="75291" y="15061"/>
                </a:cubicBezTo>
                <a:cubicBezTo>
                  <a:pt x="75291" y="12783"/>
                  <a:pt x="75635" y="10721"/>
                  <a:pt x="76322" y="8872"/>
                </a:cubicBezTo>
                <a:cubicBezTo>
                  <a:pt x="77010" y="7024"/>
                  <a:pt x="77979" y="5449"/>
                  <a:pt x="79228" y="4148"/>
                </a:cubicBezTo>
                <a:cubicBezTo>
                  <a:pt x="80478" y="2846"/>
                  <a:pt x="81978" y="1837"/>
                  <a:pt x="83731" y="1120"/>
                </a:cubicBezTo>
                <a:cubicBezTo>
                  <a:pt x="85483" y="403"/>
                  <a:pt x="87424" y="44"/>
                  <a:pt x="89553" y="44"/>
                </a:cubicBezTo>
                <a:cubicBezTo>
                  <a:pt x="90647" y="44"/>
                  <a:pt x="91675" y="140"/>
                  <a:pt x="92636" y="333"/>
                </a:cubicBezTo>
                <a:cubicBezTo>
                  <a:pt x="93597" y="525"/>
                  <a:pt x="94451" y="750"/>
                  <a:pt x="95198" y="1009"/>
                </a:cubicBezTo>
                <a:cubicBezTo>
                  <a:pt x="95945" y="1268"/>
                  <a:pt x="96573" y="1549"/>
                  <a:pt x="97083" y="1852"/>
                </a:cubicBezTo>
                <a:cubicBezTo>
                  <a:pt x="97594" y="2155"/>
                  <a:pt x="97945" y="2403"/>
                  <a:pt x="98137" y="2595"/>
                </a:cubicBezTo>
                <a:cubicBezTo>
                  <a:pt x="98329" y="2787"/>
                  <a:pt x="98462" y="3009"/>
                  <a:pt x="98536" y="3261"/>
                </a:cubicBezTo>
                <a:cubicBezTo>
                  <a:pt x="98610" y="3512"/>
                  <a:pt x="98647" y="3874"/>
                  <a:pt x="98647" y="4347"/>
                </a:cubicBezTo>
                <a:close/>
                <a:moveTo>
                  <a:pt x="122130" y="27570"/>
                </a:moveTo>
                <a:cubicBezTo>
                  <a:pt x="122130" y="27837"/>
                  <a:pt x="122115" y="28069"/>
                  <a:pt x="122085" y="28269"/>
                </a:cubicBezTo>
                <a:cubicBezTo>
                  <a:pt x="122056" y="28469"/>
                  <a:pt x="122004" y="28635"/>
                  <a:pt x="121930" y="28768"/>
                </a:cubicBezTo>
                <a:cubicBezTo>
                  <a:pt x="121856" y="28901"/>
                  <a:pt x="121771" y="28997"/>
                  <a:pt x="121675" y="29056"/>
                </a:cubicBezTo>
                <a:cubicBezTo>
                  <a:pt x="121579" y="29116"/>
                  <a:pt x="121472" y="29145"/>
                  <a:pt x="121353" y="29145"/>
                </a:cubicBezTo>
                <a:lnTo>
                  <a:pt x="107579" y="29145"/>
                </a:lnTo>
                <a:cubicBezTo>
                  <a:pt x="107239" y="29145"/>
                  <a:pt x="106918" y="29031"/>
                  <a:pt x="106615" y="28801"/>
                </a:cubicBezTo>
                <a:cubicBezTo>
                  <a:pt x="106311" y="28572"/>
                  <a:pt x="106160" y="28169"/>
                  <a:pt x="106160" y="27593"/>
                </a:cubicBezTo>
                <a:lnTo>
                  <a:pt x="106160" y="1996"/>
                </a:lnTo>
                <a:cubicBezTo>
                  <a:pt x="106160" y="1420"/>
                  <a:pt x="106311" y="1017"/>
                  <a:pt x="106615" y="787"/>
                </a:cubicBezTo>
                <a:cubicBezTo>
                  <a:pt x="106918" y="558"/>
                  <a:pt x="107239" y="444"/>
                  <a:pt x="107579" y="444"/>
                </a:cubicBezTo>
                <a:lnTo>
                  <a:pt x="121198" y="444"/>
                </a:lnTo>
                <a:cubicBezTo>
                  <a:pt x="121317" y="444"/>
                  <a:pt x="121424" y="473"/>
                  <a:pt x="121520" y="532"/>
                </a:cubicBezTo>
                <a:cubicBezTo>
                  <a:pt x="121616" y="591"/>
                  <a:pt x="121694" y="688"/>
                  <a:pt x="121753" y="821"/>
                </a:cubicBezTo>
                <a:cubicBezTo>
                  <a:pt x="121812" y="954"/>
                  <a:pt x="121860" y="1120"/>
                  <a:pt x="121897" y="1320"/>
                </a:cubicBezTo>
                <a:cubicBezTo>
                  <a:pt x="121934" y="1519"/>
                  <a:pt x="121952" y="1767"/>
                  <a:pt x="121952" y="2063"/>
                </a:cubicBezTo>
                <a:cubicBezTo>
                  <a:pt x="121952" y="2329"/>
                  <a:pt x="121934" y="2562"/>
                  <a:pt x="121897" y="2761"/>
                </a:cubicBezTo>
                <a:cubicBezTo>
                  <a:pt x="121860" y="2961"/>
                  <a:pt x="121812" y="3124"/>
                  <a:pt x="121753" y="3249"/>
                </a:cubicBezTo>
                <a:cubicBezTo>
                  <a:pt x="121694" y="3375"/>
                  <a:pt x="121616" y="3468"/>
                  <a:pt x="121520" y="3527"/>
                </a:cubicBezTo>
                <a:cubicBezTo>
                  <a:pt x="121424" y="3586"/>
                  <a:pt x="121317" y="3615"/>
                  <a:pt x="121198" y="3615"/>
                </a:cubicBezTo>
                <a:lnTo>
                  <a:pt x="109975" y="3615"/>
                </a:lnTo>
                <a:lnTo>
                  <a:pt x="109975" y="12621"/>
                </a:lnTo>
                <a:lnTo>
                  <a:pt x="119601" y="12621"/>
                </a:lnTo>
                <a:cubicBezTo>
                  <a:pt x="119720" y="12621"/>
                  <a:pt x="119827" y="12654"/>
                  <a:pt x="119923" y="12721"/>
                </a:cubicBezTo>
                <a:cubicBezTo>
                  <a:pt x="120019" y="12787"/>
                  <a:pt x="120100" y="12879"/>
                  <a:pt x="120167" y="12998"/>
                </a:cubicBezTo>
                <a:cubicBezTo>
                  <a:pt x="120233" y="13116"/>
                  <a:pt x="120281" y="13279"/>
                  <a:pt x="120311" y="13486"/>
                </a:cubicBezTo>
                <a:cubicBezTo>
                  <a:pt x="120341" y="13693"/>
                  <a:pt x="120355" y="13937"/>
                  <a:pt x="120355" y="14218"/>
                </a:cubicBezTo>
                <a:cubicBezTo>
                  <a:pt x="120355" y="14484"/>
                  <a:pt x="120341" y="14713"/>
                  <a:pt x="120311" y="14905"/>
                </a:cubicBezTo>
                <a:cubicBezTo>
                  <a:pt x="120281" y="15098"/>
                  <a:pt x="120233" y="15253"/>
                  <a:pt x="120167" y="15371"/>
                </a:cubicBezTo>
                <a:cubicBezTo>
                  <a:pt x="120100" y="15489"/>
                  <a:pt x="120019" y="15574"/>
                  <a:pt x="119923" y="15626"/>
                </a:cubicBezTo>
                <a:cubicBezTo>
                  <a:pt x="119827" y="15678"/>
                  <a:pt x="119720" y="15704"/>
                  <a:pt x="119601" y="15704"/>
                </a:cubicBezTo>
                <a:lnTo>
                  <a:pt x="109975" y="15704"/>
                </a:lnTo>
                <a:lnTo>
                  <a:pt x="109975" y="25973"/>
                </a:lnTo>
                <a:lnTo>
                  <a:pt x="121353" y="25973"/>
                </a:lnTo>
                <a:cubicBezTo>
                  <a:pt x="121472" y="25973"/>
                  <a:pt x="121579" y="26003"/>
                  <a:pt x="121675" y="26062"/>
                </a:cubicBezTo>
                <a:cubicBezTo>
                  <a:pt x="121771" y="26121"/>
                  <a:pt x="121856" y="26214"/>
                  <a:pt x="121930" y="26339"/>
                </a:cubicBezTo>
                <a:cubicBezTo>
                  <a:pt x="122004" y="26465"/>
                  <a:pt x="122056" y="26628"/>
                  <a:pt x="122085" y="26827"/>
                </a:cubicBezTo>
                <a:cubicBezTo>
                  <a:pt x="122115" y="27027"/>
                  <a:pt x="122130" y="27275"/>
                  <a:pt x="122130" y="27570"/>
                </a:cubicBezTo>
                <a:close/>
                <a:moveTo>
                  <a:pt x="146862" y="35766"/>
                </a:moveTo>
                <a:cubicBezTo>
                  <a:pt x="146862" y="36287"/>
                  <a:pt x="146803" y="36667"/>
                  <a:pt x="146685" y="36906"/>
                </a:cubicBezTo>
                <a:cubicBezTo>
                  <a:pt x="146566" y="37144"/>
                  <a:pt x="146381" y="37263"/>
                  <a:pt x="146130" y="37263"/>
                </a:cubicBezTo>
                <a:lnTo>
                  <a:pt x="124770" y="37263"/>
                </a:lnTo>
                <a:cubicBezTo>
                  <a:pt x="124519" y="37263"/>
                  <a:pt x="124327" y="37151"/>
                  <a:pt x="124194" y="36928"/>
                </a:cubicBezTo>
                <a:cubicBezTo>
                  <a:pt x="124061" y="36705"/>
                  <a:pt x="123994" y="36332"/>
                  <a:pt x="123994" y="35810"/>
                </a:cubicBezTo>
                <a:cubicBezTo>
                  <a:pt x="123994" y="35304"/>
                  <a:pt x="124061" y="34924"/>
                  <a:pt x="124194" y="34671"/>
                </a:cubicBezTo>
                <a:cubicBezTo>
                  <a:pt x="124327" y="34418"/>
                  <a:pt x="124519" y="34291"/>
                  <a:pt x="124770" y="34291"/>
                </a:cubicBezTo>
                <a:lnTo>
                  <a:pt x="146130" y="34291"/>
                </a:lnTo>
                <a:cubicBezTo>
                  <a:pt x="146367" y="34291"/>
                  <a:pt x="146548" y="34410"/>
                  <a:pt x="146674" y="34649"/>
                </a:cubicBezTo>
                <a:cubicBezTo>
                  <a:pt x="146799" y="34887"/>
                  <a:pt x="146862" y="35260"/>
                  <a:pt x="146862" y="35766"/>
                </a:cubicBezTo>
                <a:close/>
                <a:moveTo>
                  <a:pt x="167488" y="13662"/>
                </a:moveTo>
                <a:cubicBezTo>
                  <a:pt x="167488" y="14906"/>
                  <a:pt x="167414" y="16165"/>
                  <a:pt x="167266" y="17438"/>
                </a:cubicBezTo>
                <a:cubicBezTo>
                  <a:pt x="167118" y="18712"/>
                  <a:pt x="166866" y="19937"/>
                  <a:pt x="166512" y="21114"/>
                </a:cubicBezTo>
                <a:cubicBezTo>
                  <a:pt x="166157" y="22291"/>
                  <a:pt x="165680" y="23395"/>
                  <a:pt x="165081" y="24424"/>
                </a:cubicBezTo>
                <a:cubicBezTo>
                  <a:pt x="164482" y="25453"/>
                  <a:pt x="163728" y="26353"/>
                  <a:pt x="162819" y="27123"/>
                </a:cubicBezTo>
                <a:cubicBezTo>
                  <a:pt x="161909" y="27893"/>
                  <a:pt x="160830" y="28497"/>
                  <a:pt x="159580" y="28934"/>
                </a:cubicBezTo>
                <a:cubicBezTo>
                  <a:pt x="158331" y="29370"/>
                  <a:pt x="156878" y="29589"/>
                  <a:pt x="155222" y="29589"/>
                </a:cubicBezTo>
                <a:cubicBezTo>
                  <a:pt x="154586" y="29589"/>
                  <a:pt x="153968" y="29548"/>
                  <a:pt x="153370" y="29467"/>
                </a:cubicBezTo>
                <a:cubicBezTo>
                  <a:pt x="152771" y="29385"/>
                  <a:pt x="152231" y="29286"/>
                  <a:pt x="151750" y="29167"/>
                </a:cubicBezTo>
                <a:cubicBezTo>
                  <a:pt x="151270" y="29049"/>
                  <a:pt x="150867" y="28923"/>
                  <a:pt x="150542" y="28790"/>
                </a:cubicBezTo>
                <a:cubicBezTo>
                  <a:pt x="150216" y="28657"/>
                  <a:pt x="149980" y="28524"/>
                  <a:pt x="149832" y="28391"/>
                </a:cubicBezTo>
                <a:cubicBezTo>
                  <a:pt x="149684" y="28258"/>
                  <a:pt x="149577" y="28077"/>
                  <a:pt x="149510" y="27848"/>
                </a:cubicBezTo>
                <a:cubicBezTo>
                  <a:pt x="149444" y="27618"/>
                  <a:pt x="149410" y="27312"/>
                  <a:pt x="149410" y="26927"/>
                </a:cubicBezTo>
                <a:cubicBezTo>
                  <a:pt x="149410" y="26602"/>
                  <a:pt x="149421" y="26343"/>
                  <a:pt x="149444" y="26151"/>
                </a:cubicBezTo>
                <a:cubicBezTo>
                  <a:pt x="149466" y="25959"/>
                  <a:pt x="149499" y="25811"/>
                  <a:pt x="149543" y="25707"/>
                </a:cubicBezTo>
                <a:cubicBezTo>
                  <a:pt x="149588" y="25604"/>
                  <a:pt x="149651" y="25533"/>
                  <a:pt x="149732" y="25496"/>
                </a:cubicBezTo>
                <a:cubicBezTo>
                  <a:pt x="149813" y="25460"/>
                  <a:pt x="149913" y="25441"/>
                  <a:pt x="150031" y="25441"/>
                </a:cubicBezTo>
                <a:cubicBezTo>
                  <a:pt x="150194" y="25441"/>
                  <a:pt x="150423" y="25496"/>
                  <a:pt x="150719" y="25607"/>
                </a:cubicBezTo>
                <a:cubicBezTo>
                  <a:pt x="151015" y="25718"/>
                  <a:pt x="151388" y="25840"/>
                  <a:pt x="151839" y="25973"/>
                </a:cubicBezTo>
                <a:cubicBezTo>
                  <a:pt x="152290" y="26106"/>
                  <a:pt x="152819" y="26228"/>
                  <a:pt x="153425" y="26339"/>
                </a:cubicBezTo>
                <a:cubicBezTo>
                  <a:pt x="154031" y="26450"/>
                  <a:pt x="154712" y="26506"/>
                  <a:pt x="155466" y="26506"/>
                </a:cubicBezTo>
                <a:cubicBezTo>
                  <a:pt x="156900" y="26506"/>
                  <a:pt x="158131" y="26228"/>
                  <a:pt x="159159" y="25672"/>
                </a:cubicBezTo>
                <a:cubicBezTo>
                  <a:pt x="160186" y="25116"/>
                  <a:pt x="161026" y="24371"/>
                  <a:pt x="161676" y="23437"/>
                </a:cubicBezTo>
                <a:cubicBezTo>
                  <a:pt x="162327" y="22503"/>
                  <a:pt x="162815" y="21420"/>
                  <a:pt x="163140" y="20190"/>
                </a:cubicBezTo>
                <a:cubicBezTo>
                  <a:pt x="163465" y="18959"/>
                  <a:pt x="163643" y="17664"/>
                  <a:pt x="163672" y="16303"/>
                </a:cubicBezTo>
                <a:cubicBezTo>
                  <a:pt x="162889" y="16761"/>
                  <a:pt x="161950" y="17168"/>
                  <a:pt x="160856" y="17523"/>
                </a:cubicBezTo>
                <a:cubicBezTo>
                  <a:pt x="159761" y="17877"/>
                  <a:pt x="158504" y="18055"/>
                  <a:pt x="157085" y="18055"/>
                </a:cubicBezTo>
                <a:cubicBezTo>
                  <a:pt x="155488" y="18055"/>
                  <a:pt x="154146" y="17837"/>
                  <a:pt x="153059" y="17400"/>
                </a:cubicBezTo>
                <a:cubicBezTo>
                  <a:pt x="151972" y="16963"/>
                  <a:pt x="151100" y="16367"/>
                  <a:pt x="150442" y="15612"/>
                </a:cubicBezTo>
                <a:cubicBezTo>
                  <a:pt x="149784" y="14857"/>
                  <a:pt x="149311" y="13961"/>
                  <a:pt x="149022" y="12925"/>
                </a:cubicBezTo>
                <a:cubicBezTo>
                  <a:pt x="148734" y="11889"/>
                  <a:pt x="148590" y="10756"/>
                  <a:pt x="148590" y="9527"/>
                </a:cubicBezTo>
                <a:cubicBezTo>
                  <a:pt x="148590" y="8254"/>
                  <a:pt x="148775" y="7043"/>
                  <a:pt x="149144" y="5896"/>
                </a:cubicBezTo>
                <a:cubicBezTo>
                  <a:pt x="149514" y="4748"/>
                  <a:pt x="150091" y="3738"/>
                  <a:pt x="150874" y="2865"/>
                </a:cubicBezTo>
                <a:cubicBezTo>
                  <a:pt x="151658" y="1991"/>
                  <a:pt x="152656" y="1296"/>
                  <a:pt x="153869" y="778"/>
                </a:cubicBezTo>
                <a:cubicBezTo>
                  <a:pt x="155081" y="259"/>
                  <a:pt x="156530" y="0"/>
                  <a:pt x="158216" y="0"/>
                </a:cubicBezTo>
                <a:cubicBezTo>
                  <a:pt x="159414" y="0"/>
                  <a:pt x="160475" y="152"/>
                  <a:pt x="161399" y="455"/>
                </a:cubicBezTo>
                <a:cubicBezTo>
                  <a:pt x="162323" y="759"/>
                  <a:pt x="163125" y="1196"/>
                  <a:pt x="163806" y="1766"/>
                </a:cubicBezTo>
                <a:cubicBezTo>
                  <a:pt x="164486" y="2336"/>
                  <a:pt x="165062" y="3025"/>
                  <a:pt x="165536" y="3832"/>
                </a:cubicBezTo>
                <a:cubicBezTo>
                  <a:pt x="166009" y="4639"/>
                  <a:pt x="166390" y="5554"/>
                  <a:pt x="166678" y="6576"/>
                </a:cubicBezTo>
                <a:cubicBezTo>
                  <a:pt x="166966" y="7598"/>
                  <a:pt x="167173" y="8704"/>
                  <a:pt x="167299" y="9897"/>
                </a:cubicBezTo>
                <a:cubicBezTo>
                  <a:pt x="167425" y="11088"/>
                  <a:pt x="167488" y="12343"/>
                  <a:pt x="167488" y="13662"/>
                </a:cubicBezTo>
                <a:moveTo>
                  <a:pt x="163606" y="13238"/>
                </a:moveTo>
                <a:cubicBezTo>
                  <a:pt x="163606" y="11342"/>
                  <a:pt x="163480" y="9746"/>
                  <a:pt x="163229" y="8450"/>
                </a:cubicBezTo>
                <a:cubicBezTo>
                  <a:pt x="162977" y="7153"/>
                  <a:pt x="162608" y="6105"/>
                  <a:pt x="162120" y="5305"/>
                </a:cubicBezTo>
                <a:cubicBezTo>
                  <a:pt x="161632" y="4505"/>
                  <a:pt x="161033" y="3928"/>
                  <a:pt x="160323" y="3572"/>
                </a:cubicBezTo>
                <a:cubicBezTo>
                  <a:pt x="159613" y="3217"/>
                  <a:pt x="158793" y="3039"/>
                  <a:pt x="157861" y="3039"/>
                </a:cubicBezTo>
                <a:cubicBezTo>
                  <a:pt x="156900" y="3039"/>
                  <a:pt x="156079" y="3213"/>
                  <a:pt x="155399" y="3561"/>
                </a:cubicBezTo>
                <a:cubicBezTo>
                  <a:pt x="154719" y="3909"/>
                  <a:pt x="154161" y="4376"/>
                  <a:pt x="153725" y="4961"/>
                </a:cubicBezTo>
                <a:cubicBezTo>
                  <a:pt x="153288" y="5546"/>
                  <a:pt x="152967" y="6209"/>
                  <a:pt x="152760" y="6949"/>
                </a:cubicBezTo>
                <a:cubicBezTo>
                  <a:pt x="152553" y="7690"/>
                  <a:pt x="152449" y="8453"/>
                  <a:pt x="152449" y="9239"/>
                </a:cubicBezTo>
                <a:cubicBezTo>
                  <a:pt x="152449" y="10113"/>
                  <a:pt x="152542" y="10913"/>
                  <a:pt x="152726" y="11639"/>
                </a:cubicBezTo>
                <a:cubicBezTo>
                  <a:pt x="152911" y="12364"/>
                  <a:pt x="153211" y="12979"/>
                  <a:pt x="153625" y="13483"/>
                </a:cubicBezTo>
                <a:cubicBezTo>
                  <a:pt x="154039" y="13987"/>
                  <a:pt x="154578" y="14376"/>
                  <a:pt x="155244" y="14650"/>
                </a:cubicBezTo>
                <a:cubicBezTo>
                  <a:pt x="155909" y="14924"/>
                  <a:pt x="156730" y="15061"/>
                  <a:pt x="157706" y="15061"/>
                </a:cubicBezTo>
                <a:cubicBezTo>
                  <a:pt x="158815" y="15061"/>
                  <a:pt x="159887" y="14894"/>
                  <a:pt x="160922" y="14561"/>
                </a:cubicBezTo>
                <a:cubicBezTo>
                  <a:pt x="161957" y="14227"/>
                  <a:pt x="162852" y="13786"/>
                  <a:pt x="163606" y="1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2618D-E7BC-44D5-8A14-B8AC3D68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690869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8CCB9-4BB5-4F76-91B5-1BC99DF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686445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0A423-AA9A-477B-ADE3-52D52433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679512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88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88"/>
                  <a:pt x="313437" y="11356"/>
                </a:cubicBezTo>
                <a:lnTo>
                  <a:pt x="313437" y="56782"/>
                </a:lnTo>
                <a:cubicBezTo>
                  <a:pt x="313437" y="63058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58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IMAGE_10">
            <a:extLst xmlns:a="http://schemas.openxmlformats.org/drawingml/2006/main">
              <a:ext uri="{FF2B5EF4-FFF2-40B4-BE49-F238E27FC236}">
                <a16:creationId xmlns:a16="http://schemas.microsoft.com/office/drawing/2014/main" id="{966ACA8F-27C4-4DD6-9EEA-B310DF4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162" y="5700668"/>
            <a:ext cx="191024" cy="37263"/>
          </a:xfrm>
          <a:custGeom xmlns:a="http://schemas.openxmlformats.org/drawingml/2006/main">
            <a:pathLst>
              <a:path w="191024" h="37263">
                <a:moveTo>
                  <a:pt x="3815" y="28568"/>
                </a:moveTo>
                <a:cubicBezTo>
                  <a:pt x="3815" y="28687"/>
                  <a:pt x="3785" y="28790"/>
                  <a:pt x="3726" y="28879"/>
                </a:cubicBezTo>
                <a:cubicBezTo>
                  <a:pt x="3667" y="28968"/>
                  <a:pt x="3564" y="29038"/>
                  <a:pt x="3416" y="29090"/>
                </a:cubicBezTo>
                <a:cubicBezTo>
                  <a:pt x="3268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53" y="29278"/>
                  <a:pt x="1250" y="29260"/>
                  <a:pt x="998" y="29223"/>
                </a:cubicBezTo>
                <a:cubicBezTo>
                  <a:pt x="747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1020"/>
                </a:lnTo>
                <a:cubicBezTo>
                  <a:pt x="0" y="902"/>
                  <a:pt x="33" y="798"/>
                  <a:pt x="100" y="710"/>
                </a:cubicBezTo>
                <a:cubicBezTo>
                  <a:pt x="166" y="621"/>
                  <a:pt x="277" y="551"/>
                  <a:pt x="433" y="499"/>
                </a:cubicBezTo>
                <a:cubicBezTo>
                  <a:pt x="588" y="447"/>
                  <a:pt x="787" y="403"/>
                  <a:pt x="1031" y="366"/>
                </a:cubicBezTo>
                <a:cubicBezTo>
                  <a:pt x="1275" y="329"/>
                  <a:pt x="1567" y="311"/>
                  <a:pt x="1908" y="311"/>
                </a:cubicBezTo>
                <a:cubicBezTo>
                  <a:pt x="2277" y="311"/>
                  <a:pt x="2584" y="329"/>
                  <a:pt x="2828" y="366"/>
                </a:cubicBezTo>
                <a:cubicBezTo>
                  <a:pt x="3072" y="403"/>
                  <a:pt x="3268" y="447"/>
                  <a:pt x="3416" y="499"/>
                </a:cubicBezTo>
                <a:cubicBezTo>
                  <a:pt x="3564" y="551"/>
                  <a:pt x="3667" y="621"/>
                  <a:pt x="3726" y="710"/>
                </a:cubicBezTo>
                <a:cubicBezTo>
                  <a:pt x="3785" y="798"/>
                  <a:pt x="3815" y="902"/>
                  <a:pt x="3815" y="1020"/>
                </a:cubicBezTo>
                <a:lnTo>
                  <a:pt x="3815" y="28568"/>
                </a:lnTo>
                <a:close/>
                <a:moveTo>
                  <a:pt x="42973" y="28568"/>
                </a:moveTo>
                <a:cubicBezTo>
                  <a:pt x="42973" y="28687"/>
                  <a:pt x="42944" y="28790"/>
                  <a:pt x="42885" y="28879"/>
                </a:cubicBezTo>
                <a:cubicBezTo>
                  <a:pt x="42826" y="28968"/>
                  <a:pt x="42722" y="29038"/>
                  <a:pt x="42574" y="29090"/>
                </a:cubicBezTo>
                <a:cubicBezTo>
                  <a:pt x="42426" y="29141"/>
                  <a:pt x="42238" y="29186"/>
                  <a:pt x="42009" y="29223"/>
                </a:cubicBezTo>
                <a:cubicBezTo>
                  <a:pt x="41779" y="29260"/>
                  <a:pt x="41480" y="29278"/>
                  <a:pt x="41110" y="29278"/>
                </a:cubicBezTo>
                <a:cubicBezTo>
                  <a:pt x="40770" y="29278"/>
                  <a:pt x="40478" y="29260"/>
                  <a:pt x="40234" y="29223"/>
                </a:cubicBezTo>
                <a:cubicBezTo>
                  <a:pt x="39990" y="29186"/>
                  <a:pt x="39798" y="29141"/>
                  <a:pt x="39657" y="29090"/>
                </a:cubicBezTo>
                <a:cubicBezTo>
                  <a:pt x="39517" y="29038"/>
                  <a:pt x="39417" y="28968"/>
                  <a:pt x="39358" y="28879"/>
                </a:cubicBezTo>
                <a:cubicBezTo>
                  <a:pt x="39299" y="28790"/>
                  <a:pt x="39269" y="28687"/>
                  <a:pt x="39269" y="28568"/>
                </a:cubicBezTo>
                <a:lnTo>
                  <a:pt x="39269" y="3571"/>
                </a:lnTo>
                <a:lnTo>
                  <a:pt x="39225" y="3571"/>
                </a:lnTo>
                <a:lnTo>
                  <a:pt x="29000" y="28679"/>
                </a:lnTo>
                <a:cubicBezTo>
                  <a:pt x="28955" y="28783"/>
                  <a:pt x="28893" y="28872"/>
                  <a:pt x="28811" y="28946"/>
                </a:cubicBezTo>
                <a:cubicBezTo>
                  <a:pt x="28730" y="29019"/>
                  <a:pt x="28612" y="29082"/>
                  <a:pt x="28456" y="29134"/>
                </a:cubicBezTo>
                <a:cubicBezTo>
                  <a:pt x="28301" y="29186"/>
                  <a:pt x="28116" y="29223"/>
                  <a:pt x="27902" y="29245"/>
                </a:cubicBezTo>
                <a:cubicBezTo>
                  <a:pt x="27687" y="29267"/>
                  <a:pt x="27432" y="29278"/>
                  <a:pt x="27137" y="29278"/>
                </a:cubicBezTo>
                <a:cubicBezTo>
                  <a:pt x="26826" y="29278"/>
                  <a:pt x="26560" y="29263"/>
                  <a:pt x="26338" y="29234"/>
                </a:cubicBezTo>
                <a:cubicBezTo>
                  <a:pt x="26116" y="29204"/>
                  <a:pt x="25931" y="29164"/>
                  <a:pt x="25784" y="29112"/>
                </a:cubicBezTo>
                <a:cubicBezTo>
                  <a:pt x="25636" y="29060"/>
                  <a:pt x="25521" y="28997"/>
                  <a:pt x="25440" y="28923"/>
                </a:cubicBezTo>
                <a:cubicBezTo>
                  <a:pt x="25358" y="28849"/>
                  <a:pt x="25303" y="28768"/>
                  <a:pt x="25273" y="28679"/>
                </a:cubicBezTo>
                <a:lnTo>
                  <a:pt x="15492" y="3571"/>
                </a:lnTo>
                <a:lnTo>
                  <a:pt x="15470" y="3571"/>
                </a:lnTo>
                <a:lnTo>
                  <a:pt x="15470" y="28568"/>
                </a:lnTo>
                <a:cubicBezTo>
                  <a:pt x="15470" y="28687"/>
                  <a:pt x="15440" y="28790"/>
                  <a:pt x="15381" y="28879"/>
                </a:cubicBezTo>
                <a:cubicBezTo>
                  <a:pt x="15322" y="28968"/>
                  <a:pt x="15218" y="29038"/>
                  <a:pt x="15070" y="29090"/>
                </a:cubicBezTo>
                <a:cubicBezTo>
                  <a:pt x="14922" y="29141"/>
                  <a:pt x="14730" y="29186"/>
                  <a:pt x="14494" y="29223"/>
                </a:cubicBezTo>
                <a:cubicBezTo>
                  <a:pt x="14257" y="29260"/>
                  <a:pt x="13954" y="29278"/>
                  <a:pt x="13584" y="29278"/>
                </a:cubicBezTo>
                <a:cubicBezTo>
                  <a:pt x="13229" y="29278"/>
                  <a:pt x="12934" y="29260"/>
                  <a:pt x="12697" y="29223"/>
                </a:cubicBezTo>
                <a:cubicBezTo>
                  <a:pt x="12460" y="29186"/>
                  <a:pt x="12272" y="29141"/>
                  <a:pt x="12131" y="29090"/>
                </a:cubicBezTo>
                <a:cubicBezTo>
                  <a:pt x="11991" y="29038"/>
                  <a:pt x="11895" y="28968"/>
                  <a:pt x="11843" y="28879"/>
                </a:cubicBezTo>
                <a:cubicBezTo>
                  <a:pt x="11791" y="28790"/>
                  <a:pt x="11765" y="28687"/>
                  <a:pt x="11765" y="28568"/>
                </a:cubicBezTo>
                <a:lnTo>
                  <a:pt x="11765" y="2174"/>
                </a:lnTo>
                <a:cubicBezTo>
                  <a:pt x="11765" y="1553"/>
                  <a:pt x="11928" y="1109"/>
                  <a:pt x="12253" y="843"/>
                </a:cubicBezTo>
                <a:cubicBezTo>
                  <a:pt x="12579" y="577"/>
                  <a:pt x="12941" y="444"/>
                  <a:pt x="13340" y="444"/>
                </a:cubicBezTo>
                <a:lnTo>
                  <a:pt x="15647" y="444"/>
                </a:lnTo>
                <a:cubicBezTo>
                  <a:pt x="16120" y="444"/>
                  <a:pt x="16534" y="488"/>
                  <a:pt x="16889" y="577"/>
                </a:cubicBezTo>
                <a:cubicBezTo>
                  <a:pt x="17244" y="665"/>
                  <a:pt x="17555" y="806"/>
                  <a:pt x="17821" y="998"/>
                </a:cubicBezTo>
                <a:cubicBezTo>
                  <a:pt x="18087" y="1190"/>
                  <a:pt x="18309" y="1434"/>
                  <a:pt x="18486" y="1730"/>
                </a:cubicBezTo>
                <a:cubicBezTo>
                  <a:pt x="18664" y="2026"/>
                  <a:pt x="18819" y="2373"/>
                  <a:pt x="18952" y="2773"/>
                </a:cubicBezTo>
                <a:lnTo>
                  <a:pt x="27270" y="23556"/>
                </a:lnTo>
                <a:lnTo>
                  <a:pt x="27381" y="23556"/>
                </a:lnTo>
                <a:lnTo>
                  <a:pt x="36031" y="2839"/>
                </a:lnTo>
                <a:cubicBezTo>
                  <a:pt x="36194" y="2395"/>
                  <a:pt x="36371" y="2018"/>
                  <a:pt x="36563" y="1708"/>
                </a:cubicBezTo>
                <a:cubicBezTo>
                  <a:pt x="36756" y="1397"/>
                  <a:pt x="36966" y="1150"/>
                  <a:pt x="37195" y="965"/>
                </a:cubicBezTo>
                <a:cubicBezTo>
                  <a:pt x="37425" y="780"/>
                  <a:pt x="37680" y="647"/>
                  <a:pt x="37961" y="566"/>
                </a:cubicBezTo>
                <a:cubicBezTo>
                  <a:pt x="38242" y="484"/>
                  <a:pt x="38567" y="444"/>
                  <a:pt x="38937" y="444"/>
                </a:cubicBezTo>
                <a:lnTo>
                  <a:pt x="41354" y="444"/>
                </a:lnTo>
                <a:cubicBezTo>
                  <a:pt x="41576" y="444"/>
                  <a:pt x="41787" y="477"/>
                  <a:pt x="41986" y="543"/>
                </a:cubicBezTo>
                <a:cubicBezTo>
                  <a:pt x="42186" y="610"/>
                  <a:pt x="42356" y="713"/>
                  <a:pt x="42497" y="854"/>
                </a:cubicBezTo>
                <a:cubicBezTo>
                  <a:pt x="42637" y="994"/>
                  <a:pt x="42752" y="1172"/>
                  <a:pt x="42840" y="1386"/>
                </a:cubicBezTo>
                <a:cubicBezTo>
                  <a:pt x="42929" y="1601"/>
                  <a:pt x="42973" y="1863"/>
                  <a:pt x="42973" y="2174"/>
                </a:cubicBezTo>
                <a:lnTo>
                  <a:pt x="42973" y="28568"/>
                </a:lnTo>
                <a:close/>
                <a:moveTo>
                  <a:pt x="72280" y="27792"/>
                </a:moveTo>
                <a:cubicBezTo>
                  <a:pt x="72398" y="28117"/>
                  <a:pt x="72461" y="28380"/>
                  <a:pt x="72468" y="28580"/>
                </a:cubicBezTo>
                <a:cubicBezTo>
                  <a:pt x="72475" y="28779"/>
                  <a:pt x="72420" y="28931"/>
                  <a:pt x="72302" y="29034"/>
                </a:cubicBezTo>
                <a:cubicBezTo>
                  <a:pt x="72183" y="29138"/>
                  <a:pt x="71988" y="29204"/>
                  <a:pt x="71714" y="29234"/>
                </a:cubicBezTo>
                <a:cubicBezTo>
                  <a:pt x="71440" y="29263"/>
                  <a:pt x="71074" y="29278"/>
                  <a:pt x="70616" y="29278"/>
                </a:cubicBezTo>
                <a:cubicBezTo>
                  <a:pt x="70158" y="29278"/>
                  <a:pt x="69792" y="29267"/>
                  <a:pt x="69518" y="29245"/>
                </a:cubicBezTo>
                <a:cubicBezTo>
                  <a:pt x="69245" y="29223"/>
                  <a:pt x="69037" y="29186"/>
                  <a:pt x="68897" y="29134"/>
                </a:cubicBezTo>
                <a:cubicBezTo>
                  <a:pt x="68757" y="29082"/>
                  <a:pt x="68653" y="29012"/>
                  <a:pt x="68586" y="28923"/>
                </a:cubicBezTo>
                <a:cubicBezTo>
                  <a:pt x="68520" y="28835"/>
                  <a:pt x="68457" y="28724"/>
                  <a:pt x="68398" y="28591"/>
                </a:cubicBezTo>
                <a:lnTo>
                  <a:pt x="65936" y="21604"/>
                </a:lnTo>
                <a:lnTo>
                  <a:pt x="54003" y="21604"/>
                </a:lnTo>
                <a:lnTo>
                  <a:pt x="51652" y="28502"/>
                </a:lnTo>
                <a:cubicBezTo>
                  <a:pt x="51607" y="28635"/>
                  <a:pt x="51548" y="28750"/>
                  <a:pt x="51474" y="28846"/>
                </a:cubicBezTo>
                <a:cubicBezTo>
                  <a:pt x="51400" y="28942"/>
                  <a:pt x="51293" y="29023"/>
                  <a:pt x="51153" y="29090"/>
                </a:cubicBezTo>
                <a:cubicBezTo>
                  <a:pt x="51012" y="29156"/>
                  <a:pt x="50813" y="29204"/>
                  <a:pt x="50554" y="29234"/>
                </a:cubicBezTo>
                <a:cubicBezTo>
                  <a:pt x="50295" y="29263"/>
                  <a:pt x="49959" y="29278"/>
                  <a:pt x="49545" y="29278"/>
                </a:cubicBezTo>
                <a:cubicBezTo>
                  <a:pt x="49116" y="29278"/>
                  <a:pt x="48765" y="29260"/>
                  <a:pt x="48491" y="29223"/>
                </a:cubicBezTo>
                <a:cubicBezTo>
                  <a:pt x="48217" y="29186"/>
                  <a:pt x="48025" y="29116"/>
                  <a:pt x="47914" y="29012"/>
                </a:cubicBezTo>
                <a:cubicBezTo>
                  <a:pt x="47803" y="28909"/>
                  <a:pt x="47752" y="28757"/>
                  <a:pt x="47759" y="28557"/>
                </a:cubicBezTo>
                <a:cubicBezTo>
                  <a:pt x="47766" y="28358"/>
                  <a:pt x="47829" y="28095"/>
                  <a:pt x="47948" y="27770"/>
                </a:cubicBezTo>
                <a:lnTo>
                  <a:pt x="57574" y="1109"/>
                </a:lnTo>
                <a:cubicBezTo>
                  <a:pt x="57633" y="946"/>
                  <a:pt x="57711" y="813"/>
                  <a:pt x="57807" y="710"/>
                </a:cubicBezTo>
                <a:cubicBezTo>
                  <a:pt x="57903" y="606"/>
                  <a:pt x="58043" y="525"/>
                  <a:pt x="58228" y="466"/>
                </a:cubicBezTo>
                <a:cubicBezTo>
                  <a:pt x="58413" y="407"/>
                  <a:pt x="58650" y="366"/>
                  <a:pt x="58938" y="344"/>
                </a:cubicBezTo>
                <a:cubicBezTo>
                  <a:pt x="59226" y="322"/>
                  <a:pt x="59592" y="311"/>
                  <a:pt x="60036" y="311"/>
                </a:cubicBezTo>
                <a:cubicBezTo>
                  <a:pt x="60509" y="311"/>
                  <a:pt x="60901" y="322"/>
                  <a:pt x="61211" y="344"/>
                </a:cubicBezTo>
                <a:cubicBezTo>
                  <a:pt x="61522" y="366"/>
                  <a:pt x="61773" y="407"/>
                  <a:pt x="61966" y="466"/>
                </a:cubicBezTo>
                <a:cubicBezTo>
                  <a:pt x="62158" y="525"/>
                  <a:pt x="62306" y="610"/>
                  <a:pt x="62409" y="721"/>
                </a:cubicBezTo>
                <a:cubicBezTo>
                  <a:pt x="62513" y="832"/>
                  <a:pt x="62594" y="969"/>
                  <a:pt x="62653" y="1131"/>
                </a:cubicBezTo>
                <a:lnTo>
                  <a:pt x="72280" y="27792"/>
                </a:lnTo>
                <a:moveTo>
                  <a:pt x="59925" y="4259"/>
                </a:moveTo>
                <a:lnTo>
                  <a:pt x="59903" y="4259"/>
                </a:lnTo>
                <a:lnTo>
                  <a:pt x="54957" y="18565"/>
                </a:lnTo>
                <a:lnTo>
                  <a:pt x="64938" y="18565"/>
                </a:lnTo>
                <a:lnTo>
                  <a:pt x="59925" y="4259"/>
                </a:lnTo>
                <a:close/>
                <a:moveTo>
                  <a:pt x="98647" y="4347"/>
                </a:moveTo>
                <a:cubicBezTo>
                  <a:pt x="98647" y="4628"/>
                  <a:pt x="98632" y="4876"/>
                  <a:pt x="98602" y="5090"/>
                </a:cubicBezTo>
                <a:cubicBezTo>
                  <a:pt x="98573" y="5305"/>
                  <a:pt x="98529" y="5482"/>
                  <a:pt x="98469" y="5623"/>
                </a:cubicBezTo>
                <a:cubicBezTo>
                  <a:pt x="98410" y="5763"/>
                  <a:pt x="98336" y="5863"/>
                  <a:pt x="98248" y="5922"/>
                </a:cubicBezTo>
                <a:cubicBezTo>
                  <a:pt x="98159" y="5981"/>
                  <a:pt x="98063" y="6011"/>
                  <a:pt x="97959" y="6011"/>
                </a:cubicBezTo>
                <a:cubicBezTo>
                  <a:pt x="97782" y="6011"/>
                  <a:pt x="97486" y="5870"/>
                  <a:pt x="97072" y="5589"/>
                </a:cubicBezTo>
                <a:cubicBezTo>
                  <a:pt x="96658" y="5309"/>
                  <a:pt x="96103" y="4998"/>
                  <a:pt x="95408" y="4658"/>
                </a:cubicBezTo>
                <a:cubicBezTo>
                  <a:pt x="94713" y="4318"/>
                  <a:pt x="93882" y="4007"/>
                  <a:pt x="92913" y="3726"/>
                </a:cubicBezTo>
                <a:cubicBezTo>
                  <a:pt x="91945" y="3445"/>
                  <a:pt x="90795" y="3305"/>
                  <a:pt x="89464" y="3305"/>
                </a:cubicBezTo>
                <a:cubicBezTo>
                  <a:pt x="87882" y="3305"/>
                  <a:pt x="86462" y="3593"/>
                  <a:pt x="85205" y="4170"/>
                </a:cubicBezTo>
                <a:cubicBezTo>
                  <a:pt x="83949" y="4747"/>
                  <a:pt x="82884" y="5545"/>
                  <a:pt x="82011" y="6565"/>
                </a:cubicBezTo>
                <a:cubicBezTo>
                  <a:pt x="81139" y="7586"/>
                  <a:pt x="80470" y="8798"/>
                  <a:pt x="80004" y="10203"/>
                </a:cubicBezTo>
                <a:cubicBezTo>
                  <a:pt x="79538" y="11608"/>
                  <a:pt x="79305" y="13131"/>
                  <a:pt x="79305" y="14772"/>
                </a:cubicBezTo>
                <a:cubicBezTo>
                  <a:pt x="79305" y="16606"/>
                  <a:pt x="79560" y="18232"/>
                  <a:pt x="80071" y="19652"/>
                </a:cubicBezTo>
                <a:cubicBezTo>
                  <a:pt x="80581" y="21071"/>
                  <a:pt x="81287" y="22269"/>
                  <a:pt x="82189" y="23245"/>
                </a:cubicBezTo>
                <a:cubicBezTo>
                  <a:pt x="83091" y="24221"/>
                  <a:pt x="84167" y="24960"/>
                  <a:pt x="85416" y="25463"/>
                </a:cubicBezTo>
                <a:cubicBezTo>
                  <a:pt x="86666" y="25966"/>
                  <a:pt x="88037" y="26217"/>
                  <a:pt x="89531" y="26217"/>
                </a:cubicBezTo>
                <a:cubicBezTo>
                  <a:pt x="90418" y="26217"/>
                  <a:pt x="91316" y="26110"/>
                  <a:pt x="92226" y="25896"/>
                </a:cubicBezTo>
                <a:cubicBezTo>
                  <a:pt x="93135" y="25681"/>
                  <a:pt x="93982" y="25360"/>
                  <a:pt x="94765" y="24931"/>
                </a:cubicBezTo>
                <a:lnTo>
                  <a:pt x="94765" y="16569"/>
                </a:lnTo>
                <a:lnTo>
                  <a:pt x="88111" y="16569"/>
                </a:lnTo>
                <a:cubicBezTo>
                  <a:pt x="87860" y="16569"/>
                  <a:pt x="87671" y="16443"/>
                  <a:pt x="87545" y="16192"/>
                </a:cubicBezTo>
                <a:cubicBezTo>
                  <a:pt x="87420" y="15940"/>
                  <a:pt x="87357" y="15549"/>
                  <a:pt x="87357" y="15016"/>
                </a:cubicBezTo>
                <a:cubicBezTo>
                  <a:pt x="87357" y="14735"/>
                  <a:pt x="87372" y="14495"/>
                  <a:pt x="87401" y="14295"/>
                </a:cubicBezTo>
                <a:cubicBezTo>
                  <a:pt x="87431" y="14096"/>
                  <a:pt x="87479" y="13933"/>
                  <a:pt x="87545" y="13807"/>
                </a:cubicBezTo>
                <a:cubicBezTo>
                  <a:pt x="87612" y="13682"/>
                  <a:pt x="87690" y="13589"/>
                  <a:pt x="87778" y="13530"/>
                </a:cubicBezTo>
                <a:cubicBezTo>
                  <a:pt x="87867" y="13471"/>
                  <a:pt x="87978" y="13441"/>
                  <a:pt x="88111" y="13441"/>
                </a:cubicBezTo>
                <a:lnTo>
                  <a:pt x="97227" y="13441"/>
                </a:lnTo>
                <a:cubicBezTo>
                  <a:pt x="97390" y="13441"/>
                  <a:pt x="97553" y="13471"/>
                  <a:pt x="97715" y="13530"/>
                </a:cubicBezTo>
                <a:cubicBezTo>
                  <a:pt x="97878" y="13589"/>
                  <a:pt x="98026" y="13678"/>
                  <a:pt x="98159" y="13796"/>
                </a:cubicBezTo>
                <a:cubicBezTo>
                  <a:pt x="98292" y="13915"/>
                  <a:pt x="98395" y="14077"/>
                  <a:pt x="98469" y="14284"/>
                </a:cubicBezTo>
                <a:cubicBezTo>
                  <a:pt x="98543" y="14491"/>
                  <a:pt x="98580" y="14728"/>
                  <a:pt x="98580" y="14994"/>
                </a:cubicBezTo>
                <a:lnTo>
                  <a:pt x="98580" y="25929"/>
                </a:lnTo>
                <a:cubicBezTo>
                  <a:pt x="98580" y="26313"/>
                  <a:pt x="98514" y="26646"/>
                  <a:pt x="98381" y="26927"/>
                </a:cubicBezTo>
                <a:cubicBezTo>
                  <a:pt x="98248" y="27208"/>
                  <a:pt x="97967" y="27456"/>
                  <a:pt x="97538" y="27670"/>
                </a:cubicBezTo>
                <a:cubicBezTo>
                  <a:pt x="97109" y="27885"/>
                  <a:pt x="96554" y="28117"/>
                  <a:pt x="95874" y="28369"/>
                </a:cubicBezTo>
                <a:cubicBezTo>
                  <a:pt x="95194" y="28620"/>
                  <a:pt x="94492" y="28835"/>
                  <a:pt x="93767" y="29012"/>
                </a:cubicBezTo>
                <a:cubicBezTo>
                  <a:pt x="93043" y="29190"/>
                  <a:pt x="92311" y="29323"/>
                  <a:pt x="91571" y="29411"/>
                </a:cubicBezTo>
                <a:cubicBezTo>
                  <a:pt x="90832" y="29500"/>
                  <a:pt x="90100" y="29544"/>
                  <a:pt x="89375" y="29544"/>
                </a:cubicBezTo>
                <a:cubicBezTo>
                  <a:pt x="87157" y="29544"/>
                  <a:pt x="85176" y="29201"/>
                  <a:pt x="83431" y="28513"/>
                </a:cubicBezTo>
                <a:cubicBezTo>
                  <a:pt x="81686" y="27825"/>
                  <a:pt x="80211" y="26846"/>
                  <a:pt x="79006" y="25574"/>
                </a:cubicBezTo>
                <a:cubicBezTo>
                  <a:pt x="77801" y="24302"/>
                  <a:pt x="76880" y="22779"/>
                  <a:pt x="76244" y="21005"/>
                </a:cubicBezTo>
                <a:cubicBezTo>
                  <a:pt x="75609" y="19231"/>
                  <a:pt x="75291" y="17249"/>
                  <a:pt x="75291" y="15061"/>
                </a:cubicBezTo>
                <a:cubicBezTo>
                  <a:pt x="75291" y="12783"/>
                  <a:pt x="75635" y="10721"/>
                  <a:pt x="76322" y="8872"/>
                </a:cubicBezTo>
                <a:cubicBezTo>
                  <a:pt x="77010" y="7024"/>
                  <a:pt x="77978" y="5449"/>
                  <a:pt x="79228" y="4148"/>
                </a:cubicBezTo>
                <a:cubicBezTo>
                  <a:pt x="80477" y="2846"/>
                  <a:pt x="81978" y="1837"/>
                  <a:pt x="83730" y="1120"/>
                </a:cubicBezTo>
                <a:cubicBezTo>
                  <a:pt x="85483" y="403"/>
                  <a:pt x="87423" y="44"/>
                  <a:pt x="89553" y="44"/>
                </a:cubicBezTo>
                <a:cubicBezTo>
                  <a:pt x="90647" y="44"/>
                  <a:pt x="91675" y="140"/>
                  <a:pt x="92636" y="333"/>
                </a:cubicBezTo>
                <a:cubicBezTo>
                  <a:pt x="93597" y="525"/>
                  <a:pt x="94451" y="750"/>
                  <a:pt x="95198" y="1009"/>
                </a:cubicBezTo>
                <a:cubicBezTo>
                  <a:pt x="95944" y="1268"/>
                  <a:pt x="96573" y="1549"/>
                  <a:pt x="97083" y="1852"/>
                </a:cubicBezTo>
                <a:cubicBezTo>
                  <a:pt x="97593" y="2155"/>
                  <a:pt x="97944" y="2403"/>
                  <a:pt x="98137" y="2595"/>
                </a:cubicBezTo>
                <a:cubicBezTo>
                  <a:pt x="98329" y="2787"/>
                  <a:pt x="98462" y="3009"/>
                  <a:pt x="98536" y="3261"/>
                </a:cubicBezTo>
                <a:cubicBezTo>
                  <a:pt x="98610" y="3512"/>
                  <a:pt x="98647" y="3874"/>
                  <a:pt x="98647" y="4347"/>
                </a:cubicBezTo>
                <a:close/>
                <a:moveTo>
                  <a:pt x="122130" y="27570"/>
                </a:moveTo>
                <a:cubicBezTo>
                  <a:pt x="122130" y="27837"/>
                  <a:pt x="122116" y="28069"/>
                  <a:pt x="122086" y="28269"/>
                </a:cubicBezTo>
                <a:cubicBezTo>
                  <a:pt x="122056" y="28469"/>
                  <a:pt x="122005" y="28635"/>
                  <a:pt x="121931" y="28768"/>
                </a:cubicBezTo>
                <a:cubicBezTo>
                  <a:pt x="121857" y="28901"/>
                  <a:pt x="121772" y="28997"/>
                  <a:pt x="121676" y="29056"/>
                </a:cubicBezTo>
                <a:cubicBezTo>
                  <a:pt x="121580" y="29116"/>
                  <a:pt x="121472" y="29145"/>
                  <a:pt x="121354" y="29145"/>
                </a:cubicBezTo>
                <a:lnTo>
                  <a:pt x="107580" y="29145"/>
                </a:lnTo>
                <a:cubicBezTo>
                  <a:pt x="107240" y="29145"/>
                  <a:pt x="106918" y="29031"/>
                  <a:pt x="106615" y="28801"/>
                </a:cubicBezTo>
                <a:cubicBezTo>
                  <a:pt x="106312" y="28572"/>
                  <a:pt x="106160" y="28169"/>
                  <a:pt x="106160" y="27593"/>
                </a:cubicBezTo>
                <a:lnTo>
                  <a:pt x="106160" y="1996"/>
                </a:lnTo>
                <a:cubicBezTo>
                  <a:pt x="106160" y="1420"/>
                  <a:pt x="106312" y="1017"/>
                  <a:pt x="106615" y="787"/>
                </a:cubicBezTo>
                <a:cubicBezTo>
                  <a:pt x="106918" y="558"/>
                  <a:pt x="107240" y="444"/>
                  <a:pt x="107580" y="444"/>
                </a:cubicBezTo>
                <a:lnTo>
                  <a:pt x="121199" y="444"/>
                </a:lnTo>
                <a:cubicBezTo>
                  <a:pt x="121317" y="444"/>
                  <a:pt x="121424" y="473"/>
                  <a:pt x="121520" y="532"/>
                </a:cubicBezTo>
                <a:cubicBezTo>
                  <a:pt x="121617" y="591"/>
                  <a:pt x="121694" y="688"/>
                  <a:pt x="121753" y="821"/>
                </a:cubicBezTo>
                <a:cubicBezTo>
                  <a:pt x="121812" y="954"/>
                  <a:pt x="121861" y="1120"/>
                  <a:pt x="121897" y="1320"/>
                </a:cubicBezTo>
                <a:cubicBezTo>
                  <a:pt x="121934" y="1519"/>
                  <a:pt x="121953" y="1767"/>
                  <a:pt x="121953" y="2063"/>
                </a:cubicBezTo>
                <a:cubicBezTo>
                  <a:pt x="121953" y="2329"/>
                  <a:pt x="121934" y="2562"/>
                  <a:pt x="121897" y="2761"/>
                </a:cubicBezTo>
                <a:cubicBezTo>
                  <a:pt x="121861" y="2961"/>
                  <a:pt x="121812" y="3124"/>
                  <a:pt x="121753" y="3249"/>
                </a:cubicBezTo>
                <a:cubicBezTo>
                  <a:pt x="121694" y="3375"/>
                  <a:pt x="121617" y="3468"/>
                  <a:pt x="121520" y="3527"/>
                </a:cubicBezTo>
                <a:cubicBezTo>
                  <a:pt x="121424" y="3586"/>
                  <a:pt x="121317" y="3615"/>
                  <a:pt x="121199" y="3615"/>
                </a:cubicBezTo>
                <a:lnTo>
                  <a:pt x="109975" y="3615"/>
                </a:lnTo>
                <a:lnTo>
                  <a:pt x="109975" y="12621"/>
                </a:lnTo>
                <a:lnTo>
                  <a:pt x="119602" y="12621"/>
                </a:lnTo>
                <a:cubicBezTo>
                  <a:pt x="119720" y="12621"/>
                  <a:pt x="119827" y="12654"/>
                  <a:pt x="119923" y="12721"/>
                </a:cubicBezTo>
                <a:cubicBezTo>
                  <a:pt x="120020" y="12787"/>
                  <a:pt x="120101" y="12879"/>
                  <a:pt x="120167" y="12998"/>
                </a:cubicBezTo>
                <a:cubicBezTo>
                  <a:pt x="120234" y="13116"/>
                  <a:pt x="120282" y="13279"/>
                  <a:pt x="120312" y="13486"/>
                </a:cubicBezTo>
                <a:cubicBezTo>
                  <a:pt x="120341" y="13693"/>
                  <a:pt x="120356" y="13937"/>
                  <a:pt x="120356" y="14218"/>
                </a:cubicBezTo>
                <a:cubicBezTo>
                  <a:pt x="120356" y="14484"/>
                  <a:pt x="120341" y="14713"/>
                  <a:pt x="120312" y="14905"/>
                </a:cubicBezTo>
                <a:cubicBezTo>
                  <a:pt x="120282" y="15098"/>
                  <a:pt x="120234" y="15253"/>
                  <a:pt x="120167" y="15371"/>
                </a:cubicBezTo>
                <a:cubicBezTo>
                  <a:pt x="120101" y="15489"/>
                  <a:pt x="120020" y="15574"/>
                  <a:pt x="119923" y="15626"/>
                </a:cubicBezTo>
                <a:cubicBezTo>
                  <a:pt x="119827" y="15678"/>
                  <a:pt x="119720" y="15704"/>
                  <a:pt x="119602" y="15704"/>
                </a:cubicBezTo>
                <a:lnTo>
                  <a:pt x="109975" y="15704"/>
                </a:lnTo>
                <a:lnTo>
                  <a:pt x="109975" y="25973"/>
                </a:lnTo>
                <a:lnTo>
                  <a:pt x="121354" y="25973"/>
                </a:lnTo>
                <a:cubicBezTo>
                  <a:pt x="121472" y="25973"/>
                  <a:pt x="121580" y="26003"/>
                  <a:pt x="121676" y="26062"/>
                </a:cubicBezTo>
                <a:cubicBezTo>
                  <a:pt x="121772" y="26121"/>
                  <a:pt x="121857" y="26214"/>
                  <a:pt x="121931" y="26339"/>
                </a:cubicBezTo>
                <a:cubicBezTo>
                  <a:pt x="122005" y="26465"/>
                  <a:pt x="122056" y="26628"/>
                  <a:pt x="122086" y="26827"/>
                </a:cubicBezTo>
                <a:cubicBezTo>
                  <a:pt x="122116" y="27027"/>
                  <a:pt x="122130" y="27275"/>
                  <a:pt x="122130" y="27570"/>
                </a:cubicBezTo>
                <a:close/>
                <a:moveTo>
                  <a:pt x="146862" y="35766"/>
                </a:moveTo>
                <a:cubicBezTo>
                  <a:pt x="146862" y="36287"/>
                  <a:pt x="146803" y="36667"/>
                  <a:pt x="146684" y="36906"/>
                </a:cubicBezTo>
                <a:cubicBezTo>
                  <a:pt x="146566" y="37144"/>
                  <a:pt x="146381" y="37263"/>
                  <a:pt x="146130" y="37263"/>
                </a:cubicBezTo>
                <a:lnTo>
                  <a:pt x="124770" y="37263"/>
                </a:lnTo>
                <a:cubicBezTo>
                  <a:pt x="124519" y="37263"/>
                  <a:pt x="124326" y="37151"/>
                  <a:pt x="124193" y="36928"/>
                </a:cubicBezTo>
                <a:cubicBezTo>
                  <a:pt x="124060" y="36705"/>
                  <a:pt x="123994" y="36332"/>
                  <a:pt x="123994" y="35810"/>
                </a:cubicBezTo>
                <a:cubicBezTo>
                  <a:pt x="123994" y="35304"/>
                  <a:pt x="124060" y="34924"/>
                  <a:pt x="124193" y="34671"/>
                </a:cubicBezTo>
                <a:cubicBezTo>
                  <a:pt x="124326" y="34418"/>
                  <a:pt x="124519" y="34291"/>
                  <a:pt x="124770" y="34291"/>
                </a:cubicBezTo>
                <a:lnTo>
                  <a:pt x="146130" y="34291"/>
                </a:lnTo>
                <a:cubicBezTo>
                  <a:pt x="146366" y="34291"/>
                  <a:pt x="146548" y="34410"/>
                  <a:pt x="146673" y="34649"/>
                </a:cubicBezTo>
                <a:cubicBezTo>
                  <a:pt x="146799" y="34887"/>
                  <a:pt x="146862" y="35260"/>
                  <a:pt x="146862" y="35766"/>
                </a:cubicBezTo>
                <a:close/>
                <a:moveTo>
                  <a:pt x="167332" y="27637"/>
                </a:moveTo>
                <a:cubicBezTo>
                  <a:pt x="167332" y="27918"/>
                  <a:pt x="167310" y="28154"/>
                  <a:pt x="167266" y="28347"/>
                </a:cubicBezTo>
                <a:cubicBezTo>
                  <a:pt x="167221" y="28539"/>
                  <a:pt x="167162" y="28694"/>
                  <a:pt x="167088" y="28812"/>
                </a:cubicBezTo>
                <a:cubicBezTo>
                  <a:pt x="167014" y="28931"/>
                  <a:pt x="166929" y="29016"/>
                  <a:pt x="166833" y="29068"/>
                </a:cubicBezTo>
                <a:cubicBezTo>
                  <a:pt x="166737" y="29119"/>
                  <a:pt x="166637" y="29145"/>
                  <a:pt x="166534" y="29145"/>
                </a:cubicBezTo>
                <a:lnTo>
                  <a:pt x="151540" y="29145"/>
                </a:lnTo>
                <a:cubicBezTo>
                  <a:pt x="151436" y="29145"/>
                  <a:pt x="151340" y="29119"/>
                  <a:pt x="151251" y="29068"/>
                </a:cubicBezTo>
                <a:cubicBezTo>
                  <a:pt x="151163" y="29016"/>
                  <a:pt x="151078" y="28931"/>
                  <a:pt x="150996" y="28812"/>
                </a:cubicBezTo>
                <a:cubicBezTo>
                  <a:pt x="150915" y="28694"/>
                  <a:pt x="150852" y="28539"/>
                  <a:pt x="150808" y="28347"/>
                </a:cubicBezTo>
                <a:cubicBezTo>
                  <a:pt x="150763" y="28154"/>
                  <a:pt x="150741" y="27918"/>
                  <a:pt x="150741" y="27637"/>
                </a:cubicBezTo>
                <a:cubicBezTo>
                  <a:pt x="150741" y="27371"/>
                  <a:pt x="150763" y="27142"/>
                  <a:pt x="150808" y="26949"/>
                </a:cubicBezTo>
                <a:cubicBezTo>
                  <a:pt x="150852" y="26757"/>
                  <a:pt x="150908" y="26598"/>
                  <a:pt x="150974" y="26472"/>
                </a:cubicBezTo>
                <a:cubicBezTo>
                  <a:pt x="151041" y="26347"/>
                  <a:pt x="151122" y="26251"/>
                  <a:pt x="151218" y="26184"/>
                </a:cubicBezTo>
                <a:cubicBezTo>
                  <a:pt x="151314" y="26118"/>
                  <a:pt x="151421" y="26084"/>
                  <a:pt x="151540" y="26084"/>
                </a:cubicBezTo>
                <a:lnTo>
                  <a:pt x="157528" y="26084"/>
                </a:lnTo>
                <a:lnTo>
                  <a:pt x="157528" y="4236"/>
                </a:lnTo>
                <a:lnTo>
                  <a:pt x="151983" y="7564"/>
                </a:lnTo>
                <a:cubicBezTo>
                  <a:pt x="151702" y="7711"/>
                  <a:pt x="151477" y="7800"/>
                  <a:pt x="151307" y="7830"/>
                </a:cubicBezTo>
                <a:cubicBezTo>
                  <a:pt x="151137" y="7859"/>
                  <a:pt x="151000" y="7826"/>
                  <a:pt x="150896" y="7730"/>
                </a:cubicBezTo>
                <a:cubicBezTo>
                  <a:pt x="150793" y="7634"/>
                  <a:pt x="150723" y="7475"/>
                  <a:pt x="150686" y="7252"/>
                </a:cubicBezTo>
                <a:cubicBezTo>
                  <a:pt x="150649" y="7030"/>
                  <a:pt x="150630" y="6748"/>
                  <a:pt x="150630" y="6407"/>
                </a:cubicBezTo>
                <a:cubicBezTo>
                  <a:pt x="150630" y="6154"/>
                  <a:pt x="150641" y="5939"/>
                  <a:pt x="150664" y="5761"/>
                </a:cubicBezTo>
                <a:cubicBezTo>
                  <a:pt x="150686" y="5583"/>
                  <a:pt x="150719" y="5435"/>
                  <a:pt x="150763" y="5316"/>
                </a:cubicBezTo>
                <a:cubicBezTo>
                  <a:pt x="150808" y="5198"/>
                  <a:pt x="150871" y="5094"/>
                  <a:pt x="150952" y="5005"/>
                </a:cubicBezTo>
                <a:cubicBezTo>
                  <a:pt x="151033" y="4916"/>
                  <a:pt x="151140" y="4827"/>
                  <a:pt x="151274" y="4738"/>
                </a:cubicBezTo>
                <a:lnTo>
                  <a:pt x="157883" y="489"/>
                </a:lnTo>
                <a:cubicBezTo>
                  <a:pt x="157942" y="444"/>
                  <a:pt x="158016" y="407"/>
                  <a:pt x="158105" y="378"/>
                </a:cubicBezTo>
                <a:cubicBezTo>
                  <a:pt x="158194" y="348"/>
                  <a:pt x="158305" y="318"/>
                  <a:pt x="158438" y="288"/>
                </a:cubicBezTo>
                <a:cubicBezTo>
                  <a:pt x="158571" y="259"/>
                  <a:pt x="158726" y="240"/>
                  <a:pt x="158904" y="233"/>
                </a:cubicBezTo>
                <a:cubicBezTo>
                  <a:pt x="159081" y="226"/>
                  <a:pt x="159303" y="222"/>
                  <a:pt x="159569" y="222"/>
                </a:cubicBezTo>
                <a:cubicBezTo>
                  <a:pt x="159924" y="222"/>
                  <a:pt x="160220" y="237"/>
                  <a:pt x="160456" y="266"/>
                </a:cubicBezTo>
                <a:cubicBezTo>
                  <a:pt x="160693" y="296"/>
                  <a:pt x="160878" y="336"/>
                  <a:pt x="161011" y="388"/>
                </a:cubicBezTo>
                <a:cubicBezTo>
                  <a:pt x="161144" y="440"/>
                  <a:pt x="161233" y="507"/>
                  <a:pt x="161277" y="588"/>
                </a:cubicBezTo>
                <a:cubicBezTo>
                  <a:pt x="161321" y="670"/>
                  <a:pt x="161344" y="755"/>
                  <a:pt x="161344" y="844"/>
                </a:cubicBezTo>
                <a:lnTo>
                  <a:pt x="161344" y="26084"/>
                </a:lnTo>
                <a:lnTo>
                  <a:pt x="166534" y="26084"/>
                </a:lnTo>
                <a:cubicBezTo>
                  <a:pt x="166652" y="26084"/>
                  <a:pt x="166763" y="26118"/>
                  <a:pt x="166866" y="26184"/>
                </a:cubicBezTo>
                <a:cubicBezTo>
                  <a:pt x="166970" y="26251"/>
                  <a:pt x="167055" y="26347"/>
                  <a:pt x="167122" y="26472"/>
                </a:cubicBezTo>
                <a:cubicBezTo>
                  <a:pt x="167188" y="26598"/>
                  <a:pt x="167240" y="26757"/>
                  <a:pt x="167277" y="26949"/>
                </a:cubicBezTo>
                <a:cubicBezTo>
                  <a:pt x="167314" y="27142"/>
                  <a:pt x="167332" y="27371"/>
                  <a:pt x="167332" y="27637"/>
                </a:cubicBezTo>
                <a:close/>
                <a:moveTo>
                  <a:pt x="191024" y="14728"/>
                </a:moveTo>
                <a:cubicBezTo>
                  <a:pt x="191024" y="16934"/>
                  <a:pt x="190850" y="18948"/>
                  <a:pt x="190503" y="20770"/>
                </a:cubicBezTo>
                <a:cubicBezTo>
                  <a:pt x="190155" y="22592"/>
                  <a:pt x="189578" y="24158"/>
                  <a:pt x="188772" y="25468"/>
                </a:cubicBezTo>
                <a:cubicBezTo>
                  <a:pt x="187967" y="26779"/>
                  <a:pt x="186913" y="27793"/>
                  <a:pt x="185612" y="28512"/>
                </a:cubicBezTo>
                <a:cubicBezTo>
                  <a:pt x="184310" y="29230"/>
                  <a:pt x="182706" y="29589"/>
                  <a:pt x="180799" y="29589"/>
                </a:cubicBezTo>
                <a:cubicBezTo>
                  <a:pt x="178995" y="29589"/>
                  <a:pt x="177475" y="29267"/>
                  <a:pt x="176240" y="28623"/>
                </a:cubicBezTo>
                <a:cubicBezTo>
                  <a:pt x="175006" y="27978"/>
                  <a:pt x="174011" y="27031"/>
                  <a:pt x="173257" y="25779"/>
                </a:cubicBezTo>
                <a:cubicBezTo>
                  <a:pt x="172503" y="24528"/>
                  <a:pt x="171967" y="22988"/>
                  <a:pt x="171649" y="21159"/>
                </a:cubicBezTo>
                <a:cubicBezTo>
                  <a:pt x="171331" y="19330"/>
                  <a:pt x="171172" y="17231"/>
                  <a:pt x="171172" y="14861"/>
                </a:cubicBezTo>
                <a:cubicBezTo>
                  <a:pt x="171172" y="12669"/>
                  <a:pt x="171350" y="10659"/>
                  <a:pt x="171705" y="8830"/>
                </a:cubicBezTo>
                <a:cubicBezTo>
                  <a:pt x="172059" y="7001"/>
                  <a:pt x="172636" y="5431"/>
                  <a:pt x="173435" y="4121"/>
                </a:cubicBezTo>
                <a:cubicBezTo>
                  <a:pt x="174233" y="2810"/>
                  <a:pt x="175283" y="1796"/>
                  <a:pt x="176584" y="1078"/>
                </a:cubicBezTo>
                <a:cubicBezTo>
                  <a:pt x="177885" y="359"/>
                  <a:pt x="179482" y="0"/>
                  <a:pt x="181375" y="0"/>
                </a:cubicBezTo>
                <a:cubicBezTo>
                  <a:pt x="183194" y="0"/>
                  <a:pt x="184721" y="322"/>
                  <a:pt x="185955" y="966"/>
                </a:cubicBezTo>
                <a:cubicBezTo>
                  <a:pt x="187190" y="1610"/>
                  <a:pt x="188185" y="2558"/>
                  <a:pt x="188939" y="3810"/>
                </a:cubicBezTo>
                <a:cubicBezTo>
                  <a:pt x="189693" y="5061"/>
                  <a:pt x="190229" y="6601"/>
                  <a:pt x="190547" y="8430"/>
                </a:cubicBezTo>
                <a:cubicBezTo>
                  <a:pt x="190865" y="10259"/>
                  <a:pt x="191024" y="12358"/>
                  <a:pt x="191024" y="14728"/>
                </a:cubicBezTo>
                <a:moveTo>
                  <a:pt x="187120" y="14995"/>
                </a:moveTo>
                <a:cubicBezTo>
                  <a:pt x="187120" y="13558"/>
                  <a:pt x="187068" y="12269"/>
                  <a:pt x="186965" y="11128"/>
                </a:cubicBezTo>
                <a:cubicBezTo>
                  <a:pt x="186861" y="9987"/>
                  <a:pt x="186710" y="8979"/>
                  <a:pt x="186510" y="8106"/>
                </a:cubicBezTo>
                <a:cubicBezTo>
                  <a:pt x="186310" y="7231"/>
                  <a:pt x="186052" y="6479"/>
                  <a:pt x="185734" y="5850"/>
                </a:cubicBezTo>
                <a:cubicBezTo>
                  <a:pt x="185416" y="5220"/>
                  <a:pt x="185035" y="4702"/>
                  <a:pt x="184591" y="4295"/>
                </a:cubicBezTo>
                <a:cubicBezTo>
                  <a:pt x="184148" y="3887"/>
                  <a:pt x="183641" y="3591"/>
                  <a:pt x="183072" y="3405"/>
                </a:cubicBezTo>
                <a:cubicBezTo>
                  <a:pt x="182503" y="3220"/>
                  <a:pt x="181863" y="3127"/>
                  <a:pt x="181153" y="3127"/>
                </a:cubicBezTo>
                <a:cubicBezTo>
                  <a:pt x="179897" y="3127"/>
                  <a:pt x="178876" y="3424"/>
                  <a:pt x="178093" y="4017"/>
                </a:cubicBezTo>
                <a:cubicBezTo>
                  <a:pt x="177309" y="4609"/>
                  <a:pt x="176691" y="5424"/>
                  <a:pt x="176240" y="6461"/>
                </a:cubicBezTo>
                <a:cubicBezTo>
                  <a:pt x="175789" y="7498"/>
                  <a:pt x="175483" y="8713"/>
                  <a:pt x="175320" y="10105"/>
                </a:cubicBezTo>
                <a:cubicBezTo>
                  <a:pt x="175157" y="11498"/>
                  <a:pt x="175076" y="12994"/>
                  <a:pt x="175076" y="14594"/>
                </a:cubicBezTo>
                <a:cubicBezTo>
                  <a:pt x="175076" y="16742"/>
                  <a:pt x="175187" y="18569"/>
                  <a:pt x="175409" y="20073"/>
                </a:cubicBezTo>
                <a:cubicBezTo>
                  <a:pt x="175630" y="21576"/>
                  <a:pt x="175982" y="22802"/>
                  <a:pt x="176462" y="23750"/>
                </a:cubicBezTo>
                <a:cubicBezTo>
                  <a:pt x="176943" y="24698"/>
                  <a:pt x="177556" y="25387"/>
                  <a:pt x="178303" y="25817"/>
                </a:cubicBezTo>
                <a:cubicBezTo>
                  <a:pt x="179050" y="26246"/>
                  <a:pt x="179956" y="26461"/>
                  <a:pt x="181020" y="26461"/>
                </a:cubicBezTo>
                <a:cubicBezTo>
                  <a:pt x="181848" y="26461"/>
                  <a:pt x="182577" y="26328"/>
                  <a:pt x="183205" y="26061"/>
                </a:cubicBezTo>
                <a:cubicBezTo>
                  <a:pt x="183834" y="25795"/>
                  <a:pt x="184373" y="25413"/>
                  <a:pt x="184824" y="24917"/>
                </a:cubicBezTo>
                <a:cubicBezTo>
                  <a:pt x="185275" y="24421"/>
                  <a:pt x="185649" y="23824"/>
                  <a:pt x="185944" y="23128"/>
                </a:cubicBezTo>
                <a:cubicBezTo>
                  <a:pt x="186240" y="22432"/>
                  <a:pt x="186477" y="21661"/>
                  <a:pt x="186654" y="20817"/>
                </a:cubicBezTo>
                <a:cubicBezTo>
                  <a:pt x="186832" y="19972"/>
                  <a:pt x="186954" y="19057"/>
                  <a:pt x="187020" y="18072"/>
                </a:cubicBezTo>
                <a:cubicBezTo>
                  <a:pt x="187087" y="17087"/>
                  <a:pt x="187120" y="16061"/>
                  <a:pt x="187120" y="14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AC817-C22F-499D-8EC4-7C7A9DD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784302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CB847-A19F-4BFF-94E1-571928FC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779871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2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43B00-1667-4A51-BCB2-3A863CD8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772945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80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80"/>
                  <a:pt x="313437" y="11356"/>
                </a:cubicBezTo>
                <a:lnTo>
                  <a:pt x="313437" y="56782"/>
                </a:lnTo>
                <a:cubicBezTo>
                  <a:pt x="313437" y="63051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51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IMAGE_11">
            <a:extLst xmlns:a="http://schemas.openxmlformats.org/drawingml/2006/main">
              <a:ext uri="{FF2B5EF4-FFF2-40B4-BE49-F238E27FC236}">
                <a16:creationId xmlns:a16="http://schemas.microsoft.com/office/drawing/2014/main" id="{BC68B15F-7F13-43F0-825F-2EBD0122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162" y="5794290"/>
            <a:ext cx="190137" cy="37219"/>
          </a:xfrm>
          <a:custGeom xmlns:a="http://schemas.openxmlformats.org/drawingml/2006/main">
            <a:pathLst>
              <a:path w="190137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3" y="28524"/>
                </a:moveTo>
                <a:cubicBezTo>
                  <a:pt x="42973" y="28642"/>
                  <a:pt x="42944" y="28746"/>
                  <a:pt x="42885" y="28835"/>
                </a:cubicBezTo>
                <a:cubicBezTo>
                  <a:pt x="42826" y="28923"/>
                  <a:pt x="42722" y="28994"/>
                  <a:pt x="42574" y="29045"/>
                </a:cubicBezTo>
                <a:cubicBezTo>
                  <a:pt x="42426" y="29097"/>
                  <a:pt x="42238" y="29141"/>
                  <a:pt x="42009" y="29178"/>
                </a:cubicBezTo>
                <a:cubicBezTo>
                  <a:pt x="41779" y="29215"/>
                  <a:pt x="41480" y="29234"/>
                  <a:pt x="41110" y="29234"/>
                </a:cubicBezTo>
                <a:cubicBezTo>
                  <a:pt x="40770" y="29234"/>
                  <a:pt x="40478" y="29215"/>
                  <a:pt x="40234" y="29178"/>
                </a:cubicBezTo>
                <a:cubicBezTo>
                  <a:pt x="39990" y="29141"/>
                  <a:pt x="39798" y="29097"/>
                  <a:pt x="39657" y="29045"/>
                </a:cubicBezTo>
                <a:cubicBezTo>
                  <a:pt x="39517" y="28994"/>
                  <a:pt x="39417" y="28923"/>
                  <a:pt x="39358" y="28835"/>
                </a:cubicBezTo>
                <a:cubicBezTo>
                  <a:pt x="39299" y="28746"/>
                  <a:pt x="39269" y="28642"/>
                  <a:pt x="39269" y="28524"/>
                </a:cubicBezTo>
                <a:lnTo>
                  <a:pt x="39269" y="3527"/>
                </a:lnTo>
                <a:lnTo>
                  <a:pt x="39225" y="3527"/>
                </a:lnTo>
                <a:lnTo>
                  <a:pt x="29000" y="28635"/>
                </a:lnTo>
                <a:cubicBezTo>
                  <a:pt x="28955" y="28739"/>
                  <a:pt x="28893" y="28827"/>
                  <a:pt x="28811" y="28901"/>
                </a:cubicBezTo>
                <a:cubicBezTo>
                  <a:pt x="28730" y="28975"/>
                  <a:pt x="28612" y="29038"/>
                  <a:pt x="28456" y="29090"/>
                </a:cubicBezTo>
                <a:cubicBezTo>
                  <a:pt x="28301" y="29141"/>
                  <a:pt x="28116" y="29178"/>
                  <a:pt x="27902" y="29201"/>
                </a:cubicBezTo>
                <a:cubicBezTo>
                  <a:pt x="27687" y="29223"/>
                  <a:pt x="27432" y="29234"/>
                  <a:pt x="27137" y="29234"/>
                </a:cubicBezTo>
                <a:cubicBezTo>
                  <a:pt x="26826" y="29234"/>
                  <a:pt x="26560" y="29219"/>
                  <a:pt x="26338" y="29190"/>
                </a:cubicBezTo>
                <a:cubicBezTo>
                  <a:pt x="26116" y="29160"/>
                  <a:pt x="25931" y="29119"/>
                  <a:pt x="25784" y="29068"/>
                </a:cubicBezTo>
                <a:cubicBezTo>
                  <a:pt x="25636" y="29016"/>
                  <a:pt x="25521" y="28953"/>
                  <a:pt x="25440" y="28879"/>
                </a:cubicBezTo>
                <a:cubicBezTo>
                  <a:pt x="25358" y="28805"/>
                  <a:pt x="25303" y="28724"/>
                  <a:pt x="25273" y="28635"/>
                </a:cubicBezTo>
                <a:lnTo>
                  <a:pt x="15492" y="3527"/>
                </a:lnTo>
                <a:lnTo>
                  <a:pt x="15470" y="3527"/>
                </a:lnTo>
                <a:lnTo>
                  <a:pt x="15470" y="28524"/>
                </a:lnTo>
                <a:cubicBezTo>
                  <a:pt x="15470" y="28642"/>
                  <a:pt x="15440" y="28746"/>
                  <a:pt x="15381" y="28835"/>
                </a:cubicBezTo>
                <a:cubicBezTo>
                  <a:pt x="15322" y="28923"/>
                  <a:pt x="15218" y="28994"/>
                  <a:pt x="15070" y="29045"/>
                </a:cubicBezTo>
                <a:cubicBezTo>
                  <a:pt x="14922" y="29097"/>
                  <a:pt x="14730" y="29141"/>
                  <a:pt x="14494" y="29178"/>
                </a:cubicBezTo>
                <a:cubicBezTo>
                  <a:pt x="14257" y="29215"/>
                  <a:pt x="13954" y="29234"/>
                  <a:pt x="13584" y="29234"/>
                </a:cubicBezTo>
                <a:cubicBezTo>
                  <a:pt x="13229" y="29234"/>
                  <a:pt x="12934" y="29215"/>
                  <a:pt x="12697" y="29178"/>
                </a:cubicBezTo>
                <a:cubicBezTo>
                  <a:pt x="12460" y="29141"/>
                  <a:pt x="12272" y="29097"/>
                  <a:pt x="12131" y="29045"/>
                </a:cubicBezTo>
                <a:cubicBezTo>
                  <a:pt x="11991" y="28994"/>
                  <a:pt x="11895" y="28923"/>
                  <a:pt x="11843" y="28835"/>
                </a:cubicBezTo>
                <a:cubicBezTo>
                  <a:pt x="11791" y="28746"/>
                  <a:pt x="11765" y="28642"/>
                  <a:pt x="11765" y="28524"/>
                </a:cubicBezTo>
                <a:lnTo>
                  <a:pt x="11765" y="2129"/>
                </a:lnTo>
                <a:cubicBezTo>
                  <a:pt x="11765" y="1508"/>
                  <a:pt x="11928" y="1065"/>
                  <a:pt x="12253" y="798"/>
                </a:cubicBezTo>
                <a:cubicBezTo>
                  <a:pt x="12579" y="532"/>
                  <a:pt x="12941" y="399"/>
                  <a:pt x="13340" y="399"/>
                </a:cubicBezTo>
                <a:lnTo>
                  <a:pt x="15647" y="399"/>
                </a:lnTo>
                <a:cubicBezTo>
                  <a:pt x="16120" y="399"/>
                  <a:pt x="16534" y="444"/>
                  <a:pt x="16889" y="532"/>
                </a:cubicBezTo>
                <a:cubicBezTo>
                  <a:pt x="17244" y="621"/>
                  <a:pt x="17555" y="762"/>
                  <a:pt x="17821" y="954"/>
                </a:cubicBezTo>
                <a:cubicBezTo>
                  <a:pt x="18087" y="1146"/>
                  <a:pt x="18309" y="1390"/>
                  <a:pt x="18486" y="1686"/>
                </a:cubicBezTo>
                <a:cubicBezTo>
                  <a:pt x="18664" y="1981"/>
                  <a:pt x="18819" y="2329"/>
                  <a:pt x="18952" y="2728"/>
                </a:cubicBezTo>
                <a:lnTo>
                  <a:pt x="27270" y="23511"/>
                </a:lnTo>
                <a:lnTo>
                  <a:pt x="27381" y="23511"/>
                </a:lnTo>
                <a:lnTo>
                  <a:pt x="36031" y="2795"/>
                </a:lnTo>
                <a:cubicBezTo>
                  <a:pt x="36194" y="2351"/>
                  <a:pt x="36371" y="1974"/>
                  <a:pt x="36563" y="1664"/>
                </a:cubicBezTo>
                <a:cubicBezTo>
                  <a:pt x="36756" y="1353"/>
                  <a:pt x="36966" y="1105"/>
                  <a:pt x="37195" y="920"/>
                </a:cubicBezTo>
                <a:cubicBezTo>
                  <a:pt x="37425" y="736"/>
                  <a:pt x="37680" y="603"/>
                  <a:pt x="37961" y="521"/>
                </a:cubicBezTo>
                <a:cubicBezTo>
                  <a:pt x="38242" y="440"/>
                  <a:pt x="38567" y="399"/>
                  <a:pt x="38937" y="399"/>
                </a:cubicBezTo>
                <a:lnTo>
                  <a:pt x="41354" y="399"/>
                </a:lnTo>
                <a:cubicBezTo>
                  <a:pt x="41576" y="399"/>
                  <a:pt x="41787" y="433"/>
                  <a:pt x="41986" y="499"/>
                </a:cubicBezTo>
                <a:cubicBezTo>
                  <a:pt x="42186" y="566"/>
                  <a:pt x="42356" y="669"/>
                  <a:pt x="42497" y="810"/>
                </a:cubicBezTo>
                <a:cubicBezTo>
                  <a:pt x="42637" y="950"/>
                  <a:pt x="42752" y="1128"/>
                  <a:pt x="42840" y="1342"/>
                </a:cubicBezTo>
                <a:cubicBezTo>
                  <a:pt x="42929" y="1556"/>
                  <a:pt x="42973" y="1819"/>
                  <a:pt x="42973" y="2129"/>
                </a:cubicBezTo>
                <a:lnTo>
                  <a:pt x="42973" y="28524"/>
                </a:lnTo>
                <a:close/>
                <a:moveTo>
                  <a:pt x="72280" y="27748"/>
                </a:moveTo>
                <a:cubicBezTo>
                  <a:pt x="72398" y="28073"/>
                  <a:pt x="72461" y="28336"/>
                  <a:pt x="72468" y="28535"/>
                </a:cubicBezTo>
                <a:cubicBezTo>
                  <a:pt x="72475" y="28735"/>
                  <a:pt x="72420" y="28886"/>
                  <a:pt x="72302" y="28990"/>
                </a:cubicBezTo>
                <a:cubicBezTo>
                  <a:pt x="72183" y="29093"/>
                  <a:pt x="71988" y="29160"/>
                  <a:pt x="71714" y="29190"/>
                </a:cubicBezTo>
                <a:cubicBezTo>
                  <a:pt x="71440" y="29219"/>
                  <a:pt x="71074" y="29234"/>
                  <a:pt x="70616" y="29234"/>
                </a:cubicBezTo>
                <a:cubicBezTo>
                  <a:pt x="70158" y="29234"/>
                  <a:pt x="69792" y="29223"/>
                  <a:pt x="69518" y="29201"/>
                </a:cubicBezTo>
                <a:cubicBezTo>
                  <a:pt x="69245" y="29178"/>
                  <a:pt x="69037" y="29141"/>
                  <a:pt x="68897" y="29090"/>
                </a:cubicBezTo>
                <a:cubicBezTo>
                  <a:pt x="68757" y="29038"/>
                  <a:pt x="68653" y="28968"/>
                  <a:pt x="68586" y="28879"/>
                </a:cubicBezTo>
                <a:cubicBezTo>
                  <a:pt x="68520" y="28790"/>
                  <a:pt x="68457" y="28679"/>
                  <a:pt x="68398" y="28546"/>
                </a:cubicBezTo>
                <a:lnTo>
                  <a:pt x="65936" y="21559"/>
                </a:lnTo>
                <a:lnTo>
                  <a:pt x="54003" y="21559"/>
                </a:lnTo>
                <a:lnTo>
                  <a:pt x="51652" y="28458"/>
                </a:lnTo>
                <a:cubicBezTo>
                  <a:pt x="51607" y="28591"/>
                  <a:pt x="51548" y="28705"/>
                  <a:pt x="51474" y="28801"/>
                </a:cubicBezTo>
                <a:cubicBezTo>
                  <a:pt x="51400" y="28898"/>
                  <a:pt x="51293" y="28979"/>
                  <a:pt x="51153" y="29045"/>
                </a:cubicBezTo>
                <a:cubicBezTo>
                  <a:pt x="51012" y="29112"/>
                  <a:pt x="50813" y="29160"/>
                  <a:pt x="50554" y="29190"/>
                </a:cubicBezTo>
                <a:cubicBezTo>
                  <a:pt x="50295" y="29219"/>
                  <a:pt x="49959" y="29234"/>
                  <a:pt x="49545" y="29234"/>
                </a:cubicBezTo>
                <a:cubicBezTo>
                  <a:pt x="49116" y="29234"/>
                  <a:pt x="48765" y="29215"/>
                  <a:pt x="48491" y="29178"/>
                </a:cubicBezTo>
                <a:cubicBezTo>
                  <a:pt x="48217" y="29141"/>
                  <a:pt x="48025" y="29071"/>
                  <a:pt x="47914" y="28968"/>
                </a:cubicBezTo>
                <a:cubicBezTo>
                  <a:pt x="47803" y="28864"/>
                  <a:pt x="47752" y="28713"/>
                  <a:pt x="47759" y="28513"/>
                </a:cubicBezTo>
                <a:cubicBezTo>
                  <a:pt x="47766" y="28313"/>
                  <a:pt x="47829" y="28051"/>
                  <a:pt x="47948" y="27726"/>
                </a:cubicBezTo>
                <a:lnTo>
                  <a:pt x="57574" y="1065"/>
                </a:lnTo>
                <a:cubicBezTo>
                  <a:pt x="57633" y="902"/>
                  <a:pt x="57711" y="769"/>
                  <a:pt x="57807" y="665"/>
                </a:cubicBezTo>
                <a:cubicBezTo>
                  <a:pt x="57903" y="562"/>
                  <a:pt x="58043" y="481"/>
                  <a:pt x="58228" y="421"/>
                </a:cubicBezTo>
                <a:cubicBezTo>
                  <a:pt x="58413" y="362"/>
                  <a:pt x="58650" y="322"/>
                  <a:pt x="58938" y="299"/>
                </a:cubicBezTo>
                <a:cubicBezTo>
                  <a:pt x="59226" y="277"/>
                  <a:pt x="59592" y="266"/>
                  <a:pt x="60036" y="266"/>
                </a:cubicBezTo>
                <a:cubicBezTo>
                  <a:pt x="60509" y="266"/>
                  <a:pt x="60901" y="277"/>
                  <a:pt x="61211" y="299"/>
                </a:cubicBezTo>
                <a:cubicBezTo>
                  <a:pt x="61522" y="322"/>
                  <a:pt x="61773" y="362"/>
                  <a:pt x="61966" y="421"/>
                </a:cubicBezTo>
                <a:cubicBezTo>
                  <a:pt x="62158" y="481"/>
                  <a:pt x="62306" y="566"/>
                  <a:pt x="62409" y="677"/>
                </a:cubicBezTo>
                <a:cubicBezTo>
                  <a:pt x="62513" y="787"/>
                  <a:pt x="62594" y="924"/>
                  <a:pt x="62653" y="1087"/>
                </a:cubicBezTo>
                <a:lnTo>
                  <a:pt x="72280" y="27748"/>
                </a:lnTo>
                <a:moveTo>
                  <a:pt x="59925" y="4214"/>
                </a:moveTo>
                <a:lnTo>
                  <a:pt x="59903" y="4214"/>
                </a:lnTo>
                <a:lnTo>
                  <a:pt x="54957" y="18521"/>
                </a:lnTo>
                <a:lnTo>
                  <a:pt x="64938" y="18521"/>
                </a:lnTo>
                <a:lnTo>
                  <a:pt x="59925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2" y="5046"/>
                </a:cubicBezTo>
                <a:cubicBezTo>
                  <a:pt x="98573" y="5260"/>
                  <a:pt x="98529" y="5438"/>
                  <a:pt x="98469" y="5578"/>
                </a:cubicBezTo>
                <a:cubicBezTo>
                  <a:pt x="98410" y="5719"/>
                  <a:pt x="98336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3" y="4954"/>
                  <a:pt x="95408" y="4614"/>
                </a:cubicBezTo>
                <a:cubicBezTo>
                  <a:pt x="94713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2" y="3549"/>
                  <a:pt x="85205" y="4126"/>
                </a:cubicBezTo>
                <a:cubicBezTo>
                  <a:pt x="83949" y="4702"/>
                  <a:pt x="82884" y="5501"/>
                  <a:pt x="82011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8" y="11563"/>
                  <a:pt x="79305" y="13086"/>
                  <a:pt x="79305" y="14728"/>
                </a:cubicBezTo>
                <a:cubicBezTo>
                  <a:pt x="79305" y="16561"/>
                  <a:pt x="79560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5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1" y="14251"/>
                </a:cubicBezTo>
                <a:cubicBezTo>
                  <a:pt x="87431" y="14051"/>
                  <a:pt x="87479" y="13889"/>
                  <a:pt x="87545" y="13763"/>
                </a:cubicBezTo>
                <a:cubicBezTo>
                  <a:pt x="87612" y="13637"/>
                  <a:pt x="87690" y="13545"/>
                  <a:pt x="87778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7" y="13397"/>
                </a:lnTo>
                <a:cubicBezTo>
                  <a:pt x="97390" y="13397"/>
                  <a:pt x="97553" y="13427"/>
                  <a:pt x="97715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5" y="14033"/>
                  <a:pt x="98469" y="14240"/>
                </a:cubicBezTo>
                <a:cubicBezTo>
                  <a:pt x="98543" y="14447"/>
                  <a:pt x="98580" y="14683"/>
                  <a:pt x="98580" y="14950"/>
                </a:cubicBezTo>
                <a:lnTo>
                  <a:pt x="98580" y="25885"/>
                </a:lnTo>
                <a:cubicBezTo>
                  <a:pt x="98580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4" y="28073"/>
                  <a:pt x="95874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1" y="29367"/>
                </a:cubicBezTo>
                <a:cubicBezTo>
                  <a:pt x="90832" y="29456"/>
                  <a:pt x="90100" y="29500"/>
                  <a:pt x="89375" y="29500"/>
                </a:cubicBezTo>
                <a:cubicBezTo>
                  <a:pt x="87157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0" y="22735"/>
                  <a:pt x="76244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8" y="5405"/>
                  <a:pt x="79228" y="4103"/>
                </a:cubicBezTo>
                <a:cubicBezTo>
                  <a:pt x="80477" y="2802"/>
                  <a:pt x="81978" y="1793"/>
                  <a:pt x="83730" y="1076"/>
                </a:cubicBezTo>
                <a:cubicBezTo>
                  <a:pt x="85483" y="359"/>
                  <a:pt x="87423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4" y="1224"/>
                  <a:pt x="96573" y="1505"/>
                  <a:pt x="97083" y="1808"/>
                </a:cubicBezTo>
                <a:cubicBezTo>
                  <a:pt x="97593" y="2111"/>
                  <a:pt x="97944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6" y="28025"/>
                  <a:pt x="122086" y="28225"/>
                </a:cubicBezTo>
                <a:cubicBezTo>
                  <a:pt x="122056" y="28424"/>
                  <a:pt x="122005" y="28591"/>
                  <a:pt x="121931" y="28724"/>
                </a:cubicBezTo>
                <a:cubicBezTo>
                  <a:pt x="121857" y="28857"/>
                  <a:pt x="121772" y="28953"/>
                  <a:pt x="121676" y="29012"/>
                </a:cubicBezTo>
                <a:cubicBezTo>
                  <a:pt x="121580" y="29071"/>
                  <a:pt x="121472" y="29101"/>
                  <a:pt x="121354" y="29101"/>
                </a:cubicBezTo>
                <a:lnTo>
                  <a:pt x="107580" y="29101"/>
                </a:lnTo>
                <a:cubicBezTo>
                  <a:pt x="107240" y="29101"/>
                  <a:pt x="106918" y="28986"/>
                  <a:pt x="106615" y="28757"/>
                </a:cubicBezTo>
                <a:cubicBezTo>
                  <a:pt x="106312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2" y="972"/>
                  <a:pt x="106615" y="743"/>
                </a:cubicBezTo>
                <a:cubicBezTo>
                  <a:pt x="106918" y="514"/>
                  <a:pt x="107240" y="399"/>
                  <a:pt x="107580" y="399"/>
                </a:cubicBezTo>
                <a:lnTo>
                  <a:pt x="121199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7" y="547"/>
                  <a:pt x="121694" y="643"/>
                  <a:pt x="121753" y="776"/>
                </a:cubicBezTo>
                <a:cubicBezTo>
                  <a:pt x="121812" y="909"/>
                  <a:pt x="121861" y="1076"/>
                  <a:pt x="121897" y="1275"/>
                </a:cubicBezTo>
                <a:cubicBezTo>
                  <a:pt x="121934" y="1475"/>
                  <a:pt x="121953" y="1723"/>
                  <a:pt x="121953" y="2018"/>
                </a:cubicBezTo>
                <a:cubicBezTo>
                  <a:pt x="121953" y="2285"/>
                  <a:pt x="121934" y="2517"/>
                  <a:pt x="121897" y="2717"/>
                </a:cubicBezTo>
                <a:cubicBezTo>
                  <a:pt x="121861" y="2917"/>
                  <a:pt x="121812" y="3079"/>
                  <a:pt x="121753" y="3205"/>
                </a:cubicBezTo>
                <a:cubicBezTo>
                  <a:pt x="121694" y="3331"/>
                  <a:pt x="121617" y="3423"/>
                  <a:pt x="121520" y="3482"/>
                </a:cubicBezTo>
                <a:cubicBezTo>
                  <a:pt x="121424" y="3541"/>
                  <a:pt x="121317" y="3571"/>
                  <a:pt x="121199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2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20" y="12743"/>
                  <a:pt x="120101" y="12835"/>
                  <a:pt x="120167" y="12953"/>
                </a:cubicBezTo>
                <a:cubicBezTo>
                  <a:pt x="120234" y="13072"/>
                  <a:pt x="120282" y="13234"/>
                  <a:pt x="120312" y="13441"/>
                </a:cubicBezTo>
                <a:cubicBezTo>
                  <a:pt x="120341" y="13648"/>
                  <a:pt x="120356" y="13892"/>
                  <a:pt x="120356" y="14173"/>
                </a:cubicBezTo>
                <a:cubicBezTo>
                  <a:pt x="120356" y="14440"/>
                  <a:pt x="120341" y="14669"/>
                  <a:pt x="120312" y="14861"/>
                </a:cubicBezTo>
                <a:cubicBezTo>
                  <a:pt x="120282" y="15053"/>
                  <a:pt x="120234" y="15208"/>
                  <a:pt x="120167" y="15327"/>
                </a:cubicBezTo>
                <a:cubicBezTo>
                  <a:pt x="120101" y="15445"/>
                  <a:pt x="120020" y="15530"/>
                  <a:pt x="119923" y="15582"/>
                </a:cubicBezTo>
                <a:cubicBezTo>
                  <a:pt x="119827" y="15634"/>
                  <a:pt x="119720" y="15659"/>
                  <a:pt x="119602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4" y="25929"/>
                </a:lnTo>
                <a:cubicBezTo>
                  <a:pt x="121472" y="25929"/>
                  <a:pt x="121580" y="25959"/>
                  <a:pt x="121676" y="26018"/>
                </a:cubicBezTo>
                <a:cubicBezTo>
                  <a:pt x="121772" y="26077"/>
                  <a:pt x="121857" y="26169"/>
                  <a:pt x="121931" y="26295"/>
                </a:cubicBezTo>
                <a:cubicBezTo>
                  <a:pt x="122005" y="26421"/>
                  <a:pt x="122056" y="26583"/>
                  <a:pt x="122086" y="26783"/>
                </a:cubicBezTo>
                <a:cubicBezTo>
                  <a:pt x="122116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4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6" y="37107"/>
                  <a:pt x="124193" y="36883"/>
                </a:cubicBezTo>
                <a:cubicBezTo>
                  <a:pt x="124060" y="36660"/>
                  <a:pt x="123994" y="36288"/>
                  <a:pt x="123994" y="35766"/>
                </a:cubicBezTo>
                <a:cubicBezTo>
                  <a:pt x="123994" y="35260"/>
                  <a:pt x="124060" y="34880"/>
                  <a:pt x="124193" y="34627"/>
                </a:cubicBezTo>
                <a:cubicBezTo>
                  <a:pt x="124326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6" y="34247"/>
                  <a:pt x="146548" y="34366"/>
                  <a:pt x="146673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67332" y="27593"/>
                </a:moveTo>
                <a:cubicBezTo>
                  <a:pt x="167332" y="27874"/>
                  <a:pt x="167310" y="28110"/>
                  <a:pt x="167266" y="28302"/>
                </a:cubicBezTo>
                <a:cubicBezTo>
                  <a:pt x="167221" y="28495"/>
                  <a:pt x="167162" y="28650"/>
                  <a:pt x="167088" y="28768"/>
                </a:cubicBezTo>
                <a:cubicBezTo>
                  <a:pt x="167014" y="28886"/>
                  <a:pt x="166929" y="28971"/>
                  <a:pt x="166833" y="29023"/>
                </a:cubicBezTo>
                <a:cubicBezTo>
                  <a:pt x="166737" y="29075"/>
                  <a:pt x="166637" y="29101"/>
                  <a:pt x="166534" y="29101"/>
                </a:cubicBezTo>
                <a:lnTo>
                  <a:pt x="151540" y="29101"/>
                </a:lnTo>
                <a:cubicBezTo>
                  <a:pt x="151436" y="29101"/>
                  <a:pt x="151340" y="29075"/>
                  <a:pt x="151251" y="29023"/>
                </a:cubicBezTo>
                <a:cubicBezTo>
                  <a:pt x="151163" y="28971"/>
                  <a:pt x="151078" y="28886"/>
                  <a:pt x="150996" y="28768"/>
                </a:cubicBezTo>
                <a:cubicBezTo>
                  <a:pt x="150915" y="28650"/>
                  <a:pt x="150852" y="28495"/>
                  <a:pt x="150808" y="28302"/>
                </a:cubicBezTo>
                <a:cubicBezTo>
                  <a:pt x="150763" y="28110"/>
                  <a:pt x="150741" y="27874"/>
                  <a:pt x="150741" y="27593"/>
                </a:cubicBezTo>
                <a:cubicBezTo>
                  <a:pt x="150741" y="27326"/>
                  <a:pt x="150763" y="27097"/>
                  <a:pt x="150808" y="26905"/>
                </a:cubicBezTo>
                <a:cubicBezTo>
                  <a:pt x="150852" y="26713"/>
                  <a:pt x="150908" y="26554"/>
                  <a:pt x="150974" y="26428"/>
                </a:cubicBezTo>
                <a:cubicBezTo>
                  <a:pt x="151041" y="26302"/>
                  <a:pt x="151122" y="26206"/>
                  <a:pt x="151218" y="26140"/>
                </a:cubicBezTo>
                <a:cubicBezTo>
                  <a:pt x="151314" y="26073"/>
                  <a:pt x="151421" y="26040"/>
                  <a:pt x="151540" y="26040"/>
                </a:cubicBezTo>
                <a:lnTo>
                  <a:pt x="157528" y="26040"/>
                </a:lnTo>
                <a:lnTo>
                  <a:pt x="157528" y="4192"/>
                </a:lnTo>
                <a:lnTo>
                  <a:pt x="151983" y="7519"/>
                </a:lnTo>
                <a:cubicBezTo>
                  <a:pt x="151702" y="7667"/>
                  <a:pt x="151477" y="7756"/>
                  <a:pt x="151307" y="7785"/>
                </a:cubicBezTo>
                <a:cubicBezTo>
                  <a:pt x="151137" y="7815"/>
                  <a:pt x="151000" y="7782"/>
                  <a:pt x="150896" y="7686"/>
                </a:cubicBezTo>
                <a:cubicBezTo>
                  <a:pt x="150793" y="7589"/>
                  <a:pt x="150723" y="7430"/>
                  <a:pt x="150686" y="7208"/>
                </a:cubicBezTo>
                <a:cubicBezTo>
                  <a:pt x="150649" y="6985"/>
                  <a:pt x="150630" y="6703"/>
                  <a:pt x="150630" y="6362"/>
                </a:cubicBezTo>
                <a:cubicBezTo>
                  <a:pt x="150630" y="6110"/>
                  <a:pt x="150641" y="5895"/>
                  <a:pt x="150664" y="5717"/>
                </a:cubicBezTo>
                <a:cubicBezTo>
                  <a:pt x="150686" y="5539"/>
                  <a:pt x="150719" y="5391"/>
                  <a:pt x="150763" y="5272"/>
                </a:cubicBezTo>
                <a:cubicBezTo>
                  <a:pt x="150808" y="5153"/>
                  <a:pt x="150871" y="5050"/>
                  <a:pt x="150952" y="4961"/>
                </a:cubicBezTo>
                <a:cubicBezTo>
                  <a:pt x="151033" y="4872"/>
                  <a:pt x="151140" y="4783"/>
                  <a:pt x="151274" y="4694"/>
                </a:cubicBezTo>
                <a:lnTo>
                  <a:pt x="157883" y="444"/>
                </a:lnTo>
                <a:cubicBezTo>
                  <a:pt x="157942" y="400"/>
                  <a:pt x="158016" y="363"/>
                  <a:pt x="158105" y="333"/>
                </a:cubicBezTo>
                <a:cubicBezTo>
                  <a:pt x="158194" y="303"/>
                  <a:pt x="158305" y="274"/>
                  <a:pt x="158438" y="244"/>
                </a:cubicBezTo>
                <a:cubicBezTo>
                  <a:pt x="158571" y="214"/>
                  <a:pt x="158726" y="196"/>
                  <a:pt x="158904" y="189"/>
                </a:cubicBezTo>
                <a:cubicBezTo>
                  <a:pt x="159081" y="181"/>
                  <a:pt x="159303" y="177"/>
                  <a:pt x="159569" y="177"/>
                </a:cubicBezTo>
                <a:cubicBezTo>
                  <a:pt x="159924" y="177"/>
                  <a:pt x="160220" y="192"/>
                  <a:pt x="160456" y="222"/>
                </a:cubicBezTo>
                <a:cubicBezTo>
                  <a:pt x="160693" y="251"/>
                  <a:pt x="160878" y="292"/>
                  <a:pt x="161011" y="344"/>
                </a:cubicBezTo>
                <a:cubicBezTo>
                  <a:pt x="161144" y="396"/>
                  <a:pt x="161233" y="462"/>
                  <a:pt x="161277" y="544"/>
                </a:cubicBezTo>
                <a:cubicBezTo>
                  <a:pt x="161321" y="625"/>
                  <a:pt x="161344" y="710"/>
                  <a:pt x="161344" y="799"/>
                </a:cubicBezTo>
                <a:lnTo>
                  <a:pt x="161344" y="26040"/>
                </a:lnTo>
                <a:lnTo>
                  <a:pt x="166534" y="26040"/>
                </a:lnTo>
                <a:cubicBezTo>
                  <a:pt x="166652" y="26040"/>
                  <a:pt x="166763" y="26073"/>
                  <a:pt x="166866" y="26140"/>
                </a:cubicBezTo>
                <a:cubicBezTo>
                  <a:pt x="166970" y="26206"/>
                  <a:pt x="167055" y="26302"/>
                  <a:pt x="167122" y="26428"/>
                </a:cubicBezTo>
                <a:cubicBezTo>
                  <a:pt x="167188" y="26554"/>
                  <a:pt x="167240" y="26713"/>
                  <a:pt x="167277" y="26905"/>
                </a:cubicBezTo>
                <a:cubicBezTo>
                  <a:pt x="167314" y="27097"/>
                  <a:pt x="167332" y="27326"/>
                  <a:pt x="167332" y="27593"/>
                </a:cubicBezTo>
                <a:close/>
                <a:moveTo>
                  <a:pt x="190137" y="27593"/>
                </a:moveTo>
                <a:cubicBezTo>
                  <a:pt x="190137" y="27874"/>
                  <a:pt x="190114" y="28110"/>
                  <a:pt x="190070" y="28302"/>
                </a:cubicBezTo>
                <a:cubicBezTo>
                  <a:pt x="190026" y="28495"/>
                  <a:pt x="189966" y="28650"/>
                  <a:pt x="189893" y="28768"/>
                </a:cubicBezTo>
                <a:cubicBezTo>
                  <a:pt x="189819" y="28886"/>
                  <a:pt x="189734" y="28971"/>
                  <a:pt x="189637" y="29023"/>
                </a:cubicBezTo>
                <a:cubicBezTo>
                  <a:pt x="189541" y="29075"/>
                  <a:pt x="189442" y="29101"/>
                  <a:pt x="189338" y="29101"/>
                </a:cubicBezTo>
                <a:lnTo>
                  <a:pt x="174344" y="29101"/>
                </a:lnTo>
                <a:cubicBezTo>
                  <a:pt x="174240" y="29101"/>
                  <a:pt x="174144" y="29075"/>
                  <a:pt x="174056" y="29023"/>
                </a:cubicBezTo>
                <a:cubicBezTo>
                  <a:pt x="173967" y="28971"/>
                  <a:pt x="173882" y="28886"/>
                  <a:pt x="173801" y="28768"/>
                </a:cubicBezTo>
                <a:cubicBezTo>
                  <a:pt x="173719" y="28650"/>
                  <a:pt x="173656" y="28495"/>
                  <a:pt x="173612" y="28302"/>
                </a:cubicBezTo>
                <a:cubicBezTo>
                  <a:pt x="173568" y="28110"/>
                  <a:pt x="173546" y="27874"/>
                  <a:pt x="173546" y="27593"/>
                </a:cubicBezTo>
                <a:cubicBezTo>
                  <a:pt x="173546" y="27326"/>
                  <a:pt x="173568" y="27097"/>
                  <a:pt x="173612" y="26905"/>
                </a:cubicBezTo>
                <a:cubicBezTo>
                  <a:pt x="173656" y="26713"/>
                  <a:pt x="173712" y="26554"/>
                  <a:pt x="173778" y="26428"/>
                </a:cubicBezTo>
                <a:cubicBezTo>
                  <a:pt x="173845" y="26302"/>
                  <a:pt x="173926" y="26206"/>
                  <a:pt x="174022" y="26140"/>
                </a:cubicBezTo>
                <a:cubicBezTo>
                  <a:pt x="174119" y="26073"/>
                  <a:pt x="174226" y="26040"/>
                  <a:pt x="174344" y="26040"/>
                </a:cubicBezTo>
                <a:lnTo>
                  <a:pt x="180333" y="26040"/>
                </a:lnTo>
                <a:lnTo>
                  <a:pt x="180333" y="4192"/>
                </a:lnTo>
                <a:lnTo>
                  <a:pt x="174788" y="7519"/>
                </a:lnTo>
                <a:cubicBezTo>
                  <a:pt x="174507" y="7667"/>
                  <a:pt x="174281" y="7756"/>
                  <a:pt x="174111" y="7785"/>
                </a:cubicBezTo>
                <a:cubicBezTo>
                  <a:pt x="173941" y="7815"/>
                  <a:pt x="173804" y="7782"/>
                  <a:pt x="173701" y="7686"/>
                </a:cubicBezTo>
                <a:cubicBezTo>
                  <a:pt x="173597" y="7589"/>
                  <a:pt x="173527" y="7430"/>
                  <a:pt x="173490" y="7208"/>
                </a:cubicBezTo>
                <a:cubicBezTo>
                  <a:pt x="173453" y="6985"/>
                  <a:pt x="173435" y="6703"/>
                  <a:pt x="173435" y="6362"/>
                </a:cubicBezTo>
                <a:cubicBezTo>
                  <a:pt x="173435" y="6110"/>
                  <a:pt x="173446" y="5895"/>
                  <a:pt x="173468" y="5717"/>
                </a:cubicBezTo>
                <a:cubicBezTo>
                  <a:pt x="173490" y="5539"/>
                  <a:pt x="173523" y="5391"/>
                  <a:pt x="173568" y="5272"/>
                </a:cubicBezTo>
                <a:cubicBezTo>
                  <a:pt x="173612" y="5153"/>
                  <a:pt x="173675" y="5050"/>
                  <a:pt x="173756" y="4961"/>
                </a:cubicBezTo>
                <a:cubicBezTo>
                  <a:pt x="173838" y="4872"/>
                  <a:pt x="173945" y="4783"/>
                  <a:pt x="174078" y="4694"/>
                </a:cubicBezTo>
                <a:lnTo>
                  <a:pt x="180688" y="444"/>
                </a:lnTo>
                <a:cubicBezTo>
                  <a:pt x="180747" y="400"/>
                  <a:pt x="180821" y="363"/>
                  <a:pt x="180909" y="333"/>
                </a:cubicBezTo>
                <a:cubicBezTo>
                  <a:pt x="180998" y="303"/>
                  <a:pt x="181109" y="274"/>
                  <a:pt x="181242" y="244"/>
                </a:cubicBezTo>
                <a:cubicBezTo>
                  <a:pt x="181375" y="214"/>
                  <a:pt x="181530" y="196"/>
                  <a:pt x="181708" y="189"/>
                </a:cubicBezTo>
                <a:cubicBezTo>
                  <a:pt x="181885" y="181"/>
                  <a:pt x="182107" y="177"/>
                  <a:pt x="182373" y="177"/>
                </a:cubicBezTo>
                <a:cubicBezTo>
                  <a:pt x="182728" y="177"/>
                  <a:pt x="183024" y="192"/>
                  <a:pt x="183261" y="222"/>
                </a:cubicBezTo>
                <a:cubicBezTo>
                  <a:pt x="183497" y="251"/>
                  <a:pt x="183682" y="292"/>
                  <a:pt x="183815" y="344"/>
                </a:cubicBezTo>
                <a:cubicBezTo>
                  <a:pt x="183948" y="396"/>
                  <a:pt x="184037" y="462"/>
                  <a:pt x="184081" y="544"/>
                </a:cubicBezTo>
                <a:cubicBezTo>
                  <a:pt x="184126" y="625"/>
                  <a:pt x="184148" y="710"/>
                  <a:pt x="184148" y="799"/>
                </a:cubicBezTo>
                <a:lnTo>
                  <a:pt x="184148" y="26040"/>
                </a:lnTo>
                <a:lnTo>
                  <a:pt x="189338" y="26040"/>
                </a:lnTo>
                <a:cubicBezTo>
                  <a:pt x="189456" y="26040"/>
                  <a:pt x="189567" y="26073"/>
                  <a:pt x="189671" y="26140"/>
                </a:cubicBezTo>
                <a:cubicBezTo>
                  <a:pt x="189774" y="26206"/>
                  <a:pt x="189859" y="26302"/>
                  <a:pt x="189926" y="26428"/>
                </a:cubicBezTo>
                <a:cubicBezTo>
                  <a:pt x="189992" y="26554"/>
                  <a:pt x="190044" y="26713"/>
                  <a:pt x="190081" y="26905"/>
                </a:cubicBezTo>
                <a:cubicBezTo>
                  <a:pt x="190118" y="27097"/>
                  <a:pt x="190137" y="27326"/>
                  <a:pt x="190137" y="27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A3459-0FAB-4F66-B00D-17822668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778" y="5877727"/>
            <a:ext cx="166788" cy="45426"/>
          </a:xfrm>
          <a:custGeom xmlns:a="http://schemas.openxmlformats.org/drawingml/2006/main">
            <a:pathLst>
              <a:path w="166788" h="45426">
                <a:moveTo>
                  <a:pt x="0" y="20820"/>
                </a:moveTo>
                <a:lnTo>
                  <a:pt x="0" y="24606"/>
                </a:lnTo>
                <a:lnTo>
                  <a:pt x="121362" y="24606"/>
                </a:lnTo>
                <a:lnTo>
                  <a:pt x="121362" y="45426"/>
                </a:lnTo>
                <a:lnTo>
                  <a:pt x="166788" y="22713"/>
                </a:lnTo>
                <a:lnTo>
                  <a:pt x="121362" y="0"/>
                </a:lnTo>
                <a:lnTo>
                  <a:pt x="121362" y="20820"/>
                </a:lnTo>
                <a:lnTo>
                  <a:pt x="0" y="20820"/>
                </a:lnTo>
                <a:close/>
              </a:path>
            </a:pathLst>
          </a:custGeom>
          <a:solidFill xmlns:a="http://schemas.openxmlformats.org/drawingml/2006/main">
            <a:srgbClr val="5F7786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8349E-911D-4373-9F92-A44AA438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253" y="5873303"/>
            <a:ext cx="68835" cy="53619"/>
          </a:xfrm>
          <a:custGeom xmlns:a="http://schemas.openxmlformats.org/drawingml/2006/main">
            <a:pathLst>
              <a:path w="68835" h="53619">
                <a:moveTo>
                  <a:pt x="63598" y="53619"/>
                </a:moveTo>
                <a:lnTo>
                  <a:pt x="5238" y="53619"/>
                </a:lnTo>
                <a:cubicBezTo>
                  <a:pt x="2345" y="53619"/>
                  <a:pt x="0" y="51408"/>
                  <a:pt x="0" y="48681"/>
                </a:cubicBezTo>
                <a:lnTo>
                  <a:pt x="0" y="4939"/>
                </a:lnTo>
                <a:cubicBezTo>
                  <a:pt x="0" y="2213"/>
                  <a:pt x="2346" y="0"/>
                  <a:pt x="5238" y="0"/>
                </a:cubicBezTo>
                <a:lnTo>
                  <a:pt x="63598" y="0"/>
                </a:lnTo>
                <a:cubicBezTo>
                  <a:pt x="66491" y="0"/>
                  <a:pt x="68835" y="2213"/>
                  <a:pt x="68835" y="4939"/>
                </a:cubicBezTo>
                <a:lnTo>
                  <a:pt x="68835" y="48681"/>
                </a:lnTo>
                <a:cubicBezTo>
                  <a:pt x="68835" y="51408"/>
                  <a:pt x="66491" y="53619"/>
                  <a:pt x="63598" y="53619"/>
                </a:cubicBezTo>
                <a:close/>
                <a:moveTo>
                  <a:pt x="5238" y="4233"/>
                </a:moveTo>
                <a:cubicBezTo>
                  <a:pt x="4824" y="4233"/>
                  <a:pt x="4489" y="4548"/>
                  <a:pt x="4489" y="4939"/>
                </a:cubicBezTo>
                <a:lnTo>
                  <a:pt x="4489" y="48681"/>
                </a:lnTo>
                <a:cubicBezTo>
                  <a:pt x="4489" y="49070"/>
                  <a:pt x="4825" y="49386"/>
                  <a:pt x="5238" y="49386"/>
                </a:cubicBezTo>
                <a:lnTo>
                  <a:pt x="14749" y="49386"/>
                </a:lnTo>
                <a:lnTo>
                  <a:pt x="40403" y="23922"/>
                </a:lnTo>
                <a:cubicBezTo>
                  <a:pt x="42393" y="21946"/>
                  <a:pt x="45708" y="21864"/>
                  <a:pt x="47805" y="23741"/>
                </a:cubicBezTo>
                <a:cubicBezTo>
                  <a:pt x="47838" y="23771"/>
                  <a:pt x="47870" y="23802"/>
                  <a:pt x="47905" y="23832"/>
                </a:cubicBezTo>
                <a:lnTo>
                  <a:pt x="64346" y="39340"/>
                </a:lnTo>
                <a:lnTo>
                  <a:pt x="64346" y="4939"/>
                </a:lnTo>
                <a:cubicBezTo>
                  <a:pt x="64346" y="4548"/>
                  <a:pt x="64012" y="4233"/>
                  <a:pt x="63598" y="4233"/>
                </a:cubicBezTo>
                <a:lnTo>
                  <a:pt x="5238" y="4233"/>
                </a:lnTo>
                <a:close/>
                <a:moveTo>
                  <a:pt x="64346" y="48681"/>
                </a:moveTo>
                <a:lnTo>
                  <a:pt x="64346" y="45323"/>
                </a:lnTo>
                <a:lnTo>
                  <a:pt x="44728" y="26826"/>
                </a:lnTo>
                <a:cubicBezTo>
                  <a:pt x="44586" y="26692"/>
                  <a:pt x="44391" y="26617"/>
                  <a:pt x="44189" y="26622"/>
                </a:cubicBezTo>
                <a:cubicBezTo>
                  <a:pt x="43989" y="26622"/>
                  <a:pt x="43797" y="26699"/>
                  <a:pt x="43658" y="26838"/>
                </a:cubicBezTo>
                <a:lnTo>
                  <a:pt x="20941" y="49386"/>
                </a:lnTo>
                <a:lnTo>
                  <a:pt x="63598" y="49386"/>
                </a:lnTo>
                <a:cubicBezTo>
                  <a:pt x="64012" y="49386"/>
                  <a:pt x="64346" y="49071"/>
                  <a:pt x="64346" y="48681"/>
                </a:cubicBezTo>
                <a:close/>
                <a:moveTo>
                  <a:pt x="29928" y="19049"/>
                </a:moveTo>
                <a:cubicBezTo>
                  <a:pt x="29928" y="24115"/>
                  <a:pt x="25573" y="28221"/>
                  <a:pt x="20202" y="28221"/>
                </a:cubicBezTo>
                <a:cubicBezTo>
                  <a:pt x="14830" y="28221"/>
                  <a:pt x="10475" y="24115"/>
                  <a:pt x="10475" y="19049"/>
                </a:cubicBezTo>
                <a:cubicBezTo>
                  <a:pt x="10475" y="13983"/>
                  <a:pt x="14830" y="9877"/>
                  <a:pt x="20202" y="9877"/>
                </a:cubicBezTo>
                <a:cubicBezTo>
                  <a:pt x="25573" y="9877"/>
                  <a:pt x="29928" y="13983"/>
                  <a:pt x="29928" y="19049"/>
                </a:cubicBezTo>
                <a:close/>
                <a:moveTo>
                  <a:pt x="25438" y="19049"/>
                </a:moveTo>
                <a:cubicBezTo>
                  <a:pt x="25438" y="16321"/>
                  <a:pt x="23091" y="14110"/>
                  <a:pt x="20199" y="14110"/>
                </a:cubicBezTo>
                <a:cubicBezTo>
                  <a:pt x="17305" y="14110"/>
                  <a:pt x="14961" y="16323"/>
                  <a:pt x="14962" y="19051"/>
                </a:cubicBezTo>
                <a:cubicBezTo>
                  <a:pt x="14962" y="21779"/>
                  <a:pt x="17308" y="23992"/>
                  <a:pt x="20202" y="23990"/>
                </a:cubicBezTo>
                <a:cubicBezTo>
                  <a:pt x="23096" y="23990"/>
                  <a:pt x="25441" y="21777"/>
                  <a:pt x="25438" y="19049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A079B-744A-4EB6-89BA-3C1AE4EF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672" y="5866371"/>
            <a:ext cx="313437" cy="68139"/>
          </a:xfrm>
          <a:custGeom xmlns:a="http://schemas.openxmlformats.org/drawingml/2006/main">
            <a:pathLst>
              <a:path w="313437" h="68139">
                <a:moveTo>
                  <a:pt x="0" y="11356"/>
                </a:moveTo>
                <a:cubicBezTo>
                  <a:pt x="0" y="5088"/>
                  <a:pt x="5073" y="0"/>
                  <a:pt x="11356" y="0"/>
                </a:cubicBezTo>
                <a:lnTo>
                  <a:pt x="302081" y="0"/>
                </a:lnTo>
                <a:cubicBezTo>
                  <a:pt x="308365" y="0"/>
                  <a:pt x="313437" y="5088"/>
                  <a:pt x="313437" y="11356"/>
                </a:cubicBezTo>
                <a:lnTo>
                  <a:pt x="313437" y="56782"/>
                </a:lnTo>
                <a:cubicBezTo>
                  <a:pt x="313437" y="63058"/>
                  <a:pt x="308365" y="68139"/>
                  <a:pt x="302081" y="68139"/>
                </a:cubicBezTo>
                <a:lnTo>
                  <a:pt x="11356" y="68139"/>
                </a:lnTo>
                <a:cubicBezTo>
                  <a:pt x="5073" y="68139"/>
                  <a:pt x="0" y="63058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B4C7E7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IMAGE_N">
            <a:extLst xmlns:a="http://schemas.openxmlformats.org/drawingml/2006/main">
              <a:ext uri="{FF2B5EF4-FFF2-40B4-BE49-F238E27FC236}">
                <a16:creationId xmlns:a16="http://schemas.microsoft.com/office/drawing/2014/main" id="{8955D37F-FBEE-4A2C-8A85-7C37DF9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338" y="5887685"/>
            <a:ext cx="172279" cy="37219"/>
          </a:xfrm>
          <a:custGeom xmlns:a="http://schemas.openxmlformats.org/drawingml/2006/main">
            <a:pathLst>
              <a:path w="172279" h="37219">
                <a:moveTo>
                  <a:pt x="3815" y="28524"/>
                </a:moveTo>
                <a:cubicBezTo>
                  <a:pt x="3815" y="28642"/>
                  <a:pt x="3785" y="28746"/>
                  <a:pt x="3726" y="28835"/>
                </a:cubicBezTo>
                <a:cubicBezTo>
                  <a:pt x="3667" y="28923"/>
                  <a:pt x="3564" y="28994"/>
                  <a:pt x="3416" y="29045"/>
                </a:cubicBezTo>
                <a:cubicBezTo>
                  <a:pt x="3268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53" y="29234"/>
                  <a:pt x="1250" y="29215"/>
                  <a:pt x="998" y="29178"/>
                </a:cubicBezTo>
                <a:cubicBezTo>
                  <a:pt x="747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976"/>
                </a:lnTo>
                <a:cubicBezTo>
                  <a:pt x="0" y="858"/>
                  <a:pt x="33" y="754"/>
                  <a:pt x="100" y="665"/>
                </a:cubicBezTo>
                <a:cubicBezTo>
                  <a:pt x="166" y="577"/>
                  <a:pt x="277" y="506"/>
                  <a:pt x="433" y="455"/>
                </a:cubicBezTo>
                <a:cubicBezTo>
                  <a:pt x="588" y="403"/>
                  <a:pt x="787" y="359"/>
                  <a:pt x="1031" y="322"/>
                </a:cubicBezTo>
                <a:cubicBezTo>
                  <a:pt x="1275" y="285"/>
                  <a:pt x="1567" y="266"/>
                  <a:pt x="1908" y="266"/>
                </a:cubicBezTo>
                <a:cubicBezTo>
                  <a:pt x="2277" y="266"/>
                  <a:pt x="2584" y="285"/>
                  <a:pt x="2828" y="322"/>
                </a:cubicBezTo>
                <a:cubicBezTo>
                  <a:pt x="3072" y="359"/>
                  <a:pt x="3268" y="403"/>
                  <a:pt x="3416" y="455"/>
                </a:cubicBezTo>
                <a:cubicBezTo>
                  <a:pt x="3564" y="506"/>
                  <a:pt x="3667" y="577"/>
                  <a:pt x="3726" y="665"/>
                </a:cubicBezTo>
                <a:cubicBezTo>
                  <a:pt x="3785" y="754"/>
                  <a:pt x="3815" y="858"/>
                  <a:pt x="3815" y="976"/>
                </a:cubicBezTo>
                <a:lnTo>
                  <a:pt x="3815" y="28524"/>
                </a:lnTo>
                <a:close/>
                <a:moveTo>
                  <a:pt x="42973" y="28524"/>
                </a:moveTo>
                <a:cubicBezTo>
                  <a:pt x="42973" y="28642"/>
                  <a:pt x="42943" y="28746"/>
                  <a:pt x="42884" y="28835"/>
                </a:cubicBezTo>
                <a:cubicBezTo>
                  <a:pt x="42825" y="28923"/>
                  <a:pt x="42721" y="28994"/>
                  <a:pt x="42574" y="29045"/>
                </a:cubicBezTo>
                <a:cubicBezTo>
                  <a:pt x="42426" y="29097"/>
                  <a:pt x="42237" y="29141"/>
                  <a:pt x="42008" y="29178"/>
                </a:cubicBezTo>
                <a:cubicBezTo>
                  <a:pt x="41779" y="29215"/>
                  <a:pt x="41479" y="29234"/>
                  <a:pt x="41110" y="29234"/>
                </a:cubicBezTo>
                <a:cubicBezTo>
                  <a:pt x="40770" y="29234"/>
                  <a:pt x="40478" y="29215"/>
                  <a:pt x="40234" y="29178"/>
                </a:cubicBezTo>
                <a:cubicBezTo>
                  <a:pt x="39990" y="29141"/>
                  <a:pt x="39797" y="29097"/>
                  <a:pt x="39657" y="29045"/>
                </a:cubicBezTo>
                <a:cubicBezTo>
                  <a:pt x="39516" y="28994"/>
                  <a:pt x="39417" y="28923"/>
                  <a:pt x="39357" y="28835"/>
                </a:cubicBezTo>
                <a:cubicBezTo>
                  <a:pt x="39298" y="28746"/>
                  <a:pt x="39269" y="28642"/>
                  <a:pt x="39269" y="28524"/>
                </a:cubicBezTo>
                <a:lnTo>
                  <a:pt x="39269" y="3527"/>
                </a:lnTo>
                <a:lnTo>
                  <a:pt x="39224" y="3527"/>
                </a:lnTo>
                <a:lnTo>
                  <a:pt x="28999" y="28635"/>
                </a:lnTo>
                <a:cubicBezTo>
                  <a:pt x="28955" y="28739"/>
                  <a:pt x="28892" y="28827"/>
                  <a:pt x="28811" y="28901"/>
                </a:cubicBezTo>
                <a:cubicBezTo>
                  <a:pt x="28729" y="28975"/>
                  <a:pt x="28611" y="29038"/>
                  <a:pt x="28456" y="29090"/>
                </a:cubicBezTo>
                <a:cubicBezTo>
                  <a:pt x="28300" y="29141"/>
                  <a:pt x="28116" y="29178"/>
                  <a:pt x="27901" y="29201"/>
                </a:cubicBezTo>
                <a:cubicBezTo>
                  <a:pt x="27687" y="29223"/>
                  <a:pt x="27432" y="29234"/>
                  <a:pt x="27136" y="29234"/>
                </a:cubicBezTo>
                <a:cubicBezTo>
                  <a:pt x="26825" y="29234"/>
                  <a:pt x="26559" y="29219"/>
                  <a:pt x="26337" y="29190"/>
                </a:cubicBezTo>
                <a:cubicBezTo>
                  <a:pt x="26116" y="29160"/>
                  <a:pt x="25931" y="29119"/>
                  <a:pt x="25783" y="29068"/>
                </a:cubicBezTo>
                <a:cubicBezTo>
                  <a:pt x="25635" y="29016"/>
                  <a:pt x="25521" y="28953"/>
                  <a:pt x="25439" y="28879"/>
                </a:cubicBezTo>
                <a:cubicBezTo>
                  <a:pt x="25358" y="28805"/>
                  <a:pt x="25302" y="28724"/>
                  <a:pt x="25273" y="28635"/>
                </a:cubicBezTo>
                <a:lnTo>
                  <a:pt x="15491" y="3527"/>
                </a:lnTo>
                <a:lnTo>
                  <a:pt x="15469" y="3527"/>
                </a:lnTo>
                <a:lnTo>
                  <a:pt x="15469" y="28524"/>
                </a:lnTo>
                <a:cubicBezTo>
                  <a:pt x="15469" y="28642"/>
                  <a:pt x="15439" y="28746"/>
                  <a:pt x="15380" y="28835"/>
                </a:cubicBezTo>
                <a:cubicBezTo>
                  <a:pt x="15321" y="28923"/>
                  <a:pt x="15218" y="28994"/>
                  <a:pt x="15070" y="29045"/>
                </a:cubicBezTo>
                <a:cubicBezTo>
                  <a:pt x="14922" y="29097"/>
                  <a:pt x="14730" y="29141"/>
                  <a:pt x="14493" y="29178"/>
                </a:cubicBezTo>
                <a:cubicBezTo>
                  <a:pt x="14257" y="29215"/>
                  <a:pt x="13953" y="29234"/>
                  <a:pt x="13584" y="29234"/>
                </a:cubicBezTo>
                <a:cubicBezTo>
                  <a:pt x="13229" y="29234"/>
                  <a:pt x="12933" y="29215"/>
                  <a:pt x="12696" y="29178"/>
                </a:cubicBezTo>
                <a:cubicBezTo>
                  <a:pt x="12460" y="29141"/>
                  <a:pt x="12271" y="29097"/>
                  <a:pt x="12131" y="29045"/>
                </a:cubicBezTo>
                <a:cubicBezTo>
                  <a:pt x="11990" y="28994"/>
                  <a:pt x="11894" y="28923"/>
                  <a:pt x="11843" y="28835"/>
                </a:cubicBezTo>
                <a:cubicBezTo>
                  <a:pt x="11791" y="28746"/>
                  <a:pt x="11765" y="28642"/>
                  <a:pt x="11765" y="28524"/>
                </a:cubicBezTo>
                <a:lnTo>
                  <a:pt x="11765" y="2129"/>
                </a:lnTo>
                <a:cubicBezTo>
                  <a:pt x="11765" y="1508"/>
                  <a:pt x="11928" y="1065"/>
                  <a:pt x="12253" y="798"/>
                </a:cubicBezTo>
                <a:cubicBezTo>
                  <a:pt x="12578" y="532"/>
                  <a:pt x="12940" y="399"/>
                  <a:pt x="13340" y="399"/>
                </a:cubicBezTo>
                <a:lnTo>
                  <a:pt x="15646" y="399"/>
                </a:lnTo>
                <a:cubicBezTo>
                  <a:pt x="16120" y="399"/>
                  <a:pt x="16534" y="444"/>
                  <a:pt x="16889" y="532"/>
                </a:cubicBezTo>
                <a:cubicBezTo>
                  <a:pt x="17243" y="621"/>
                  <a:pt x="17554" y="762"/>
                  <a:pt x="17820" y="954"/>
                </a:cubicBezTo>
                <a:cubicBezTo>
                  <a:pt x="18086" y="1146"/>
                  <a:pt x="18308" y="1390"/>
                  <a:pt x="18486" y="1686"/>
                </a:cubicBezTo>
                <a:cubicBezTo>
                  <a:pt x="18663" y="1981"/>
                  <a:pt x="18818" y="2329"/>
                  <a:pt x="18951" y="2728"/>
                </a:cubicBezTo>
                <a:lnTo>
                  <a:pt x="27269" y="23511"/>
                </a:lnTo>
                <a:lnTo>
                  <a:pt x="27380" y="23511"/>
                </a:lnTo>
                <a:lnTo>
                  <a:pt x="36030" y="2795"/>
                </a:lnTo>
                <a:cubicBezTo>
                  <a:pt x="36193" y="2351"/>
                  <a:pt x="36370" y="1974"/>
                  <a:pt x="36563" y="1664"/>
                </a:cubicBezTo>
                <a:cubicBezTo>
                  <a:pt x="36755" y="1353"/>
                  <a:pt x="36966" y="1105"/>
                  <a:pt x="37195" y="920"/>
                </a:cubicBezTo>
                <a:cubicBezTo>
                  <a:pt x="37424" y="736"/>
                  <a:pt x="37679" y="603"/>
                  <a:pt x="37960" y="521"/>
                </a:cubicBezTo>
                <a:cubicBezTo>
                  <a:pt x="38241" y="440"/>
                  <a:pt x="38566" y="399"/>
                  <a:pt x="38936" y="399"/>
                </a:cubicBezTo>
                <a:lnTo>
                  <a:pt x="41354" y="399"/>
                </a:lnTo>
                <a:cubicBezTo>
                  <a:pt x="41576" y="399"/>
                  <a:pt x="41786" y="433"/>
                  <a:pt x="41986" y="499"/>
                </a:cubicBezTo>
                <a:cubicBezTo>
                  <a:pt x="42185" y="566"/>
                  <a:pt x="42356" y="669"/>
                  <a:pt x="42496" y="810"/>
                </a:cubicBezTo>
                <a:cubicBezTo>
                  <a:pt x="42636" y="950"/>
                  <a:pt x="42751" y="1128"/>
                  <a:pt x="42840" y="1342"/>
                </a:cubicBezTo>
                <a:cubicBezTo>
                  <a:pt x="42929" y="1556"/>
                  <a:pt x="42973" y="1819"/>
                  <a:pt x="42973" y="2129"/>
                </a:cubicBezTo>
                <a:lnTo>
                  <a:pt x="42973" y="28524"/>
                </a:lnTo>
                <a:close/>
                <a:moveTo>
                  <a:pt x="72280" y="27748"/>
                </a:moveTo>
                <a:cubicBezTo>
                  <a:pt x="72398" y="28073"/>
                  <a:pt x="72461" y="28336"/>
                  <a:pt x="72468" y="28535"/>
                </a:cubicBezTo>
                <a:cubicBezTo>
                  <a:pt x="72476" y="28735"/>
                  <a:pt x="72420" y="28886"/>
                  <a:pt x="72302" y="28990"/>
                </a:cubicBezTo>
                <a:cubicBezTo>
                  <a:pt x="72184" y="29093"/>
                  <a:pt x="71988" y="29160"/>
                  <a:pt x="71714" y="29190"/>
                </a:cubicBezTo>
                <a:cubicBezTo>
                  <a:pt x="71441" y="29219"/>
                  <a:pt x="71075" y="29234"/>
                  <a:pt x="70616" y="29234"/>
                </a:cubicBezTo>
                <a:cubicBezTo>
                  <a:pt x="70158" y="29234"/>
                  <a:pt x="69792" y="29223"/>
                  <a:pt x="69518" y="29201"/>
                </a:cubicBezTo>
                <a:cubicBezTo>
                  <a:pt x="69245" y="29178"/>
                  <a:pt x="69038" y="29141"/>
                  <a:pt x="68897" y="29090"/>
                </a:cubicBezTo>
                <a:cubicBezTo>
                  <a:pt x="68757" y="29038"/>
                  <a:pt x="68653" y="28968"/>
                  <a:pt x="68587" y="28879"/>
                </a:cubicBezTo>
                <a:cubicBezTo>
                  <a:pt x="68520" y="28790"/>
                  <a:pt x="68457" y="28679"/>
                  <a:pt x="68398" y="28546"/>
                </a:cubicBezTo>
                <a:lnTo>
                  <a:pt x="65936" y="21559"/>
                </a:lnTo>
                <a:lnTo>
                  <a:pt x="54003" y="21559"/>
                </a:lnTo>
                <a:lnTo>
                  <a:pt x="51652" y="28458"/>
                </a:lnTo>
                <a:cubicBezTo>
                  <a:pt x="51608" y="28591"/>
                  <a:pt x="51548" y="28705"/>
                  <a:pt x="51475" y="28801"/>
                </a:cubicBezTo>
                <a:cubicBezTo>
                  <a:pt x="51401" y="28898"/>
                  <a:pt x="51293" y="28979"/>
                  <a:pt x="51153" y="29045"/>
                </a:cubicBezTo>
                <a:cubicBezTo>
                  <a:pt x="51012" y="29112"/>
                  <a:pt x="50813" y="29160"/>
                  <a:pt x="50554" y="29190"/>
                </a:cubicBezTo>
                <a:cubicBezTo>
                  <a:pt x="50295" y="29219"/>
                  <a:pt x="49959" y="29234"/>
                  <a:pt x="49545" y="29234"/>
                </a:cubicBezTo>
                <a:cubicBezTo>
                  <a:pt x="49116" y="29234"/>
                  <a:pt x="48765" y="29215"/>
                  <a:pt x="48491" y="29178"/>
                </a:cubicBezTo>
                <a:cubicBezTo>
                  <a:pt x="48218" y="29141"/>
                  <a:pt x="48025" y="29071"/>
                  <a:pt x="47915" y="28968"/>
                </a:cubicBezTo>
                <a:cubicBezTo>
                  <a:pt x="47804" y="28864"/>
                  <a:pt x="47752" y="28713"/>
                  <a:pt x="47759" y="28513"/>
                </a:cubicBezTo>
                <a:cubicBezTo>
                  <a:pt x="47767" y="28313"/>
                  <a:pt x="47830" y="28051"/>
                  <a:pt x="47948" y="27726"/>
                </a:cubicBezTo>
                <a:lnTo>
                  <a:pt x="57574" y="1065"/>
                </a:lnTo>
                <a:cubicBezTo>
                  <a:pt x="57633" y="902"/>
                  <a:pt x="57711" y="769"/>
                  <a:pt x="57807" y="665"/>
                </a:cubicBezTo>
                <a:cubicBezTo>
                  <a:pt x="57903" y="562"/>
                  <a:pt x="58044" y="481"/>
                  <a:pt x="58228" y="421"/>
                </a:cubicBezTo>
                <a:cubicBezTo>
                  <a:pt x="58413" y="362"/>
                  <a:pt x="58650" y="322"/>
                  <a:pt x="58938" y="299"/>
                </a:cubicBezTo>
                <a:cubicBezTo>
                  <a:pt x="59227" y="277"/>
                  <a:pt x="59593" y="266"/>
                  <a:pt x="60036" y="266"/>
                </a:cubicBezTo>
                <a:cubicBezTo>
                  <a:pt x="60509" y="266"/>
                  <a:pt x="60901" y="277"/>
                  <a:pt x="61212" y="299"/>
                </a:cubicBezTo>
                <a:cubicBezTo>
                  <a:pt x="61522" y="322"/>
                  <a:pt x="61774" y="362"/>
                  <a:pt x="61966" y="421"/>
                </a:cubicBezTo>
                <a:cubicBezTo>
                  <a:pt x="62158" y="481"/>
                  <a:pt x="62306" y="566"/>
                  <a:pt x="62410" y="677"/>
                </a:cubicBezTo>
                <a:cubicBezTo>
                  <a:pt x="62513" y="787"/>
                  <a:pt x="62594" y="924"/>
                  <a:pt x="62653" y="1087"/>
                </a:cubicBezTo>
                <a:lnTo>
                  <a:pt x="72280" y="27748"/>
                </a:lnTo>
                <a:moveTo>
                  <a:pt x="59925" y="4214"/>
                </a:moveTo>
                <a:lnTo>
                  <a:pt x="59903" y="4214"/>
                </a:lnTo>
                <a:lnTo>
                  <a:pt x="54957" y="18521"/>
                </a:lnTo>
                <a:lnTo>
                  <a:pt x="64938" y="18521"/>
                </a:lnTo>
                <a:lnTo>
                  <a:pt x="59925" y="4214"/>
                </a:lnTo>
                <a:close/>
                <a:moveTo>
                  <a:pt x="98647" y="4303"/>
                </a:moveTo>
                <a:cubicBezTo>
                  <a:pt x="98647" y="4584"/>
                  <a:pt x="98632" y="4832"/>
                  <a:pt x="98602" y="5046"/>
                </a:cubicBezTo>
                <a:cubicBezTo>
                  <a:pt x="98573" y="5260"/>
                  <a:pt x="98529" y="5438"/>
                  <a:pt x="98469" y="5578"/>
                </a:cubicBezTo>
                <a:cubicBezTo>
                  <a:pt x="98410" y="5719"/>
                  <a:pt x="98336" y="5819"/>
                  <a:pt x="98248" y="5878"/>
                </a:cubicBezTo>
                <a:cubicBezTo>
                  <a:pt x="98159" y="5937"/>
                  <a:pt x="98063" y="5967"/>
                  <a:pt x="97959" y="5967"/>
                </a:cubicBezTo>
                <a:cubicBezTo>
                  <a:pt x="97782" y="5967"/>
                  <a:pt x="97486" y="5826"/>
                  <a:pt x="97072" y="5545"/>
                </a:cubicBezTo>
                <a:cubicBezTo>
                  <a:pt x="96658" y="5264"/>
                  <a:pt x="96103" y="4954"/>
                  <a:pt x="95408" y="4614"/>
                </a:cubicBezTo>
                <a:cubicBezTo>
                  <a:pt x="94713" y="4273"/>
                  <a:pt x="93882" y="3963"/>
                  <a:pt x="92913" y="3682"/>
                </a:cubicBezTo>
                <a:cubicBezTo>
                  <a:pt x="91945" y="3401"/>
                  <a:pt x="90795" y="3261"/>
                  <a:pt x="89464" y="3261"/>
                </a:cubicBezTo>
                <a:cubicBezTo>
                  <a:pt x="87882" y="3261"/>
                  <a:pt x="86462" y="3549"/>
                  <a:pt x="85205" y="4126"/>
                </a:cubicBezTo>
                <a:cubicBezTo>
                  <a:pt x="83949" y="4702"/>
                  <a:pt x="82884" y="5501"/>
                  <a:pt x="82011" y="6521"/>
                </a:cubicBezTo>
                <a:cubicBezTo>
                  <a:pt x="81139" y="7541"/>
                  <a:pt x="80470" y="8754"/>
                  <a:pt x="80004" y="10159"/>
                </a:cubicBezTo>
                <a:cubicBezTo>
                  <a:pt x="79538" y="11563"/>
                  <a:pt x="79305" y="13086"/>
                  <a:pt x="79305" y="14728"/>
                </a:cubicBezTo>
                <a:cubicBezTo>
                  <a:pt x="79305" y="16561"/>
                  <a:pt x="79560" y="18188"/>
                  <a:pt x="80071" y="19608"/>
                </a:cubicBezTo>
                <a:cubicBezTo>
                  <a:pt x="80581" y="21027"/>
                  <a:pt x="81287" y="22225"/>
                  <a:pt x="82189" y="23201"/>
                </a:cubicBezTo>
                <a:cubicBezTo>
                  <a:pt x="83091" y="24177"/>
                  <a:pt x="84167" y="24916"/>
                  <a:pt x="85416" y="25419"/>
                </a:cubicBezTo>
                <a:cubicBezTo>
                  <a:pt x="86666" y="25922"/>
                  <a:pt x="88037" y="26173"/>
                  <a:pt x="89531" y="26173"/>
                </a:cubicBezTo>
                <a:cubicBezTo>
                  <a:pt x="90418" y="26173"/>
                  <a:pt x="91316" y="26066"/>
                  <a:pt x="92226" y="25851"/>
                </a:cubicBezTo>
                <a:cubicBezTo>
                  <a:pt x="93135" y="25637"/>
                  <a:pt x="93982" y="25315"/>
                  <a:pt x="94765" y="24887"/>
                </a:cubicBezTo>
                <a:lnTo>
                  <a:pt x="94765" y="16524"/>
                </a:lnTo>
                <a:lnTo>
                  <a:pt x="88111" y="16524"/>
                </a:lnTo>
                <a:cubicBezTo>
                  <a:pt x="87860" y="16524"/>
                  <a:pt x="87671" y="16399"/>
                  <a:pt x="87545" y="16147"/>
                </a:cubicBezTo>
                <a:cubicBezTo>
                  <a:pt x="87420" y="15896"/>
                  <a:pt x="87357" y="15504"/>
                  <a:pt x="87357" y="14972"/>
                </a:cubicBezTo>
                <a:cubicBezTo>
                  <a:pt x="87357" y="14691"/>
                  <a:pt x="87372" y="14451"/>
                  <a:pt x="87401" y="14251"/>
                </a:cubicBezTo>
                <a:cubicBezTo>
                  <a:pt x="87431" y="14051"/>
                  <a:pt x="87479" y="13889"/>
                  <a:pt x="87545" y="13763"/>
                </a:cubicBezTo>
                <a:cubicBezTo>
                  <a:pt x="87612" y="13637"/>
                  <a:pt x="87690" y="13545"/>
                  <a:pt x="87778" y="13486"/>
                </a:cubicBezTo>
                <a:cubicBezTo>
                  <a:pt x="87867" y="13427"/>
                  <a:pt x="87978" y="13397"/>
                  <a:pt x="88111" y="13397"/>
                </a:cubicBezTo>
                <a:lnTo>
                  <a:pt x="97227" y="13397"/>
                </a:lnTo>
                <a:cubicBezTo>
                  <a:pt x="97390" y="13397"/>
                  <a:pt x="97553" y="13427"/>
                  <a:pt x="97715" y="13486"/>
                </a:cubicBezTo>
                <a:cubicBezTo>
                  <a:pt x="97878" y="13545"/>
                  <a:pt x="98026" y="13634"/>
                  <a:pt x="98159" y="13752"/>
                </a:cubicBezTo>
                <a:cubicBezTo>
                  <a:pt x="98292" y="13870"/>
                  <a:pt x="98395" y="14033"/>
                  <a:pt x="98469" y="14240"/>
                </a:cubicBezTo>
                <a:cubicBezTo>
                  <a:pt x="98543" y="14447"/>
                  <a:pt x="98580" y="14683"/>
                  <a:pt x="98580" y="14950"/>
                </a:cubicBezTo>
                <a:lnTo>
                  <a:pt x="98580" y="25885"/>
                </a:lnTo>
                <a:cubicBezTo>
                  <a:pt x="98580" y="26269"/>
                  <a:pt x="98514" y="26602"/>
                  <a:pt x="98381" y="26883"/>
                </a:cubicBezTo>
                <a:cubicBezTo>
                  <a:pt x="98248" y="27164"/>
                  <a:pt x="97967" y="27411"/>
                  <a:pt x="97538" y="27626"/>
                </a:cubicBezTo>
                <a:cubicBezTo>
                  <a:pt x="97109" y="27840"/>
                  <a:pt x="96554" y="28073"/>
                  <a:pt x="95874" y="28325"/>
                </a:cubicBezTo>
                <a:cubicBezTo>
                  <a:pt x="95194" y="28576"/>
                  <a:pt x="94492" y="28790"/>
                  <a:pt x="93767" y="28968"/>
                </a:cubicBezTo>
                <a:cubicBezTo>
                  <a:pt x="93043" y="29145"/>
                  <a:pt x="92311" y="29278"/>
                  <a:pt x="91571" y="29367"/>
                </a:cubicBezTo>
                <a:cubicBezTo>
                  <a:pt x="90832" y="29456"/>
                  <a:pt x="90100" y="29500"/>
                  <a:pt x="89375" y="29500"/>
                </a:cubicBezTo>
                <a:cubicBezTo>
                  <a:pt x="87157" y="29500"/>
                  <a:pt x="85176" y="29156"/>
                  <a:pt x="83431" y="28469"/>
                </a:cubicBezTo>
                <a:cubicBezTo>
                  <a:pt x="81686" y="27781"/>
                  <a:pt x="80211" y="26801"/>
                  <a:pt x="79006" y="25530"/>
                </a:cubicBezTo>
                <a:cubicBezTo>
                  <a:pt x="77801" y="24258"/>
                  <a:pt x="76880" y="22735"/>
                  <a:pt x="76244" y="20961"/>
                </a:cubicBezTo>
                <a:cubicBezTo>
                  <a:pt x="75609" y="19186"/>
                  <a:pt x="75291" y="17205"/>
                  <a:pt x="75291" y="15016"/>
                </a:cubicBezTo>
                <a:cubicBezTo>
                  <a:pt x="75291" y="12739"/>
                  <a:pt x="75635" y="10676"/>
                  <a:pt x="76322" y="8828"/>
                </a:cubicBezTo>
                <a:cubicBezTo>
                  <a:pt x="77010" y="6979"/>
                  <a:pt x="77978" y="5405"/>
                  <a:pt x="79228" y="4103"/>
                </a:cubicBezTo>
                <a:cubicBezTo>
                  <a:pt x="80477" y="2802"/>
                  <a:pt x="81978" y="1793"/>
                  <a:pt x="83730" y="1076"/>
                </a:cubicBezTo>
                <a:cubicBezTo>
                  <a:pt x="85483" y="359"/>
                  <a:pt x="87423" y="0"/>
                  <a:pt x="89553" y="0"/>
                </a:cubicBezTo>
                <a:cubicBezTo>
                  <a:pt x="90647" y="0"/>
                  <a:pt x="91675" y="96"/>
                  <a:pt x="92636" y="288"/>
                </a:cubicBezTo>
                <a:cubicBezTo>
                  <a:pt x="93597" y="481"/>
                  <a:pt x="94451" y="706"/>
                  <a:pt x="95198" y="965"/>
                </a:cubicBezTo>
                <a:cubicBezTo>
                  <a:pt x="95944" y="1224"/>
                  <a:pt x="96573" y="1505"/>
                  <a:pt x="97083" y="1808"/>
                </a:cubicBezTo>
                <a:cubicBezTo>
                  <a:pt x="97593" y="2111"/>
                  <a:pt x="97944" y="2359"/>
                  <a:pt x="98137" y="2551"/>
                </a:cubicBezTo>
                <a:cubicBezTo>
                  <a:pt x="98329" y="2743"/>
                  <a:pt x="98462" y="2965"/>
                  <a:pt x="98536" y="3216"/>
                </a:cubicBezTo>
                <a:cubicBezTo>
                  <a:pt x="98610" y="3468"/>
                  <a:pt x="98647" y="3830"/>
                  <a:pt x="98647" y="4303"/>
                </a:cubicBezTo>
                <a:close/>
                <a:moveTo>
                  <a:pt x="122130" y="27526"/>
                </a:moveTo>
                <a:cubicBezTo>
                  <a:pt x="122130" y="27792"/>
                  <a:pt x="122116" y="28025"/>
                  <a:pt x="122086" y="28225"/>
                </a:cubicBezTo>
                <a:cubicBezTo>
                  <a:pt x="122056" y="28424"/>
                  <a:pt x="122005" y="28591"/>
                  <a:pt x="121931" y="28724"/>
                </a:cubicBezTo>
                <a:cubicBezTo>
                  <a:pt x="121857" y="28857"/>
                  <a:pt x="121772" y="28953"/>
                  <a:pt x="121676" y="29012"/>
                </a:cubicBezTo>
                <a:cubicBezTo>
                  <a:pt x="121580" y="29071"/>
                  <a:pt x="121472" y="29101"/>
                  <a:pt x="121354" y="29101"/>
                </a:cubicBezTo>
                <a:lnTo>
                  <a:pt x="107580" y="29101"/>
                </a:lnTo>
                <a:cubicBezTo>
                  <a:pt x="107240" y="29101"/>
                  <a:pt x="106918" y="28986"/>
                  <a:pt x="106615" y="28757"/>
                </a:cubicBezTo>
                <a:cubicBezTo>
                  <a:pt x="106312" y="28528"/>
                  <a:pt x="106160" y="28125"/>
                  <a:pt x="106160" y="27548"/>
                </a:cubicBezTo>
                <a:lnTo>
                  <a:pt x="106160" y="1952"/>
                </a:lnTo>
                <a:cubicBezTo>
                  <a:pt x="106160" y="1375"/>
                  <a:pt x="106312" y="972"/>
                  <a:pt x="106615" y="743"/>
                </a:cubicBezTo>
                <a:cubicBezTo>
                  <a:pt x="106918" y="514"/>
                  <a:pt x="107240" y="399"/>
                  <a:pt x="107580" y="399"/>
                </a:cubicBezTo>
                <a:lnTo>
                  <a:pt x="121199" y="399"/>
                </a:lnTo>
                <a:cubicBezTo>
                  <a:pt x="121317" y="399"/>
                  <a:pt x="121424" y="429"/>
                  <a:pt x="121520" y="488"/>
                </a:cubicBezTo>
                <a:cubicBezTo>
                  <a:pt x="121617" y="547"/>
                  <a:pt x="121694" y="643"/>
                  <a:pt x="121753" y="776"/>
                </a:cubicBezTo>
                <a:cubicBezTo>
                  <a:pt x="121812" y="909"/>
                  <a:pt x="121861" y="1076"/>
                  <a:pt x="121897" y="1275"/>
                </a:cubicBezTo>
                <a:cubicBezTo>
                  <a:pt x="121934" y="1475"/>
                  <a:pt x="121953" y="1723"/>
                  <a:pt x="121953" y="2018"/>
                </a:cubicBezTo>
                <a:cubicBezTo>
                  <a:pt x="121953" y="2285"/>
                  <a:pt x="121934" y="2517"/>
                  <a:pt x="121897" y="2717"/>
                </a:cubicBezTo>
                <a:cubicBezTo>
                  <a:pt x="121861" y="2917"/>
                  <a:pt x="121812" y="3079"/>
                  <a:pt x="121753" y="3205"/>
                </a:cubicBezTo>
                <a:cubicBezTo>
                  <a:pt x="121694" y="3331"/>
                  <a:pt x="121617" y="3423"/>
                  <a:pt x="121520" y="3482"/>
                </a:cubicBezTo>
                <a:cubicBezTo>
                  <a:pt x="121424" y="3541"/>
                  <a:pt x="121317" y="3571"/>
                  <a:pt x="121199" y="3571"/>
                </a:cubicBezTo>
                <a:lnTo>
                  <a:pt x="109975" y="3571"/>
                </a:lnTo>
                <a:lnTo>
                  <a:pt x="109975" y="12576"/>
                </a:lnTo>
                <a:lnTo>
                  <a:pt x="119602" y="12576"/>
                </a:lnTo>
                <a:cubicBezTo>
                  <a:pt x="119720" y="12576"/>
                  <a:pt x="119827" y="12610"/>
                  <a:pt x="119923" y="12676"/>
                </a:cubicBezTo>
                <a:cubicBezTo>
                  <a:pt x="120020" y="12743"/>
                  <a:pt x="120101" y="12835"/>
                  <a:pt x="120167" y="12953"/>
                </a:cubicBezTo>
                <a:cubicBezTo>
                  <a:pt x="120234" y="13072"/>
                  <a:pt x="120282" y="13234"/>
                  <a:pt x="120312" y="13441"/>
                </a:cubicBezTo>
                <a:cubicBezTo>
                  <a:pt x="120341" y="13648"/>
                  <a:pt x="120356" y="13892"/>
                  <a:pt x="120356" y="14173"/>
                </a:cubicBezTo>
                <a:cubicBezTo>
                  <a:pt x="120356" y="14440"/>
                  <a:pt x="120341" y="14669"/>
                  <a:pt x="120312" y="14861"/>
                </a:cubicBezTo>
                <a:cubicBezTo>
                  <a:pt x="120282" y="15053"/>
                  <a:pt x="120234" y="15208"/>
                  <a:pt x="120167" y="15327"/>
                </a:cubicBezTo>
                <a:cubicBezTo>
                  <a:pt x="120101" y="15445"/>
                  <a:pt x="120020" y="15530"/>
                  <a:pt x="119923" y="15582"/>
                </a:cubicBezTo>
                <a:cubicBezTo>
                  <a:pt x="119827" y="15634"/>
                  <a:pt x="119720" y="15659"/>
                  <a:pt x="119602" y="15659"/>
                </a:cubicBezTo>
                <a:lnTo>
                  <a:pt x="109975" y="15659"/>
                </a:lnTo>
                <a:lnTo>
                  <a:pt x="109975" y="25929"/>
                </a:lnTo>
                <a:lnTo>
                  <a:pt x="121354" y="25929"/>
                </a:lnTo>
                <a:cubicBezTo>
                  <a:pt x="121472" y="25929"/>
                  <a:pt x="121580" y="25959"/>
                  <a:pt x="121676" y="26018"/>
                </a:cubicBezTo>
                <a:cubicBezTo>
                  <a:pt x="121772" y="26077"/>
                  <a:pt x="121857" y="26169"/>
                  <a:pt x="121931" y="26295"/>
                </a:cubicBezTo>
                <a:cubicBezTo>
                  <a:pt x="122005" y="26421"/>
                  <a:pt x="122056" y="26583"/>
                  <a:pt x="122086" y="26783"/>
                </a:cubicBezTo>
                <a:cubicBezTo>
                  <a:pt x="122116" y="26983"/>
                  <a:pt x="122130" y="27230"/>
                  <a:pt x="122130" y="27526"/>
                </a:cubicBezTo>
                <a:close/>
                <a:moveTo>
                  <a:pt x="146862" y="35722"/>
                </a:moveTo>
                <a:cubicBezTo>
                  <a:pt x="146862" y="36243"/>
                  <a:pt x="146803" y="36623"/>
                  <a:pt x="146684" y="36861"/>
                </a:cubicBezTo>
                <a:cubicBezTo>
                  <a:pt x="146566" y="37100"/>
                  <a:pt x="146381" y="37219"/>
                  <a:pt x="146130" y="37219"/>
                </a:cubicBezTo>
                <a:lnTo>
                  <a:pt x="124770" y="37219"/>
                </a:lnTo>
                <a:cubicBezTo>
                  <a:pt x="124519" y="37219"/>
                  <a:pt x="124326" y="37107"/>
                  <a:pt x="124193" y="36883"/>
                </a:cubicBezTo>
                <a:cubicBezTo>
                  <a:pt x="124060" y="36660"/>
                  <a:pt x="123994" y="36288"/>
                  <a:pt x="123994" y="35766"/>
                </a:cubicBezTo>
                <a:cubicBezTo>
                  <a:pt x="123994" y="35260"/>
                  <a:pt x="124060" y="34880"/>
                  <a:pt x="124193" y="34627"/>
                </a:cubicBezTo>
                <a:cubicBezTo>
                  <a:pt x="124326" y="34373"/>
                  <a:pt x="124519" y="34247"/>
                  <a:pt x="124770" y="34247"/>
                </a:cubicBezTo>
                <a:lnTo>
                  <a:pt x="146130" y="34247"/>
                </a:lnTo>
                <a:cubicBezTo>
                  <a:pt x="146366" y="34247"/>
                  <a:pt x="146548" y="34366"/>
                  <a:pt x="146673" y="34604"/>
                </a:cubicBezTo>
                <a:cubicBezTo>
                  <a:pt x="146799" y="34843"/>
                  <a:pt x="146862" y="35215"/>
                  <a:pt x="146862" y="35722"/>
                </a:cubicBezTo>
                <a:close/>
                <a:moveTo>
                  <a:pt x="172279" y="27545"/>
                </a:moveTo>
                <a:cubicBezTo>
                  <a:pt x="172279" y="27842"/>
                  <a:pt x="172231" y="28093"/>
                  <a:pt x="172135" y="28301"/>
                </a:cubicBezTo>
                <a:cubicBezTo>
                  <a:pt x="172039" y="28508"/>
                  <a:pt x="171913" y="28679"/>
                  <a:pt x="171758" y="28812"/>
                </a:cubicBezTo>
                <a:cubicBezTo>
                  <a:pt x="171603" y="28946"/>
                  <a:pt x="171429" y="29042"/>
                  <a:pt x="171237" y="29101"/>
                </a:cubicBezTo>
                <a:cubicBezTo>
                  <a:pt x="171044" y="29160"/>
                  <a:pt x="170852" y="29190"/>
                  <a:pt x="170660" y="29190"/>
                </a:cubicBezTo>
                <a:lnTo>
                  <a:pt x="169440" y="29190"/>
                </a:lnTo>
                <a:cubicBezTo>
                  <a:pt x="169056" y="29190"/>
                  <a:pt x="168719" y="29148"/>
                  <a:pt x="168431" y="29066"/>
                </a:cubicBezTo>
                <a:cubicBezTo>
                  <a:pt x="168142" y="28984"/>
                  <a:pt x="167869" y="28834"/>
                  <a:pt x="167610" y="28618"/>
                </a:cubicBezTo>
                <a:cubicBezTo>
                  <a:pt x="167351" y="28401"/>
                  <a:pt x="167093" y="28106"/>
                  <a:pt x="166834" y="27732"/>
                </a:cubicBezTo>
                <a:cubicBezTo>
                  <a:pt x="166575" y="27358"/>
                  <a:pt x="166290" y="26883"/>
                  <a:pt x="165980" y="26306"/>
                </a:cubicBezTo>
                <a:lnTo>
                  <a:pt x="156930" y="9981"/>
                </a:lnTo>
                <a:cubicBezTo>
                  <a:pt x="156457" y="9138"/>
                  <a:pt x="155980" y="8255"/>
                  <a:pt x="155500" y="7331"/>
                </a:cubicBezTo>
                <a:cubicBezTo>
                  <a:pt x="155019" y="6406"/>
                  <a:pt x="154572" y="5508"/>
                  <a:pt x="154158" y="4636"/>
                </a:cubicBezTo>
                <a:lnTo>
                  <a:pt x="154113" y="4636"/>
                </a:lnTo>
                <a:cubicBezTo>
                  <a:pt x="154143" y="5700"/>
                  <a:pt x="154165" y="6787"/>
                  <a:pt x="154180" y="7896"/>
                </a:cubicBezTo>
                <a:cubicBezTo>
                  <a:pt x="154195" y="9005"/>
                  <a:pt x="154202" y="10107"/>
                  <a:pt x="154202" y="11201"/>
                </a:cubicBezTo>
                <a:lnTo>
                  <a:pt x="154202" y="28524"/>
                </a:lnTo>
                <a:cubicBezTo>
                  <a:pt x="154202" y="28628"/>
                  <a:pt x="154172" y="28727"/>
                  <a:pt x="154113" y="28824"/>
                </a:cubicBezTo>
                <a:cubicBezTo>
                  <a:pt x="154054" y="28920"/>
                  <a:pt x="153954" y="28994"/>
                  <a:pt x="153814" y="29045"/>
                </a:cubicBezTo>
                <a:cubicBezTo>
                  <a:pt x="153673" y="29097"/>
                  <a:pt x="153488" y="29141"/>
                  <a:pt x="153259" y="29178"/>
                </a:cubicBezTo>
                <a:cubicBezTo>
                  <a:pt x="153030" y="29215"/>
                  <a:pt x="152738" y="29234"/>
                  <a:pt x="152383" y="29234"/>
                </a:cubicBezTo>
                <a:cubicBezTo>
                  <a:pt x="152028" y="29234"/>
                  <a:pt x="151736" y="29215"/>
                  <a:pt x="151507" y="29178"/>
                </a:cubicBezTo>
                <a:cubicBezTo>
                  <a:pt x="151278" y="29141"/>
                  <a:pt x="151097" y="29097"/>
                  <a:pt x="150964" y="29045"/>
                </a:cubicBezTo>
                <a:cubicBezTo>
                  <a:pt x="150831" y="28994"/>
                  <a:pt x="150734" y="28920"/>
                  <a:pt x="150675" y="28824"/>
                </a:cubicBezTo>
                <a:cubicBezTo>
                  <a:pt x="150616" y="28727"/>
                  <a:pt x="150587" y="28628"/>
                  <a:pt x="150587" y="28524"/>
                </a:cubicBezTo>
                <a:lnTo>
                  <a:pt x="150587" y="2041"/>
                </a:lnTo>
                <a:cubicBezTo>
                  <a:pt x="150587" y="1449"/>
                  <a:pt x="150749" y="1028"/>
                  <a:pt x="151075" y="776"/>
                </a:cubicBezTo>
                <a:cubicBezTo>
                  <a:pt x="151400" y="525"/>
                  <a:pt x="151755" y="399"/>
                  <a:pt x="152139" y="399"/>
                </a:cubicBezTo>
                <a:lnTo>
                  <a:pt x="153958" y="399"/>
                </a:lnTo>
                <a:cubicBezTo>
                  <a:pt x="154387" y="399"/>
                  <a:pt x="154745" y="436"/>
                  <a:pt x="155034" y="510"/>
                </a:cubicBezTo>
                <a:cubicBezTo>
                  <a:pt x="155322" y="584"/>
                  <a:pt x="155581" y="706"/>
                  <a:pt x="155810" y="876"/>
                </a:cubicBezTo>
                <a:cubicBezTo>
                  <a:pt x="156039" y="1046"/>
                  <a:pt x="156261" y="1283"/>
                  <a:pt x="156475" y="1586"/>
                </a:cubicBezTo>
                <a:cubicBezTo>
                  <a:pt x="156690" y="1889"/>
                  <a:pt x="156923" y="2270"/>
                  <a:pt x="157174" y="2728"/>
                </a:cubicBezTo>
                <a:lnTo>
                  <a:pt x="164139" y="15327"/>
                </a:lnTo>
                <a:cubicBezTo>
                  <a:pt x="164568" y="16096"/>
                  <a:pt x="164982" y="16846"/>
                  <a:pt x="165381" y="17578"/>
                </a:cubicBezTo>
                <a:cubicBezTo>
                  <a:pt x="165780" y="18310"/>
                  <a:pt x="166165" y="19031"/>
                  <a:pt x="166534" y="19741"/>
                </a:cubicBezTo>
                <a:cubicBezTo>
                  <a:pt x="166904" y="20450"/>
                  <a:pt x="167270" y="21149"/>
                  <a:pt x="167632" y="21837"/>
                </a:cubicBezTo>
                <a:cubicBezTo>
                  <a:pt x="167995" y="22524"/>
                  <a:pt x="168353" y="23216"/>
                  <a:pt x="168708" y="23911"/>
                </a:cubicBezTo>
                <a:lnTo>
                  <a:pt x="168730" y="23911"/>
                </a:lnTo>
                <a:cubicBezTo>
                  <a:pt x="168701" y="22741"/>
                  <a:pt x="168682" y="21524"/>
                  <a:pt x="168675" y="20258"/>
                </a:cubicBezTo>
                <a:cubicBezTo>
                  <a:pt x="168667" y="18993"/>
                  <a:pt x="168664" y="17775"/>
                  <a:pt x="168664" y="16606"/>
                </a:cubicBezTo>
                <a:lnTo>
                  <a:pt x="168664" y="1021"/>
                </a:lnTo>
                <a:cubicBezTo>
                  <a:pt x="168664" y="917"/>
                  <a:pt x="168693" y="821"/>
                  <a:pt x="168752" y="733"/>
                </a:cubicBezTo>
                <a:cubicBezTo>
                  <a:pt x="168812" y="643"/>
                  <a:pt x="168911" y="566"/>
                  <a:pt x="169052" y="499"/>
                </a:cubicBezTo>
                <a:cubicBezTo>
                  <a:pt x="169192" y="433"/>
                  <a:pt x="169377" y="384"/>
                  <a:pt x="169606" y="355"/>
                </a:cubicBezTo>
                <a:cubicBezTo>
                  <a:pt x="169836" y="325"/>
                  <a:pt x="170135" y="311"/>
                  <a:pt x="170505" y="311"/>
                </a:cubicBezTo>
                <a:cubicBezTo>
                  <a:pt x="170830" y="311"/>
                  <a:pt x="171111" y="325"/>
                  <a:pt x="171347" y="355"/>
                </a:cubicBezTo>
                <a:cubicBezTo>
                  <a:pt x="171584" y="384"/>
                  <a:pt x="171769" y="433"/>
                  <a:pt x="171902" y="500"/>
                </a:cubicBezTo>
                <a:cubicBezTo>
                  <a:pt x="172035" y="566"/>
                  <a:pt x="172131" y="644"/>
                  <a:pt x="172190" y="733"/>
                </a:cubicBezTo>
                <a:cubicBezTo>
                  <a:pt x="172249" y="821"/>
                  <a:pt x="172279" y="918"/>
                  <a:pt x="172279" y="1022"/>
                </a:cubicBezTo>
                <a:lnTo>
                  <a:pt x="172279" y="275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781B8-B2B0-4F35-8292-40D5542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493" y="5214459"/>
            <a:ext cx="386345" cy="65943"/>
          </a:xfrm>
          <a:custGeom xmlns:a="http://schemas.openxmlformats.org/drawingml/2006/main">
            <a:pathLst>
              <a:path w="386345" h="65943">
                <a:moveTo>
                  <a:pt x="0" y="38612"/>
                </a:moveTo>
                <a:lnTo>
                  <a:pt x="354017" y="38612"/>
                </a:lnTo>
                <a:lnTo>
                  <a:pt x="326762" y="54511"/>
                </a:lnTo>
                <a:lnTo>
                  <a:pt x="326431" y="54719"/>
                </a:lnTo>
                <a:lnTo>
                  <a:pt x="326119" y="54946"/>
                </a:lnTo>
                <a:lnTo>
                  <a:pt x="325826" y="55191"/>
                </a:lnTo>
                <a:lnTo>
                  <a:pt x="325554" y="55451"/>
                </a:lnTo>
                <a:lnTo>
                  <a:pt x="325301" y="55727"/>
                </a:lnTo>
                <a:lnTo>
                  <a:pt x="325069" y="56017"/>
                </a:lnTo>
                <a:lnTo>
                  <a:pt x="324858" y="56319"/>
                </a:lnTo>
                <a:lnTo>
                  <a:pt x="324667" y="56633"/>
                </a:lnTo>
                <a:lnTo>
                  <a:pt x="324498" y="56958"/>
                </a:lnTo>
                <a:lnTo>
                  <a:pt x="324351" y="57292"/>
                </a:lnTo>
                <a:lnTo>
                  <a:pt x="324225" y="57635"/>
                </a:lnTo>
                <a:lnTo>
                  <a:pt x="324122" y="57984"/>
                </a:lnTo>
                <a:lnTo>
                  <a:pt x="324041" y="58339"/>
                </a:lnTo>
                <a:lnTo>
                  <a:pt x="323982" y="58699"/>
                </a:lnTo>
                <a:lnTo>
                  <a:pt x="323947" y="59063"/>
                </a:lnTo>
                <a:lnTo>
                  <a:pt x="323936" y="59429"/>
                </a:lnTo>
                <a:lnTo>
                  <a:pt x="323947" y="59797"/>
                </a:lnTo>
                <a:lnTo>
                  <a:pt x="323983" y="60164"/>
                </a:lnTo>
                <a:lnTo>
                  <a:pt x="324043" y="60531"/>
                </a:lnTo>
                <a:lnTo>
                  <a:pt x="324128" y="60895"/>
                </a:lnTo>
                <a:lnTo>
                  <a:pt x="324237" y="61256"/>
                </a:lnTo>
                <a:lnTo>
                  <a:pt x="324372" y="61613"/>
                </a:lnTo>
                <a:lnTo>
                  <a:pt x="324532" y="61964"/>
                </a:lnTo>
                <a:lnTo>
                  <a:pt x="324718" y="62309"/>
                </a:lnTo>
                <a:lnTo>
                  <a:pt x="324926" y="62640"/>
                </a:lnTo>
                <a:lnTo>
                  <a:pt x="325153" y="62952"/>
                </a:lnTo>
                <a:lnTo>
                  <a:pt x="325398" y="63244"/>
                </a:lnTo>
                <a:lnTo>
                  <a:pt x="325658" y="63517"/>
                </a:lnTo>
                <a:lnTo>
                  <a:pt x="325934" y="63770"/>
                </a:lnTo>
                <a:lnTo>
                  <a:pt x="326224" y="64002"/>
                </a:lnTo>
                <a:lnTo>
                  <a:pt x="326526" y="64213"/>
                </a:lnTo>
                <a:lnTo>
                  <a:pt x="326841" y="64404"/>
                </a:lnTo>
                <a:lnTo>
                  <a:pt x="327165" y="64573"/>
                </a:lnTo>
                <a:lnTo>
                  <a:pt x="327499" y="64720"/>
                </a:lnTo>
                <a:lnTo>
                  <a:pt x="327842" y="64846"/>
                </a:lnTo>
                <a:lnTo>
                  <a:pt x="328191" y="64949"/>
                </a:lnTo>
                <a:lnTo>
                  <a:pt x="328546" y="65030"/>
                </a:lnTo>
                <a:lnTo>
                  <a:pt x="328906" y="65088"/>
                </a:lnTo>
                <a:lnTo>
                  <a:pt x="329270" y="65124"/>
                </a:lnTo>
                <a:lnTo>
                  <a:pt x="329636" y="65135"/>
                </a:lnTo>
                <a:lnTo>
                  <a:pt x="330004" y="65123"/>
                </a:lnTo>
                <a:lnTo>
                  <a:pt x="330371" y="65088"/>
                </a:lnTo>
                <a:lnTo>
                  <a:pt x="330738" y="65028"/>
                </a:lnTo>
                <a:lnTo>
                  <a:pt x="331102" y="64943"/>
                </a:lnTo>
                <a:lnTo>
                  <a:pt x="331464" y="64833"/>
                </a:lnTo>
                <a:lnTo>
                  <a:pt x="331820" y="64699"/>
                </a:lnTo>
                <a:lnTo>
                  <a:pt x="332172" y="64539"/>
                </a:lnTo>
                <a:lnTo>
                  <a:pt x="332516" y="64353"/>
                </a:lnTo>
                <a:lnTo>
                  <a:pt x="386345" y="32934"/>
                </a:lnTo>
                <a:lnTo>
                  <a:pt x="332516" y="1514"/>
                </a:lnTo>
                <a:lnTo>
                  <a:pt x="332172" y="1337"/>
                </a:lnTo>
                <a:lnTo>
                  <a:pt x="331820" y="1186"/>
                </a:lnTo>
                <a:lnTo>
                  <a:pt x="331464" y="1059"/>
                </a:lnTo>
                <a:lnTo>
                  <a:pt x="331102" y="956"/>
                </a:lnTo>
                <a:lnTo>
                  <a:pt x="330738" y="877"/>
                </a:lnTo>
                <a:lnTo>
                  <a:pt x="330371" y="822"/>
                </a:lnTo>
                <a:lnTo>
                  <a:pt x="330004" y="791"/>
                </a:lnTo>
                <a:lnTo>
                  <a:pt x="329636" y="782"/>
                </a:lnTo>
                <a:lnTo>
                  <a:pt x="329270" y="797"/>
                </a:lnTo>
                <a:lnTo>
                  <a:pt x="328906" y="834"/>
                </a:lnTo>
                <a:lnTo>
                  <a:pt x="328546" y="893"/>
                </a:lnTo>
                <a:lnTo>
                  <a:pt x="328191" y="975"/>
                </a:lnTo>
                <a:lnTo>
                  <a:pt x="327842" y="1078"/>
                </a:lnTo>
                <a:lnTo>
                  <a:pt x="327499" y="1202"/>
                </a:lnTo>
                <a:lnTo>
                  <a:pt x="327165" y="1348"/>
                </a:lnTo>
                <a:lnTo>
                  <a:pt x="326841" y="1514"/>
                </a:lnTo>
                <a:lnTo>
                  <a:pt x="326526" y="1701"/>
                </a:lnTo>
                <a:lnTo>
                  <a:pt x="326224" y="1908"/>
                </a:lnTo>
                <a:lnTo>
                  <a:pt x="325934" y="2135"/>
                </a:lnTo>
                <a:lnTo>
                  <a:pt x="325658" y="2382"/>
                </a:lnTo>
                <a:lnTo>
                  <a:pt x="325398" y="2648"/>
                </a:lnTo>
                <a:lnTo>
                  <a:pt x="325153" y="2933"/>
                </a:lnTo>
                <a:lnTo>
                  <a:pt x="324926" y="3236"/>
                </a:lnTo>
                <a:lnTo>
                  <a:pt x="324718" y="3558"/>
                </a:lnTo>
                <a:lnTo>
                  <a:pt x="324532" y="3903"/>
                </a:lnTo>
                <a:lnTo>
                  <a:pt x="324372" y="4254"/>
                </a:lnTo>
                <a:lnTo>
                  <a:pt x="324237" y="4611"/>
                </a:lnTo>
                <a:lnTo>
                  <a:pt x="324128" y="4972"/>
                </a:lnTo>
                <a:lnTo>
                  <a:pt x="324043" y="5336"/>
                </a:lnTo>
                <a:lnTo>
                  <a:pt x="323983" y="5703"/>
                </a:lnTo>
                <a:lnTo>
                  <a:pt x="323947" y="6071"/>
                </a:lnTo>
                <a:lnTo>
                  <a:pt x="323936" y="6438"/>
                </a:lnTo>
                <a:lnTo>
                  <a:pt x="323947" y="6804"/>
                </a:lnTo>
                <a:lnTo>
                  <a:pt x="323982" y="7168"/>
                </a:lnTo>
                <a:lnTo>
                  <a:pt x="324041" y="7528"/>
                </a:lnTo>
                <a:lnTo>
                  <a:pt x="324122" y="7883"/>
                </a:lnTo>
                <a:lnTo>
                  <a:pt x="324225" y="8233"/>
                </a:lnTo>
                <a:lnTo>
                  <a:pt x="324351" y="8575"/>
                </a:lnTo>
                <a:lnTo>
                  <a:pt x="324498" y="8909"/>
                </a:lnTo>
                <a:lnTo>
                  <a:pt x="324667" y="9234"/>
                </a:lnTo>
                <a:lnTo>
                  <a:pt x="324858" y="9548"/>
                </a:lnTo>
                <a:lnTo>
                  <a:pt x="325069" y="9851"/>
                </a:lnTo>
                <a:lnTo>
                  <a:pt x="325301" y="10140"/>
                </a:lnTo>
                <a:lnTo>
                  <a:pt x="325554" y="10416"/>
                </a:lnTo>
                <a:lnTo>
                  <a:pt x="325826" y="10677"/>
                </a:lnTo>
                <a:lnTo>
                  <a:pt x="326119" y="10921"/>
                </a:lnTo>
                <a:lnTo>
                  <a:pt x="326431" y="11148"/>
                </a:lnTo>
                <a:lnTo>
                  <a:pt x="326762" y="11356"/>
                </a:lnTo>
                <a:lnTo>
                  <a:pt x="354017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CC092-9A7B-4133-8E9B-31B9B14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4973325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EA3E8-E437-45E4-B019-AAE40D6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4973325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177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3BB212BA-7576-49CD-A24E-64BBF2B1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723" y="5200807"/>
            <a:ext cx="639234" cy="101010"/>
          </a:xfrm>
          <a:custGeom xmlns:a="http://schemas.openxmlformats.org/drawingml/2006/main">
            <a:pathLst>
              <a:path w="639234" h="101010">
                <a:moveTo>
                  <a:pt x="65876" y="63348"/>
                </a:moveTo>
                <a:lnTo>
                  <a:pt x="84974" y="69336"/>
                </a:lnTo>
                <a:cubicBezTo>
                  <a:pt x="82046" y="80051"/>
                  <a:pt x="77177" y="88009"/>
                  <a:pt x="70368" y="93210"/>
                </a:cubicBezTo>
                <a:cubicBezTo>
                  <a:pt x="63558" y="98410"/>
                  <a:pt x="54919" y="101010"/>
                  <a:pt x="44450" y="101010"/>
                </a:cubicBezTo>
                <a:cubicBezTo>
                  <a:pt x="31496" y="101010"/>
                  <a:pt x="20850" y="96579"/>
                  <a:pt x="12510" y="87718"/>
                </a:cubicBezTo>
                <a:cubicBezTo>
                  <a:pt x="4170" y="78856"/>
                  <a:pt x="0" y="66740"/>
                  <a:pt x="0" y="51372"/>
                </a:cubicBezTo>
                <a:cubicBezTo>
                  <a:pt x="0" y="35114"/>
                  <a:pt x="4192" y="22488"/>
                  <a:pt x="12576" y="13493"/>
                </a:cubicBezTo>
                <a:cubicBezTo>
                  <a:pt x="20961" y="4498"/>
                  <a:pt x="31984" y="0"/>
                  <a:pt x="45647" y="0"/>
                </a:cubicBezTo>
                <a:cubicBezTo>
                  <a:pt x="57581" y="0"/>
                  <a:pt x="67273" y="3535"/>
                  <a:pt x="74726" y="10605"/>
                </a:cubicBezTo>
                <a:cubicBezTo>
                  <a:pt x="79162" y="14785"/>
                  <a:pt x="82489" y="20787"/>
                  <a:pt x="84707" y="28613"/>
                </a:cubicBezTo>
                <a:lnTo>
                  <a:pt x="65211" y="33271"/>
                </a:lnTo>
                <a:cubicBezTo>
                  <a:pt x="64057" y="28214"/>
                  <a:pt x="61651" y="24221"/>
                  <a:pt x="57991" y="21293"/>
                </a:cubicBezTo>
                <a:cubicBezTo>
                  <a:pt x="54331" y="18365"/>
                  <a:pt x="49884" y="16902"/>
                  <a:pt x="44649" y="16902"/>
                </a:cubicBezTo>
                <a:cubicBezTo>
                  <a:pt x="37419" y="16902"/>
                  <a:pt x="31552" y="19497"/>
                  <a:pt x="27049" y="24687"/>
                </a:cubicBezTo>
                <a:cubicBezTo>
                  <a:pt x="22546" y="29877"/>
                  <a:pt x="20295" y="38284"/>
                  <a:pt x="20295" y="49906"/>
                </a:cubicBezTo>
                <a:cubicBezTo>
                  <a:pt x="20295" y="62238"/>
                  <a:pt x="22513" y="71022"/>
                  <a:pt x="26949" y="76257"/>
                </a:cubicBezTo>
                <a:cubicBezTo>
                  <a:pt x="31385" y="81491"/>
                  <a:pt x="37152" y="84108"/>
                  <a:pt x="44250" y="84108"/>
                </a:cubicBezTo>
                <a:cubicBezTo>
                  <a:pt x="49485" y="84108"/>
                  <a:pt x="53987" y="82440"/>
                  <a:pt x="57758" y="79103"/>
                </a:cubicBezTo>
                <a:cubicBezTo>
                  <a:pt x="61529" y="75765"/>
                  <a:pt x="64235" y="70513"/>
                  <a:pt x="65876" y="63348"/>
                </a:cubicBezTo>
                <a:close/>
                <a:moveTo>
                  <a:pt x="97394" y="62948"/>
                </a:moveTo>
                <a:cubicBezTo>
                  <a:pt x="97394" y="56738"/>
                  <a:pt x="98924" y="50727"/>
                  <a:pt x="101985" y="44916"/>
                </a:cubicBezTo>
                <a:cubicBezTo>
                  <a:pt x="105046" y="39104"/>
                  <a:pt x="109382" y="34668"/>
                  <a:pt x="114994" y="31607"/>
                </a:cubicBezTo>
                <a:cubicBezTo>
                  <a:pt x="120606" y="28546"/>
                  <a:pt x="126872" y="27016"/>
                  <a:pt x="133792" y="27016"/>
                </a:cubicBezTo>
                <a:cubicBezTo>
                  <a:pt x="144483" y="27016"/>
                  <a:pt x="153244" y="30487"/>
                  <a:pt x="160076" y="37430"/>
                </a:cubicBezTo>
                <a:cubicBezTo>
                  <a:pt x="166908" y="44372"/>
                  <a:pt x="170323" y="53144"/>
                  <a:pt x="170323" y="63747"/>
                </a:cubicBezTo>
                <a:cubicBezTo>
                  <a:pt x="170323" y="74438"/>
                  <a:pt x="166874" y="83299"/>
                  <a:pt x="159976" y="90330"/>
                </a:cubicBezTo>
                <a:cubicBezTo>
                  <a:pt x="153078" y="97361"/>
                  <a:pt x="144394" y="100877"/>
                  <a:pt x="133925" y="100877"/>
                </a:cubicBezTo>
                <a:cubicBezTo>
                  <a:pt x="127448" y="100877"/>
                  <a:pt x="121271" y="99413"/>
                  <a:pt x="115393" y="96485"/>
                </a:cubicBezTo>
                <a:cubicBezTo>
                  <a:pt x="109516" y="93557"/>
                  <a:pt x="105046" y="89265"/>
                  <a:pt x="101985" y="83609"/>
                </a:cubicBezTo>
                <a:cubicBezTo>
                  <a:pt x="98924" y="77953"/>
                  <a:pt x="97394" y="71066"/>
                  <a:pt x="97394" y="62948"/>
                </a:cubicBezTo>
                <a:moveTo>
                  <a:pt x="116558" y="63946"/>
                </a:moveTo>
                <a:cubicBezTo>
                  <a:pt x="116558" y="70933"/>
                  <a:pt x="118221" y="76284"/>
                  <a:pt x="121548" y="80000"/>
                </a:cubicBezTo>
                <a:cubicBezTo>
                  <a:pt x="124876" y="83715"/>
                  <a:pt x="128979" y="85572"/>
                  <a:pt x="133859" y="85572"/>
                </a:cubicBezTo>
                <a:cubicBezTo>
                  <a:pt x="138738" y="85572"/>
                  <a:pt x="142831" y="83715"/>
                  <a:pt x="146136" y="80000"/>
                </a:cubicBezTo>
                <a:cubicBezTo>
                  <a:pt x="149440" y="76284"/>
                  <a:pt x="151093" y="70889"/>
                  <a:pt x="151093" y="63813"/>
                </a:cubicBezTo>
                <a:cubicBezTo>
                  <a:pt x="151093" y="56915"/>
                  <a:pt x="149440" y="51608"/>
                  <a:pt x="146136" y="47893"/>
                </a:cubicBezTo>
                <a:cubicBezTo>
                  <a:pt x="142831" y="44178"/>
                  <a:pt x="138738" y="42320"/>
                  <a:pt x="133859" y="42320"/>
                </a:cubicBezTo>
                <a:cubicBezTo>
                  <a:pt x="128979" y="42320"/>
                  <a:pt x="124876" y="44178"/>
                  <a:pt x="121548" y="47893"/>
                </a:cubicBezTo>
                <a:cubicBezTo>
                  <a:pt x="118221" y="51608"/>
                  <a:pt x="116558" y="56960"/>
                  <a:pt x="116558" y="63946"/>
                </a:cubicBezTo>
                <a:close/>
                <a:moveTo>
                  <a:pt x="249796" y="99280"/>
                </a:moveTo>
                <a:lnTo>
                  <a:pt x="232428" y="99280"/>
                </a:lnTo>
                <a:lnTo>
                  <a:pt x="232428" y="88899"/>
                </a:lnTo>
                <a:cubicBezTo>
                  <a:pt x="229545" y="92936"/>
                  <a:pt x="226140" y="95942"/>
                  <a:pt x="222214" y="97916"/>
                </a:cubicBezTo>
                <a:cubicBezTo>
                  <a:pt x="218288" y="99890"/>
                  <a:pt x="214329" y="100877"/>
                  <a:pt x="210337" y="100877"/>
                </a:cubicBezTo>
                <a:cubicBezTo>
                  <a:pt x="202219" y="100877"/>
                  <a:pt x="195265" y="97605"/>
                  <a:pt x="189476" y="91062"/>
                </a:cubicBezTo>
                <a:cubicBezTo>
                  <a:pt x="183687" y="84519"/>
                  <a:pt x="180792" y="75392"/>
                  <a:pt x="180792" y="63680"/>
                </a:cubicBezTo>
                <a:cubicBezTo>
                  <a:pt x="180792" y="51703"/>
                  <a:pt x="183609" y="42598"/>
                  <a:pt x="189243" y="36365"/>
                </a:cubicBezTo>
                <a:cubicBezTo>
                  <a:pt x="194877" y="30132"/>
                  <a:pt x="201997" y="27016"/>
                  <a:pt x="210603" y="27016"/>
                </a:cubicBezTo>
                <a:cubicBezTo>
                  <a:pt x="218499" y="27016"/>
                  <a:pt x="225331" y="30299"/>
                  <a:pt x="231098" y="36864"/>
                </a:cubicBezTo>
                <a:lnTo>
                  <a:pt x="231098" y="1730"/>
                </a:lnTo>
                <a:lnTo>
                  <a:pt x="249796" y="1730"/>
                </a:lnTo>
                <a:lnTo>
                  <a:pt x="249796" y="99280"/>
                </a:lnTo>
                <a:moveTo>
                  <a:pt x="199890" y="62451"/>
                </a:moveTo>
                <a:cubicBezTo>
                  <a:pt x="199890" y="69982"/>
                  <a:pt x="200932" y="75430"/>
                  <a:pt x="203017" y="78796"/>
                </a:cubicBezTo>
                <a:cubicBezTo>
                  <a:pt x="206034" y="83668"/>
                  <a:pt x="210248" y="86105"/>
                  <a:pt x="215660" y="86105"/>
                </a:cubicBezTo>
                <a:cubicBezTo>
                  <a:pt x="219963" y="86105"/>
                  <a:pt x="223623" y="84278"/>
                  <a:pt x="226639" y="80623"/>
                </a:cubicBezTo>
                <a:cubicBezTo>
                  <a:pt x="229656" y="76969"/>
                  <a:pt x="231164" y="71510"/>
                  <a:pt x="231164" y="64246"/>
                </a:cubicBezTo>
                <a:cubicBezTo>
                  <a:pt x="231164" y="56139"/>
                  <a:pt x="229700" y="50303"/>
                  <a:pt x="226772" y="46737"/>
                </a:cubicBezTo>
                <a:cubicBezTo>
                  <a:pt x="223845" y="43172"/>
                  <a:pt x="220096" y="41389"/>
                  <a:pt x="215527" y="41389"/>
                </a:cubicBezTo>
                <a:cubicBezTo>
                  <a:pt x="211091" y="41389"/>
                  <a:pt x="207376" y="43149"/>
                  <a:pt x="204381" y="46671"/>
                </a:cubicBezTo>
                <a:cubicBezTo>
                  <a:pt x="201387" y="50192"/>
                  <a:pt x="199890" y="55452"/>
                  <a:pt x="199890" y="62451"/>
                </a:cubicBezTo>
                <a:close/>
                <a:moveTo>
                  <a:pt x="309172" y="76789"/>
                </a:moveTo>
                <a:lnTo>
                  <a:pt x="327804" y="79983"/>
                </a:lnTo>
                <a:cubicBezTo>
                  <a:pt x="325408" y="86792"/>
                  <a:pt x="321627" y="91977"/>
                  <a:pt x="316459" y="95537"/>
                </a:cubicBezTo>
                <a:cubicBezTo>
                  <a:pt x="311291" y="99097"/>
                  <a:pt x="304825" y="100877"/>
                  <a:pt x="297062" y="100877"/>
                </a:cubicBezTo>
                <a:cubicBezTo>
                  <a:pt x="284774" y="100877"/>
                  <a:pt x="275680" y="96862"/>
                  <a:pt x="269780" y="88833"/>
                </a:cubicBezTo>
                <a:cubicBezTo>
                  <a:pt x="265122" y="82401"/>
                  <a:pt x="262793" y="74283"/>
                  <a:pt x="262793" y="64479"/>
                </a:cubicBezTo>
                <a:cubicBezTo>
                  <a:pt x="262793" y="52767"/>
                  <a:pt x="265854" y="43596"/>
                  <a:pt x="271976" y="36964"/>
                </a:cubicBezTo>
                <a:cubicBezTo>
                  <a:pt x="278097" y="30332"/>
                  <a:pt x="285838" y="27016"/>
                  <a:pt x="295199" y="27016"/>
                </a:cubicBezTo>
                <a:cubicBezTo>
                  <a:pt x="305712" y="27016"/>
                  <a:pt x="314008" y="30487"/>
                  <a:pt x="320085" y="37430"/>
                </a:cubicBezTo>
                <a:cubicBezTo>
                  <a:pt x="326163" y="44372"/>
                  <a:pt x="329068" y="55008"/>
                  <a:pt x="328802" y="69336"/>
                </a:cubicBezTo>
                <a:lnTo>
                  <a:pt x="281957" y="69336"/>
                </a:lnTo>
                <a:cubicBezTo>
                  <a:pt x="282090" y="74881"/>
                  <a:pt x="283598" y="79195"/>
                  <a:pt x="286482" y="82279"/>
                </a:cubicBezTo>
                <a:cubicBezTo>
                  <a:pt x="289365" y="85362"/>
                  <a:pt x="292958" y="86903"/>
                  <a:pt x="297261" y="86903"/>
                </a:cubicBezTo>
                <a:cubicBezTo>
                  <a:pt x="300189" y="86903"/>
                  <a:pt x="302651" y="86105"/>
                  <a:pt x="304648" y="84508"/>
                </a:cubicBezTo>
                <a:cubicBezTo>
                  <a:pt x="306644" y="82911"/>
                  <a:pt x="308152" y="80338"/>
                  <a:pt x="309172" y="76789"/>
                </a:cubicBezTo>
                <a:moveTo>
                  <a:pt x="310237" y="57891"/>
                </a:moveTo>
                <a:cubicBezTo>
                  <a:pt x="310104" y="52501"/>
                  <a:pt x="308707" y="48403"/>
                  <a:pt x="306045" y="45598"/>
                </a:cubicBezTo>
                <a:cubicBezTo>
                  <a:pt x="303383" y="42792"/>
                  <a:pt x="300145" y="41389"/>
                  <a:pt x="296330" y="41389"/>
                </a:cubicBezTo>
                <a:cubicBezTo>
                  <a:pt x="292249" y="41389"/>
                  <a:pt x="288877" y="42869"/>
                  <a:pt x="286216" y="45828"/>
                </a:cubicBezTo>
                <a:cubicBezTo>
                  <a:pt x="283554" y="48789"/>
                  <a:pt x="282245" y="52810"/>
                  <a:pt x="282290" y="57891"/>
                </a:cubicBezTo>
                <a:lnTo>
                  <a:pt x="310237" y="57891"/>
                </a:lnTo>
                <a:close/>
                <a:moveTo>
                  <a:pt x="343221" y="99280"/>
                </a:moveTo>
                <a:lnTo>
                  <a:pt x="343221" y="1730"/>
                </a:lnTo>
                <a:lnTo>
                  <a:pt x="361919" y="1730"/>
                </a:lnTo>
                <a:lnTo>
                  <a:pt x="361919" y="36864"/>
                </a:lnTo>
                <a:cubicBezTo>
                  <a:pt x="367686" y="30299"/>
                  <a:pt x="374517" y="27016"/>
                  <a:pt x="382414" y="27016"/>
                </a:cubicBezTo>
                <a:cubicBezTo>
                  <a:pt x="391020" y="27016"/>
                  <a:pt x="398140" y="30132"/>
                  <a:pt x="403773" y="36365"/>
                </a:cubicBezTo>
                <a:cubicBezTo>
                  <a:pt x="409407" y="42598"/>
                  <a:pt x="412224" y="51547"/>
                  <a:pt x="412224" y="63214"/>
                </a:cubicBezTo>
                <a:cubicBezTo>
                  <a:pt x="412224" y="75281"/>
                  <a:pt x="409352" y="84574"/>
                  <a:pt x="403607" y="91095"/>
                </a:cubicBezTo>
                <a:cubicBezTo>
                  <a:pt x="397862" y="97616"/>
                  <a:pt x="390886" y="100877"/>
                  <a:pt x="382680" y="100877"/>
                </a:cubicBezTo>
                <a:cubicBezTo>
                  <a:pt x="378643" y="100877"/>
                  <a:pt x="374661" y="99868"/>
                  <a:pt x="370736" y="97849"/>
                </a:cubicBezTo>
                <a:cubicBezTo>
                  <a:pt x="366810" y="95831"/>
                  <a:pt x="363427" y="92848"/>
                  <a:pt x="360588" y="88899"/>
                </a:cubicBezTo>
                <a:lnTo>
                  <a:pt x="360588" y="99280"/>
                </a:lnTo>
                <a:lnTo>
                  <a:pt x="343221" y="99280"/>
                </a:lnTo>
                <a:moveTo>
                  <a:pt x="361786" y="62451"/>
                </a:moveTo>
                <a:cubicBezTo>
                  <a:pt x="361786" y="69760"/>
                  <a:pt x="362939" y="75163"/>
                  <a:pt x="365246" y="78662"/>
                </a:cubicBezTo>
                <a:cubicBezTo>
                  <a:pt x="368484" y="83624"/>
                  <a:pt x="372787" y="86105"/>
                  <a:pt x="378155" y="86105"/>
                </a:cubicBezTo>
                <a:cubicBezTo>
                  <a:pt x="382280" y="86105"/>
                  <a:pt x="385796" y="84344"/>
                  <a:pt x="388702" y="80823"/>
                </a:cubicBezTo>
                <a:cubicBezTo>
                  <a:pt x="391607" y="77302"/>
                  <a:pt x="393060" y="71754"/>
                  <a:pt x="393060" y="64179"/>
                </a:cubicBezTo>
                <a:cubicBezTo>
                  <a:pt x="393060" y="56117"/>
                  <a:pt x="391596" y="50303"/>
                  <a:pt x="388668" y="46737"/>
                </a:cubicBezTo>
                <a:cubicBezTo>
                  <a:pt x="385741" y="43172"/>
                  <a:pt x="381992" y="41389"/>
                  <a:pt x="377423" y="41389"/>
                </a:cubicBezTo>
                <a:cubicBezTo>
                  <a:pt x="372942" y="41389"/>
                  <a:pt x="369216" y="43128"/>
                  <a:pt x="366244" y="46606"/>
                </a:cubicBezTo>
                <a:cubicBezTo>
                  <a:pt x="363272" y="50083"/>
                  <a:pt x="361786" y="55365"/>
                  <a:pt x="361786" y="62451"/>
                </a:cubicBezTo>
                <a:close/>
                <a:moveTo>
                  <a:pt x="441258" y="50438"/>
                </a:moveTo>
                <a:lnTo>
                  <a:pt x="424290" y="47378"/>
                </a:lnTo>
                <a:cubicBezTo>
                  <a:pt x="426198" y="40456"/>
                  <a:pt x="429481" y="35332"/>
                  <a:pt x="434138" y="32006"/>
                </a:cubicBezTo>
                <a:cubicBezTo>
                  <a:pt x="438796" y="28679"/>
                  <a:pt x="445717" y="27016"/>
                  <a:pt x="454899" y="27016"/>
                </a:cubicBezTo>
                <a:cubicBezTo>
                  <a:pt x="463239" y="27016"/>
                  <a:pt x="469450" y="28003"/>
                  <a:pt x="473531" y="29977"/>
                </a:cubicBezTo>
                <a:cubicBezTo>
                  <a:pt x="477612" y="31951"/>
                  <a:pt x="480485" y="34457"/>
                  <a:pt x="482148" y="37496"/>
                </a:cubicBezTo>
                <a:cubicBezTo>
                  <a:pt x="483812" y="40535"/>
                  <a:pt x="484643" y="46113"/>
                  <a:pt x="484643" y="54231"/>
                </a:cubicBezTo>
                <a:lnTo>
                  <a:pt x="484444" y="76057"/>
                </a:lnTo>
                <a:cubicBezTo>
                  <a:pt x="484444" y="82267"/>
                  <a:pt x="484743" y="86848"/>
                  <a:pt x="485342" y="89798"/>
                </a:cubicBezTo>
                <a:cubicBezTo>
                  <a:pt x="485941" y="92748"/>
                  <a:pt x="487061" y="95909"/>
                  <a:pt x="488702" y="99280"/>
                </a:cubicBezTo>
                <a:lnTo>
                  <a:pt x="470204" y="99280"/>
                </a:lnTo>
                <a:cubicBezTo>
                  <a:pt x="469716" y="98038"/>
                  <a:pt x="469117" y="96197"/>
                  <a:pt x="468407" y="93757"/>
                </a:cubicBezTo>
                <a:cubicBezTo>
                  <a:pt x="468097" y="92648"/>
                  <a:pt x="467875" y="91916"/>
                  <a:pt x="467742" y="91561"/>
                </a:cubicBezTo>
                <a:cubicBezTo>
                  <a:pt x="464548" y="94666"/>
                  <a:pt x="461132" y="96995"/>
                  <a:pt x="457494" y="98548"/>
                </a:cubicBezTo>
                <a:cubicBezTo>
                  <a:pt x="453857" y="100101"/>
                  <a:pt x="449975" y="100877"/>
                  <a:pt x="445850" y="100877"/>
                </a:cubicBezTo>
                <a:cubicBezTo>
                  <a:pt x="438575" y="100877"/>
                  <a:pt x="432841" y="98911"/>
                  <a:pt x="428649" y="94980"/>
                </a:cubicBezTo>
                <a:cubicBezTo>
                  <a:pt x="424457" y="91048"/>
                  <a:pt x="422361" y="86078"/>
                  <a:pt x="422361" y="80070"/>
                </a:cubicBezTo>
                <a:cubicBezTo>
                  <a:pt x="422361" y="76094"/>
                  <a:pt x="423314" y="72550"/>
                  <a:pt x="425222" y="69436"/>
                </a:cubicBezTo>
                <a:cubicBezTo>
                  <a:pt x="427129" y="66321"/>
                  <a:pt x="429802" y="63935"/>
                  <a:pt x="433240" y="62279"/>
                </a:cubicBezTo>
                <a:cubicBezTo>
                  <a:pt x="436678" y="60622"/>
                  <a:pt x="441635" y="59176"/>
                  <a:pt x="448112" y="57939"/>
                </a:cubicBezTo>
                <a:cubicBezTo>
                  <a:pt x="456851" y="56305"/>
                  <a:pt x="462907" y="54780"/>
                  <a:pt x="466278" y="53366"/>
                </a:cubicBezTo>
                <a:lnTo>
                  <a:pt x="466278" y="51482"/>
                </a:lnTo>
                <a:cubicBezTo>
                  <a:pt x="466278" y="47849"/>
                  <a:pt x="465391" y="45259"/>
                  <a:pt x="463616" y="43712"/>
                </a:cubicBezTo>
                <a:cubicBezTo>
                  <a:pt x="461842" y="42163"/>
                  <a:pt x="458493" y="41389"/>
                  <a:pt x="453569" y="41389"/>
                </a:cubicBezTo>
                <a:cubicBezTo>
                  <a:pt x="450241" y="41389"/>
                  <a:pt x="447646" y="42058"/>
                  <a:pt x="445783" y="43398"/>
                </a:cubicBezTo>
                <a:cubicBezTo>
                  <a:pt x="443920" y="44735"/>
                  <a:pt x="442412" y="47082"/>
                  <a:pt x="441258" y="50438"/>
                </a:cubicBezTo>
                <a:moveTo>
                  <a:pt x="466278" y="65610"/>
                </a:moveTo>
                <a:cubicBezTo>
                  <a:pt x="463882" y="66399"/>
                  <a:pt x="460090" y="67341"/>
                  <a:pt x="454899" y="68438"/>
                </a:cubicBezTo>
                <a:cubicBezTo>
                  <a:pt x="449709" y="69533"/>
                  <a:pt x="446316" y="70607"/>
                  <a:pt x="444719" y="71659"/>
                </a:cubicBezTo>
                <a:cubicBezTo>
                  <a:pt x="442279" y="73368"/>
                  <a:pt x="441059" y="75538"/>
                  <a:pt x="441059" y="78168"/>
                </a:cubicBezTo>
                <a:cubicBezTo>
                  <a:pt x="441059" y="80754"/>
                  <a:pt x="442035" y="82990"/>
                  <a:pt x="443987" y="84876"/>
                </a:cubicBezTo>
                <a:cubicBezTo>
                  <a:pt x="445938" y="86760"/>
                  <a:pt x="448423" y="87702"/>
                  <a:pt x="451439" y="87702"/>
                </a:cubicBezTo>
                <a:cubicBezTo>
                  <a:pt x="454811" y="87702"/>
                  <a:pt x="458027" y="86606"/>
                  <a:pt x="461088" y="84414"/>
                </a:cubicBezTo>
                <a:cubicBezTo>
                  <a:pt x="463350" y="82749"/>
                  <a:pt x="464836" y="80711"/>
                  <a:pt x="465546" y="78299"/>
                </a:cubicBezTo>
                <a:cubicBezTo>
                  <a:pt x="466034" y="76721"/>
                  <a:pt x="466278" y="73719"/>
                  <a:pt x="466278" y="69293"/>
                </a:cubicBezTo>
                <a:lnTo>
                  <a:pt x="466278" y="65610"/>
                </a:lnTo>
                <a:close/>
                <a:moveTo>
                  <a:pt x="496467" y="79184"/>
                </a:moveTo>
                <a:lnTo>
                  <a:pt x="515231" y="76257"/>
                </a:lnTo>
                <a:cubicBezTo>
                  <a:pt x="516030" y="79872"/>
                  <a:pt x="517649" y="82617"/>
                  <a:pt x="520089" y="84491"/>
                </a:cubicBezTo>
                <a:cubicBezTo>
                  <a:pt x="522529" y="86365"/>
                  <a:pt x="525945" y="87302"/>
                  <a:pt x="530336" y="87302"/>
                </a:cubicBezTo>
                <a:cubicBezTo>
                  <a:pt x="535172" y="87302"/>
                  <a:pt x="538809" y="86417"/>
                  <a:pt x="541249" y="84645"/>
                </a:cubicBezTo>
                <a:cubicBezTo>
                  <a:pt x="542891" y="83404"/>
                  <a:pt x="543711" y="81743"/>
                  <a:pt x="543711" y="79661"/>
                </a:cubicBezTo>
                <a:cubicBezTo>
                  <a:pt x="543711" y="78242"/>
                  <a:pt x="543268" y="77068"/>
                  <a:pt x="542380" y="76138"/>
                </a:cubicBezTo>
                <a:cubicBezTo>
                  <a:pt x="541449" y="75252"/>
                  <a:pt x="539364" y="74433"/>
                  <a:pt x="536126" y="73680"/>
                </a:cubicBezTo>
                <a:cubicBezTo>
                  <a:pt x="521043" y="70359"/>
                  <a:pt x="511483" y="67324"/>
                  <a:pt x="507446" y="64576"/>
                </a:cubicBezTo>
                <a:cubicBezTo>
                  <a:pt x="501857" y="60764"/>
                  <a:pt x="499062" y="55468"/>
                  <a:pt x="499062" y="48688"/>
                </a:cubicBezTo>
                <a:cubicBezTo>
                  <a:pt x="499062" y="42571"/>
                  <a:pt x="501480" y="37430"/>
                  <a:pt x="506315" y="33265"/>
                </a:cubicBezTo>
                <a:cubicBezTo>
                  <a:pt x="511150" y="29099"/>
                  <a:pt x="518647" y="27016"/>
                  <a:pt x="528806" y="27016"/>
                </a:cubicBezTo>
                <a:cubicBezTo>
                  <a:pt x="538477" y="27016"/>
                  <a:pt x="545663" y="28585"/>
                  <a:pt x="550365" y="31724"/>
                </a:cubicBezTo>
                <a:cubicBezTo>
                  <a:pt x="555068" y="34862"/>
                  <a:pt x="558306" y="39503"/>
                  <a:pt x="560080" y="45647"/>
                </a:cubicBezTo>
                <a:lnTo>
                  <a:pt x="542447" y="48975"/>
                </a:lnTo>
                <a:cubicBezTo>
                  <a:pt x="541693" y="46224"/>
                  <a:pt x="540262" y="44117"/>
                  <a:pt x="538155" y="42653"/>
                </a:cubicBezTo>
                <a:cubicBezTo>
                  <a:pt x="536048" y="41189"/>
                  <a:pt x="533042" y="40457"/>
                  <a:pt x="529139" y="40457"/>
                </a:cubicBezTo>
                <a:cubicBezTo>
                  <a:pt x="524215" y="40457"/>
                  <a:pt x="520688" y="41144"/>
                  <a:pt x="518559" y="42518"/>
                </a:cubicBezTo>
                <a:cubicBezTo>
                  <a:pt x="517139" y="43491"/>
                  <a:pt x="516429" y="44753"/>
                  <a:pt x="516429" y="46305"/>
                </a:cubicBezTo>
                <a:cubicBezTo>
                  <a:pt x="516429" y="47633"/>
                  <a:pt x="517050" y="48762"/>
                  <a:pt x="518292" y="49692"/>
                </a:cubicBezTo>
                <a:cubicBezTo>
                  <a:pt x="519978" y="50933"/>
                  <a:pt x="525801" y="52683"/>
                  <a:pt x="535760" y="54942"/>
                </a:cubicBezTo>
                <a:cubicBezTo>
                  <a:pt x="545719" y="57202"/>
                  <a:pt x="552672" y="59974"/>
                  <a:pt x="556620" y="63258"/>
                </a:cubicBezTo>
                <a:cubicBezTo>
                  <a:pt x="560524" y="66588"/>
                  <a:pt x="562476" y="71226"/>
                  <a:pt x="562476" y="77174"/>
                </a:cubicBezTo>
                <a:cubicBezTo>
                  <a:pt x="562476" y="83654"/>
                  <a:pt x="559770" y="89225"/>
                  <a:pt x="554358" y="93886"/>
                </a:cubicBezTo>
                <a:cubicBezTo>
                  <a:pt x="548946" y="98547"/>
                  <a:pt x="540939" y="100877"/>
                  <a:pt x="530336" y="100877"/>
                </a:cubicBezTo>
                <a:cubicBezTo>
                  <a:pt x="520710" y="100877"/>
                  <a:pt x="513091" y="98931"/>
                  <a:pt x="507479" y="95040"/>
                </a:cubicBezTo>
                <a:cubicBezTo>
                  <a:pt x="501868" y="91147"/>
                  <a:pt x="498197" y="85862"/>
                  <a:pt x="496467" y="79184"/>
                </a:cubicBezTo>
                <a:close/>
                <a:moveTo>
                  <a:pt x="619339" y="76789"/>
                </a:moveTo>
                <a:lnTo>
                  <a:pt x="637970" y="79983"/>
                </a:lnTo>
                <a:cubicBezTo>
                  <a:pt x="635575" y="86792"/>
                  <a:pt x="631793" y="91977"/>
                  <a:pt x="626625" y="95537"/>
                </a:cubicBezTo>
                <a:cubicBezTo>
                  <a:pt x="621457" y="99097"/>
                  <a:pt x="614991" y="100877"/>
                  <a:pt x="607228" y="100877"/>
                </a:cubicBezTo>
                <a:cubicBezTo>
                  <a:pt x="594940" y="100877"/>
                  <a:pt x="585846" y="96862"/>
                  <a:pt x="579946" y="88833"/>
                </a:cubicBezTo>
                <a:cubicBezTo>
                  <a:pt x="575288" y="82401"/>
                  <a:pt x="572959" y="74283"/>
                  <a:pt x="572959" y="64479"/>
                </a:cubicBezTo>
                <a:cubicBezTo>
                  <a:pt x="572959" y="52767"/>
                  <a:pt x="576020" y="43596"/>
                  <a:pt x="582142" y="36964"/>
                </a:cubicBezTo>
                <a:cubicBezTo>
                  <a:pt x="588264" y="30332"/>
                  <a:pt x="596005" y="27016"/>
                  <a:pt x="605365" y="27016"/>
                </a:cubicBezTo>
                <a:cubicBezTo>
                  <a:pt x="615878" y="27016"/>
                  <a:pt x="624174" y="30487"/>
                  <a:pt x="630251" y="37430"/>
                </a:cubicBezTo>
                <a:cubicBezTo>
                  <a:pt x="636329" y="44372"/>
                  <a:pt x="639234" y="55008"/>
                  <a:pt x="638968" y="69336"/>
                </a:cubicBezTo>
                <a:lnTo>
                  <a:pt x="592123" y="69336"/>
                </a:lnTo>
                <a:cubicBezTo>
                  <a:pt x="592256" y="74881"/>
                  <a:pt x="593764" y="79195"/>
                  <a:pt x="596648" y="82279"/>
                </a:cubicBezTo>
                <a:cubicBezTo>
                  <a:pt x="599531" y="85362"/>
                  <a:pt x="603125" y="86903"/>
                  <a:pt x="607428" y="86903"/>
                </a:cubicBezTo>
                <a:cubicBezTo>
                  <a:pt x="610355" y="86903"/>
                  <a:pt x="612817" y="86105"/>
                  <a:pt x="614814" y="84508"/>
                </a:cubicBezTo>
                <a:cubicBezTo>
                  <a:pt x="616810" y="82911"/>
                  <a:pt x="618318" y="80338"/>
                  <a:pt x="619339" y="76789"/>
                </a:cubicBezTo>
                <a:moveTo>
                  <a:pt x="620403" y="57891"/>
                </a:moveTo>
                <a:cubicBezTo>
                  <a:pt x="620270" y="52501"/>
                  <a:pt x="618873" y="48403"/>
                  <a:pt x="616211" y="45598"/>
                </a:cubicBezTo>
                <a:cubicBezTo>
                  <a:pt x="613549" y="42792"/>
                  <a:pt x="610311" y="41389"/>
                  <a:pt x="606496" y="41389"/>
                </a:cubicBezTo>
                <a:cubicBezTo>
                  <a:pt x="602415" y="41389"/>
                  <a:pt x="599043" y="42869"/>
                  <a:pt x="596382" y="45828"/>
                </a:cubicBezTo>
                <a:cubicBezTo>
                  <a:pt x="593720" y="48789"/>
                  <a:pt x="592411" y="52810"/>
                  <a:pt x="592456" y="57891"/>
                </a:cubicBezTo>
                <a:lnTo>
                  <a:pt x="620403" y="57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F6BC8-06D0-4E01-BFC9-1075B681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973" y="5154309"/>
            <a:ext cx="186837" cy="183479"/>
          </a:xfrm>
          <a:custGeom xmlns:a="http://schemas.openxmlformats.org/drawingml/2006/main">
            <a:pathLst>
              <a:path w="186837" h="183479">
                <a:moveTo>
                  <a:pt x="80797" y="857"/>
                </a:moveTo>
                <a:lnTo>
                  <a:pt x="87089" y="217"/>
                </a:lnTo>
                <a:lnTo>
                  <a:pt x="93498" y="0"/>
                </a:lnTo>
                <a:lnTo>
                  <a:pt x="99889" y="217"/>
                </a:lnTo>
                <a:lnTo>
                  <a:pt x="106166" y="857"/>
                </a:lnTo>
                <a:lnTo>
                  <a:pt x="112315" y="1908"/>
                </a:lnTo>
                <a:lnTo>
                  <a:pt x="118321" y="3355"/>
                </a:lnTo>
                <a:lnTo>
                  <a:pt x="124172" y="5184"/>
                </a:lnTo>
                <a:lnTo>
                  <a:pt x="129851" y="7382"/>
                </a:lnTo>
                <a:lnTo>
                  <a:pt x="135346" y="9934"/>
                </a:lnTo>
                <a:lnTo>
                  <a:pt x="140643" y="12827"/>
                </a:lnTo>
                <a:lnTo>
                  <a:pt x="145726" y="16046"/>
                </a:lnTo>
                <a:lnTo>
                  <a:pt x="150582" y="19578"/>
                </a:lnTo>
                <a:lnTo>
                  <a:pt x="155198" y="23408"/>
                </a:lnTo>
                <a:lnTo>
                  <a:pt x="159558" y="27524"/>
                </a:lnTo>
                <a:lnTo>
                  <a:pt x="163649" y="31910"/>
                </a:lnTo>
                <a:lnTo>
                  <a:pt x="167456" y="36554"/>
                </a:lnTo>
                <a:lnTo>
                  <a:pt x="170966" y="41440"/>
                </a:lnTo>
                <a:lnTo>
                  <a:pt x="174164" y="46556"/>
                </a:lnTo>
                <a:lnTo>
                  <a:pt x="177037" y="51887"/>
                </a:lnTo>
                <a:lnTo>
                  <a:pt x="179569" y="57420"/>
                </a:lnTo>
                <a:lnTo>
                  <a:pt x="181748" y="63139"/>
                </a:lnTo>
                <a:lnTo>
                  <a:pt x="183558" y="69033"/>
                </a:lnTo>
                <a:lnTo>
                  <a:pt x="184987" y="75086"/>
                </a:lnTo>
                <a:lnTo>
                  <a:pt x="186019" y="81285"/>
                </a:lnTo>
                <a:lnTo>
                  <a:pt x="186640" y="87615"/>
                </a:lnTo>
                <a:lnTo>
                  <a:pt x="186837" y="94063"/>
                </a:lnTo>
                <a:lnTo>
                  <a:pt x="186699" y="99227"/>
                </a:lnTo>
                <a:lnTo>
                  <a:pt x="186289" y="104316"/>
                </a:lnTo>
                <a:lnTo>
                  <a:pt x="185614" y="109325"/>
                </a:lnTo>
                <a:lnTo>
                  <a:pt x="184682" y="114247"/>
                </a:lnTo>
                <a:lnTo>
                  <a:pt x="183499" y="119073"/>
                </a:lnTo>
                <a:lnTo>
                  <a:pt x="182073" y="123797"/>
                </a:lnTo>
                <a:lnTo>
                  <a:pt x="180411" y="128412"/>
                </a:lnTo>
                <a:lnTo>
                  <a:pt x="178519" y="132911"/>
                </a:lnTo>
                <a:lnTo>
                  <a:pt x="176406" y="137287"/>
                </a:lnTo>
                <a:lnTo>
                  <a:pt x="174078" y="141532"/>
                </a:lnTo>
                <a:lnTo>
                  <a:pt x="171542" y="145640"/>
                </a:lnTo>
                <a:lnTo>
                  <a:pt x="168805" y="149604"/>
                </a:lnTo>
                <a:lnTo>
                  <a:pt x="165875" y="153415"/>
                </a:lnTo>
                <a:lnTo>
                  <a:pt x="162759" y="157068"/>
                </a:lnTo>
                <a:lnTo>
                  <a:pt x="159463" y="160555"/>
                </a:lnTo>
                <a:lnTo>
                  <a:pt x="155995" y="163869"/>
                </a:lnTo>
                <a:lnTo>
                  <a:pt x="152362" y="167003"/>
                </a:lnTo>
                <a:lnTo>
                  <a:pt x="148572" y="169950"/>
                </a:lnTo>
                <a:lnTo>
                  <a:pt x="144630" y="172702"/>
                </a:lnTo>
                <a:lnTo>
                  <a:pt x="140545" y="175254"/>
                </a:lnTo>
                <a:lnTo>
                  <a:pt x="136324" y="177597"/>
                </a:lnTo>
                <a:lnTo>
                  <a:pt x="131973" y="179724"/>
                </a:lnTo>
                <a:lnTo>
                  <a:pt x="127499" y="181628"/>
                </a:lnTo>
                <a:lnTo>
                  <a:pt x="122911" y="183303"/>
                </a:lnTo>
                <a:lnTo>
                  <a:pt x="122346" y="183400"/>
                </a:lnTo>
                <a:lnTo>
                  <a:pt x="121811" y="183458"/>
                </a:lnTo>
                <a:lnTo>
                  <a:pt x="121320" y="183479"/>
                </a:lnTo>
                <a:lnTo>
                  <a:pt x="121284" y="183479"/>
                </a:lnTo>
                <a:lnTo>
                  <a:pt x="120829" y="183466"/>
                </a:lnTo>
                <a:lnTo>
                  <a:pt x="120381" y="183420"/>
                </a:lnTo>
                <a:lnTo>
                  <a:pt x="119961" y="183342"/>
                </a:lnTo>
                <a:lnTo>
                  <a:pt x="119568" y="183235"/>
                </a:lnTo>
                <a:lnTo>
                  <a:pt x="119202" y="183101"/>
                </a:lnTo>
                <a:lnTo>
                  <a:pt x="118863" y="182942"/>
                </a:lnTo>
                <a:lnTo>
                  <a:pt x="118549" y="182759"/>
                </a:lnTo>
                <a:lnTo>
                  <a:pt x="118261" y="182554"/>
                </a:lnTo>
                <a:lnTo>
                  <a:pt x="117997" y="182329"/>
                </a:lnTo>
                <a:lnTo>
                  <a:pt x="117757" y="182087"/>
                </a:lnTo>
                <a:lnTo>
                  <a:pt x="117541" y="181829"/>
                </a:lnTo>
                <a:lnTo>
                  <a:pt x="117349" y="181556"/>
                </a:lnTo>
                <a:lnTo>
                  <a:pt x="117178" y="181272"/>
                </a:lnTo>
                <a:lnTo>
                  <a:pt x="117030" y="180977"/>
                </a:lnTo>
                <a:lnTo>
                  <a:pt x="116904" y="180674"/>
                </a:lnTo>
                <a:lnTo>
                  <a:pt x="116798" y="180364"/>
                </a:lnTo>
                <a:lnTo>
                  <a:pt x="116712" y="180050"/>
                </a:lnTo>
                <a:lnTo>
                  <a:pt x="116647" y="179733"/>
                </a:lnTo>
                <a:lnTo>
                  <a:pt x="116601" y="179415"/>
                </a:lnTo>
                <a:lnTo>
                  <a:pt x="116574" y="179099"/>
                </a:lnTo>
                <a:lnTo>
                  <a:pt x="116565" y="178785"/>
                </a:lnTo>
                <a:lnTo>
                  <a:pt x="116566" y="178360"/>
                </a:lnTo>
                <a:lnTo>
                  <a:pt x="116568" y="177863"/>
                </a:lnTo>
                <a:lnTo>
                  <a:pt x="116571" y="177298"/>
                </a:lnTo>
                <a:lnTo>
                  <a:pt x="116576" y="176665"/>
                </a:lnTo>
                <a:lnTo>
                  <a:pt x="116582" y="175967"/>
                </a:lnTo>
                <a:lnTo>
                  <a:pt x="116589" y="175206"/>
                </a:lnTo>
                <a:lnTo>
                  <a:pt x="116596" y="174384"/>
                </a:lnTo>
                <a:lnTo>
                  <a:pt x="116605" y="173502"/>
                </a:lnTo>
                <a:lnTo>
                  <a:pt x="116613" y="172563"/>
                </a:lnTo>
                <a:lnTo>
                  <a:pt x="116622" y="171569"/>
                </a:lnTo>
                <a:lnTo>
                  <a:pt x="116632" y="170521"/>
                </a:lnTo>
                <a:lnTo>
                  <a:pt x="116641" y="169422"/>
                </a:lnTo>
                <a:lnTo>
                  <a:pt x="116651" y="168273"/>
                </a:lnTo>
                <a:lnTo>
                  <a:pt x="116660" y="167077"/>
                </a:lnTo>
                <a:lnTo>
                  <a:pt x="116669" y="165835"/>
                </a:lnTo>
                <a:lnTo>
                  <a:pt x="116678" y="164550"/>
                </a:lnTo>
                <a:lnTo>
                  <a:pt x="116686" y="163223"/>
                </a:lnTo>
                <a:lnTo>
                  <a:pt x="116694" y="161856"/>
                </a:lnTo>
                <a:lnTo>
                  <a:pt x="116701" y="160452"/>
                </a:lnTo>
                <a:lnTo>
                  <a:pt x="116707" y="159012"/>
                </a:lnTo>
                <a:lnTo>
                  <a:pt x="116711" y="157538"/>
                </a:lnTo>
                <a:lnTo>
                  <a:pt x="116715" y="156032"/>
                </a:lnTo>
                <a:lnTo>
                  <a:pt x="116717" y="154497"/>
                </a:lnTo>
                <a:lnTo>
                  <a:pt x="116718" y="152933"/>
                </a:lnTo>
                <a:lnTo>
                  <a:pt x="116703" y="151840"/>
                </a:lnTo>
                <a:lnTo>
                  <a:pt x="116658" y="150781"/>
                </a:lnTo>
                <a:lnTo>
                  <a:pt x="116585" y="149756"/>
                </a:lnTo>
                <a:lnTo>
                  <a:pt x="116484" y="148764"/>
                </a:lnTo>
                <a:lnTo>
                  <a:pt x="116357" y="147805"/>
                </a:lnTo>
                <a:lnTo>
                  <a:pt x="116205" y="146878"/>
                </a:lnTo>
                <a:lnTo>
                  <a:pt x="116029" y="145984"/>
                </a:lnTo>
                <a:lnTo>
                  <a:pt x="115829" y="145123"/>
                </a:lnTo>
                <a:lnTo>
                  <a:pt x="115608" y="144293"/>
                </a:lnTo>
                <a:lnTo>
                  <a:pt x="115365" y="143494"/>
                </a:lnTo>
                <a:lnTo>
                  <a:pt x="115103" y="142728"/>
                </a:lnTo>
                <a:lnTo>
                  <a:pt x="114822" y="141992"/>
                </a:lnTo>
                <a:lnTo>
                  <a:pt x="114523" y="141287"/>
                </a:lnTo>
                <a:lnTo>
                  <a:pt x="114207" y="140613"/>
                </a:lnTo>
                <a:lnTo>
                  <a:pt x="113876" y="139969"/>
                </a:lnTo>
                <a:lnTo>
                  <a:pt x="113530" y="139355"/>
                </a:lnTo>
                <a:lnTo>
                  <a:pt x="113171" y="138770"/>
                </a:lnTo>
                <a:lnTo>
                  <a:pt x="112799" y="138216"/>
                </a:lnTo>
                <a:lnTo>
                  <a:pt x="112416" y="137690"/>
                </a:lnTo>
                <a:lnTo>
                  <a:pt x="112023" y="137193"/>
                </a:lnTo>
                <a:lnTo>
                  <a:pt x="111621" y="136725"/>
                </a:lnTo>
                <a:lnTo>
                  <a:pt x="111211" y="136286"/>
                </a:lnTo>
                <a:lnTo>
                  <a:pt x="110794" y="135874"/>
                </a:lnTo>
                <a:lnTo>
                  <a:pt x="110370" y="135491"/>
                </a:lnTo>
                <a:lnTo>
                  <a:pt x="112986" y="135168"/>
                </a:lnTo>
                <a:lnTo>
                  <a:pt x="115601" y="134776"/>
                </a:lnTo>
                <a:lnTo>
                  <a:pt x="118206" y="134307"/>
                </a:lnTo>
                <a:lnTo>
                  <a:pt x="120792" y="133750"/>
                </a:lnTo>
                <a:lnTo>
                  <a:pt x="123347" y="133096"/>
                </a:lnTo>
                <a:lnTo>
                  <a:pt x="125863" y="132334"/>
                </a:lnTo>
                <a:lnTo>
                  <a:pt x="128329" y="131454"/>
                </a:lnTo>
                <a:lnTo>
                  <a:pt x="130736" y="130448"/>
                </a:lnTo>
                <a:lnTo>
                  <a:pt x="133073" y="129305"/>
                </a:lnTo>
                <a:lnTo>
                  <a:pt x="135331" y="128016"/>
                </a:lnTo>
                <a:lnTo>
                  <a:pt x="137500" y="126570"/>
                </a:lnTo>
                <a:lnTo>
                  <a:pt x="139570" y="124958"/>
                </a:lnTo>
                <a:lnTo>
                  <a:pt x="141531" y="123169"/>
                </a:lnTo>
                <a:lnTo>
                  <a:pt x="143373" y="121195"/>
                </a:lnTo>
                <a:lnTo>
                  <a:pt x="145087" y="119026"/>
                </a:lnTo>
                <a:lnTo>
                  <a:pt x="146662" y="116651"/>
                </a:lnTo>
                <a:lnTo>
                  <a:pt x="148089" y="114060"/>
                </a:lnTo>
                <a:lnTo>
                  <a:pt x="149358" y="111245"/>
                </a:lnTo>
                <a:lnTo>
                  <a:pt x="150459" y="108195"/>
                </a:lnTo>
                <a:lnTo>
                  <a:pt x="151382" y="104900"/>
                </a:lnTo>
                <a:lnTo>
                  <a:pt x="152116" y="101351"/>
                </a:lnTo>
                <a:lnTo>
                  <a:pt x="152653" y="97537"/>
                </a:lnTo>
                <a:lnTo>
                  <a:pt x="152983" y="93449"/>
                </a:lnTo>
                <a:lnTo>
                  <a:pt x="153095" y="89078"/>
                </a:lnTo>
                <a:lnTo>
                  <a:pt x="153077" y="87803"/>
                </a:lnTo>
                <a:lnTo>
                  <a:pt x="153021" y="86547"/>
                </a:lnTo>
                <a:lnTo>
                  <a:pt x="152930" y="85311"/>
                </a:lnTo>
                <a:lnTo>
                  <a:pt x="152803" y="84094"/>
                </a:lnTo>
                <a:lnTo>
                  <a:pt x="152641" y="82897"/>
                </a:lnTo>
                <a:lnTo>
                  <a:pt x="152444" y="81719"/>
                </a:lnTo>
                <a:lnTo>
                  <a:pt x="152213" y="80561"/>
                </a:lnTo>
                <a:lnTo>
                  <a:pt x="151948" y="79422"/>
                </a:lnTo>
                <a:lnTo>
                  <a:pt x="151650" y="78302"/>
                </a:lnTo>
                <a:lnTo>
                  <a:pt x="151319" y="77202"/>
                </a:lnTo>
                <a:lnTo>
                  <a:pt x="150956" y="76122"/>
                </a:lnTo>
                <a:lnTo>
                  <a:pt x="150560" y="75061"/>
                </a:lnTo>
                <a:lnTo>
                  <a:pt x="150133" y="74019"/>
                </a:lnTo>
                <a:lnTo>
                  <a:pt x="149676" y="72997"/>
                </a:lnTo>
                <a:lnTo>
                  <a:pt x="149187" y="71995"/>
                </a:lnTo>
                <a:lnTo>
                  <a:pt x="148669" y="71012"/>
                </a:lnTo>
                <a:lnTo>
                  <a:pt x="148121" y="70048"/>
                </a:lnTo>
                <a:lnTo>
                  <a:pt x="147544" y="69104"/>
                </a:lnTo>
                <a:lnTo>
                  <a:pt x="146938" y="68180"/>
                </a:lnTo>
                <a:lnTo>
                  <a:pt x="146305" y="67275"/>
                </a:lnTo>
                <a:lnTo>
                  <a:pt x="145643" y="66389"/>
                </a:lnTo>
                <a:lnTo>
                  <a:pt x="144954" y="65523"/>
                </a:lnTo>
                <a:lnTo>
                  <a:pt x="144239" y="64676"/>
                </a:lnTo>
                <a:lnTo>
                  <a:pt x="143497" y="63849"/>
                </a:lnTo>
                <a:lnTo>
                  <a:pt x="143624" y="63519"/>
                </a:lnTo>
                <a:lnTo>
                  <a:pt x="143771" y="63115"/>
                </a:lnTo>
                <a:lnTo>
                  <a:pt x="143933" y="62638"/>
                </a:lnTo>
                <a:lnTo>
                  <a:pt x="144105" y="62090"/>
                </a:lnTo>
                <a:lnTo>
                  <a:pt x="144283" y="61472"/>
                </a:lnTo>
                <a:lnTo>
                  <a:pt x="144462" y="60788"/>
                </a:lnTo>
                <a:lnTo>
                  <a:pt x="144637" y="60037"/>
                </a:lnTo>
                <a:lnTo>
                  <a:pt x="144804" y="59223"/>
                </a:lnTo>
                <a:lnTo>
                  <a:pt x="144959" y="58346"/>
                </a:lnTo>
                <a:lnTo>
                  <a:pt x="145095" y="57409"/>
                </a:lnTo>
                <a:lnTo>
                  <a:pt x="145210" y="56413"/>
                </a:lnTo>
                <a:lnTo>
                  <a:pt x="145297" y="55361"/>
                </a:lnTo>
                <a:lnTo>
                  <a:pt x="145353" y="54253"/>
                </a:lnTo>
                <a:lnTo>
                  <a:pt x="145373" y="53091"/>
                </a:lnTo>
                <a:lnTo>
                  <a:pt x="145353" y="51879"/>
                </a:lnTo>
                <a:lnTo>
                  <a:pt x="145287" y="50616"/>
                </a:lnTo>
                <a:lnTo>
                  <a:pt x="145171" y="49305"/>
                </a:lnTo>
                <a:lnTo>
                  <a:pt x="145000" y="47947"/>
                </a:lnTo>
                <a:lnTo>
                  <a:pt x="144770" y="46546"/>
                </a:lnTo>
                <a:lnTo>
                  <a:pt x="144476" y="45101"/>
                </a:lnTo>
                <a:lnTo>
                  <a:pt x="144114" y="43615"/>
                </a:lnTo>
                <a:lnTo>
                  <a:pt x="143678" y="42090"/>
                </a:lnTo>
                <a:lnTo>
                  <a:pt x="143165" y="40527"/>
                </a:lnTo>
                <a:lnTo>
                  <a:pt x="142569" y="38929"/>
                </a:lnTo>
                <a:lnTo>
                  <a:pt x="142527" y="38917"/>
                </a:lnTo>
                <a:lnTo>
                  <a:pt x="142403" y="38887"/>
                </a:lnTo>
                <a:lnTo>
                  <a:pt x="142195" y="38845"/>
                </a:lnTo>
                <a:lnTo>
                  <a:pt x="141902" y="38800"/>
                </a:lnTo>
                <a:lnTo>
                  <a:pt x="141523" y="38759"/>
                </a:lnTo>
                <a:lnTo>
                  <a:pt x="141057" y="38729"/>
                </a:lnTo>
                <a:lnTo>
                  <a:pt x="140504" y="38718"/>
                </a:lnTo>
                <a:lnTo>
                  <a:pt x="139863" y="38733"/>
                </a:lnTo>
                <a:lnTo>
                  <a:pt x="139132" y="38781"/>
                </a:lnTo>
                <a:lnTo>
                  <a:pt x="138311" y="38870"/>
                </a:lnTo>
                <a:lnTo>
                  <a:pt x="137400" y="39008"/>
                </a:lnTo>
                <a:lnTo>
                  <a:pt x="136396" y="39201"/>
                </a:lnTo>
                <a:lnTo>
                  <a:pt x="135300" y="39458"/>
                </a:lnTo>
                <a:lnTo>
                  <a:pt x="134110" y="39786"/>
                </a:lnTo>
                <a:lnTo>
                  <a:pt x="132826" y="40191"/>
                </a:lnTo>
                <a:lnTo>
                  <a:pt x="131446" y="40683"/>
                </a:lnTo>
                <a:lnTo>
                  <a:pt x="129970" y="41267"/>
                </a:lnTo>
                <a:lnTo>
                  <a:pt x="128398" y="41952"/>
                </a:lnTo>
                <a:lnTo>
                  <a:pt x="126727" y="42744"/>
                </a:lnTo>
                <a:lnTo>
                  <a:pt x="124957" y="43652"/>
                </a:lnTo>
                <a:lnTo>
                  <a:pt x="123088" y="44683"/>
                </a:lnTo>
                <a:lnTo>
                  <a:pt x="121118" y="45843"/>
                </a:lnTo>
                <a:lnTo>
                  <a:pt x="119046" y="47142"/>
                </a:lnTo>
                <a:lnTo>
                  <a:pt x="116872" y="48585"/>
                </a:lnTo>
                <a:lnTo>
                  <a:pt x="115940" y="48337"/>
                </a:lnTo>
                <a:lnTo>
                  <a:pt x="115002" y="48099"/>
                </a:lnTo>
                <a:lnTo>
                  <a:pt x="114058" y="47870"/>
                </a:lnTo>
                <a:lnTo>
                  <a:pt x="113109" y="47652"/>
                </a:lnTo>
                <a:lnTo>
                  <a:pt x="112154" y="47443"/>
                </a:lnTo>
                <a:lnTo>
                  <a:pt x="111195" y="47245"/>
                </a:lnTo>
                <a:lnTo>
                  <a:pt x="110231" y="47056"/>
                </a:lnTo>
                <a:lnTo>
                  <a:pt x="109264" y="46878"/>
                </a:lnTo>
                <a:lnTo>
                  <a:pt x="108292" y="46710"/>
                </a:lnTo>
                <a:lnTo>
                  <a:pt x="107317" y="46552"/>
                </a:lnTo>
                <a:lnTo>
                  <a:pt x="106339" y="46405"/>
                </a:lnTo>
                <a:lnTo>
                  <a:pt x="105359" y="46269"/>
                </a:lnTo>
                <a:lnTo>
                  <a:pt x="104376" y="46142"/>
                </a:lnTo>
                <a:lnTo>
                  <a:pt x="103390" y="46027"/>
                </a:lnTo>
                <a:lnTo>
                  <a:pt x="102403" y="45922"/>
                </a:lnTo>
                <a:lnTo>
                  <a:pt x="101415" y="45828"/>
                </a:lnTo>
                <a:lnTo>
                  <a:pt x="100426" y="45744"/>
                </a:lnTo>
                <a:lnTo>
                  <a:pt x="99436" y="45672"/>
                </a:lnTo>
                <a:lnTo>
                  <a:pt x="98445" y="45611"/>
                </a:lnTo>
                <a:lnTo>
                  <a:pt x="97455" y="45560"/>
                </a:lnTo>
                <a:lnTo>
                  <a:pt x="96464" y="45521"/>
                </a:lnTo>
                <a:lnTo>
                  <a:pt x="95474" y="45493"/>
                </a:lnTo>
                <a:lnTo>
                  <a:pt x="94486" y="45476"/>
                </a:lnTo>
                <a:lnTo>
                  <a:pt x="93498" y="45470"/>
                </a:lnTo>
                <a:lnTo>
                  <a:pt x="92511" y="45476"/>
                </a:lnTo>
                <a:lnTo>
                  <a:pt x="91525" y="45494"/>
                </a:lnTo>
                <a:lnTo>
                  <a:pt x="90540" y="45522"/>
                </a:lnTo>
                <a:lnTo>
                  <a:pt x="89555" y="45560"/>
                </a:lnTo>
                <a:lnTo>
                  <a:pt x="88570" y="45610"/>
                </a:lnTo>
                <a:lnTo>
                  <a:pt x="87587" y="45670"/>
                </a:lnTo>
                <a:lnTo>
                  <a:pt x="86604" y="45742"/>
                </a:lnTo>
                <a:lnTo>
                  <a:pt x="85623" y="45824"/>
                </a:lnTo>
                <a:lnTo>
                  <a:pt x="84642" y="45916"/>
                </a:lnTo>
                <a:lnTo>
                  <a:pt x="83663" y="46020"/>
                </a:lnTo>
                <a:lnTo>
                  <a:pt x="82685" y="46134"/>
                </a:lnTo>
                <a:lnTo>
                  <a:pt x="81708" y="46258"/>
                </a:lnTo>
                <a:lnTo>
                  <a:pt x="80732" y="46394"/>
                </a:lnTo>
                <a:lnTo>
                  <a:pt x="79759" y="46540"/>
                </a:lnTo>
                <a:lnTo>
                  <a:pt x="78786" y="46697"/>
                </a:lnTo>
                <a:lnTo>
                  <a:pt x="77816" y="46864"/>
                </a:lnTo>
                <a:lnTo>
                  <a:pt x="76847" y="47042"/>
                </a:lnTo>
                <a:lnTo>
                  <a:pt x="75880" y="47231"/>
                </a:lnTo>
                <a:lnTo>
                  <a:pt x="74915" y="47430"/>
                </a:lnTo>
                <a:lnTo>
                  <a:pt x="73952" y="47640"/>
                </a:lnTo>
                <a:lnTo>
                  <a:pt x="72991" y="47861"/>
                </a:lnTo>
                <a:lnTo>
                  <a:pt x="72032" y="48092"/>
                </a:lnTo>
                <a:lnTo>
                  <a:pt x="71076" y="48333"/>
                </a:lnTo>
                <a:lnTo>
                  <a:pt x="70122" y="48585"/>
                </a:lnTo>
                <a:lnTo>
                  <a:pt x="67949" y="47142"/>
                </a:lnTo>
                <a:lnTo>
                  <a:pt x="65877" y="45843"/>
                </a:lnTo>
                <a:lnTo>
                  <a:pt x="63907" y="44683"/>
                </a:lnTo>
                <a:lnTo>
                  <a:pt x="62038" y="43652"/>
                </a:lnTo>
                <a:lnTo>
                  <a:pt x="60269" y="42744"/>
                </a:lnTo>
                <a:lnTo>
                  <a:pt x="58598" y="41952"/>
                </a:lnTo>
                <a:lnTo>
                  <a:pt x="57025" y="41267"/>
                </a:lnTo>
                <a:lnTo>
                  <a:pt x="55549" y="40683"/>
                </a:lnTo>
                <a:lnTo>
                  <a:pt x="54170" y="40191"/>
                </a:lnTo>
                <a:lnTo>
                  <a:pt x="52885" y="39786"/>
                </a:lnTo>
                <a:lnTo>
                  <a:pt x="51696" y="39458"/>
                </a:lnTo>
                <a:lnTo>
                  <a:pt x="50600" y="39201"/>
                </a:lnTo>
                <a:lnTo>
                  <a:pt x="49596" y="39008"/>
                </a:lnTo>
                <a:lnTo>
                  <a:pt x="48684" y="38870"/>
                </a:lnTo>
                <a:lnTo>
                  <a:pt x="47864" y="38781"/>
                </a:lnTo>
                <a:lnTo>
                  <a:pt x="47133" y="38733"/>
                </a:lnTo>
                <a:lnTo>
                  <a:pt x="46492" y="38718"/>
                </a:lnTo>
                <a:lnTo>
                  <a:pt x="45939" y="38729"/>
                </a:lnTo>
                <a:lnTo>
                  <a:pt x="45473" y="38759"/>
                </a:lnTo>
                <a:lnTo>
                  <a:pt x="45094" y="38800"/>
                </a:lnTo>
                <a:lnTo>
                  <a:pt x="44801" y="38845"/>
                </a:lnTo>
                <a:lnTo>
                  <a:pt x="44593" y="38886"/>
                </a:lnTo>
                <a:lnTo>
                  <a:pt x="44469" y="38917"/>
                </a:lnTo>
                <a:lnTo>
                  <a:pt x="44427" y="38928"/>
                </a:lnTo>
                <a:lnTo>
                  <a:pt x="43831" y="40527"/>
                </a:lnTo>
                <a:lnTo>
                  <a:pt x="43318" y="42090"/>
                </a:lnTo>
                <a:lnTo>
                  <a:pt x="42882" y="43615"/>
                </a:lnTo>
                <a:lnTo>
                  <a:pt x="42520" y="45101"/>
                </a:lnTo>
                <a:lnTo>
                  <a:pt x="42226" y="46545"/>
                </a:lnTo>
                <a:lnTo>
                  <a:pt x="41996" y="47947"/>
                </a:lnTo>
                <a:lnTo>
                  <a:pt x="41825" y="49305"/>
                </a:lnTo>
                <a:lnTo>
                  <a:pt x="41709" y="50616"/>
                </a:lnTo>
                <a:lnTo>
                  <a:pt x="41643" y="51878"/>
                </a:lnTo>
                <a:lnTo>
                  <a:pt x="41622" y="53091"/>
                </a:lnTo>
                <a:lnTo>
                  <a:pt x="41642" y="54253"/>
                </a:lnTo>
                <a:lnTo>
                  <a:pt x="41698" y="55361"/>
                </a:lnTo>
                <a:lnTo>
                  <a:pt x="41786" y="56413"/>
                </a:lnTo>
                <a:lnTo>
                  <a:pt x="41900" y="57409"/>
                </a:lnTo>
                <a:lnTo>
                  <a:pt x="42036" y="58346"/>
                </a:lnTo>
                <a:lnTo>
                  <a:pt x="42190" y="59223"/>
                </a:lnTo>
                <a:lnTo>
                  <a:pt x="42357" y="60037"/>
                </a:lnTo>
                <a:lnTo>
                  <a:pt x="42533" y="60788"/>
                </a:lnTo>
                <a:lnTo>
                  <a:pt x="42711" y="61472"/>
                </a:lnTo>
                <a:lnTo>
                  <a:pt x="42889" y="62090"/>
                </a:lnTo>
                <a:lnTo>
                  <a:pt x="43061" y="62638"/>
                </a:lnTo>
                <a:lnTo>
                  <a:pt x="43223" y="63115"/>
                </a:lnTo>
                <a:lnTo>
                  <a:pt x="43370" y="63519"/>
                </a:lnTo>
                <a:lnTo>
                  <a:pt x="43498" y="63849"/>
                </a:lnTo>
                <a:lnTo>
                  <a:pt x="42773" y="64676"/>
                </a:lnTo>
                <a:lnTo>
                  <a:pt x="42073" y="65523"/>
                </a:lnTo>
                <a:lnTo>
                  <a:pt x="41396" y="66389"/>
                </a:lnTo>
                <a:lnTo>
                  <a:pt x="40744" y="67274"/>
                </a:lnTo>
                <a:lnTo>
                  <a:pt x="40117" y="68180"/>
                </a:lnTo>
                <a:lnTo>
                  <a:pt x="39516" y="69104"/>
                </a:lnTo>
                <a:lnTo>
                  <a:pt x="38942" y="70048"/>
                </a:lnTo>
                <a:lnTo>
                  <a:pt x="38395" y="71012"/>
                </a:lnTo>
                <a:lnTo>
                  <a:pt x="37876" y="71995"/>
                </a:lnTo>
                <a:lnTo>
                  <a:pt x="37385" y="72997"/>
                </a:lnTo>
                <a:lnTo>
                  <a:pt x="36924" y="74019"/>
                </a:lnTo>
                <a:lnTo>
                  <a:pt x="36493" y="75061"/>
                </a:lnTo>
                <a:lnTo>
                  <a:pt x="36093" y="76122"/>
                </a:lnTo>
                <a:lnTo>
                  <a:pt x="35723" y="77202"/>
                </a:lnTo>
                <a:lnTo>
                  <a:pt x="35386" y="78302"/>
                </a:lnTo>
                <a:lnTo>
                  <a:pt x="35082" y="79422"/>
                </a:lnTo>
                <a:lnTo>
                  <a:pt x="34811" y="80560"/>
                </a:lnTo>
                <a:lnTo>
                  <a:pt x="34573" y="81719"/>
                </a:lnTo>
                <a:lnTo>
                  <a:pt x="34371" y="82897"/>
                </a:lnTo>
                <a:lnTo>
                  <a:pt x="34204" y="84094"/>
                </a:lnTo>
                <a:lnTo>
                  <a:pt x="34072" y="85311"/>
                </a:lnTo>
                <a:lnTo>
                  <a:pt x="33978" y="86547"/>
                </a:lnTo>
                <a:lnTo>
                  <a:pt x="33920" y="87803"/>
                </a:lnTo>
                <a:lnTo>
                  <a:pt x="33901" y="89078"/>
                </a:lnTo>
                <a:lnTo>
                  <a:pt x="34013" y="93450"/>
                </a:lnTo>
                <a:lnTo>
                  <a:pt x="34343" y="97540"/>
                </a:lnTo>
                <a:lnTo>
                  <a:pt x="34880" y="101357"/>
                </a:lnTo>
                <a:lnTo>
                  <a:pt x="35614" y="104911"/>
                </a:lnTo>
                <a:lnTo>
                  <a:pt x="36536" y="108211"/>
                </a:lnTo>
                <a:lnTo>
                  <a:pt x="37636" y="111267"/>
                </a:lnTo>
                <a:lnTo>
                  <a:pt x="38903" y="114088"/>
                </a:lnTo>
                <a:lnTo>
                  <a:pt x="40328" y="116685"/>
                </a:lnTo>
                <a:lnTo>
                  <a:pt x="41901" y="119067"/>
                </a:lnTo>
                <a:lnTo>
                  <a:pt x="43612" y="121243"/>
                </a:lnTo>
                <a:lnTo>
                  <a:pt x="45451" y="123223"/>
                </a:lnTo>
                <a:lnTo>
                  <a:pt x="47407" y="125016"/>
                </a:lnTo>
                <a:lnTo>
                  <a:pt x="49472" y="126633"/>
                </a:lnTo>
                <a:lnTo>
                  <a:pt x="51635" y="128082"/>
                </a:lnTo>
                <a:lnTo>
                  <a:pt x="53886" y="129374"/>
                </a:lnTo>
                <a:lnTo>
                  <a:pt x="56215" y="130518"/>
                </a:lnTo>
                <a:lnTo>
                  <a:pt x="58613" y="131523"/>
                </a:lnTo>
                <a:lnTo>
                  <a:pt x="61068" y="132399"/>
                </a:lnTo>
                <a:lnTo>
                  <a:pt x="63573" y="133157"/>
                </a:lnTo>
                <a:lnTo>
                  <a:pt x="66115" y="133804"/>
                </a:lnTo>
                <a:lnTo>
                  <a:pt x="68686" y="134352"/>
                </a:lnTo>
                <a:lnTo>
                  <a:pt x="71276" y="134809"/>
                </a:lnTo>
                <a:lnTo>
                  <a:pt x="73874" y="135186"/>
                </a:lnTo>
                <a:lnTo>
                  <a:pt x="76471" y="135491"/>
                </a:lnTo>
                <a:lnTo>
                  <a:pt x="76143" y="135792"/>
                </a:lnTo>
                <a:lnTo>
                  <a:pt x="75818" y="136114"/>
                </a:lnTo>
                <a:lnTo>
                  <a:pt x="75495" y="136454"/>
                </a:lnTo>
                <a:lnTo>
                  <a:pt x="75176" y="136814"/>
                </a:lnTo>
                <a:lnTo>
                  <a:pt x="74861" y="137194"/>
                </a:lnTo>
                <a:lnTo>
                  <a:pt x="74551" y="137593"/>
                </a:lnTo>
                <a:lnTo>
                  <a:pt x="74246" y="138011"/>
                </a:lnTo>
                <a:lnTo>
                  <a:pt x="73948" y="138449"/>
                </a:lnTo>
                <a:lnTo>
                  <a:pt x="73657" y="138907"/>
                </a:lnTo>
                <a:lnTo>
                  <a:pt x="73374" y="139383"/>
                </a:lnTo>
                <a:lnTo>
                  <a:pt x="73099" y="139880"/>
                </a:lnTo>
                <a:lnTo>
                  <a:pt x="72833" y="140396"/>
                </a:lnTo>
                <a:lnTo>
                  <a:pt x="72577" y="140931"/>
                </a:lnTo>
                <a:lnTo>
                  <a:pt x="72331" y="141486"/>
                </a:lnTo>
                <a:lnTo>
                  <a:pt x="72096" y="142060"/>
                </a:lnTo>
                <a:lnTo>
                  <a:pt x="71872" y="142654"/>
                </a:lnTo>
                <a:lnTo>
                  <a:pt x="71661" y="143267"/>
                </a:lnTo>
                <a:lnTo>
                  <a:pt x="71464" y="143900"/>
                </a:lnTo>
                <a:lnTo>
                  <a:pt x="71279" y="144552"/>
                </a:lnTo>
                <a:lnTo>
                  <a:pt x="71110" y="145224"/>
                </a:lnTo>
                <a:lnTo>
                  <a:pt x="70955" y="145915"/>
                </a:lnTo>
                <a:lnTo>
                  <a:pt x="70816" y="146626"/>
                </a:lnTo>
                <a:lnTo>
                  <a:pt x="70693" y="147356"/>
                </a:lnTo>
                <a:lnTo>
                  <a:pt x="70588" y="148105"/>
                </a:lnTo>
                <a:lnTo>
                  <a:pt x="69870" y="148423"/>
                </a:lnTo>
                <a:lnTo>
                  <a:pt x="69073" y="148749"/>
                </a:lnTo>
                <a:lnTo>
                  <a:pt x="68205" y="149074"/>
                </a:lnTo>
                <a:lnTo>
                  <a:pt x="67269" y="149388"/>
                </a:lnTo>
                <a:lnTo>
                  <a:pt x="66273" y="149685"/>
                </a:lnTo>
                <a:lnTo>
                  <a:pt x="65221" y="149954"/>
                </a:lnTo>
                <a:lnTo>
                  <a:pt x="64119" y="150188"/>
                </a:lnTo>
                <a:lnTo>
                  <a:pt x="62974" y="150377"/>
                </a:lnTo>
                <a:lnTo>
                  <a:pt x="61791" y="150514"/>
                </a:lnTo>
                <a:lnTo>
                  <a:pt x="60575" y="150589"/>
                </a:lnTo>
                <a:lnTo>
                  <a:pt x="59332" y="150593"/>
                </a:lnTo>
                <a:lnTo>
                  <a:pt x="58069" y="150519"/>
                </a:lnTo>
                <a:lnTo>
                  <a:pt x="56790" y="150357"/>
                </a:lnTo>
                <a:lnTo>
                  <a:pt x="55501" y="150098"/>
                </a:lnTo>
                <a:lnTo>
                  <a:pt x="54209" y="149735"/>
                </a:lnTo>
                <a:lnTo>
                  <a:pt x="52918" y="149258"/>
                </a:lnTo>
                <a:lnTo>
                  <a:pt x="51635" y="148659"/>
                </a:lnTo>
                <a:lnTo>
                  <a:pt x="50365" y="147930"/>
                </a:lnTo>
                <a:lnTo>
                  <a:pt x="49114" y="147060"/>
                </a:lnTo>
                <a:lnTo>
                  <a:pt x="47888" y="146043"/>
                </a:lnTo>
                <a:lnTo>
                  <a:pt x="46692" y="144869"/>
                </a:lnTo>
                <a:lnTo>
                  <a:pt x="45533" y="143529"/>
                </a:lnTo>
                <a:lnTo>
                  <a:pt x="44415" y="142015"/>
                </a:lnTo>
                <a:lnTo>
                  <a:pt x="43345" y="140318"/>
                </a:lnTo>
                <a:lnTo>
                  <a:pt x="43319" y="140273"/>
                </a:lnTo>
                <a:lnTo>
                  <a:pt x="43242" y="140140"/>
                </a:lnTo>
                <a:lnTo>
                  <a:pt x="43113" y="139929"/>
                </a:lnTo>
                <a:lnTo>
                  <a:pt x="42934" y="139646"/>
                </a:lnTo>
                <a:lnTo>
                  <a:pt x="42704" y="139300"/>
                </a:lnTo>
                <a:lnTo>
                  <a:pt x="42423" y="138897"/>
                </a:lnTo>
                <a:lnTo>
                  <a:pt x="42092" y="138446"/>
                </a:lnTo>
                <a:lnTo>
                  <a:pt x="41710" y="137954"/>
                </a:lnTo>
                <a:lnTo>
                  <a:pt x="41279" y="137428"/>
                </a:lnTo>
                <a:lnTo>
                  <a:pt x="40798" y="136876"/>
                </a:lnTo>
                <a:lnTo>
                  <a:pt x="40267" y="136305"/>
                </a:lnTo>
                <a:lnTo>
                  <a:pt x="39687" y="135724"/>
                </a:lnTo>
                <a:lnTo>
                  <a:pt x="39057" y="135140"/>
                </a:lnTo>
                <a:lnTo>
                  <a:pt x="38379" y="134560"/>
                </a:lnTo>
                <a:lnTo>
                  <a:pt x="37652" y="133991"/>
                </a:lnTo>
                <a:lnTo>
                  <a:pt x="36876" y="133443"/>
                </a:lnTo>
                <a:lnTo>
                  <a:pt x="36052" y="132921"/>
                </a:lnTo>
                <a:lnTo>
                  <a:pt x="35180" y="132434"/>
                </a:lnTo>
                <a:lnTo>
                  <a:pt x="34260" y="131989"/>
                </a:lnTo>
                <a:lnTo>
                  <a:pt x="33292" y="131594"/>
                </a:lnTo>
                <a:lnTo>
                  <a:pt x="32276" y="131256"/>
                </a:lnTo>
                <a:lnTo>
                  <a:pt x="31213" y="130983"/>
                </a:lnTo>
                <a:lnTo>
                  <a:pt x="30103" y="130782"/>
                </a:lnTo>
                <a:lnTo>
                  <a:pt x="28946" y="130662"/>
                </a:lnTo>
                <a:lnTo>
                  <a:pt x="28900" y="130662"/>
                </a:lnTo>
                <a:lnTo>
                  <a:pt x="28771" y="130665"/>
                </a:lnTo>
                <a:lnTo>
                  <a:pt x="28570" y="130673"/>
                </a:lnTo>
                <a:lnTo>
                  <a:pt x="28309" y="130688"/>
                </a:lnTo>
                <a:lnTo>
                  <a:pt x="27999" y="130714"/>
                </a:lnTo>
                <a:lnTo>
                  <a:pt x="27652" y="130752"/>
                </a:lnTo>
                <a:lnTo>
                  <a:pt x="27280" y="130805"/>
                </a:lnTo>
                <a:lnTo>
                  <a:pt x="26894" y="130875"/>
                </a:lnTo>
                <a:lnTo>
                  <a:pt x="26506" y="130965"/>
                </a:lnTo>
                <a:lnTo>
                  <a:pt x="26127" y="131078"/>
                </a:lnTo>
                <a:lnTo>
                  <a:pt x="25769" y="131216"/>
                </a:lnTo>
                <a:lnTo>
                  <a:pt x="25444" y="131382"/>
                </a:lnTo>
                <a:lnTo>
                  <a:pt x="25164" y="131577"/>
                </a:lnTo>
                <a:lnTo>
                  <a:pt x="24939" y="131805"/>
                </a:lnTo>
                <a:lnTo>
                  <a:pt x="24782" y="132068"/>
                </a:lnTo>
                <a:lnTo>
                  <a:pt x="24704" y="132369"/>
                </a:lnTo>
                <a:lnTo>
                  <a:pt x="24717" y="132710"/>
                </a:lnTo>
                <a:lnTo>
                  <a:pt x="24832" y="133093"/>
                </a:lnTo>
                <a:lnTo>
                  <a:pt x="25062" y="133521"/>
                </a:lnTo>
                <a:lnTo>
                  <a:pt x="25417" y="133996"/>
                </a:lnTo>
                <a:lnTo>
                  <a:pt x="25910" y="134522"/>
                </a:lnTo>
                <a:lnTo>
                  <a:pt x="26551" y="135100"/>
                </a:lnTo>
                <a:lnTo>
                  <a:pt x="27353" y="135733"/>
                </a:lnTo>
                <a:lnTo>
                  <a:pt x="28327" y="136424"/>
                </a:lnTo>
                <a:lnTo>
                  <a:pt x="28359" y="136439"/>
                </a:lnTo>
                <a:lnTo>
                  <a:pt x="28452" y="136486"/>
                </a:lnTo>
                <a:lnTo>
                  <a:pt x="28602" y="136566"/>
                </a:lnTo>
                <a:lnTo>
                  <a:pt x="28805" y="136682"/>
                </a:lnTo>
                <a:lnTo>
                  <a:pt x="29059" y="136837"/>
                </a:lnTo>
                <a:lnTo>
                  <a:pt x="29360" y="137032"/>
                </a:lnTo>
                <a:lnTo>
                  <a:pt x="29704" y="137271"/>
                </a:lnTo>
                <a:lnTo>
                  <a:pt x="30088" y="137555"/>
                </a:lnTo>
                <a:lnTo>
                  <a:pt x="30507" y="137886"/>
                </a:lnTo>
                <a:lnTo>
                  <a:pt x="30959" y="138267"/>
                </a:lnTo>
                <a:lnTo>
                  <a:pt x="31440" y="138701"/>
                </a:lnTo>
                <a:lnTo>
                  <a:pt x="31946" y="139188"/>
                </a:lnTo>
                <a:lnTo>
                  <a:pt x="32474" y="139733"/>
                </a:lnTo>
                <a:lnTo>
                  <a:pt x="33020" y="140337"/>
                </a:lnTo>
                <a:lnTo>
                  <a:pt x="33581" y="141002"/>
                </a:lnTo>
                <a:lnTo>
                  <a:pt x="34153" y="141730"/>
                </a:lnTo>
                <a:lnTo>
                  <a:pt x="34733" y="142525"/>
                </a:lnTo>
                <a:lnTo>
                  <a:pt x="35316" y="143388"/>
                </a:lnTo>
                <a:lnTo>
                  <a:pt x="35900" y="144322"/>
                </a:lnTo>
                <a:lnTo>
                  <a:pt x="36481" y="145328"/>
                </a:lnTo>
                <a:lnTo>
                  <a:pt x="37054" y="146410"/>
                </a:lnTo>
                <a:lnTo>
                  <a:pt x="37618" y="147569"/>
                </a:lnTo>
                <a:lnTo>
                  <a:pt x="38168" y="148807"/>
                </a:lnTo>
                <a:lnTo>
                  <a:pt x="38700" y="150128"/>
                </a:lnTo>
                <a:lnTo>
                  <a:pt x="38730" y="150213"/>
                </a:lnTo>
                <a:lnTo>
                  <a:pt x="38822" y="150456"/>
                </a:lnTo>
                <a:lnTo>
                  <a:pt x="38984" y="150840"/>
                </a:lnTo>
                <a:lnTo>
                  <a:pt x="39222" y="151348"/>
                </a:lnTo>
                <a:lnTo>
                  <a:pt x="39543" y="151964"/>
                </a:lnTo>
                <a:lnTo>
                  <a:pt x="39953" y="152669"/>
                </a:lnTo>
                <a:lnTo>
                  <a:pt x="40459" y="153448"/>
                </a:lnTo>
                <a:lnTo>
                  <a:pt x="41068" y="154282"/>
                </a:lnTo>
                <a:lnTo>
                  <a:pt x="41786" y="155155"/>
                </a:lnTo>
                <a:lnTo>
                  <a:pt x="42619" y="156050"/>
                </a:lnTo>
                <a:lnTo>
                  <a:pt x="43575" y="156951"/>
                </a:lnTo>
                <a:lnTo>
                  <a:pt x="44660" y="157839"/>
                </a:lnTo>
                <a:lnTo>
                  <a:pt x="45880" y="158697"/>
                </a:lnTo>
                <a:lnTo>
                  <a:pt x="47242" y="159510"/>
                </a:lnTo>
                <a:lnTo>
                  <a:pt x="48753" y="160259"/>
                </a:lnTo>
                <a:lnTo>
                  <a:pt x="50419" y="160928"/>
                </a:lnTo>
                <a:lnTo>
                  <a:pt x="52247" y="161499"/>
                </a:lnTo>
                <a:lnTo>
                  <a:pt x="54243" y="161956"/>
                </a:lnTo>
                <a:lnTo>
                  <a:pt x="56414" y="162282"/>
                </a:lnTo>
                <a:lnTo>
                  <a:pt x="58767" y="162459"/>
                </a:lnTo>
                <a:lnTo>
                  <a:pt x="61308" y="162471"/>
                </a:lnTo>
                <a:lnTo>
                  <a:pt x="64044" y="162300"/>
                </a:lnTo>
                <a:lnTo>
                  <a:pt x="66981" y="161930"/>
                </a:lnTo>
                <a:lnTo>
                  <a:pt x="70126" y="161343"/>
                </a:lnTo>
                <a:lnTo>
                  <a:pt x="70126" y="162314"/>
                </a:lnTo>
                <a:lnTo>
                  <a:pt x="70129" y="163280"/>
                </a:lnTo>
                <a:lnTo>
                  <a:pt x="70132" y="164239"/>
                </a:lnTo>
                <a:lnTo>
                  <a:pt x="70137" y="165188"/>
                </a:lnTo>
                <a:lnTo>
                  <a:pt x="70143" y="166125"/>
                </a:lnTo>
                <a:lnTo>
                  <a:pt x="70149" y="167047"/>
                </a:lnTo>
                <a:lnTo>
                  <a:pt x="70157" y="167954"/>
                </a:lnTo>
                <a:lnTo>
                  <a:pt x="70165" y="168842"/>
                </a:lnTo>
                <a:lnTo>
                  <a:pt x="70174" y="169710"/>
                </a:lnTo>
                <a:lnTo>
                  <a:pt x="70183" y="170555"/>
                </a:lnTo>
                <a:lnTo>
                  <a:pt x="70193" y="171375"/>
                </a:lnTo>
                <a:lnTo>
                  <a:pt x="70202" y="172168"/>
                </a:lnTo>
                <a:lnTo>
                  <a:pt x="70212" y="172931"/>
                </a:lnTo>
                <a:lnTo>
                  <a:pt x="70221" y="173664"/>
                </a:lnTo>
                <a:lnTo>
                  <a:pt x="70230" y="174363"/>
                </a:lnTo>
                <a:lnTo>
                  <a:pt x="70239" y="175026"/>
                </a:lnTo>
                <a:lnTo>
                  <a:pt x="70247" y="175651"/>
                </a:lnTo>
                <a:lnTo>
                  <a:pt x="70255" y="176237"/>
                </a:lnTo>
                <a:lnTo>
                  <a:pt x="70262" y="176780"/>
                </a:lnTo>
                <a:lnTo>
                  <a:pt x="70267" y="177278"/>
                </a:lnTo>
                <a:lnTo>
                  <a:pt x="70272" y="177731"/>
                </a:lnTo>
                <a:lnTo>
                  <a:pt x="70276" y="178134"/>
                </a:lnTo>
                <a:lnTo>
                  <a:pt x="70278" y="178487"/>
                </a:lnTo>
                <a:lnTo>
                  <a:pt x="70279" y="178787"/>
                </a:lnTo>
                <a:lnTo>
                  <a:pt x="70270" y="179100"/>
                </a:lnTo>
                <a:lnTo>
                  <a:pt x="70243" y="179417"/>
                </a:lnTo>
                <a:lnTo>
                  <a:pt x="70197" y="179734"/>
                </a:lnTo>
                <a:lnTo>
                  <a:pt x="70131" y="180051"/>
                </a:lnTo>
                <a:lnTo>
                  <a:pt x="70046" y="180365"/>
                </a:lnTo>
                <a:lnTo>
                  <a:pt x="69940" y="180675"/>
                </a:lnTo>
                <a:lnTo>
                  <a:pt x="69814" y="180978"/>
                </a:lnTo>
                <a:lnTo>
                  <a:pt x="69665" y="181272"/>
                </a:lnTo>
                <a:lnTo>
                  <a:pt x="69495" y="181557"/>
                </a:lnTo>
                <a:lnTo>
                  <a:pt x="69303" y="181829"/>
                </a:lnTo>
                <a:lnTo>
                  <a:pt x="69087" y="182087"/>
                </a:lnTo>
                <a:lnTo>
                  <a:pt x="68847" y="182329"/>
                </a:lnTo>
                <a:lnTo>
                  <a:pt x="68583" y="182554"/>
                </a:lnTo>
                <a:lnTo>
                  <a:pt x="68295" y="182758"/>
                </a:lnTo>
                <a:lnTo>
                  <a:pt x="67981" y="182941"/>
                </a:lnTo>
                <a:lnTo>
                  <a:pt x="67642" y="183101"/>
                </a:lnTo>
                <a:lnTo>
                  <a:pt x="67276" y="183235"/>
                </a:lnTo>
                <a:lnTo>
                  <a:pt x="66883" y="183341"/>
                </a:lnTo>
                <a:lnTo>
                  <a:pt x="66463" y="183419"/>
                </a:lnTo>
                <a:lnTo>
                  <a:pt x="66014" y="183465"/>
                </a:lnTo>
                <a:lnTo>
                  <a:pt x="65538" y="183479"/>
                </a:lnTo>
                <a:lnTo>
                  <a:pt x="65032" y="183457"/>
                </a:lnTo>
                <a:lnTo>
                  <a:pt x="64497" y="183399"/>
                </a:lnTo>
                <a:lnTo>
                  <a:pt x="63931" y="183301"/>
                </a:lnTo>
                <a:lnTo>
                  <a:pt x="59343" y="181627"/>
                </a:lnTo>
                <a:lnTo>
                  <a:pt x="54869" y="179723"/>
                </a:lnTo>
                <a:lnTo>
                  <a:pt x="50518" y="177596"/>
                </a:lnTo>
                <a:lnTo>
                  <a:pt x="46296" y="175253"/>
                </a:lnTo>
                <a:lnTo>
                  <a:pt x="42211" y="172702"/>
                </a:lnTo>
                <a:lnTo>
                  <a:pt x="38269" y="169950"/>
                </a:lnTo>
                <a:lnTo>
                  <a:pt x="34478" y="167003"/>
                </a:lnTo>
                <a:lnTo>
                  <a:pt x="30845" y="163869"/>
                </a:lnTo>
                <a:lnTo>
                  <a:pt x="27377" y="160555"/>
                </a:lnTo>
                <a:lnTo>
                  <a:pt x="24081" y="157068"/>
                </a:lnTo>
                <a:lnTo>
                  <a:pt x="20964" y="153416"/>
                </a:lnTo>
                <a:lnTo>
                  <a:pt x="18034" y="149604"/>
                </a:lnTo>
                <a:lnTo>
                  <a:pt x="15297" y="145641"/>
                </a:lnTo>
                <a:lnTo>
                  <a:pt x="12761" y="141533"/>
                </a:lnTo>
                <a:lnTo>
                  <a:pt x="10433" y="137287"/>
                </a:lnTo>
                <a:lnTo>
                  <a:pt x="8319" y="132912"/>
                </a:lnTo>
                <a:lnTo>
                  <a:pt x="6427" y="128412"/>
                </a:lnTo>
                <a:lnTo>
                  <a:pt x="4765" y="123797"/>
                </a:lnTo>
                <a:lnTo>
                  <a:pt x="3339" y="119073"/>
                </a:lnTo>
                <a:lnTo>
                  <a:pt x="2156" y="114247"/>
                </a:lnTo>
                <a:lnTo>
                  <a:pt x="1223" y="109325"/>
                </a:lnTo>
                <a:lnTo>
                  <a:pt x="548" y="104316"/>
                </a:lnTo>
                <a:lnTo>
                  <a:pt x="138" y="99227"/>
                </a:lnTo>
                <a:lnTo>
                  <a:pt x="0" y="94063"/>
                </a:lnTo>
                <a:lnTo>
                  <a:pt x="215" y="87615"/>
                </a:lnTo>
                <a:lnTo>
                  <a:pt x="852" y="81284"/>
                </a:lnTo>
                <a:lnTo>
                  <a:pt x="1897" y="75086"/>
                </a:lnTo>
                <a:lnTo>
                  <a:pt x="3335" y="69033"/>
                </a:lnTo>
                <a:lnTo>
                  <a:pt x="5154" y="63139"/>
                </a:lnTo>
                <a:lnTo>
                  <a:pt x="7338" y="57420"/>
                </a:lnTo>
                <a:lnTo>
                  <a:pt x="9875" y="51887"/>
                </a:lnTo>
                <a:lnTo>
                  <a:pt x="12751" y="46556"/>
                </a:lnTo>
                <a:lnTo>
                  <a:pt x="15951" y="41440"/>
                </a:lnTo>
                <a:lnTo>
                  <a:pt x="19462" y="36554"/>
                </a:lnTo>
                <a:lnTo>
                  <a:pt x="23270" y="31910"/>
                </a:lnTo>
                <a:lnTo>
                  <a:pt x="27361" y="27524"/>
                </a:lnTo>
                <a:lnTo>
                  <a:pt x="31721" y="23408"/>
                </a:lnTo>
                <a:lnTo>
                  <a:pt x="36337" y="19578"/>
                </a:lnTo>
                <a:lnTo>
                  <a:pt x="41194" y="16046"/>
                </a:lnTo>
                <a:lnTo>
                  <a:pt x="46279" y="12827"/>
                </a:lnTo>
                <a:lnTo>
                  <a:pt x="51578" y="9934"/>
                </a:lnTo>
                <a:lnTo>
                  <a:pt x="57077" y="7382"/>
                </a:lnTo>
                <a:lnTo>
                  <a:pt x="62762" y="5184"/>
                </a:lnTo>
                <a:lnTo>
                  <a:pt x="68620" y="3355"/>
                </a:lnTo>
                <a:lnTo>
                  <a:pt x="74636" y="1908"/>
                </a:lnTo>
                <a:lnTo>
                  <a:pt x="80797" y="85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0DDCB-0DAF-46D6-B929-EAF2491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55" y="4398765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747"/>
                </a:moveTo>
                <a:cubicBezTo>
                  <a:pt x="0" y="17792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06" y="548212"/>
                  <a:pt x="1475350" y="548212"/>
                </a:cubicBezTo>
                <a:lnTo>
                  <a:pt x="39823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B364B-85BD-40B1-BDF5-71B91239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855" y="4398765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747"/>
                </a:moveTo>
                <a:cubicBezTo>
                  <a:pt x="0" y="17792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06" y="548212"/>
                  <a:pt x="1475350" y="548212"/>
                </a:cubicBezTo>
                <a:lnTo>
                  <a:pt x="39823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181" name="Text IssueReport+">
            <a:extLst xmlns:a="http://schemas.openxmlformats.org/drawingml/2006/main">
              <a:ext uri="{FF2B5EF4-FFF2-40B4-BE49-F238E27FC236}">
                <a16:creationId xmlns:a16="http://schemas.microsoft.com/office/drawing/2014/main" id="{5ECEF767-BD38-484C-BCFC-9728BAFE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462" y="4627978"/>
            <a:ext cx="927592" cy="124433"/>
          </a:xfrm>
          <a:custGeom xmlns:a="http://schemas.openxmlformats.org/drawingml/2006/main">
            <a:pathLst>
              <a:path w="927592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4" y="77454"/>
                </a:moveTo>
                <a:lnTo>
                  <a:pt x="50528" y="74527"/>
                </a:lnTo>
                <a:cubicBezTo>
                  <a:pt x="51327" y="78142"/>
                  <a:pt x="52946" y="80887"/>
                  <a:pt x="55386" y="82761"/>
                </a:cubicBezTo>
                <a:cubicBezTo>
                  <a:pt x="57826" y="84635"/>
                  <a:pt x="61242" y="85572"/>
                  <a:pt x="65633" y="85572"/>
                </a:cubicBezTo>
                <a:cubicBezTo>
                  <a:pt x="70469" y="85572"/>
                  <a:pt x="74106" y="84687"/>
                  <a:pt x="76546" y="82915"/>
                </a:cubicBezTo>
                <a:cubicBezTo>
                  <a:pt x="78188" y="81674"/>
                  <a:pt x="79008" y="80013"/>
                  <a:pt x="79008" y="77931"/>
                </a:cubicBezTo>
                <a:cubicBezTo>
                  <a:pt x="79008" y="76512"/>
                  <a:pt x="78565" y="75338"/>
                  <a:pt x="77677" y="74408"/>
                </a:cubicBezTo>
                <a:cubicBezTo>
                  <a:pt x="76746" y="73522"/>
                  <a:pt x="74661" y="72703"/>
                  <a:pt x="71423" y="71950"/>
                </a:cubicBezTo>
                <a:cubicBezTo>
                  <a:pt x="56340" y="68629"/>
                  <a:pt x="46780" y="65594"/>
                  <a:pt x="42743" y="62846"/>
                </a:cubicBezTo>
                <a:cubicBezTo>
                  <a:pt x="37154" y="59034"/>
                  <a:pt x="34359" y="53738"/>
                  <a:pt x="34359" y="46958"/>
                </a:cubicBezTo>
                <a:cubicBezTo>
                  <a:pt x="34359" y="40841"/>
                  <a:pt x="36777" y="35700"/>
                  <a:pt x="41612" y="31534"/>
                </a:cubicBezTo>
                <a:cubicBezTo>
                  <a:pt x="46447" y="27369"/>
                  <a:pt x="53944" y="25286"/>
                  <a:pt x="64103" y="25286"/>
                </a:cubicBezTo>
                <a:cubicBezTo>
                  <a:pt x="73774" y="25286"/>
                  <a:pt x="80960" y="26855"/>
                  <a:pt x="85662" y="29994"/>
                </a:cubicBezTo>
                <a:cubicBezTo>
                  <a:pt x="90365" y="33132"/>
                  <a:pt x="93603" y="37773"/>
                  <a:pt x="95377" y="43917"/>
                </a:cubicBezTo>
                <a:lnTo>
                  <a:pt x="77744" y="47244"/>
                </a:lnTo>
                <a:cubicBezTo>
                  <a:pt x="76990" y="44494"/>
                  <a:pt x="75559" y="42387"/>
                  <a:pt x="73452" y="40923"/>
                </a:cubicBezTo>
                <a:cubicBezTo>
                  <a:pt x="71345" y="39459"/>
                  <a:pt x="68339" y="38727"/>
                  <a:pt x="64436" y="38727"/>
                </a:cubicBezTo>
                <a:cubicBezTo>
                  <a:pt x="59512" y="38727"/>
                  <a:pt x="55985" y="39414"/>
                  <a:pt x="53856" y="40788"/>
                </a:cubicBezTo>
                <a:cubicBezTo>
                  <a:pt x="52436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7" y="53212"/>
                </a:cubicBezTo>
                <a:cubicBezTo>
                  <a:pt x="81016" y="55472"/>
                  <a:pt x="87969" y="58244"/>
                  <a:pt x="91917" y="61528"/>
                </a:cubicBezTo>
                <a:cubicBezTo>
                  <a:pt x="95821" y="64858"/>
                  <a:pt x="97773" y="69496"/>
                  <a:pt x="97773" y="75444"/>
                </a:cubicBezTo>
                <a:cubicBezTo>
                  <a:pt x="97773" y="81924"/>
                  <a:pt x="95067" y="87495"/>
                  <a:pt x="89655" y="92156"/>
                </a:cubicBezTo>
                <a:cubicBezTo>
                  <a:pt x="84243" y="96817"/>
                  <a:pt x="76236" y="99147"/>
                  <a:pt x="65633" y="99147"/>
                </a:cubicBezTo>
                <a:cubicBezTo>
                  <a:pt x="56007" y="99147"/>
                  <a:pt x="48388" y="97201"/>
                  <a:pt x="42776" y="93310"/>
                </a:cubicBezTo>
                <a:cubicBezTo>
                  <a:pt x="37165" y="89417"/>
                  <a:pt x="33494" y="84132"/>
                  <a:pt x="31764" y="77454"/>
                </a:cubicBezTo>
                <a:close/>
                <a:moveTo>
                  <a:pt x="107534" y="77454"/>
                </a:moveTo>
                <a:lnTo>
                  <a:pt x="126299" y="74527"/>
                </a:lnTo>
                <a:cubicBezTo>
                  <a:pt x="127098" y="78142"/>
                  <a:pt x="128717" y="80887"/>
                  <a:pt x="131157" y="82761"/>
                </a:cubicBezTo>
                <a:cubicBezTo>
                  <a:pt x="133596" y="84635"/>
                  <a:pt x="137012" y="85572"/>
                  <a:pt x="141404" y="85572"/>
                </a:cubicBezTo>
                <a:cubicBezTo>
                  <a:pt x="146239" y="85572"/>
                  <a:pt x="149877" y="84687"/>
                  <a:pt x="152317" y="82915"/>
                </a:cubicBezTo>
                <a:cubicBezTo>
                  <a:pt x="153958" y="81674"/>
                  <a:pt x="154779" y="80013"/>
                  <a:pt x="154779" y="77931"/>
                </a:cubicBezTo>
                <a:cubicBezTo>
                  <a:pt x="154779" y="76512"/>
                  <a:pt x="154335" y="75338"/>
                  <a:pt x="153448" y="74408"/>
                </a:cubicBezTo>
                <a:cubicBezTo>
                  <a:pt x="152516" y="73522"/>
                  <a:pt x="150431" y="72703"/>
                  <a:pt x="147193" y="71950"/>
                </a:cubicBezTo>
                <a:cubicBezTo>
                  <a:pt x="132110" y="68629"/>
                  <a:pt x="122551" y="65594"/>
                  <a:pt x="118514" y="62846"/>
                </a:cubicBezTo>
                <a:cubicBezTo>
                  <a:pt x="112924" y="59034"/>
                  <a:pt x="110130" y="53738"/>
                  <a:pt x="110130" y="46958"/>
                </a:cubicBezTo>
                <a:cubicBezTo>
                  <a:pt x="110130" y="40841"/>
                  <a:pt x="112547" y="35700"/>
                  <a:pt x="117383" y="31534"/>
                </a:cubicBezTo>
                <a:cubicBezTo>
                  <a:pt x="122218" y="27369"/>
                  <a:pt x="129715" y="25286"/>
                  <a:pt x="139874" y="25286"/>
                </a:cubicBezTo>
                <a:cubicBezTo>
                  <a:pt x="149544" y="25286"/>
                  <a:pt x="156731" y="26855"/>
                  <a:pt x="161433" y="29994"/>
                </a:cubicBezTo>
                <a:cubicBezTo>
                  <a:pt x="166135" y="33132"/>
                  <a:pt x="169374" y="37773"/>
                  <a:pt x="171148" y="43917"/>
                </a:cubicBezTo>
                <a:lnTo>
                  <a:pt x="153515" y="47244"/>
                </a:lnTo>
                <a:cubicBezTo>
                  <a:pt x="152760" y="44494"/>
                  <a:pt x="151330" y="42387"/>
                  <a:pt x="149223" y="40923"/>
                </a:cubicBezTo>
                <a:cubicBezTo>
                  <a:pt x="147115" y="39459"/>
                  <a:pt x="144110" y="38727"/>
                  <a:pt x="140206" y="38727"/>
                </a:cubicBezTo>
                <a:cubicBezTo>
                  <a:pt x="135282" y="38727"/>
                  <a:pt x="131755" y="39414"/>
                  <a:pt x="129626" y="40788"/>
                </a:cubicBezTo>
                <a:cubicBezTo>
                  <a:pt x="128207" y="41761"/>
                  <a:pt x="127497" y="43023"/>
                  <a:pt x="127497" y="44575"/>
                </a:cubicBezTo>
                <a:cubicBezTo>
                  <a:pt x="127497" y="45903"/>
                  <a:pt x="128118" y="47032"/>
                  <a:pt x="129360" y="47962"/>
                </a:cubicBezTo>
                <a:cubicBezTo>
                  <a:pt x="131046" y="49203"/>
                  <a:pt x="136868" y="50953"/>
                  <a:pt x="146827" y="53212"/>
                </a:cubicBezTo>
                <a:cubicBezTo>
                  <a:pt x="156786" y="55472"/>
                  <a:pt x="163740" y="58244"/>
                  <a:pt x="167688" y="61528"/>
                </a:cubicBezTo>
                <a:cubicBezTo>
                  <a:pt x="171592" y="64858"/>
                  <a:pt x="173544" y="69496"/>
                  <a:pt x="173544" y="75444"/>
                </a:cubicBezTo>
                <a:cubicBezTo>
                  <a:pt x="173544" y="81924"/>
                  <a:pt x="170838" y="87495"/>
                  <a:pt x="165426" y="92156"/>
                </a:cubicBezTo>
                <a:cubicBezTo>
                  <a:pt x="160013" y="96817"/>
                  <a:pt x="152006" y="99147"/>
                  <a:pt x="141404" y="99147"/>
                </a:cubicBezTo>
                <a:cubicBezTo>
                  <a:pt x="131778" y="99147"/>
                  <a:pt x="124159" y="97201"/>
                  <a:pt x="118547" y="93310"/>
                </a:cubicBezTo>
                <a:cubicBezTo>
                  <a:pt x="112935" y="89417"/>
                  <a:pt x="109264" y="84132"/>
                  <a:pt x="107534" y="77454"/>
                </a:cubicBezTo>
                <a:close/>
                <a:moveTo>
                  <a:pt x="235996" y="97550"/>
                </a:moveTo>
                <a:lnTo>
                  <a:pt x="235996" y="86970"/>
                </a:lnTo>
                <a:cubicBezTo>
                  <a:pt x="233423" y="90740"/>
                  <a:pt x="230041" y="93713"/>
                  <a:pt x="225849" y="95886"/>
                </a:cubicBezTo>
                <a:cubicBezTo>
                  <a:pt x="221657" y="98060"/>
                  <a:pt x="217232" y="99147"/>
                  <a:pt x="212574" y="99147"/>
                </a:cubicBezTo>
                <a:cubicBezTo>
                  <a:pt x="207827" y="99147"/>
                  <a:pt x="203568" y="98104"/>
                  <a:pt x="199798" y="96019"/>
                </a:cubicBezTo>
                <a:cubicBezTo>
                  <a:pt x="196027" y="93934"/>
                  <a:pt x="193299" y="91007"/>
                  <a:pt x="191613" y="87236"/>
                </a:cubicBezTo>
                <a:cubicBezTo>
                  <a:pt x="189927" y="83465"/>
                  <a:pt x="189084" y="78253"/>
                  <a:pt x="189084" y="71599"/>
                </a:cubicBezTo>
                <a:lnTo>
                  <a:pt x="189084" y="26883"/>
                </a:lnTo>
                <a:lnTo>
                  <a:pt x="207783" y="26883"/>
                </a:lnTo>
                <a:lnTo>
                  <a:pt x="207783" y="59280"/>
                </a:lnTo>
                <a:cubicBezTo>
                  <a:pt x="207783" y="69195"/>
                  <a:pt x="208126" y="75270"/>
                  <a:pt x="208814" y="77504"/>
                </a:cubicBezTo>
                <a:cubicBezTo>
                  <a:pt x="209502" y="79739"/>
                  <a:pt x="210755" y="81509"/>
                  <a:pt x="212574" y="82815"/>
                </a:cubicBezTo>
                <a:cubicBezTo>
                  <a:pt x="214392" y="84121"/>
                  <a:pt x="216699" y="84774"/>
                  <a:pt x="219494" y="84774"/>
                </a:cubicBezTo>
                <a:cubicBezTo>
                  <a:pt x="222688" y="84774"/>
                  <a:pt x="225549" y="83900"/>
                  <a:pt x="228078" y="82152"/>
                </a:cubicBezTo>
                <a:cubicBezTo>
                  <a:pt x="230606" y="80404"/>
                  <a:pt x="232336" y="78235"/>
                  <a:pt x="233268" y="75645"/>
                </a:cubicBezTo>
                <a:cubicBezTo>
                  <a:pt x="234200" y="73056"/>
                  <a:pt x="234665" y="66715"/>
                  <a:pt x="234665" y="56625"/>
                </a:cubicBezTo>
                <a:lnTo>
                  <a:pt x="234665" y="26883"/>
                </a:lnTo>
                <a:lnTo>
                  <a:pt x="253364" y="26883"/>
                </a:lnTo>
                <a:lnTo>
                  <a:pt x="253364" y="97550"/>
                </a:lnTo>
                <a:lnTo>
                  <a:pt x="235996" y="97550"/>
                </a:lnTo>
                <a:close/>
                <a:moveTo>
                  <a:pt x="313673" y="75059"/>
                </a:moveTo>
                <a:lnTo>
                  <a:pt x="332304" y="78253"/>
                </a:lnTo>
                <a:cubicBezTo>
                  <a:pt x="329909" y="85062"/>
                  <a:pt x="326127" y="90247"/>
                  <a:pt x="320959" y="93807"/>
                </a:cubicBezTo>
                <a:cubicBezTo>
                  <a:pt x="315791" y="97367"/>
                  <a:pt x="309325" y="99147"/>
                  <a:pt x="301562" y="99147"/>
                </a:cubicBezTo>
                <a:cubicBezTo>
                  <a:pt x="289274" y="99147"/>
                  <a:pt x="280180" y="95132"/>
                  <a:pt x="274280" y="87103"/>
                </a:cubicBezTo>
                <a:cubicBezTo>
                  <a:pt x="269622" y="80671"/>
                  <a:pt x="267293" y="72552"/>
                  <a:pt x="267293" y="62749"/>
                </a:cubicBezTo>
                <a:cubicBezTo>
                  <a:pt x="267293" y="51037"/>
                  <a:pt x="270354" y="41866"/>
                  <a:pt x="276476" y="35234"/>
                </a:cubicBezTo>
                <a:cubicBezTo>
                  <a:pt x="282598" y="28602"/>
                  <a:pt x="290339" y="25286"/>
                  <a:pt x="299699" y="25286"/>
                </a:cubicBezTo>
                <a:cubicBezTo>
                  <a:pt x="310212" y="25286"/>
                  <a:pt x="318508" y="28757"/>
                  <a:pt x="324585" y="35700"/>
                </a:cubicBezTo>
                <a:cubicBezTo>
                  <a:pt x="330663" y="42642"/>
                  <a:pt x="333568" y="53278"/>
                  <a:pt x="333302" y="67606"/>
                </a:cubicBezTo>
                <a:lnTo>
                  <a:pt x="286457" y="67606"/>
                </a:lnTo>
                <a:cubicBezTo>
                  <a:pt x="286590" y="73151"/>
                  <a:pt x="288098" y="77465"/>
                  <a:pt x="290982" y="80549"/>
                </a:cubicBezTo>
                <a:cubicBezTo>
                  <a:pt x="293865" y="83632"/>
                  <a:pt x="297459" y="85173"/>
                  <a:pt x="301762" y="85173"/>
                </a:cubicBezTo>
                <a:cubicBezTo>
                  <a:pt x="304689" y="85173"/>
                  <a:pt x="307152" y="84375"/>
                  <a:pt x="309148" y="82778"/>
                </a:cubicBezTo>
                <a:cubicBezTo>
                  <a:pt x="311144" y="81181"/>
                  <a:pt x="312652" y="78608"/>
                  <a:pt x="313673" y="75059"/>
                </a:cubicBezTo>
                <a:moveTo>
                  <a:pt x="314737" y="56161"/>
                </a:moveTo>
                <a:cubicBezTo>
                  <a:pt x="314604" y="50771"/>
                  <a:pt x="313207" y="46673"/>
                  <a:pt x="310545" y="43867"/>
                </a:cubicBezTo>
                <a:cubicBezTo>
                  <a:pt x="307883" y="41062"/>
                  <a:pt x="304645" y="39659"/>
                  <a:pt x="300830" y="39659"/>
                </a:cubicBezTo>
                <a:cubicBezTo>
                  <a:pt x="296749" y="39659"/>
                  <a:pt x="293377" y="41139"/>
                  <a:pt x="290716" y="44098"/>
                </a:cubicBezTo>
                <a:cubicBezTo>
                  <a:pt x="288054" y="47059"/>
                  <a:pt x="286745" y="51080"/>
                  <a:pt x="286790" y="56161"/>
                </a:cubicBezTo>
                <a:lnTo>
                  <a:pt x="314737" y="56161"/>
                </a:lnTo>
                <a:close/>
                <a:moveTo>
                  <a:pt x="386605" y="97550"/>
                </a:moveTo>
                <a:lnTo>
                  <a:pt x="386605" y="0"/>
                </a:lnTo>
                <a:lnTo>
                  <a:pt x="428060" y="0"/>
                </a:lnTo>
                <a:cubicBezTo>
                  <a:pt x="438485" y="0"/>
                  <a:pt x="446060" y="876"/>
                  <a:pt x="450784" y="2628"/>
                </a:cubicBezTo>
                <a:cubicBezTo>
                  <a:pt x="455509" y="4381"/>
                  <a:pt x="459290" y="7497"/>
                  <a:pt x="462129" y="11977"/>
                </a:cubicBezTo>
                <a:cubicBezTo>
                  <a:pt x="464969" y="16458"/>
                  <a:pt x="466388" y="21582"/>
                  <a:pt x="466388" y="27349"/>
                </a:cubicBezTo>
                <a:cubicBezTo>
                  <a:pt x="466388" y="34668"/>
                  <a:pt x="464237" y="40712"/>
                  <a:pt x="459934" y="45481"/>
                </a:cubicBezTo>
                <a:cubicBezTo>
                  <a:pt x="455631" y="50250"/>
                  <a:pt x="449198" y="53255"/>
                  <a:pt x="440637" y="54498"/>
                </a:cubicBezTo>
                <a:cubicBezTo>
                  <a:pt x="444895" y="56982"/>
                  <a:pt x="448411" y="59710"/>
                  <a:pt x="451183" y="62682"/>
                </a:cubicBezTo>
                <a:cubicBezTo>
                  <a:pt x="453956" y="65654"/>
                  <a:pt x="457693" y="70933"/>
                  <a:pt x="462396" y="78519"/>
                </a:cubicBezTo>
                <a:lnTo>
                  <a:pt x="474307" y="97550"/>
                </a:lnTo>
                <a:lnTo>
                  <a:pt x="450751" y="97550"/>
                </a:lnTo>
                <a:lnTo>
                  <a:pt x="436511" y="76317"/>
                </a:lnTo>
                <a:cubicBezTo>
                  <a:pt x="431454" y="68734"/>
                  <a:pt x="427994" y="63956"/>
                  <a:pt x="426130" y="61983"/>
                </a:cubicBezTo>
                <a:cubicBezTo>
                  <a:pt x="424267" y="60009"/>
                  <a:pt x="422293" y="58656"/>
                  <a:pt x="420208" y="57924"/>
                </a:cubicBezTo>
                <a:cubicBezTo>
                  <a:pt x="418123" y="57192"/>
                  <a:pt x="414818" y="56826"/>
                  <a:pt x="410294" y="56826"/>
                </a:cubicBezTo>
                <a:lnTo>
                  <a:pt x="406301" y="56826"/>
                </a:lnTo>
                <a:lnTo>
                  <a:pt x="406301" y="97550"/>
                </a:lnTo>
                <a:lnTo>
                  <a:pt x="386605" y="97550"/>
                </a:lnTo>
                <a:moveTo>
                  <a:pt x="406301" y="41256"/>
                </a:moveTo>
                <a:lnTo>
                  <a:pt x="420874" y="41256"/>
                </a:lnTo>
                <a:cubicBezTo>
                  <a:pt x="430323" y="41256"/>
                  <a:pt x="436223" y="40856"/>
                  <a:pt x="438574" y="40058"/>
                </a:cubicBezTo>
                <a:cubicBezTo>
                  <a:pt x="440925" y="39259"/>
                  <a:pt x="442766" y="37884"/>
                  <a:pt x="444097" y="35932"/>
                </a:cubicBezTo>
                <a:cubicBezTo>
                  <a:pt x="445427" y="33981"/>
                  <a:pt x="446093" y="31541"/>
                  <a:pt x="446093" y="28613"/>
                </a:cubicBezTo>
                <a:cubicBezTo>
                  <a:pt x="446093" y="25330"/>
                  <a:pt x="445217" y="22680"/>
                  <a:pt x="443465" y="20661"/>
                </a:cubicBezTo>
                <a:cubicBezTo>
                  <a:pt x="441712" y="18643"/>
                  <a:pt x="439239" y="17367"/>
                  <a:pt x="436045" y="16835"/>
                </a:cubicBezTo>
                <a:cubicBezTo>
                  <a:pt x="434448" y="16613"/>
                  <a:pt x="429657" y="16502"/>
                  <a:pt x="421672" y="16502"/>
                </a:cubicBezTo>
                <a:lnTo>
                  <a:pt x="406301" y="16502"/>
                </a:lnTo>
                <a:lnTo>
                  <a:pt x="406301" y="41256"/>
                </a:lnTo>
                <a:close/>
                <a:moveTo>
                  <a:pt x="525720" y="75059"/>
                </a:moveTo>
                <a:lnTo>
                  <a:pt x="544352" y="78253"/>
                </a:lnTo>
                <a:cubicBezTo>
                  <a:pt x="541956" y="85062"/>
                  <a:pt x="538175" y="90247"/>
                  <a:pt x="533007" y="93807"/>
                </a:cubicBezTo>
                <a:cubicBezTo>
                  <a:pt x="527838" y="97367"/>
                  <a:pt x="521373" y="99147"/>
                  <a:pt x="513610" y="99147"/>
                </a:cubicBezTo>
                <a:cubicBezTo>
                  <a:pt x="501322" y="99147"/>
                  <a:pt x="492228" y="95132"/>
                  <a:pt x="486328" y="87103"/>
                </a:cubicBezTo>
                <a:cubicBezTo>
                  <a:pt x="481670" y="80671"/>
                  <a:pt x="479341" y="72552"/>
                  <a:pt x="479341" y="62749"/>
                </a:cubicBezTo>
                <a:cubicBezTo>
                  <a:pt x="479341" y="51037"/>
                  <a:pt x="482402" y="41866"/>
                  <a:pt x="488524" y="35234"/>
                </a:cubicBezTo>
                <a:cubicBezTo>
                  <a:pt x="494645" y="28602"/>
                  <a:pt x="502386" y="25286"/>
                  <a:pt x="511746" y="25286"/>
                </a:cubicBezTo>
                <a:cubicBezTo>
                  <a:pt x="522260" y="25286"/>
                  <a:pt x="530556" y="28757"/>
                  <a:pt x="536633" y="35700"/>
                </a:cubicBezTo>
                <a:cubicBezTo>
                  <a:pt x="542710" y="42642"/>
                  <a:pt x="545616" y="53278"/>
                  <a:pt x="545350" y="67606"/>
                </a:cubicBezTo>
                <a:lnTo>
                  <a:pt x="498505" y="67606"/>
                </a:lnTo>
                <a:cubicBezTo>
                  <a:pt x="498638" y="73151"/>
                  <a:pt x="500146" y="77465"/>
                  <a:pt x="503030" y="80549"/>
                </a:cubicBezTo>
                <a:cubicBezTo>
                  <a:pt x="505913" y="83632"/>
                  <a:pt x="509506" y="85173"/>
                  <a:pt x="513809" y="85173"/>
                </a:cubicBezTo>
                <a:cubicBezTo>
                  <a:pt x="516737" y="85173"/>
                  <a:pt x="519199" y="84375"/>
                  <a:pt x="521195" y="82778"/>
                </a:cubicBezTo>
                <a:cubicBezTo>
                  <a:pt x="523192" y="81181"/>
                  <a:pt x="524700" y="78608"/>
                  <a:pt x="525720" y="75059"/>
                </a:cubicBezTo>
                <a:moveTo>
                  <a:pt x="526785" y="56161"/>
                </a:moveTo>
                <a:cubicBezTo>
                  <a:pt x="526652" y="50771"/>
                  <a:pt x="525254" y="46673"/>
                  <a:pt x="522593" y="43867"/>
                </a:cubicBezTo>
                <a:cubicBezTo>
                  <a:pt x="519931" y="41062"/>
                  <a:pt x="516693" y="39659"/>
                  <a:pt x="512878" y="39659"/>
                </a:cubicBezTo>
                <a:cubicBezTo>
                  <a:pt x="508796" y="39659"/>
                  <a:pt x="505425" y="41139"/>
                  <a:pt x="502763" y="44098"/>
                </a:cubicBezTo>
                <a:cubicBezTo>
                  <a:pt x="500102" y="47059"/>
                  <a:pt x="498793" y="51080"/>
                  <a:pt x="498837" y="56161"/>
                </a:cubicBezTo>
                <a:lnTo>
                  <a:pt x="526785" y="56161"/>
                </a:lnTo>
                <a:close/>
                <a:moveTo>
                  <a:pt x="559626" y="26883"/>
                </a:moveTo>
                <a:lnTo>
                  <a:pt x="577060" y="26883"/>
                </a:lnTo>
                <a:lnTo>
                  <a:pt x="577060" y="37263"/>
                </a:lnTo>
                <a:cubicBezTo>
                  <a:pt x="579323" y="33714"/>
                  <a:pt x="582383" y="30831"/>
                  <a:pt x="586243" y="28613"/>
                </a:cubicBezTo>
                <a:cubicBezTo>
                  <a:pt x="590102" y="26395"/>
                  <a:pt x="594383" y="25286"/>
                  <a:pt x="599085" y="25286"/>
                </a:cubicBezTo>
                <a:cubicBezTo>
                  <a:pt x="607292" y="25286"/>
                  <a:pt x="614257" y="28502"/>
                  <a:pt x="619979" y="34934"/>
                </a:cubicBezTo>
                <a:cubicBezTo>
                  <a:pt x="625702" y="41367"/>
                  <a:pt x="628563" y="50328"/>
                  <a:pt x="628563" y="61817"/>
                </a:cubicBezTo>
                <a:cubicBezTo>
                  <a:pt x="628563" y="73617"/>
                  <a:pt x="625680" y="82789"/>
                  <a:pt x="619913" y="89332"/>
                </a:cubicBezTo>
                <a:cubicBezTo>
                  <a:pt x="614146" y="95875"/>
                  <a:pt x="607159" y="99147"/>
                  <a:pt x="598952" y="99147"/>
                </a:cubicBezTo>
                <a:cubicBezTo>
                  <a:pt x="595049" y="99147"/>
                  <a:pt x="591511" y="98371"/>
                  <a:pt x="588339" y="96818"/>
                </a:cubicBezTo>
                <a:cubicBezTo>
                  <a:pt x="585167" y="95265"/>
                  <a:pt x="581829" y="92604"/>
                  <a:pt x="578324" y="88833"/>
                </a:cubicBezTo>
                <a:lnTo>
                  <a:pt x="578324" y="124433"/>
                </a:lnTo>
                <a:lnTo>
                  <a:pt x="559626" y="124433"/>
                </a:lnTo>
                <a:lnTo>
                  <a:pt x="559626" y="26883"/>
                </a:lnTo>
                <a:moveTo>
                  <a:pt x="578125" y="60987"/>
                </a:moveTo>
                <a:cubicBezTo>
                  <a:pt x="578125" y="68916"/>
                  <a:pt x="579700" y="74773"/>
                  <a:pt x="582849" y="78561"/>
                </a:cubicBezTo>
                <a:cubicBezTo>
                  <a:pt x="585999" y="82348"/>
                  <a:pt x="589836" y="84242"/>
                  <a:pt x="594361" y="84242"/>
                </a:cubicBezTo>
                <a:cubicBezTo>
                  <a:pt x="598708" y="84242"/>
                  <a:pt x="602324" y="82503"/>
                  <a:pt x="605207" y="79026"/>
                </a:cubicBezTo>
                <a:cubicBezTo>
                  <a:pt x="608091" y="75550"/>
                  <a:pt x="609532" y="69846"/>
                  <a:pt x="609532" y="61917"/>
                </a:cubicBezTo>
                <a:cubicBezTo>
                  <a:pt x="609532" y="54520"/>
                  <a:pt x="608046" y="49027"/>
                  <a:pt x="605074" y="45440"/>
                </a:cubicBezTo>
                <a:cubicBezTo>
                  <a:pt x="602102" y="41852"/>
                  <a:pt x="598420" y="40058"/>
                  <a:pt x="594028" y="40058"/>
                </a:cubicBezTo>
                <a:cubicBezTo>
                  <a:pt x="589459" y="40058"/>
                  <a:pt x="585666" y="41819"/>
                  <a:pt x="582650" y="45340"/>
                </a:cubicBezTo>
                <a:cubicBezTo>
                  <a:pt x="579633" y="48861"/>
                  <a:pt x="578125" y="54077"/>
                  <a:pt x="578125" y="60987"/>
                </a:cubicBezTo>
                <a:close/>
                <a:moveTo>
                  <a:pt x="639100" y="61218"/>
                </a:moveTo>
                <a:cubicBezTo>
                  <a:pt x="639100" y="55008"/>
                  <a:pt x="640630" y="48997"/>
                  <a:pt x="643691" y="43185"/>
                </a:cubicBezTo>
                <a:cubicBezTo>
                  <a:pt x="646752" y="37374"/>
                  <a:pt x="651088" y="32938"/>
                  <a:pt x="656700" y="29877"/>
                </a:cubicBezTo>
                <a:cubicBezTo>
                  <a:pt x="662311" y="26816"/>
                  <a:pt x="668577" y="25286"/>
                  <a:pt x="675498" y="25286"/>
                </a:cubicBezTo>
                <a:cubicBezTo>
                  <a:pt x="686189" y="25286"/>
                  <a:pt x="694950" y="28757"/>
                  <a:pt x="701782" y="35700"/>
                </a:cubicBezTo>
                <a:cubicBezTo>
                  <a:pt x="708613" y="42642"/>
                  <a:pt x="712029" y="51414"/>
                  <a:pt x="712029" y="62017"/>
                </a:cubicBezTo>
                <a:cubicBezTo>
                  <a:pt x="712029" y="72708"/>
                  <a:pt x="708580" y="81569"/>
                  <a:pt x="701682" y="88600"/>
                </a:cubicBezTo>
                <a:cubicBezTo>
                  <a:pt x="694784" y="95631"/>
                  <a:pt x="686100" y="99147"/>
                  <a:pt x="675631" y="99147"/>
                </a:cubicBezTo>
                <a:cubicBezTo>
                  <a:pt x="669154" y="99147"/>
                  <a:pt x="662977" y="97683"/>
                  <a:pt x="657099" y="94755"/>
                </a:cubicBezTo>
                <a:cubicBezTo>
                  <a:pt x="651221" y="91827"/>
                  <a:pt x="646752" y="87535"/>
                  <a:pt x="643691" y="81879"/>
                </a:cubicBezTo>
                <a:cubicBezTo>
                  <a:pt x="640630" y="76223"/>
                  <a:pt x="639100" y="69336"/>
                  <a:pt x="639100" y="61218"/>
                </a:cubicBezTo>
                <a:moveTo>
                  <a:pt x="658263" y="62216"/>
                </a:moveTo>
                <a:cubicBezTo>
                  <a:pt x="658263" y="69203"/>
                  <a:pt x="659927" y="74554"/>
                  <a:pt x="663254" y="78269"/>
                </a:cubicBezTo>
                <a:cubicBezTo>
                  <a:pt x="666581" y="81985"/>
                  <a:pt x="670685" y="83842"/>
                  <a:pt x="675564" y="83842"/>
                </a:cubicBezTo>
                <a:cubicBezTo>
                  <a:pt x="680444" y="83842"/>
                  <a:pt x="684536" y="81985"/>
                  <a:pt x="687841" y="78269"/>
                </a:cubicBezTo>
                <a:cubicBezTo>
                  <a:pt x="691146" y="74554"/>
                  <a:pt x="692799" y="69159"/>
                  <a:pt x="692799" y="62083"/>
                </a:cubicBezTo>
                <a:cubicBezTo>
                  <a:pt x="692799" y="55185"/>
                  <a:pt x="691146" y="49878"/>
                  <a:pt x="687841" y="46163"/>
                </a:cubicBezTo>
                <a:cubicBezTo>
                  <a:pt x="684536" y="42448"/>
                  <a:pt x="680444" y="40590"/>
                  <a:pt x="675564" y="40590"/>
                </a:cubicBezTo>
                <a:cubicBezTo>
                  <a:pt x="670685" y="40590"/>
                  <a:pt x="666581" y="42448"/>
                  <a:pt x="663254" y="46163"/>
                </a:cubicBezTo>
                <a:cubicBezTo>
                  <a:pt x="659927" y="49878"/>
                  <a:pt x="658263" y="55229"/>
                  <a:pt x="658263" y="62216"/>
                </a:cubicBezTo>
                <a:close/>
                <a:moveTo>
                  <a:pt x="745135" y="97550"/>
                </a:moveTo>
                <a:lnTo>
                  <a:pt x="726437" y="97550"/>
                </a:lnTo>
                <a:lnTo>
                  <a:pt x="726437" y="26883"/>
                </a:lnTo>
                <a:lnTo>
                  <a:pt x="743805" y="26883"/>
                </a:lnTo>
                <a:lnTo>
                  <a:pt x="743805" y="36931"/>
                </a:lnTo>
                <a:cubicBezTo>
                  <a:pt x="746777" y="32184"/>
                  <a:pt x="749450" y="29056"/>
                  <a:pt x="751823" y="27548"/>
                </a:cubicBezTo>
                <a:cubicBezTo>
                  <a:pt x="754196" y="26040"/>
                  <a:pt x="756891" y="25286"/>
                  <a:pt x="759908" y="25286"/>
                </a:cubicBezTo>
                <a:cubicBezTo>
                  <a:pt x="764166" y="25286"/>
                  <a:pt x="768270" y="26461"/>
                  <a:pt x="772218" y="28812"/>
                </a:cubicBezTo>
                <a:lnTo>
                  <a:pt x="766429" y="45115"/>
                </a:lnTo>
                <a:cubicBezTo>
                  <a:pt x="763279" y="43075"/>
                  <a:pt x="760351" y="42054"/>
                  <a:pt x="757645" y="42054"/>
                </a:cubicBezTo>
                <a:cubicBezTo>
                  <a:pt x="755028" y="42054"/>
                  <a:pt x="752810" y="42775"/>
                  <a:pt x="750991" y="44217"/>
                </a:cubicBezTo>
                <a:cubicBezTo>
                  <a:pt x="749172" y="45659"/>
                  <a:pt x="747742" y="48265"/>
                  <a:pt x="746699" y="52035"/>
                </a:cubicBezTo>
                <a:cubicBezTo>
                  <a:pt x="745657" y="55806"/>
                  <a:pt x="745135" y="63702"/>
                  <a:pt x="745135" y="75724"/>
                </a:cubicBezTo>
                <a:lnTo>
                  <a:pt x="745135" y="97550"/>
                </a:lnTo>
                <a:close/>
                <a:moveTo>
                  <a:pt x="812653" y="26883"/>
                </a:moveTo>
                <a:lnTo>
                  <a:pt x="812653" y="41788"/>
                </a:lnTo>
                <a:lnTo>
                  <a:pt x="799877" y="41788"/>
                </a:lnTo>
                <a:lnTo>
                  <a:pt x="799877" y="70222"/>
                </a:lnTo>
                <a:cubicBezTo>
                  <a:pt x="799877" y="75981"/>
                  <a:pt x="799999" y="79336"/>
                  <a:pt x="800243" y="80289"/>
                </a:cubicBezTo>
                <a:cubicBezTo>
                  <a:pt x="800487" y="81240"/>
                  <a:pt x="801041" y="82026"/>
                  <a:pt x="801906" y="82647"/>
                </a:cubicBezTo>
                <a:cubicBezTo>
                  <a:pt x="802771" y="83266"/>
                  <a:pt x="803825" y="83576"/>
                  <a:pt x="805067" y="83576"/>
                </a:cubicBezTo>
                <a:cubicBezTo>
                  <a:pt x="806797" y="83576"/>
                  <a:pt x="809303" y="82977"/>
                  <a:pt x="812586" y="81780"/>
                </a:cubicBezTo>
                <a:lnTo>
                  <a:pt x="814183" y="96340"/>
                </a:lnTo>
                <a:cubicBezTo>
                  <a:pt x="809836" y="98211"/>
                  <a:pt x="804912" y="99147"/>
                  <a:pt x="799411" y="99147"/>
                </a:cubicBezTo>
                <a:cubicBezTo>
                  <a:pt x="796039" y="99147"/>
                  <a:pt x="793001" y="98581"/>
                  <a:pt x="790295" y="97450"/>
                </a:cubicBezTo>
                <a:cubicBezTo>
                  <a:pt x="787589" y="96319"/>
                  <a:pt x="785604" y="94855"/>
                  <a:pt x="784339" y="93058"/>
                </a:cubicBezTo>
                <a:cubicBezTo>
                  <a:pt x="783075" y="91262"/>
                  <a:pt x="782199" y="88833"/>
                  <a:pt x="781711" y="85772"/>
                </a:cubicBezTo>
                <a:cubicBezTo>
                  <a:pt x="781312" y="83598"/>
                  <a:pt x="781112" y="79207"/>
                  <a:pt x="781112" y="72597"/>
                </a:cubicBezTo>
                <a:lnTo>
                  <a:pt x="781112" y="41788"/>
                </a:lnTo>
                <a:lnTo>
                  <a:pt x="772528" y="41788"/>
                </a:lnTo>
                <a:lnTo>
                  <a:pt x="772528" y="26883"/>
                </a:lnTo>
                <a:lnTo>
                  <a:pt x="781112" y="26883"/>
                </a:lnTo>
                <a:lnTo>
                  <a:pt x="781112" y="12776"/>
                </a:lnTo>
                <a:lnTo>
                  <a:pt x="799877" y="1730"/>
                </a:lnTo>
                <a:lnTo>
                  <a:pt x="799877" y="26883"/>
                </a:lnTo>
                <a:lnTo>
                  <a:pt x="812653" y="26883"/>
                </a:lnTo>
                <a:close/>
                <a:moveTo>
                  <a:pt x="884939" y="83443"/>
                </a:moveTo>
                <a:lnTo>
                  <a:pt x="884939" y="58157"/>
                </a:lnTo>
                <a:lnTo>
                  <a:pt x="859387" y="58157"/>
                </a:lnTo>
                <a:lnTo>
                  <a:pt x="859387" y="40590"/>
                </a:lnTo>
                <a:lnTo>
                  <a:pt x="884939" y="40590"/>
                </a:lnTo>
                <a:lnTo>
                  <a:pt x="884939" y="15305"/>
                </a:lnTo>
                <a:lnTo>
                  <a:pt x="901974" y="15305"/>
                </a:lnTo>
                <a:lnTo>
                  <a:pt x="901974" y="40590"/>
                </a:lnTo>
                <a:lnTo>
                  <a:pt x="927592" y="40590"/>
                </a:lnTo>
                <a:lnTo>
                  <a:pt x="927592" y="58157"/>
                </a:lnTo>
                <a:lnTo>
                  <a:pt x="901974" y="58157"/>
                </a:lnTo>
                <a:lnTo>
                  <a:pt x="901974" y="83443"/>
                </a:lnTo>
                <a:lnTo>
                  <a:pt x="884939" y="8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05D49-D3DA-4FFA-A146-CC4B773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852" y="4586231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7"/>
                </a:cubicBezTo>
                <a:cubicBezTo>
                  <a:pt x="175824" y="136472"/>
                  <a:pt x="136463" y="175835"/>
                  <a:pt x="87910" y="175835"/>
                </a:cubicBezTo>
                <a:cubicBezTo>
                  <a:pt x="39361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0" y="163846"/>
                </a:cubicBezTo>
                <a:cubicBezTo>
                  <a:pt x="129842" y="163846"/>
                  <a:pt x="163836" y="129851"/>
                  <a:pt x="163836" y="87917"/>
                </a:cubicBezTo>
                <a:cubicBezTo>
                  <a:pt x="163836" y="45983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79546-33FF-400B-BB46-AF2C6F64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110" y="4966132"/>
            <a:ext cx="447973" cy="590458"/>
          </a:xfrm>
          <a:custGeom xmlns:a="http://schemas.openxmlformats.org/drawingml/2006/main">
            <a:pathLst>
              <a:path w="447973" h="590458" fill="none">
                <a:moveTo>
                  <a:pt x="0" y="0"/>
                </a:moveTo>
                <a:lnTo>
                  <a:pt x="326081" y="0"/>
                </a:lnTo>
                <a:lnTo>
                  <a:pt x="326081" y="590458"/>
                </a:lnTo>
                <a:lnTo>
                  <a:pt x="447973" y="59045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E75B6"/>
            </a:solidFill>
            <a:custDash>
              <a:ds d="300000" sp="100000"/>
            </a:custDash>
            <a:miter/>
          </a:ln>
        </p:spPr>
      </p:sp>
      <p:sp>
        <p:nvSpPr>
          <p:cNvPr id="184" name="Text PatchSelection">
            <a:extLst xmlns:a="http://schemas.openxmlformats.org/drawingml/2006/main">
              <a:ext uri="{FF2B5EF4-FFF2-40B4-BE49-F238E27FC236}">
                <a16:creationId xmlns:a16="http://schemas.microsoft.com/office/drawing/2014/main" id="{7304D46B-61FA-4D3C-B3B9-9760FC4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475" y="5936880"/>
            <a:ext cx="922988" cy="96663"/>
          </a:xfrm>
          <a:custGeom xmlns:a="http://schemas.openxmlformats.org/drawingml/2006/main">
            <a:pathLst>
              <a:path w="922988" h="96663">
                <a:moveTo>
                  <a:pt x="20961" y="18908"/>
                </a:moveTo>
                <a:lnTo>
                  <a:pt x="20961" y="49638"/>
                </a:lnTo>
                <a:cubicBezTo>
                  <a:pt x="22691" y="50527"/>
                  <a:pt x="26284" y="50971"/>
                  <a:pt x="31740" y="50971"/>
                </a:cubicBezTo>
                <a:cubicBezTo>
                  <a:pt x="36265" y="50971"/>
                  <a:pt x="39847" y="49382"/>
                  <a:pt x="42487" y="46205"/>
                </a:cubicBezTo>
                <a:cubicBezTo>
                  <a:pt x="45126" y="43027"/>
                  <a:pt x="46446" y="38128"/>
                  <a:pt x="46446" y="31507"/>
                </a:cubicBezTo>
                <a:cubicBezTo>
                  <a:pt x="46446" y="24041"/>
                  <a:pt x="45204" y="19075"/>
                  <a:pt x="42720" y="16608"/>
                </a:cubicBezTo>
                <a:cubicBezTo>
                  <a:pt x="40235" y="14142"/>
                  <a:pt x="36620" y="12909"/>
                  <a:pt x="31873" y="12909"/>
                </a:cubicBezTo>
                <a:cubicBezTo>
                  <a:pt x="27349" y="12909"/>
                  <a:pt x="24399" y="13364"/>
                  <a:pt x="23023" y="14275"/>
                </a:cubicBezTo>
                <a:cubicBezTo>
                  <a:pt x="21648" y="15186"/>
                  <a:pt x="20961" y="16730"/>
                  <a:pt x="20961" y="18908"/>
                </a:cubicBezTo>
                <a:moveTo>
                  <a:pt x="1597" y="34622"/>
                </a:moveTo>
                <a:cubicBezTo>
                  <a:pt x="1597" y="24145"/>
                  <a:pt x="1065" y="15044"/>
                  <a:pt x="0" y="7320"/>
                </a:cubicBezTo>
                <a:lnTo>
                  <a:pt x="266" y="6920"/>
                </a:lnTo>
                <a:cubicBezTo>
                  <a:pt x="4614" y="7186"/>
                  <a:pt x="8340" y="7320"/>
                  <a:pt x="11445" y="7320"/>
                </a:cubicBezTo>
                <a:cubicBezTo>
                  <a:pt x="12820" y="7320"/>
                  <a:pt x="16913" y="7164"/>
                  <a:pt x="23722" y="6854"/>
                </a:cubicBezTo>
                <a:cubicBezTo>
                  <a:pt x="30531" y="6543"/>
                  <a:pt x="34469" y="6388"/>
                  <a:pt x="35533" y="6388"/>
                </a:cubicBezTo>
                <a:cubicBezTo>
                  <a:pt x="45692" y="6388"/>
                  <a:pt x="53011" y="7914"/>
                  <a:pt x="57492" y="10967"/>
                </a:cubicBezTo>
                <a:cubicBezTo>
                  <a:pt x="63836" y="15392"/>
                  <a:pt x="67029" y="21388"/>
                  <a:pt x="67074" y="28954"/>
                </a:cubicBezTo>
                <a:cubicBezTo>
                  <a:pt x="67074" y="32051"/>
                  <a:pt x="66453" y="35203"/>
                  <a:pt x="65211" y="38411"/>
                </a:cubicBezTo>
                <a:cubicBezTo>
                  <a:pt x="63969" y="41619"/>
                  <a:pt x="62083" y="44694"/>
                  <a:pt x="59555" y="47637"/>
                </a:cubicBezTo>
                <a:cubicBezTo>
                  <a:pt x="57026" y="50579"/>
                  <a:pt x="53488" y="53002"/>
                  <a:pt x="48941" y="54905"/>
                </a:cubicBezTo>
                <a:cubicBezTo>
                  <a:pt x="44394" y="56807"/>
                  <a:pt x="39171" y="57758"/>
                  <a:pt x="33271" y="57758"/>
                </a:cubicBezTo>
                <a:cubicBezTo>
                  <a:pt x="27903" y="57758"/>
                  <a:pt x="23800" y="57305"/>
                  <a:pt x="20961" y="56400"/>
                </a:cubicBezTo>
                <a:lnTo>
                  <a:pt x="20961" y="67893"/>
                </a:lnTo>
                <a:cubicBezTo>
                  <a:pt x="20961" y="78271"/>
                  <a:pt x="21515" y="87402"/>
                  <a:pt x="22624" y="95285"/>
                </a:cubicBezTo>
                <a:lnTo>
                  <a:pt x="22358" y="95687"/>
                </a:lnTo>
                <a:cubicBezTo>
                  <a:pt x="18188" y="95419"/>
                  <a:pt x="14550" y="95285"/>
                  <a:pt x="11445" y="95285"/>
                </a:cubicBezTo>
                <a:lnTo>
                  <a:pt x="133" y="95687"/>
                </a:lnTo>
                <a:lnTo>
                  <a:pt x="0" y="95287"/>
                </a:lnTo>
                <a:cubicBezTo>
                  <a:pt x="1109" y="87918"/>
                  <a:pt x="1641" y="78817"/>
                  <a:pt x="1597" y="67985"/>
                </a:cubicBezTo>
                <a:lnTo>
                  <a:pt x="1597" y="34622"/>
                </a:lnTo>
                <a:close/>
                <a:moveTo>
                  <a:pt x="112835" y="65011"/>
                </a:moveTo>
                <a:lnTo>
                  <a:pt x="101922" y="67872"/>
                </a:lnTo>
                <a:cubicBezTo>
                  <a:pt x="96199" y="69425"/>
                  <a:pt x="93338" y="73706"/>
                  <a:pt x="93338" y="80715"/>
                </a:cubicBezTo>
                <a:cubicBezTo>
                  <a:pt x="93338" y="82622"/>
                  <a:pt x="94026" y="84397"/>
                  <a:pt x="95401" y="86038"/>
                </a:cubicBezTo>
                <a:cubicBezTo>
                  <a:pt x="96776" y="87680"/>
                  <a:pt x="98462" y="88500"/>
                  <a:pt x="100458" y="88500"/>
                </a:cubicBezTo>
                <a:cubicBezTo>
                  <a:pt x="104096" y="88500"/>
                  <a:pt x="107445" y="86948"/>
                  <a:pt x="110506" y="83842"/>
                </a:cubicBezTo>
                <a:cubicBezTo>
                  <a:pt x="110949" y="83399"/>
                  <a:pt x="111404" y="82489"/>
                  <a:pt x="111870" y="81114"/>
                </a:cubicBezTo>
                <a:cubicBezTo>
                  <a:pt x="112336" y="79739"/>
                  <a:pt x="112569" y="78608"/>
                  <a:pt x="112569" y="77720"/>
                </a:cubicBezTo>
                <a:lnTo>
                  <a:pt x="112835" y="65011"/>
                </a:lnTo>
                <a:moveTo>
                  <a:pt x="130002" y="84314"/>
                </a:moveTo>
                <a:cubicBezTo>
                  <a:pt x="130002" y="86424"/>
                  <a:pt x="130612" y="87783"/>
                  <a:pt x="131832" y="88390"/>
                </a:cubicBezTo>
                <a:cubicBezTo>
                  <a:pt x="133052" y="88996"/>
                  <a:pt x="135215" y="89299"/>
                  <a:pt x="138320" y="89299"/>
                </a:cubicBezTo>
                <a:cubicBezTo>
                  <a:pt x="139030" y="89920"/>
                  <a:pt x="139473" y="90874"/>
                  <a:pt x="139651" y="92160"/>
                </a:cubicBezTo>
                <a:cubicBezTo>
                  <a:pt x="135747" y="95177"/>
                  <a:pt x="130357" y="96663"/>
                  <a:pt x="123481" y="96618"/>
                </a:cubicBezTo>
                <a:cubicBezTo>
                  <a:pt x="120553" y="96618"/>
                  <a:pt x="118269" y="96008"/>
                  <a:pt x="116628" y="94788"/>
                </a:cubicBezTo>
                <a:cubicBezTo>
                  <a:pt x="114986" y="93568"/>
                  <a:pt x="113678" y="91561"/>
                  <a:pt x="112702" y="88766"/>
                </a:cubicBezTo>
                <a:lnTo>
                  <a:pt x="112435" y="88766"/>
                </a:lnTo>
                <a:cubicBezTo>
                  <a:pt x="107156" y="94045"/>
                  <a:pt x="100924" y="96663"/>
                  <a:pt x="93737" y="96618"/>
                </a:cubicBezTo>
                <a:cubicBezTo>
                  <a:pt x="88636" y="96618"/>
                  <a:pt x="84255" y="95279"/>
                  <a:pt x="80595" y="92601"/>
                </a:cubicBezTo>
                <a:cubicBezTo>
                  <a:pt x="76936" y="89921"/>
                  <a:pt x="75106" y="86327"/>
                  <a:pt x="75106" y="81817"/>
                </a:cubicBezTo>
                <a:cubicBezTo>
                  <a:pt x="75106" y="77239"/>
                  <a:pt x="76947" y="73278"/>
                  <a:pt x="80629" y="69933"/>
                </a:cubicBezTo>
                <a:cubicBezTo>
                  <a:pt x="84311" y="66588"/>
                  <a:pt x="89456" y="64090"/>
                  <a:pt x="96066" y="62439"/>
                </a:cubicBezTo>
                <a:lnTo>
                  <a:pt x="112036" y="58407"/>
                </a:lnTo>
                <a:cubicBezTo>
                  <a:pt x="112569" y="58221"/>
                  <a:pt x="112835" y="57641"/>
                  <a:pt x="112835" y="56666"/>
                </a:cubicBezTo>
                <a:cubicBezTo>
                  <a:pt x="112835" y="51329"/>
                  <a:pt x="112058" y="47582"/>
                  <a:pt x="110506" y="45425"/>
                </a:cubicBezTo>
                <a:cubicBezTo>
                  <a:pt x="108953" y="43267"/>
                  <a:pt x="106602" y="42187"/>
                  <a:pt x="103452" y="42187"/>
                </a:cubicBezTo>
                <a:cubicBezTo>
                  <a:pt x="97197" y="42187"/>
                  <a:pt x="91608" y="45810"/>
                  <a:pt x="86684" y="53056"/>
                </a:cubicBezTo>
                <a:lnTo>
                  <a:pt x="82159" y="52921"/>
                </a:lnTo>
                <a:lnTo>
                  <a:pt x="79431" y="42593"/>
                </a:lnTo>
                <a:lnTo>
                  <a:pt x="79830" y="42040"/>
                </a:lnTo>
                <a:cubicBezTo>
                  <a:pt x="81649" y="40523"/>
                  <a:pt x="85109" y="39038"/>
                  <a:pt x="90211" y="37583"/>
                </a:cubicBezTo>
                <a:cubicBezTo>
                  <a:pt x="95312" y="36128"/>
                  <a:pt x="100125" y="35400"/>
                  <a:pt x="104650" y="35400"/>
                </a:cubicBezTo>
                <a:cubicBezTo>
                  <a:pt x="108332" y="35356"/>
                  <a:pt x="112158" y="35792"/>
                  <a:pt x="116128" y="36708"/>
                </a:cubicBezTo>
                <a:cubicBezTo>
                  <a:pt x="120099" y="37623"/>
                  <a:pt x="123082" y="38974"/>
                  <a:pt x="125078" y="40761"/>
                </a:cubicBezTo>
                <a:cubicBezTo>
                  <a:pt x="128716" y="43987"/>
                  <a:pt x="130535" y="49435"/>
                  <a:pt x="130535" y="57107"/>
                </a:cubicBezTo>
                <a:cubicBezTo>
                  <a:pt x="130535" y="57378"/>
                  <a:pt x="130446" y="61586"/>
                  <a:pt x="130269" y="69733"/>
                </a:cubicBezTo>
                <a:cubicBezTo>
                  <a:pt x="130091" y="77879"/>
                  <a:pt x="130002" y="82740"/>
                  <a:pt x="130002" y="84314"/>
                </a:cubicBezTo>
                <a:close/>
                <a:moveTo>
                  <a:pt x="144027" y="43518"/>
                </a:moveTo>
                <a:cubicBezTo>
                  <a:pt x="142830" y="43518"/>
                  <a:pt x="142253" y="42793"/>
                  <a:pt x="142297" y="41343"/>
                </a:cubicBezTo>
                <a:cubicBezTo>
                  <a:pt x="142297" y="40332"/>
                  <a:pt x="142608" y="39311"/>
                  <a:pt x="143229" y="38280"/>
                </a:cubicBezTo>
                <a:cubicBezTo>
                  <a:pt x="143850" y="37247"/>
                  <a:pt x="144493" y="36731"/>
                  <a:pt x="145159" y="36731"/>
                </a:cubicBezTo>
                <a:lnTo>
                  <a:pt x="153010" y="36731"/>
                </a:lnTo>
                <a:cubicBezTo>
                  <a:pt x="153010" y="31363"/>
                  <a:pt x="152700" y="26794"/>
                  <a:pt x="152079" y="23023"/>
                </a:cubicBezTo>
                <a:lnTo>
                  <a:pt x="152345" y="22558"/>
                </a:lnTo>
                <a:cubicBezTo>
                  <a:pt x="155983" y="21759"/>
                  <a:pt x="161883" y="19718"/>
                  <a:pt x="170045" y="16436"/>
                </a:cubicBezTo>
                <a:cubicBezTo>
                  <a:pt x="170844" y="16436"/>
                  <a:pt x="171265" y="16902"/>
                  <a:pt x="171309" y="17833"/>
                </a:cubicBezTo>
                <a:cubicBezTo>
                  <a:pt x="170866" y="24487"/>
                  <a:pt x="170644" y="30787"/>
                  <a:pt x="170644" y="36731"/>
                </a:cubicBezTo>
                <a:lnTo>
                  <a:pt x="185217" y="36731"/>
                </a:lnTo>
                <a:cubicBezTo>
                  <a:pt x="185926" y="36731"/>
                  <a:pt x="186281" y="37016"/>
                  <a:pt x="186281" y="37588"/>
                </a:cubicBezTo>
                <a:lnTo>
                  <a:pt x="186281" y="41738"/>
                </a:lnTo>
                <a:cubicBezTo>
                  <a:pt x="186281" y="42925"/>
                  <a:pt x="185194" y="43518"/>
                  <a:pt x="183021" y="43518"/>
                </a:cubicBezTo>
                <a:lnTo>
                  <a:pt x="170644" y="43518"/>
                </a:lnTo>
                <a:lnTo>
                  <a:pt x="170311" y="58114"/>
                </a:lnTo>
                <a:cubicBezTo>
                  <a:pt x="170223" y="63089"/>
                  <a:pt x="170178" y="69508"/>
                  <a:pt x="170178" y="77371"/>
                </a:cubicBezTo>
                <a:cubicBezTo>
                  <a:pt x="170178" y="78082"/>
                  <a:pt x="170200" y="78760"/>
                  <a:pt x="170245" y="79405"/>
                </a:cubicBezTo>
                <a:cubicBezTo>
                  <a:pt x="170289" y="80049"/>
                  <a:pt x="170356" y="80694"/>
                  <a:pt x="170444" y="81339"/>
                </a:cubicBezTo>
                <a:cubicBezTo>
                  <a:pt x="170533" y="81982"/>
                  <a:pt x="170655" y="82581"/>
                  <a:pt x="170810" y="83137"/>
                </a:cubicBezTo>
                <a:cubicBezTo>
                  <a:pt x="170966" y="83692"/>
                  <a:pt x="171143" y="84214"/>
                  <a:pt x="171343" y="84703"/>
                </a:cubicBezTo>
                <a:cubicBezTo>
                  <a:pt x="171542" y="85191"/>
                  <a:pt x="171775" y="85624"/>
                  <a:pt x="172041" y="86003"/>
                </a:cubicBezTo>
                <a:cubicBezTo>
                  <a:pt x="172307" y="86380"/>
                  <a:pt x="172596" y="86713"/>
                  <a:pt x="172906" y="87003"/>
                </a:cubicBezTo>
                <a:cubicBezTo>
                  <a:pt x="173217" y="87291"/>
                  <a:pt x="173572" y="87502"/>
                  <a:pt x="173971" y="87635"/>
                </a:cubicBezTo>
                <a:cubicBezTo>
                  <a:pt x="174370" y="87768"/>
                  <a:pt x="174792" y="87835"/>
                  <a:pt x="175235" y="87835"/>
                </a:cubicBezTo>
                <a:cubicBezTo>
                  <a:pt x="178341" y="87835"/>
                  <a:pt x="180980" y="87302"/>
                  <a:pt x="183154" y="86236"/>
                </a:cubicBezTo>
                <a:cubicBezTo>
                  <a:pt x="184706" y="87217"/>
                  <a:pt x="185483" y="89091"/>
                  <a:pt x="185483" y="91858"/>
                </a:cubicBezTo>
                <a:cubicBezTo>
                  <a:pt x="180204" y="95076"/>
                  <a:pt x="173527" y="96663"/>
                  <a:pt x="165454" y="96618"/>
                </a:cubicBezTo>
                <a:cubicBezTo>
                  <a:pt x="161372" y="96618"/>
                  <a:pt x="158145" y="95269"/>
                  <a:pt x="155772" y="92572"/>
                </a:cubicBezTo>
                <a:cubicBezTo>
                  <a:pt x="153399" y="89873"/>
                  <a:pt x="152212" y="86761"/>
                  <a:pt x="152212" y="83237"/>
                </a:cubicBezTo>
                <a:cubicBezTo>
                  <a:pt x="152212" y="78395"/>
                  <a:pt x="152345" y="70509"/>
                  <a:pt x="152611" y="59580"/>
                </a:cubicBezTo>
                <a:lnTo>
                  <a:pt x="153010" y="43518"/>
                </a:lnTo>
                <a:lnTo>
                  <a:pt x="144027" y="43518"/>
                </a:lnTo>
                <a:close/>
                <a:moveTo>
                  <a:pt x="229066" y="42187"/>
                </a:moveTo>
                <a:cubicBezTo>
                  <a:pt x="226626" y="42187"/>
                  <a:pt x="224330" y="42765"/>
                  <a:pt x="222179" y="43919"/>
                </a:cubicBezTo>
                <a:cubicBezTo>
                  <a:pt x="220027" y="45073"/>
                  <a:pt x="218308" y="46693"/>
                  <a:pt x="217022" y="48781"/>
                </a:cubicBezTo>
                <a:cubicBezTo>
                  <a:pt x="215869" y="50601"/>
                  <a:pt x="215026" y="52799"/>
                  <a:pt x="214493" y="55375"/>
                </a:cubicBezTo>
                <a:cubicBezTo>
                  <a:pt x="213961" y="57949"/>
                  <a:pt x="213695" y="60879"/>
                  <a:pt x="213695" y="64165"/>
                </a:cubicBezTo>
                <a:cubicBezTo>
                  <a:pt x="213695" y="71988"/>
                  <a:pt x="215048" y="78076"/>
                  <a:pt x="217754" y="82430"/>
                </a:cubicBezTo>
                <a:cubicBezTo>
                  <a:pt x="219040" y="84431"/>
                  <a:pt x="220837" y="86164"/>
                  <a:pt x="223144" y="87631"/>
                </a:cubicBezTo>
                <a:cubicBezTo>
                  <a:pt x="225451" y="89098"/>
                  <a:pt x="227602" y="89831"/>
                  <a:pt x="229598" y="89831"/>
                </a:cubicBezTo>
                <a:cubicBezTo>
                  <a:pt x="236607" y="89831"/>
                  <a:pt x="241931" y="87653"/>
                  <a:pt x="245568" y="83298"/>
                </a:cubicBezTo>
                <a:lnTo>
                  <a:pt x="247764" y="83965"/>
                </a:lnTo>
                <a:cubicBezTo>
                  <a:pt x="247764" y="85520"/>
                  <a:pt x="247986" y="87298"/>
                  <a:pt x="248430" y="89299"/>
                </a:cubicBezTo>
                <a:cubicBezTo>
                  <a:pt x="245324" y="91916"/>
                  <a:pt x="242075" y="93790"/>
                  <a:pt x="238681" y="94921"/>
                </a:cubicBezTo>
                <a:cubicBezTo>
                  <a:pt x="235288" y="96053"/>
                  <a:pt x="231040" y="96618"/>
                  <a:pt x="225939" y="96618"/>
                </a:cubicBezTo>
                <a:cubicBezTo>
                  <a:pt x="215381" y="96618"/>
                  <a:pt x="207440" y="93708"/>
                  <a:pt x="202117" y="87889"/>
                </a:cubicBezTo>
                <a:cubicBezTo>
                  <a:pt x="197193" y="82514"/>
                  <a:pt x="194731" y="75785"/>
                  <a:pt x="194731" y="67700"/>
                </a:cubicBezTo>
                <a:cubicBezTo>
                  <a:pt x="194731" y="57444"/>
                  <a:pt x="197847" y="49497"/>
                  <a:pt x="204080" y="43859"/>
                </a:cubicBezTo>
                <a:cubicBezTo>
                  <a:pt x="210312" y="38220"/>
                  <a:pt x="218242" y="35400"/>
                  <a:pt x="227868" y="35400"/>
                </a:cubicBezTo>
                <a:cubicBezTo>
                  <a:pt x="231151" y="35400"/>
                  <a:pt x="234811" y="35855"/>
                  <a:pt x="238848" y="36764"/>
                </a:cubicBezTo>
                <a:cubicBezTo>
                  <a:pt x="242884" y="37674"/>
                  <a:pt x="245990" y="38727"/>
                  <a:pt x="248163" y="39925"/>
                </a:cubicBezTo>
                <a:lnTo>
                  <a:pt x="248430" y="40324"/>
                </a:lnTo>
                <a:lnTo>
                  <a:pt x="245169" y="53499"/>
                </a:lnTo>
                <a:lnTo>
                  <a:pt x="241310" y="53632"/>
                </a:lnTo>
                <a:cubicBezTo>
                  <a:pt x="238249" y="46002"/>
                  <a:pt x="234167" y="42187"/>
                  <a:pt x="229066" y="42187"/>
                </a:cubicBezTo>
                <a:close/>
                <a:moveTo>
                  <a:pt x="264089" y="30586"/>
                </a:moveTo>
                <a:cubicBezTo>
                  <a:pt x="264089" y="19569"/>
                  <a:pt x="263556" y="11018"/>
                  <a:pt x="262492" y="4932"/>
                </a:cubicBezTo>
                <a:lnTo>
                  <a:pt x="262758" y="4533"/>
                </a:lnTo>
                <a:cubicBezTo>
                  <a:pt x="265286" y="4354"/>
                  <a:pt x="268691" y="3743"/>
                  <a:pt x="272972" y="2699"/>
                </a:cubicBezTo>
                <a:cubicBezTo>
                  <a:pt x="277253" y="1655"/>
                  <a:pt x="280347" y="756"/>
                  <a:pt x="282254" y="0"/>
                </a:cubicBezTo>
                <a:cubicBezTo>
                  <a:pt x="283053" y="0"/>
                  <a:pt x="283452" y="466"/>
                  <a:pt x="283452" y="1399"/>
                </a:cubicBezTo>
                <a:cubicBezTo>
                  <a:pt x="282565" y="8689"/>
                  <a:pt x="282099" y="17241"/>
                  <a:pt x="282055" y="27057"/>
                </a:cubicBezTo>
                <a:lnTo>
                  <a:pt x="282055" y="35521"/>
                </a:lnTo>
                <a:lnTo>
                  <a:pt x="281523" y="47380"/>
                </a:lnTo>
                <a:lnTo>
                  <a:pt x="282055" y="47646"/>
                </a:lnTo>
                <a:cubicBezTo>
                  <a:pt x="285071" y="43831"/>
                  <a:pt x="288787" y="40836"/>
                  <a:pt x="293201" y="38663"/>
                </a:cubicBezTo>
                <a:cubicBezTo>
                  <a:pt x="297614" y="36488"/>
                  <a:pt x="301685" y="35400"/>
                  <a:pt x="305411" y="35400"/>
                </a:cubicBezTo>
                <a:cubicBezTo>
                  <a:pt x="317122" y="35400"/>
                  <a:pt x="322978" y="42125"/>
                  <a:pt x="322978" y="55575"/>
                </a:cubicBezTo>
                <a:lnTo>
                  <a:pt x="322978" y="70700"/>
                </a:lnTo>
                <a:cubicBezTo>
                  <a:pt x="322978" y="81361"/>
                  <a:pt x="323421" y="89557"/>
                  <a:pt x="324309" y="95287"/>
                </a:cubicBezTo>
                <a:lnTo>
                  <a:pt x="324043" y="95687"/>
                </a:lnTo>
                <a:cubicBezTo>
                  <a:pt x="321603" y="95421"/>
                  <a:pt x="318830" y="95287"/>
                  <a:pt x="315725" y="95287"/>
                </a:cubicBezTo>
                <a:lnTo>
                  <a:pt x="304280" y="95687"/>
                </a:lnTo>
                <a:lnTo>
                  <a:pt x="304147" y="95287"/>
                </a:lnTo>
                <a:cubicBezTo>
                  <a:pt x="304679" y="90445"/>
                  <a:pt x="304967" y="82249"/>
                  <a:pt x="305012" y="70700"/>
                </a:cubicBezTo>
                <a:lnTo>
                  <a:pt x="305012" y="58573"/>
                </a:lnTo>
                <a:cubicBezTo>
                  <a:pt x="305012" y="50133"/>
                  <a:pt x="302638" y="45914"/>
                  <a:pt x="297892" y="45914"/>
                </a:cubicBezTo>
                <a:cubicBezTo>
                  <a:pt x="292879" y="45914"/>
                  <a:pt x="287600" y="49534"/>
                  <a:pt x="282055" y="56774"/>
                </a:cubicBezTo>
                <a:lnTo>
                  <a:pt x="282055" y="70700"/>
                </a:lnTo>
                <a:cubicBezTo>
                  <a:pt x="282055" y="80873"/>
                  <a:pt x="282343" y="89069"/>
                  <a:pt x="282920" y="95287"/>
                </a:cubicBezTo>
                <a:lnTo>
                  <a:pt x="282654" y="95687"/>
                </a:lnTo>
                <a:cubicBezTo>
                  <a:pt x="279637" y="95421"/>
                  <a:pt x="276576" y="95287"/>
                  <a:pt x="273471" y="95287"/>
                </a:cubicBezTo>
                <a:lnTo>
                  <a:pt x="262625" y="95687"/>
                </a:lnTo>
                <a:lnTo>
                  <a:pt x="262492" y="95287"/>
                </a:lnTo>
                <a:cubicBezTo>
                  <a:pt x="263601" y="88357"/>
                  <a:pt x="264133" y="80161"/>
                  <a:pt x="264089" y="70698"/>
                </a:cubicBezTo>
                <a:lnTo>
                  <a:pt x="264089" y="30586"/>
                </a:lnTo>
                <a:close/>
                <a:moveTo>
                  <a:pt x="403907" y="89831"/>
                </a:moveTo>
                <a:cubicBezTo>
                  <a:pt x="412335" y="89831"/>
                  <a:pt x="416572" y="85131"/>
                  <a:pt x="416616" y="75730"/>
                </a:cubicBezTo>
                <a:cubicBezTo>
                  <a:pt x="416616" y="73102"/>
                  <a:pt x="415474" y="70485"/>
                  <a:pt x="413189" y="67879"/>
                </a:cubicBezTo>
                <a:cubicBezTo>
                  <a:pt x="410905" y="65271"/>
                  <a:pt x="408077" y="63099"/>
                  <a:pt x="404705" y="61362"/>
                </a:cubicBezTo>
                <a:cubicBezTo>
                  <a:pt x="395256" y="56506"/>
                  <a:pt x="388669" y="52428"/>
                  <a:pt x="384942" y="49128"/>
                </a:cubicBezTo>
                <a:cubicBezTo>
                  <a:pt x="383035" y="47434"/>
                  <a:pt x="381416" y="45717"/>
                  <a:pt x="380085" y="43978"/>
                </a:cubicBezTo>
                <a:cubicBezTo>
                  <a:pt x="377290" y="40322"/>
                  <a:pt x="375871" y="35396"/>
                  <a:pt x="375826" y="29199"/>
                </a:cubicBezTo>
                <a:cubicBezTo>
                  <a:pt x="375826" y="22154"/>
                  <a:pt x="378732" y="16436"/>
                  <a:pt x="384543" y="12044"/>
                </a:cubicBezTo>
                <a:cubicBezTo>
                  <a:pt x="390354" y="7652"/>
                  <a:pt x="397275" y="5456"/>
                  <a:pt x="405304" y="5456"/>
                </a:cubicBezTo>
                <a:cubicBezTo>
                  <a:pt x="410228" y="5456"/>
                  <a:pt x="414997" y="5960"/>
                  <a:pt x="419611" y="6968"/>
                </a:cubicBezTo>
                <a:cubicBezTo>
                  <a:pt x="424224" y="7976"/>
                  <a:pt x="427618" y="9018"/>
                  <a:pt x="429791" y="10094"/>
                </a:cubicBezTo>
                <a:lnTo>
                  <a:pt x="433052" y="11705"/>
                </a:lnTo>
                <a:lnTo>
                  <a:pt x="433385" y="12108"/>
                </a:lnTo>
                <a:cubicBezTo>
                  <a:pt x="432364" y="15316"/>
                  <a:pt x="431455" y="20774"/>
                  <a:pt x="430656" y="28482"/>
                </a:cubicBezTo>
                <a:lnTo>
                  <a:pt x="426531" y="28684"/>
                </a:lnTo>
                <a:cubicBezTo>
                  <a:pt x="424357" y="24584"/>
                  <a:pt x="421452" y="20820"/>
                  <a:pt x="417814" y="17390"/>
                </a:cubicBezTo>
                <a:cubicBezTo>
                  <a:pt x="414176" y="13959"/>
                  <a:pt x="410494" y="12244"/>
                  <a:pt x="406768" y="12244"/>
                </a:cubicBezTo>
                <a:cubicBezTo>
                  <a:pt x="403130" y="12244"/>
                  <a:pt x="400158" y="13569"/>
                  <a:pt x="397851" y="16219"/>
                </a:cubicBezTo>
                <a:cubicBezTo>
                  <a:pt x="395545" y="18870"/>
                  <a:pt x="394391" y="21955"/>
                  <a:pt x="394391" y="25475"/>
                </a:cubicBezTo>
                <a:cubicBezTo>
                  <a:pt x="394391" y="27836"/>
                  <a:pt x="394735" y="29941"/>
                  <a:pt x="395423" y="31790"/>
                </a:cubicBezTo>
                <a:cubicBezTo>
                  <a:pt x="396110" y="33640"/>
                  <a:pt x="397197" y="35221"/>
                  <a:pt x="398683" y="36535"/>
                </a:cubicBezTo>
                <a:cubicBezTo>
                  <a:pt x="400169" y="37850"/>
                  <a:pt x="401567" y="38875"/>
                  <a:pt x="402875" y="39611"/>
                </a:cubicBezTo>
                <a:cubicBezTo>
                  <a:pt x="404184" y="40346"/>
                  <a:pt x="405992" y="41247"/>
                  <a:pt x="408298" y="42316"/>
                </a:cubicBezTo>
                <a:cubicBezTo>
                  <a:pt x="412025" y="44053"/>
                  <a:pt x="415064" y="45590"/>
                  <a:pt x="417415" y="46926"/>
                </a:cubicBezTo>
                <a:cubicBezTo>
                  <a:pt x="419766" y="48263"/>
                  <a:pt x="422505" y="50090"/>
                  <a:pt x="425633" y="52408"/>
                </a:cubicBezTo>
                <a:cubicBezTo>
                  <a:pt x="428760" y="54724"/>
                  <a:pt x="431144" y="57364"/>
                  <a:pt x="432786" y="60326"/>
                </a:cubicBezTo>
                <a:cubicBezTo>
                  <a:pt x="434427" y="63289"/>
                  <a:pt x="435248" y="66552"/>
                  <a:pt x="435248" y="70116"/>
                </a:cubicBezTo>
                <a:cubicBezTo>
                  <a:pt x="435248" y="77341"/>
                  <a:pt x="432231" y="83565"/>
                  <a:pt x="426198" y="88787"/>
                </a:cubicBezTo>
                <a:cubicBezTo>
                  <a:pt x="420165" y="94008"/>
                  <a:pt x="412335" y="96618"/>
                  <a:pt x="402709" y="96618"/>
                </a:cubicBezTo>
                <a:cubicBezTo>
                  <a:pt x="397785" y="96618"/>
                  <a:pt x="392872" y="96138"/>
                  <a:pt x="387970" y="95177"/>
                </a:cubicBezTo>
                <a:cubicBezTo>
                  <a:pt x="383068" y="94217"/>
                  <a:pt x="379419" y="93245"/>
                  <a:pt x="377024" y="92264"/>
                </a:cubicBezTo>
                <a:lnTo>
                  <a:pt x="373364" y="90727"/>
                </a:lnTo>
                <a:lnTo>
                  <a:pt x="373098" y="90343"/>
                </a:lnTo>
                <a:cubicBezTo>
                  <a:pt x="374118" y="86605"/>
                  <a:pt x="375028" y="81044"/>
                  <a:pt x="375826" y="73659"/>
                </a:cubicBezTo>
                <a:lnTo>
                  <a:pt x="379419" y="73524"/>
                </a:lnTo>
                <a:cubicBezTo>
                  <a:pt x="381948" y="77445"/>
                  <a:pt x="385685" y="81143"/>
                  <a:pt x="390632" y="84618"/>
                </a:cubicBezTo>
                <a:cubicBezTo>
                  <a:pt x="395578" y="88093"/>
                  <a:pt x="400003" y="89831"/>
                  <a:pt x="403907" y="89831"/>
                </a:cubicBezTo>
                <a:close/>
                <a:moveTo>
                  <a:pt x="466451" y="57093"/>
                </a:moveTo>
                <a:lnTo>
                  <a:pt x="487212" y="57093"/>
                </a:lnTo>
                <a:cubicBezTo>
                  <a:pt x="487389" y="56922"/>
                  <a:pt x="487478" y="56007"/>
                  <a:pt x="487478" y="54348"/>
                </a:cubicBezTo>
                <a:cubicBezTo>
                  <a:pt x="487478" y="49626"/>
                  <a:pt x="486502" y="46308"/>
                  <a:pt x="484550" y="44394"/>
                </a:cubicBezTo>
                <a:cubicBezTo>
                  <a:pt x="482598" y="42479"/>
                  <a:pt x="480424" y="41522"/>
                  <a:pt x="478029" y="41522"/>
                </a:cubicBezTo>
                <a:cubicBezTo>
                  <a:pt x="474835" y="41522"/>
                  <a:pt x="472395" y="42777"/>
                  <a:pt x="470709" y="45288"/>
                </a:cubicBezTo>
                <a:cubicBezTo>
                  <a:pt x="467959" y="49158"/>
                  <a:pt x="466539" y="53093"/>
                  <a:pt x="466451" y="57093"/>
                </a:cubicBezTo>
                <a:moveTo>
                  <a:pt x="503248" y="77654"/>
                </a:moveTo>
                <a:cubicBezTo>
                  <a:pt x="504623" y="77654"/>
                  <a:pt x="505311" y="79051"/>
                  <a:pt x="505311" y="81846"/>
                </a:cubicBezTo>
                <a:cubicBezTo>
                  <a:pt x="498568" y="91694"/>
                  <a:pt x="490073" y="96618"/>
                  <a:pt x="479825" y="96618"/>
                </a:cubicBezTo>
                <a:cubicBezTo>
                  <a:pt x="470022" y="96618"/>
                  <a:pt x="462613" y="94350"/>
                  <a:pt x="457601" y="89814"/>
                </a:cubicBezTo>
                <a:cubicBezTo>
                  <a:pt x="454806" y="87280"/>
                  <a:pt x="452588" y="83980"/>
                  <a:pt x="450946" y="79912"/>
                </a:cubicBezTo>
                <a:cubicBezTo>
                  <a:pt x="449305" y="75843"/>
                  <a:pt x="448484" y="71764"/>
                  <a:pt x="448484" y="67673"/>
                </a:cubicBezTo>
                <a:cubicBezTo>
                  <a:pt x="448484" y="57692"/>
                  <a:pt x="451501" y="49707"/>
                  <a:pt x="457534" y="43718"/>
                </a:cubicBezTo>
                <a:cubicBezTo>
                  <a:pt x="463567" y="37729"/>
                  <a:pt x="470687" y="34735"/>
                  <a:pt x="478894" y="34735"/>
                </a:cubicBezTo>
                <a:cubicBezTo>
                  <a:pt x="488077" y="34735"/>
                  <a:pt x="494686" y="37045"/>
                  <a:pt x="498723" y="41665"/>
                </a:cubicBezTo>
                <a:cubicBezTo>
                  <a:pt x="502760" y="46286"/>
                  <a:pt x="504779" y="51871"/>
                  <a:pt x="504779" y="58421"/>
                </a:cubicBezTo>
                <a:cubicBezTo>
                  <a:pt x="504779" y="62060"/>
                  <a:pt x="503448" y="63880"/>
                  <a:pt x="500786" y="63880"/>
                </a:cubicBezTo>
                <a:lnTo>
                  <a:pt x="465918" y="63880"/>
                </a:lnTo>
                <a:lnTo>
                  <a:pt x="465918" y="66076"/>
                </a:lnTo>
                <a:cubicBezTo>
                  <a:pt x="465918" y="73795"/>
                  <a:pt x="467604" y="79085"/>
                  <a:pt x="470975" y="81946"/>
                </a:cubicBezTo>
                <a:cubicBezTo>
                  <a:pt x="474347" y="84807"/>
                  <a:pt x="479071" y="86238"/>
                  <a:pt x="485149" y="86238"/>
                </a:cubicBezTo>
                <a:cubicBezTo>
                  <a:pt x="487855" y="86238"/>
                  <a:pt x="490894" y="85484"/>
                  <a:pt x="494265" y="83975"/>
                </a:cubicBezTo>
                <a:cubicBezTo>
                  <a:pt x="497636" y="82467"/>
                  <a:pt x="500631" y="80360"/>
                  <a:pt x="503248" y="77654"/>
                </a:cubicBezTo>
                <a:close/>
                <a:moveTo>
                  <a:pt x="523150" y="67966"/>
                </a:moveTo>
                <a:lnTo>
                  <a:pt x="523150" y="30584"/>
                </a:lnTo>
                <a:cubicBezTo>
                  <a:pt x="523150" y="19567"/>
                  <a:pt x="522618" y="11016"/>
                  <a:pt x="521553" y="4930"/>
                </a:cubicBezTo>
                <a:lnTo>
                  <a:pt x="521819" y="4531"/>
                </a:lnTo>
                <a:cubicBezTo>
                  <a:pt x="524348" y="4354"/>
                  <a:pt x="527752" y="3743"/>
                  <a:pt x="532033" y="2699"/>
                </a:cubicBezTo>
                <a:cubicBezTo>
                  <a:pt x="536314" y="1655"/>
                  <a:pt x="539408" y="756"/>
                  <a:pt x="541316" y="0"/>
                </a:cubicBezTo>
                <a:cubicBezTo>
                  <a:pt x="542336" y="0"/>
                  <a:pt x="542824" y="466"/>
                  <a:pt x="542780" y="1399"/>
                </a:cubicBezTo>
                <a:cubicBezTo>
                  <a:pt x="541671" y="10151"/>
                  <a:pt x="541116" y="18702"/>
                  <a:pt x="541116" y="27053"/>
                </a:cubicBezTo>
                <a:lnTo>
                  <a:pt x="541116" y="67966"/>
                </a:lnTo>
                <a:cubicBezTo>
                  <a:pt x="541116" y="78894"/>
                  <a:pt x="541671" y="88001"/>
                  <a:pt x="542780" y="95287"/>
                </a:cubicBezTo>
                <a:lnTo>
                  <a:pt x="542513" y="95687"/>
                </a:lnTo>
                <a:cubicBezTo>
                  <a:pt x="538698" y="95421"/>
                  <a:pt x="535238" y="95287"/>
                  <a:pt x="532133" y="95287"/>
                </a:cubicBezTo>
                <a:lnTo>
                  <a:pt x="521686" y="95687"/>
                </a:lnTo>
                <a:lnTo>
                  <a:pt x="521553" y="95287"/>
                </a:lnTo>
                <a:cubicBezTo>
                  <a:pt x="522618" y="88357"/>
                  <a:pt x="523150" y="79250"/>
                  <a:pt x="523150" y="67966"/>
                </a:cubicBezTo>
                <a:close/>
                <a:moveTo>
                  <a:pt x="576290" y="57093"/>
                </a:moveTo>
                <a:lnTo>
                  <a:pt x="597051" y="57093"/>
                </a:lnTo>
                <a:cubicBezTo>
                  <a:pt x="597228" y="56922"/>
                  <a:pt x="597317" y="56007"/>
                  <a:pt x="597317" y="54348"/>
                </a:cubicBezTo>
                <a:cubicBezTo>
                  <a:pt x="597317" y="49626"/>
                  <a:pt x="596341" y="46308"/>
                  <a:pt x="594389" y="44394"/>
                </a:cubicBezTo>
                <a:cubicBezTo>
                  <a:pt x="592437" y="42479"/>
                  <a:pt x="590264" y="41522"/>
                  <a:pt x="587868" y="41522"/>
                </a:cubicBezTo>
                <a:cubicBezTo>
                  <a:pt x="584674" y="41522"/>
                  <a:pt x="582234" y="42777"/>
                  <a:pt x="580549" y="45288"/>
                </a:cubicBezTo>
                <a:cubicBezTo>
                  <a:pt x="577798" y="49158"/>
                  <a:pt x="576379" y="53093"/>
                  <a:pt x="576290" y="57093"/>
                </a:cubicBezTo>
                <a:moveTo>
                  <a:pt x="613088" y="77654"/>
                </a:moveTo>
                <a:cubicBezTo>
                  <a:pt x="614463" y="77654"/>
                  <a:pt x="615150" y="79051"/>
                  <a:pt x="615150" y="81846"/>
                </a:cubicBezTo>
                <a:cubicBezTo>
                  <a:pt x="608407" y="91694"/>
                  <a:pt x="599912" y="96618"/>
                  <a:pt x="589665" y="96618"/>
                </a:cubicBezTo>
                <a:cubicBezTo>
                  <a:pt x="579861" y="96618"/>
                  <a:pt x="572453" y="94350"/>
                  <a:pt x="567440" y="89814"/>
                </a:cubicBezTo>
                <a:cubicBezTo>
                  <a:pt x="564645" y="87280"/>
                  <a:pt x="562427" y="83980"/>
                  <a:pt x="560786" y="79912"/>
                </a:cubicBezTo>
                <a:cubicBezTo>
                  <a:pt x="559145" y="75843"/>
                  <a:pt x="558324" y="71764"/>
                  <a:pt x="558324" y="67673"/>
                </a:cubicBezTo>
                <a:cubicBezTo>
                  <a:pt x="558324" y="57692"/>
                  <a:pt x="561340" y="49707"/>
                  <a:pt x="567373" y="43718"/>
                </a:cubicBezTo>
                <a:cubicBezTo>
                  <a:pt x="573407" y="37729"/>
                  <a:pt x="580527" y="34735"/>
                  <a:pt x="588733" y="34735"/>
                </a:cubicBezTo>
                <a:cubicBezTo>
                  <a:pt x="597916" y="34735"/>
                  <a:pt x="604526" y="37045"/>
                  <a:pt x="608563" y="41665"/>
                </a:cubicBezTo>
                <a:cubicBezTo>
                  <a:pt x="612600" y="46286"/>
                  <a:pt x="614618" y="51871"/>
                  <a:pt x="614618" y="58421"/>
                </a:cubicBezTo>
                <a:cubicBezTo>
                  <a:pt x="614618" y="62060"/>
                  <a:pt x="613287" y="63880"/>
                  <a:pt x="610625" y="63880"/>
                </a:cubicBezTo>
                <a:lnTo>
                  <a:pt x="575758" y="63880"/>
                </a:lnTo>
                <a:lnTo>
                  <a:pt x="575758" y="66076"/>
                </a:lnTo>
                <a:cubicBezTo>
                  <a:pt x="575758" y="73795"/>
                  <a:pt x="577443" y="79085"/>
                  <a:pt x="580815" y="81946"/>
                </a:cubicBezTo>
                <a:cubicBezTo>
                  <a:pt x="584186" y="84807"/>
                  <a:pt x="588911" y="86238"/>
                  <a:pt x="594988" y="86238"/>
                </a:cubicBezTo>
                <a:cubicBezTo>
                  <a:pt x="597694" y="86238"/>
                  <a:pt x="600733" y="85484"/>
                  <a:pt x="604104" y="83975"/>
                </a:cubicBezTo>
                <a:cubicBezTo>
                  <a:pt x="607476" y="82467"/>
                  <a:pt x="610470" y="80360"/>
                  <a:pt x="613088" y="77654"/>
                </a:cubicBezTo>
                <a:close/>
                <a:moveTo>
                  <a:pt x="661337" y="42187"/>
                </a:moveTo>
                <a:cubicBezTo>
                  <a:pt x="658897" y="42187"/>
                  <a:pt x="656601" y="42765"/>
                  <a:pt x="654450" y="43919"/>
                </a:cubicBezTo>
                <a:cubicBezTo>
                  <a:pt x="652298" y="45073"/>
                  <a:pt x="650579" y="46693"/>
                  <a:pt x="649293" y="48781"/>
                </a:cubicBezTo>
                <a:cubicBezTo>
                  <a:pt x="648139" y="50601"/>
                  <a:pt x="647297" y="52799"/>
                  <a:pt x="646764" y="55375"/>
                </a:cubicBezTo>
                <a:cubicBezTo>
                  <a:pt x="646232" y="57949"/>
                  <a:pt x="645966" y="60879"/>
                  <a:pt x="645966" y="64165"/>
                </a:cubicBezTo>
                <a:cubicBezTo>
                  <a:pt x="645966" y="71988"/>
                  <a:pt x="647319" y="78076"/>
                  <a:pt x="650025" y="82430"/>
                </a:cubicBezTo>
                <a:cubicBezTo>
                  <a:pt x="651311" y="84431"/>
                  <a:pt x="653108" y="86164"/>
                  <a:pt x="655415" y="87631"/>
                </a:cubicBezTo>
                <a:cubicBezTo>
                  <a:pt x="657721" y="89098"/>
                  <a:pt x="659873" y="89831"/>
                  <a:pt x="661869" y="89831"/>
                </a:cubicBezTo>
                <a:cubicBezTo>
                  <a:pt x="668878" y="89831"/>
                  <a:pt x="674202" y="87653"/>
                  <a:pt x="677839" y="83298"/>
                </a:cubicBezTo>
                <a:lnTo>
                  <a:pt x="680035" y="83965"/>
                </a:lnTo>
                <a:cubicBezTo>
                  <a:pt x="680035" y="85520"/>
                  <a:pt x="680257" y="87298"/>
                  <a:pt x="680700" y="89299"/>
                </a:cubicBezTo>
                <a:cubicBezTo>
                  <a:pt x="677595" y="91916"/>
                  <a:pt x="674346" y="93790"/>
                  <a:pt x="670952" y="94921"/>
                </a:cubicBezTo>
                <a:cubicBezTo>
                  <a:pt x="667558" y="96053"/>
                  <a:pt x="663311" y="96618"/>
                  <a:pt x="658209" y="96618"/>
                </a:cubicBezTo>
                <a:cubicBezTo>
                  <a:pt x="647651" y="96618"/>
                  <a:pt x="639711" y="93708"/>
                  <a:pt x="634388" y="87889"/>
                </a:cubicBezTo>
                <a:cubicBezTo>
                  <a:pt x="629463" y="82514"/>
                  <a:pt x="627001" y="75785"/>
                  <a:pt x="627001" y="67700"/>
                </a:cubicBezTo>
                <a:cubicBezTo>
                  <a:pt x="627001" y="57444"/>
                  <a:pt x="630118" y="49497"/>
                  <a:pt x="636351" y="43859"/>
                </a:cubicBezTo>
                <a:cubicBezTo>
                  <a:pt x="642583" y="38220"/>
                  <a:pt x="650513" y="35400"/>
                  <a:pt x="660139" y="35400"/>
                </a:cubicBezTo>
                <a:cubicBezTo>
                  <a:pt x="663422" y="35400"/>
                  <a:pt x="667082" y="35855"/>
                  <a:pt x="671118" y="36764"/>
                </a:cubicBezTo>
                <a:cubicBezTo>
                  <a:pt x="675155" y="37674"/>
                  <a:pt x="678261" y="38727"/>
                  <a:pt x="680434" y="39925"/>
                </a:cubicBezTo>
                <a:lnTo>
                  <a:pt x="680700" y="40324"/>
                </a:lnTo>
                <a:lnTo>
                  <a:pt x="677440" y="53499"/>
                </a:lnTo>
                <a:lnTo>
                  <a:pt x="673580" y="53632"/>
                </a:lnTo>
                <a:cubicBezTo>
                  <a:pt x="670520" y="46002"/>
                  <a:pt x="666438" y="42187"/>
                  <a:pt x="661337" y="42187"/>
                </a:cubicBezTo>
                <a:close/>
                <a:moveTo>
                  <a:pt x="687908" y="43518"/>
                </a:moveTo>
                <a:cubicBezTo>
                  <a:pt x="686710" y="43518"/>
                  <a:pt x="686133" y="42793"/>
                  <a:pt x="686178" y="41343"/>
                </a:cubicBezTo>
                <a:cubicBezTo>
                  <a:pt x="686178" y="40332"/>
                  <a:pt x="686488" y="39311"/>
                  <a:pt x="687109" y="38280"/>
                </a:cubicBezTo>
                <a:cubicBezTo>
                  <a:pt x="687730" y="37247"/>
                  <a:pt x="688374" y="36731"/>
                  <a:pt x="689039" y="36731"/>
                </a:cubicBezTo>
                <a:lnTo>
                  <a:pt x="696891" y="36731"/>
                </a:lnTo>
                <a:cubicBezTo>
                  <a:pt x="696891" y="31363"/>
                  <a:pt x="696580" y="26794"/>
                  <a:pt x="695959" y="23023"/>
                </a:cubicBezTo>
                <a:lnTo>
                  <a:pt x="696226" y="22558"/>
                </a:lnTo>
                <a:cubicBezTo>
                  <a:pt x="699863" y="21759"/>
                  <a:pt x="705763" y="19718"/>
                  <a:pt x="713926" y="16436"/>
                </a:cubicBezTo>
                <a:cubicBezTo>
                  <a:pt x="714724" y="16436"/>
                  <a:pt x="715146" y="16902"/>
                  <a:pt x="715190" y="17833"/>
                </a:cubicBezTo>
                <a:cubicBezTo>
                  <a:pt x="714746" y="24487"/>
                  <a:pt x="714524" y="30787"/>
                  <a:pt x="714524" y="36731"/>
                </a:cubicBezTo>
                <a:lnTo>
                  <a:pt x="729097" y="36731"/>
                </a:lnTo>
                <a:cubicBezTo>
                  <a:pt x="729807" y="36731"/>
                  <a:pt x="730162" y="37016"/>
                  <a:pt x="730162" y="37588"/>
                </a:cubicBezTo>
                <a:lnTo>
                  <a:pt x="730162" y="41738"/>
                </a:lnTo>
                <a:cubicBezTo>
                  <a:pt x="730162" y="42925"/>
                  <a:pt x="729075" y="43518"/>
                  <a:pt x="726901" y="43518"/>
                </a:cubicBezTo>
                <a:lnTo>
                  <a:pt x="714524" y="43518"/>
                </a:lnTo>
                <a:lnTo>
                  <a:pt x="714192" y="58114"/>
                </a:lnTo>
                <a:cubicBezTo>
                  <a:pt x="714103" y="63089"/>
                  <a:pt x="714059" y="69508"/>
                  <a:pt x="714059" y="77371"/>
                </a:cubicBezTo>
                <a:cubicBezTo>
                  <a:pt x="714059" y="78082"/>
                  <a:pt x="714081" y="78760"/>
                  <a:pt x="714125" y="79405"/>
                </a:cubicBezTo>
                <a:cubicBezTo>
                  <a:pt x="714170" y="80049"/>
                  <a:pt x="714236" y="80694"/>
                  <a:pt x="714325" y="81339"/>
                </a:cubicBezTo>
                <a:cubicBezTo>
                  <a:pt x="714414" y="81982"/>
                  <a:pt x="714536" y="82581"/>
                  <a:pt x="714691" y="83137"/>
                </a:cubicBezTo>
                <a:cubicBezTo>
                  <a:pt x="714846" y="83692"/>
                  <a:pt x="715024" y="84214"/>
                  <a:pt x="715223" y="84703"/>
                </a:cubicBezTo>
                <a:cubicBezTo>
                  <a:pt x="715423" y="85191"/>
                  <a:pt x="715656" y="85624"/>
                  <a:pt x="715922" y="86003"/>
                </a:cubicBezTo>
                <a:cubicBezTo>
                  <a:pt x="716188" y="86380"/>
                  <a:pt x="716476" y="86713"/>
                  <a:pt x="716787" y="87003"/>
                </a:cubicBezTo>
                <a:cubicBezTo>
                  <a:pt x="717097" y="87291"/>
                  <a:pt x="717452" y="87502"/>
                  <a:pt x="717852" y="87635"/>
                </a:cubicBezTo>
                <a:cubicBezTo>
                  <a:pt x="718251" y="87768"/>
                  <a:pt x="718672" y="87835"/>
                  <a:pt x="719116" y="87835"/>
                </a:cubicBezTo>
                <a:cubicBezTo>
                  <a:pt x="722221" y="87835"/>
                  <a:pt x="724861" y="87302"/>
                  <a:pt x="727034" y="86236"/>
                </a:cubicBezTo>
                <a:cubicBezTo>
                  <a:pt x="728587" y="87217"/>
                  <a:pt x="729363" y="89091"/>
                  <a:pt x="729363" y="91858"/>
                </a:cubicBezTo>
                <a:cubicBezTo>
                  <a:pt x="724084" y="95076"/>
                  <a:pt x="717408" y="96663"/>
                  <a:pt x="709334" y="96618"/>
                </a:cubicBezTo>
                <a:cubicBezTo>
                  <a:pt x="705253" y="96618"/>
                  <a:pt x="702026" y="95269"/>
                  <a:pt x="699652" y="92572"/>
                </a:cubicBezTo>
                <a:cubicBezTo>
                  <a:pt x="697279" y="89873"/>
                  <a:pt x="696092" y="86761"/>
                  <a:pt x="696092" y="83237"/>
                </a:cubicBezTo>
                <a:cubicBezTo>
                  <a:pt x="696092" y="78395"/>
                  <a:pt x="696226" y="70509"/>
                  <a:pt x="696492" y="59580"/>
                </a:cubicBezTo>
                <a:lnTo>
                  <a:pt x="696891" y="43518"/>
                </a:lnTo>
                <a:lnTo>
                  <a:pt x="687908" y="43518"/>
                </a:lnTo>
                <a:close/>
                <a:moveTo>
                  <a:pt x="746863" y="19422"/>
                </a:moveTo>
                <a:cubicBezTo>
                  <a:pt x="744911" y="17552"/>
                  <a:pt x="743935" y="15248"/>
                  <a:pt x="743935" y="12510"/>
                </a:cubicBezTo>
                <a:cubicBezTo>
                  <a:pt x="743935" y="9772"/>
                  <a:pt x="744911" y="7469"/>
                  <a:pt x="746863" y="5600"/>
                </a:cubicBezTo>
                <a:cubicBezTo>
                  <a:pt x="748814" y="3730"/>
                  <a:pt x="751243" y="2795"/>
                  <a:pt x="754149" y="2795"/>
                </a:cubicBezTo>
                <a:cubicBezTo>
                  <a:pt x="757054" y="2795"/>
                  <a:pt x="759483" y="3730"/>
                  <a:pt x="761435" y="5600"/>
                </a:cubicBezTo>
                <a:cubicBezTo>
                  <a:pt x="763387" y="7469"/>
                  <a:pt x="764363" y="9772"/>
                  <a:pt x="764363" y="12510"/>
                </a:cubicBezTo>
                <a:cubicBezTo>
                  <a:pt x="764363" y="15248"/>
                  <a:pt x="763387" y="17552"/>
                  <a:pt x="761435" y="19422"/>
                </a:cubicBezTo>
                <a:cubicBezTo>
                  <a:pt x="759483" y="21291"/>
                  <a:pt x="757054" y="22225"/>
                  <a:pt x="754149" y="22225"/>
                </a:cubicBezTo>
                <a:cubicBezTo>
                  <a:pt x="751243" y="22225"/>
                  <a:pt x="748814" y="21291"/>
                  <a:pt x="746863" y="19422"/>
                </a:cubicBezTo>
                <a:moveTo>
                  <a:pt x="745132" y="63244"/>
                </a:moveTo>
                <a:cubicBezTo>
                  <a:pt x="745132" y="50587"/>
                  <a:pt x="744689" y="41794"/>
                  <a:pt x="743802" y="36864"/>
                </a:cubicBezTo>
                <a:lnTo>
                  <a:pt x="744201" y="36332"/>
                </a:lnTo>
                <a:cubicBezTo>
                  <a:pt x="744644" y="36332"/>
                  <a:pt x="746031" y="36398"/>
                  <a:pt x="748360" y="36531"/>
                </a:cubicBezTo>
                <a:cubicBezTo>
                  <a:pt x="750689" y="36664"/>
                  <a:pt x="752519" y="36731"/>
                  <a:pt x="753849" y="36731"/>
                </a:cubicBezTo>
                <a:cubicBezTo>
                  <a:pt x="756112" y="36731"/>
                  <a:pt x="759261" y="36509"/>
                  <a:pt x="763298" y="36066"/>
                </a:cubicBezTo>
                <a:cubicBezTo>
                  <a:pt x="764097" y="36066"/>
                  <a:pt x="764496" y="36531"/>
                  <a:pt x="764496" y="37463"/>
                </a:cubicBezTo>
                <a:cubicBezTo>
                  <a:pt x="763609" y="48566"/>
                  <a:pt x="763165" y="56648"/>
                  <a:pt x="763165" y="61711"/>
                </a:cubicBezTo>
                <a:lnTo>
                  <a:pt x="763165" y="70705"/>
                </a:lnTo>
                <a:cubicBezTo>
                  <a:pt x="763165" y="80608"/>
                  <a:pt x="763609" y="88802"/>
                  <a:pt x="764496" y="95287"/>
                </a:cubicBezTo>
                <a:lnTo>
                  <a:pt x="764230" y="95687"/>
                </a:lnTo>
                <a:cubicBezTo>
                  <a:pt x="760149" y="95421"/>
                  <a:pt x="756788" y="95287"/>
                  <a:pt x="754149" y="95287"/>
                </a:cubicBezTo>
                <a:cubicBezTo>
                  <a:pt x="751509" y="95287"/>
                  <a:pt x="748149" y="95421"/>
                  <a:pt x="744068" y="95687"/>
                </a:cubicBezTo>
                <a:lnTo>
                  <a:pt x="743802" y="95287"/>
                </a:lnTo>
                <a:cubicBezTo>
                  <a:pt x="744689" y="89114"/>
                  <a:pt x="745132" y="80920"/>
                  <a:pt x="745132" y="70705"/>
                </a:cubicBezTo>
                <a:lnTo>
                  <a:pt x="745132" y="63244"/>
                </a:lnTo>
                <a:close/>
                <a:moveTo>
                  <a:pt x="780179" y="67309"/>
                </a:moveTo>
                <a:cubicBezTo>
                  <a:pt x="780179" y="57050"/>
                  <a:pt x="783196" y="49146"/>
                  <a:pt x="789229" y="43595"/>
                </a:cubicBezTo>
                <a:cubicBezTo>
                  <a:pt x="795262" y="38043"/>
                  <a:pt x="803336" y="35311"/>
                  <a:pt x="813450" y="35400"/>
                </a:cubicBezTo>
                <a:cubicBezTo>
                  <a:pt x="824452" y="35400"/>
                  <a:pt x="832647" y="38220"/>
                  <a:pt x="838037" y="43861"/>
                </a:cubicBezTo>
                <a:cubicBezTo>
                  <a:pt x="843427" y="49501"/>
                  <a:pt x="846122" y="56917"/>
                  <a:pt x="846122" y="66109"/>
                </a:cubicBezTo>
                <a:cubicBezTo>
                  <a:pt x="846122" y="75568"/>
                  <a:pt x="843216" y="83017"/>
                  <a:pt x="837405" y="88459"/>
                </a:cubicBezTo>
                <a:cubicBezTo>
                  <a:pt x="831594" y="93898"/>
                  <a:pt x="823520" y="96618"/>
                  <a:pt x="813184" y="96618"/>
                </a:cubicBezTo>
                <a:cubicBezTo>
                  <a:pt x="803025" y="96618"/>
                  <a:pt x="794985" y="94009"/>
                  <a:pt x="789063" y="88791"/>
                </a:cubicBezTo>
                <a:cubicBezTo>
                  <a:pt x="783140" y="83573"/>
                  <a:pt x="780179" y="76413"/>
                  <a:pt x="780179" y="67309"/>
                </a:cubicBezTo>
                <a:moveTo>
                  <a:pt x="812452" y="42187"/>
                </a:moveTo>
                <a:cubicBezTo>
                  <a:pt x="808726" y="42187"/>
                  <a:pt x="805864" y="43287"/>
                  <a:pt x="803868" y="45485"/>
                </a:cubicBezTo>
                <a:cubicBezTo>
                  <a:pt x="801872" y="47684"/>
                  <a:pt x="800652" y="50194"/>
                  <a:pt x="800208" y="53015"/>
                </a:cubicBezTo>
                <a:cubicBezTo>
                  <a:pt x="799765" y="55836"/>
                  <a:pt x="799543" y="59557"/>
                  <a:pt x="799543" y="64177"/>
                </a:cubicBezTo>
                <a:cubicBezTo>
                  <a:pt x="799543" y="81280"/>
                  <a:pt x="804711" y="89831"/>
                  <a:pt x="815047" y="89831"/>
                </a:cubicBezTo>
                <a:cubicBezTo>
                  <a:pt x="822855" y="89831"/>
                  <a:pt x="826758" y="83146"/>
                  <a:pt x="826758" y="69775"/>
                </a:cubicBezTo>
                <a:cubicBezTo>
                  <a:pt x="826758" y="59869"/>
                  <a:pt x="825760" y="52794"/>
                  <a:pt x="823764" y="48552"/>
                </a:cubicBezTo>
                <a:cubicBezTo>
                  <a:pt x="821768" y="44309"/>
                  <a:pt x="817997" y="42187"/>
                  <a:pt x="812452" y="42187"/>
                </a:cubicBezTo>
                <a:close/>
                <a:moveTo>
                  <a:pt x="921525" y="70700"/>
                </a:moveTo>
                <a:cubicBezTo>
                  <a:pt x="921525" y="80695"/>
                  <a:pt x="922013" y="88891"/>
                  <a:pt x="922988" y="95287"/>
                </a:cubicBezTo>
                <a:lnTo>
                  <a:pt x="922722" y="95687"/>
                </a:lnTo>
                <a:cubicBezTo>
                  <a:pt x="918730" y="95421"/>
                  <a:pt x="915181" y="95287"/>
                  <a:pt x="912076" y="95287"/>
                </a:cubicBezTo>
                <a:lnTo>
                  <a:pt x="902959" y="95687"/>
                </a:lnTo>
                <a:lnTo>
                  <a:pt x="902693" y="95287"/>
                </a:lnTo>
                <a:cubicBezTo>
                  <a:pt x="903226" y="90445"/>
                  <a:pt x="903492" y="82249"/>
                  <a:pt x="903492" y="70700"/>
                </a:cubicBezTo>
                <a:lnTo>
                  <a:pt x="903492" y="58573"/>
                </a:lnTo>
                <a:cubicBezTo>
                  <a:pt x="903492" y="50133"/>
                  <a:pt x="901141" y="45914"/>
                  <a:pt x="896438" y="45914"/>
                </a:cubicBezTo>
                <a:cubicBezTo>
                  <a:pt x="891426" y="45914"/>
                  <a:pt x="886147" y="49534"/>
                  <a:pt x="880602" y="56774"/>
                </a:cubicBezTo>
                <a:lnTo>
                  <a:pt x="880602" y="70700"/>
                </a:lnTo>
                <a:cubicBezTo>
                  <a:pt x="880602" y="80873"/>
                  <a:pt x="880868" y="89069"/>
                  <a:pt x="881400" y="95287"/>
                </a:cubicBezTo>
                <a:lnTo>
                  <a:pt x="881001" y="95687"/>
                </a:lnTo>
                <a:cubicBezTo>
                  <a:pt x="878472" y="95421"/>
                  <a:pt x="875655" y="95287"/>
                  <a:pt x="872550" y="95287"/>
                </a:cubicBezTo>
                <a:lnTo>
                  <a:pt x="861371" y="95687"/>
                </a:lnTo>
                <a:lnTo>
                  <a:pt x="861105" y="95287"/>
                </a:lnTo>
                <a:cubicBezTo>
                  <a:pt x="862125" y="89026"/>
                  <a:pt x="862635" y="80831"/>
                  <a:pt x="862635" y="70705"/>
                </a:cubicBezTo>
                <a:lnTo>
                  <a:pt x="862635" y="63244"/>
                </a:lnTo>
                <a:cubicBezTo>
                  <a:pt x="862635" y="51165"/>
                  <a:pt x="862125" y="42327"/>
                  <a:pt x="861105" y="36731"/>
                </a:cubicBezTo>
                <a:lnTo>
                  <a:pt x="861371" y="36332"/>
                </a:lnTo>
                <a:cubicBezTo>
                  <a:pt x="869179" y="36687"/>
                  <a:pt x="875101" y="36553"/>
                  <a:pt x="879138" y="35932"/>
                </a:cubicBezTo>
                <a:cubicBezTo>
                  <a:pt x="879759" y="35932"/>
                  <a:pt x="880158" y="36387"/>
                  <a:pt x="880335" y="37297"/>
                </a:cubicBezTo>
                <a:cubicBezTo>
                  <a:pt x="880513" y="38206"/>
                  <a:pt x="880602" y="41523"/>
                  <a:pt x="880602" y="47247"/>
                </a:cubicBezTo>
                <a:lnTo>
                  <a:pt x="881134" y="47646"/>
                </a:lnTo>
                <a:cubicBezTo>
                  <a:pt x="884239" y="43742"/>
                  <a:pt x="887699" y="40725"/>
                  <a:pt x="891514" y="38596"/>
                </a:cubicBezTo>
                <a:cubicBezTo>
                  <a:pt x="895329" y="36465"/>
                  <a:pt x="899011" y="35400"/>
                  <a:pt x="902560" y="35400"/>
                </a:cubicBezTo>
                <a:cubicBezTo>
                  <a:pt x="908815" y="35400"/>
                  <a:pt x="913540" y="37010"/>
                  <a:pt x="916734" y="40229"/>
                </a:cubicBezTo>
                <a:cubicBezTo>
                  <a:pt x="919928" y="43446"/>
                  <a:pt x="921525" y="48561"/>
                  <a:pt x="921525" y="55575"/>
                </a:cubicBezTo>
                <a:lnTo>
                  <a:pt x="921525" y="707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5390B-0DAC-46BF-B23F-5CB53AD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771" y="4398765"/>
            <a:ext cx="1515098" cy="548212"/>
          </a:xfrm>
          <a:custGeom xmlns:a="http://schemas.openxmlformats.org/drawingml/2006/main">
            <a:pathLst>
              <a:path w="1515098" h="548212">
                <a:moveTo>
                  <a:pt x="0" y="39747"/>
                </a:moveTo>
                <a:cubicBezTo>
                  <a:pt x="0" y="17792"/>
                  <a:pt x="17792" y="0"/>
                  <a:pt x="39747" y="0"/>
                </a:cubicBezTo>
                <a:lnTo>
                  <a:pt x="1475275" y="0"/>
                </a:lnTo>
                <a:cubicBezTo>
                  <a:pt x="1497306" y="0"/>
                  <a:pt x="1515098" y="17792"/>
                  <a:pt x="1515098" y="39747"/>
                </a:cubicBezTo>
                <a:lnTo>
                  <a:pt x="1515098" y="508389"/>
                </a:lnTo>
                <a:cubicBezTo>
                  <a:pt x="1515098" y="530420"/>
                  <a:pt x="1497306" y="548212"/>
                  <a:pt x="1475275" y="548212"/>
                </a:cubicBezTo>
                <a:lnTo>
                  <a:pt x="39747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SubmitPatch">
            <a:extLst xmlns:a="http://schemas.openxmlformats.org/drawingml/2006/main">
              <a:ext uri="{FF2B5EF4-FFF2-40B4-BE49-F238E27FC236}">
                <a16:creationId xmlns:a16="http://schemas.microsoft.com/office/drawing/2014/main" id="{6921DAF4-AAD8-48AA-A7EA-74FF8AF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4138" y="4626248"/>
            <a:ext cx="856002" cy="101143"/>
          </a:xfrm>
          <a:custGeom xmlns:a="http://schemas.openxmlformats.org/drawingml/2006/main">
            <a:pathLst>
              <a:path w="856002" h="101143">
                <a:moveTo>
                  <a:pt x="0" y="67606"/>
                </a:moveTo>
                <a:lnTo>
                  <a:pt x="19164" y="65743"/>
                </a:lnTo>
                <a:cubicBezTo>
                  <a:pt x="20317" y="72199"/>
                  <a:pt x="22657" y="76941"/>
                  <a:pt x="26184" y="79968"/>
                </a:cubicBezTo>
                <a:cubicBezTo>
                  <a:pt x="29711" y="82995"/>
                  <a:pt x="34469" y="84508"/>
                  <a:pt x="40457" y="84508"/>
                </a:cubicBezTo>
                <a:cubicBezTo>
                  <a:pt x="46801" y="84508"/>
                  <a:pt x="51581" y="83162"/>
                  <a:pt x="54797" y="80469"/>
                </a:cubicBezTo>
                <a:cubicBezTo>
                  <a:pt x="58013" y="77777"/>
                  <a:pt x="59621" y="74628"/>
                  <a:pt x="59621" y="71023"/>
                </a:cubicBezTo>
                <a:cubicBezTo>
                  <a:pt x="59621" y="68709"/>
                  <a:pt x="58945" y="66740"/>
                  <a:pt x="57592" y="65117"/>
                </a:cubicBezTo>
                <a:cubicBezTo>
                  <a:pt x="56239" y="63492"/>
                  <a:pt x="53876" y="62079"/>
                  <a:pt x="50505" y="60877"/>
                </a:cubicBezTo>
                <a:cubicBezTo>
                  <a:pt x="48198" y="60077"/>
                  <a:pt x="42941" y="58655"/>
                  <a:pt x="34735" y="56610"/>
                </a:cubicBezTo>
                <a:cubicBezTo>
                  <a:pt x="24177" y="53987"/>
                  <a:pt x="16768" y="50764"/>
                  <a:pt x="12510" y="46941"/>
                </a:cubicBezTo>
                <a:cubicBezTo>
                  <a:pt x="6521" y="41562"/>
                  <a:pt x="3527" y="35006"/>
                  <a:pt x="3527" y="27272"/>
                </a:cubicBezTo>
                <a:cubicBezTo>
                  <a:pt x="3527" y="22293"/>
                  <a:pt x="4935" y="17638"/>
                  <a:pt x="7752" y="13304"/>
                </a:cubicBezTo>
                <a:cubicBezTo>
                  <a:pt x="10569" y="8969"/>
                  <a:pt x="14628" y="5668"/>
                  <a:pt x="19929" y="3402"/>
                </a:cubicBezTo>
                <a:cubicBezTo>
                  <a:pt x="25230" y="1134"/>
                  <a:pt x="31629" y="0"/>
                  <a:pt x="39126" y="0"/>
                </a:cubicBezTo>
                <a:cubicBezTo>
                  <a:pt x="51370" y="0"/>
                  <a:pt x="60586" y="2696"/>
                  <a:pt x="66774" y="8089"/>
                </a:cubicBezTo>
                <a:cubicBezTo>
                  <a:pt x="72963" y="13480"/>
                  <a:pt x="76212" y="20676"/>
                  <a:pt x="76523" y="29678"/>
                </a:cubicBezTo>
                <a:lnTo>
                  <a:pt x="56826" y="30476"/>
                </a:lnTo>
                <a:cubicBezTo>
                  <a:pt x="55984" y="25463"/>
                  <a:pt x="54176" y="21859"/>
                  <a:pt x="51403" y="19663"/>
                </a:cubicBezTo>
                <a:cubicBezTo>
                  <a:pt x="48631" y="17467"/>
                  <a:pt x="44472" y="16369"/>
                  <a:pt x="38927" y="16369"/>
                </a:cubicBezTo>
                <a:cubicBezTo>
                  <a:pt x="33204" y="16369"/>
                  <a:pt x="28724" y="17545"/>
                  <a:pt x="25485" y="19898"/>
                </a:cubicBezTo>
                <a:cubicBezTo>
                  <a:pt x="23400" y="21406"/>
                  <a:pt x="22358" y="23425"/>
                  <a:pt x="22358" y="25955"/>
                </a:cubicBezTo>
                <a:cubicBezTo>
                  <a:pt x="22358" y="28264"/>
                  <a:pt x="23334" y="30238"/>
                  <a:pt x="25286" y="31880"/>
                </a:cubicBezTo>
                <a:cubicBezTo>
                  <a:pt x="27770" y="33966"/>
                  <a:pt x="33803" y="36142"/>
                  <a:pt x="43385" y="38409"/>
                </a:cubicBezTo>
                <a:cubicBezTo>
                  <a:pt x="52967" y="40676"/>
                  <a:pt x="60054" y="43020"/>
                  <a:pt x="64645" y="45444"/>
                </a:cubicBezTo>
                <a:cubicBezTo>
                  <a:pt x="69236" y="47866"/>
                  <a:pt x="72830" y="51177"/>
                  <a:pt x="75425" y="55377"/>
                </a:cubicBezTo>
                <a:cubicBezTo>
                  <a:pt x="78020" y="59576"/>
                  <a:pt x="79317" y="64765"/>
                  <a:pt x="79317" y="70944"/>
                </a:cubicBezTo>
                <a:cubicBezTo>
                  <a:pt x="79317" y="76543"/>
                  <a:pt x="77765" y="81787"/>
                  <a:pt x="74660" y="86677"/>
                </a:cubicBezTo>
                <a:cubicBezTo>
                  <a:pt x="71554" y="91566"/>
                  <a:pt x="67163" y="95199"/>
                  <a:pt x="61484" y="97577"/>
                </a:cubicBezTo>
                <a:cubicBezTo>
                  <a:pt x="55806" y="99954"/>
                  <a:pt x="48731" y="101143"/>
                  <a:pt x="40258" y="101143"/>
                </a:cubicBezTo>
                <a:cubicBezTo>
                  <a:pt x="27925" y="101143"/>
                  <a:pt x="18454" y="98287"/>
                  <a:pt x="11844" y="92576"/>
                </a:cubicBezTo>
                <a:cubicBezTo>
                  <a:pt x="5235" y="86864"/>
                  <a:pt x="1286" y="78541"/>
                  <a:pt x="0" y="67606"/>
                </a:cubicBezTo>
                <a:close/>
                <a:moveTo>
                  <a:pt x="142267" y="99280"/>
                </a:moveTo>
                <a:lnTo>
                  <a:pt x="142267" y="88700"/>
                </a:lnTo>
                <a:cubicBezTo>
                  <a:pt x="139694" y="92471"/>
                  <a:pt x="136312" y="95443"/>
                  <a:pt x="132120" y="97616"/>
                </a:cubicBezTo>
                <a:cubicBezTo>
                  <a:pt x="127927" y="99790"/>
                  <a:pt x="123502" y="100877"/>
                  <a:pt x="118845" y="100877"/>
                </a:cubicBezTo>
                <a:cubicBezTo>
                  <a:pt x="114098" y="100877"/>
                  <a:pt x="109839" y="99834"/>
                  <a:pt x="106069" y="97749"/>
                </a:cubicBezTo>
                <a:cubicBezTo>
                  <a:pt x="102298" y="95665"/>
                  <a:pt x="99570" y="92737"/>
                  <a:pt x="97884" y="88966"/>
                </a:cubicBezTo>
                <a:cubicBezTo>
                  <a:pt x="96198" y="85195"/>
                  <a:pt x="95355" y="79983"/>
                  <a:pt x="95355" y="73329"/>
                </a:cubicBezTo>
                <a:lnTo>
                  <a:pt x="95355" y="28613"/>
                </a:lnTo>
                <a:lnTo>
                  <a:pt x="114054" y="28613"/>
                </a:lnTo>
                <a:lnTo>
                  <a:pt x="114054" y="61010"/>
                </a:lnTo>
                <a:cubicBezTo>
                  <a:pt x="114054" y="70925"/>
                  <a:pt x="114397" y="77000"/>
                  <a:pt x="115085" y="79234"/>
                </a:cubicBezTo>
                <a:cubicBezTo>
                  <a:pt x="115773" y="81469"/>
                  <a:pt x="117026" y="83239"/>
                  <a:pt x="118845" y="84545"/>
                </a:cubicBezTo>
                <a:cubicBezTo>
                  <a:pt x="120663" y="85851"/>
                  <a:pt x="122970" y="86504"/>
                  <a:pt x="125765" y="86504"/>
                </a:cubicBezTo>
                <a:cubicBezTo>
                  <a:pt x="128959" y="86504"/>
                  <a:pt x="131820" y="85630"/>
                  <a:pt x="134349" y="83882"/>
                </a:cubicBezTo>
                <a:cubicBezTo>
                  <a:pt x="136877" y="82134"/>
                  <a:pt x="138607" y="79965"/>
                  <a:pt x="139539" y="77375"/>
                </a:cubicBezTo>
                <a:cubicBezTo>
                  <a:pt x="140471" y="74786"/>
                  <a:pt x="140936" y="68446"/>
                  <a:pt x="140936" y="58355"/>
                </a:cubicBezTo>
                <a:lnTo>
                  <a:pt x="140936" y="28613"/>
                </a:lnTo>
                <a:lnTo>
                  <a:pt x="159634" y="28613"/>
                </a:lnTo>
                <a:lnTo>
                  <a:pt x="159634" y="99280"/>
                </a:lnTo>
                <a:lnTo>
                  <a:pt x="142267" y="99280"/>
                </a:lnTo>
                <a:close/>
                <a:moveTo>
                  <a:pt x="178221" y="99280"/>
                </a:moveTo>
                <a:lnTo>
                  <a:pt x="178221" y="1730"/>
                </a:lnTo>
                <a:lnTo>
                  <a:pt x="196919" y="1730"/>
                </a:lnTo>
                <a:lnTo>
                  <a:pt x="196919" y="36864"/>
                </a:lnTo>
                <a:cubicBezTo>
                  <a:pt x="202686" y="30299"/>
                  <a:pt x="209518" y="27016"/>
                  <a:pt x="217414" y="27016"/>
                </a:cubicBezTo>
                <a:cubicBezTo>
                  <a:pt x="226020" y="27016"/>
                  <a:pt x="233140" y="30132"/>
                  <a:pt x="238774" y="36365"/>
                </a:cubicBezTo>
                <a:cubicBezTo>
                  <a:pt x="244408" y="42598"/>
                  <a:pt x="247225" y="51547"/>
                  <a:pt x="247225" y="63214"/>
                </a:cubicBezTo>
                <a:cubicBezTo>
                  <a:pt x="247225" y="75281"/>
                  <a:pt x="244352" y="84574"/>
                  <a:pt x="238608" y="91095"/>
                </a:cubicBezTo>
                <a:cubicBezTo>
                  <a:pt x="232863" y="97616"/>
                  <a:pt x="225887" y="100877"/>
                  <a:pt x="217680" y="100877"/>
                </a:cubicBezTo>
                <a:cubicBezTo>
                  <a:pt x="213643" y="100877"/>
                  <a:pt x="209662" y="99868"/>
                  <a:pt x="205736" y="97849"/>
                </a:cubicBezTo>
                <a:cubicBezTo>
                  <a:pt x="201810" y="95831"/>
                  <a:pt x="198428" y="92848"/>
                  <a:pt x="195588" y="88899"/>
                </a:cubicBezTo>
                <a:lnTo>
                  <a:pt x="195588" y="99280"/>
                </a:lnTo>
                <a:lnTo>
                  <a:pt x="178221" y="99280"/>
                </a:lnTo>
                <a:moveTo>
                  <a:pt x="196786" y="62451"/>
                </a:moveTo>
                <a:cubicBezTo>
                  <a:pt x="196786" y="69760"/>
                  <a:pt x="197940" y="75163"/>
                  <a:pt x="200246" y="78662"/>
                </a:cubicBezTo>
                <a:cubicBezTo>
                  <a:pt x="203485" y="83624"/>
                  <a:pt x="207788" y="86105"/>
                  <a:pt x="213155" y="86105"/>
                </a:cubicBezTo>
                <a:cubicBezTo>
                  <a:pt x="217281" y="86105"/>
                  <a:pt x="220797" y="84344"/>
                  <a:pt x="223702" y="80823"/>
                </a:cubicBezTo>
                <a:cubicBezTo>
                  <a:pt x="226608" y="77302"/>
                  <a:pt x="228061" y="71754"/>
                  <a:pt x="228061" y="64179"/>
                </a:cubicBezTo>
                <a:cubicBezTo>
                  <a:pt x="228061" y="56117"/>
                  <a:pt x="226597" y="50303"/>
                  <a:pt x="223669" y="46737"/>
                </a:cubicBezTo>
                <a:cubicBezTo>
                  <a:pt x="220741" y="43172"/>
                  <a:pt x="216993" y="41389"/>
                  <a:pt x="212423" y="41389"/>
                </a:cubicBezTo>
                <a:cubicBezTo>
                  <a:pt x="207943" y="41389"/>
                  <a:pt x="204217" y="43128"/>
                  <a:pt x="201244" y="46606"/>
                </a:cubicBezTo>
                <a:cubicBezTo>
                  <a:pt x="198272" y="50083"/>
                  <a:pt x="196786" y="55365"/>
                  <a:pt x="196786" y="62451"/>
                </a:cubicBezTo>
                <a:close/>
                <a:moveTo>
                  <a:pt x="261297" y="28613"/>
                </a:moveTo>
                <a:lnTo>
                  <a:pt x="278531" y="28613"/>
                </a:lnTo>
                <a:lnTo>
                  <a:pt x="278531" y="38261"/>
                </a:lnTo>
                <a:cubicBezTo>
                  <a:pt x="284697" y="30764"/>
                  <a:pt x="292039" y="27016"/>
                  <a:pt x="300556" y="27016"/>
                </a:cubicBezTo>
                <a:cubicBezTo>
                  <a:pt x="305081" y="27016"/>
                  <a:pt x="309007" y="27952"/>
                  <a:pt x="312334" y="29823"/>
                </a:cubicBezTo>
                <a:cubicBezTo>
                  <a:pt x="315661" y="31695"/>
                  <a:pt x="318389" y="34525"/>
                  <a:pt x="320519" y="38313"/>
                </a:cubicBezTo>
                <a:cubicBezTo>
                  <a:pt x="323624" y="34525"/>
                  <a:pt x="326973" y="31695"/>
                  <a:pt x="330566" y="29823"/>
                </a:cubicBezTo>
                <a:cubicBezTo>
                  <a:pt x="334160" y="27952"/>
                  <a:pt x="337997" y="27016"/>
                  <a:pt x="342078" y="27016"/>
                </a:cubicBezTo>
                <a:cubicBezTo>
                  <a:pt x="347268" y="27016"/>
                  <a:pt x="351660" y="28069"/>
                  <a:pt x="355253" y="30177"/>
                </a:cubicBezTo>
                <a:cubicBezTo>
                  <a:pt x="358847" y="32284"/>
                  <a:pt x="361530" y="35378"/>
                  <a:pt x="363305" y="39459"/>
                </a:cubicBezTo>
                <a:cubicBezTo>
                  <a:pt x="364591" y="42476"/>
                  <a:pt x="365235" y="47355"/>
                  <a:pt x="365235" y="54098"/>
                </a:cubicBezTo>
                <a:lnTo>
                  <a:pt x="365235" y="99280"/>
                </a:lnTo>
                <a:lnTo>
                  <a:pt x="346536" y="99280"/>
                </a:lnTo>
                <a:lnTo>
                  <a:pt x="346536" y="58935"/>
                </a:lnTo>
                <a:cubicBezTo>
                  <a:pt x="346536" y="51934"/>
                  <a:pt x="345893" y="47415"/>
                  <a:pt x="344607" y="45377"/>
                </a:cubicBezTo>
                <a:cubicBezTo>
                  <a:pt x="342877" y="42718"/>
                  <a:pt x="340215" y="41389"/>
                  <a:pt x="336622" y="41389"/>
                </a:cubicBezTo>
                <a:cubicBezTo>
                  <a:pt x="334004" y="41389"/>
                  <a:pt x="331542" y="42187"/>
                  <a:pt x="329236" y="43782"/>
                </a:cubicBezTo>
                <a:cubicBezTo>
                  <a:pt x="326929" y="45376"/>
                  <a:pt x="325265" y="47714"/>
                  <a:pt x="324245" y="50794"/>
                </a:cubicBezTo>
                <a:cubicBezTo>
                  <a:pt x="323225" y="53873"/>
                  <a:pt x="322714" y="58736"/>
                  <a:pt x="322714" y="65383"/>
                </a:cubicBezTo>
                <a:lnTo>
                  <a:pt x="322714" y="99280"/>
                </a:lnTo>
                <a:lnTo>
                  <a:pt x="304016" y="99280"/>
                </a:lnTo>
                <a:lnTo>
                  <a:pt x="304016" y="60596"/>
                </a:lnTo>
                <a:cubicBezTo>
                  <a:pt x="304016" y="53729"/>
                  <a:pt x="303684" y="49298"/>
                  <a:pt x="303018" y="47305"/>
                </a:cubicBezTo>
                <a:cubicBezTo>
                  <a:pt x="302353" y="45310"/>
                  <a:pt x="301321" y="43825"/>
                  <a:pt x="299924" y="42851"/>
                </a:cubicBezTo>
                <a:cubicBezTo>
                  <a:pt x="298527" y="41876"/>
                  <a:pt x="296630" y="41389"/>
                  <a:pt x="294235" y="41389"/>
                </a:cubicBezTo>
                <a:cubicBezTo>
                  <a:pt x="291351" y="41389"/>
                  <a:pt x="288756" y="42164"/>
                  <a:pt x="286449" y="43716"/>
                </a:cubicBezTo>
                <a:cubicBezTo>
                  <a:pt x="284143" y="45266"/>
                  <a:pt x="282490" y="47503"/>
                  <a:pt x="281492" y="50428"/>
                </a:cubicBezTo>
                <a:cubicBezTo>
                  <a:pt x="280494" y="53353"/>
                  <a:pt x="279995" y="58205"/>
                  <a:pt x="279995" y="64984"/>
                </a:cubicBezTo>
                <a:lnTo>
                  <a:pt x="279995" y="99280"/>
                </a:lnTo>
                <a:lnTo>
                  <a:pt x="261297" y="99280"/>
                </a:lnTo>
                <a:lnTo>
                  <a:pt x="261297" y="28613"/>
                </a:lnTo>
                <a:close/>
                <a:moveTo>
                  <a:pt x="383844" y="19031"/>
                </a:moveTo>
                <a:lnTo>
                  <a:pt x="383844" y="1730"/>
                </a:lnTo>
                <a:lnTo>
                  <a:pt x="402542" y="1730"/>
                </a:lnTo>
                <a:lnTo>
                  <a:pt x="402542" y="19031"/>
                </a:lnTo>
                <a:lnTo>
                  <a:pt x="383844" y="19031"/>
                </a:lnTo>
                <a:moveTo>
                  <a:pt x="383844" y="99280"/>
                </a:moveTo>
                <a:lnTo>
                  <a:pt x="383844" y="28613"/>
                </a:lnTo>
                <a:lnTo>
                  <a:pt x="402542" y="28613"/>
                </a:lnTo>
                <a:lnTo>
                  <a:pt x="402542" y="99280"/>
                </a:lnTo>
                <a:lnTo>
                  <a:pt x="383844" y="99280"/>
                </a:lnTo>
                <a:close/>
                <a:moveTo>
                  <a:pt x="454135" y="28613"/>
                </a:moveTo>
                <a:lnTo>
                  <a:pt x="454135" y="43518"/>
                </a:lnTo>
                <a:lnTo>
                  <a:pt x="441359" y="43518"/>
                </a:lnTo>
                <a:lnTo>
                  <a:pt x="441359" y="71952"/>
                </a:lnTo>
                <a:cubicBezTo>
                  <a:pt x="441359" y="77711"/>
                  <a:pt x="441481" y="81066"/>
                  <a:pt x="441725" y="82019"/>
                </a:cubicBezTo>
                <a:cubicBezTo>
                  <a:pt x="441969" y="82970"/>
                  <a:pt x="442523" y="83756"/>
                  <a:pt x="443388" y="84377"/>
                </a:cubicBezTo>
                <a:cubicBezTo>
                  <a:pt x="444253" y="84996"/>
                  <a:pt x="445307" y="85306"/>
                  <a:pt x="446549" y="85306"/>
                </a:cubicBezTo>
                <a:cubicBezTo>
                  <a:pt x="448279" y="85306"/>
                  <a:pt x="450786" y="84707"/>
                  <a:pt x="454068" y="83510"/>
                </a:cubicBezTo>
                <a:lnTo>
                  <a:pt x="455665" y="98070"/>
                </a:lnTo>
                <a:cubicBezTo>
                  <a:pt x="451318" y="99941"/>
                  <a:pt x="446394" y="100877"/>
                  <a:pt x="440893" y="100877"/>
                </a:cubicBezTo>
                <a:cubicBezTo>
                  <a:pt x="437522" y="100877"/>
                  <a:pt x="434483" y="100311"/>
                  <a:pt x="431777" y="99180"/>
                </a:cubicBezTo>
                <a:cubicBezTo>
                  <a:pt x="429071" y="98049"/>
                  <a:pt x="427086" y="96585"/>
                  <a:pt x="425821" y="94788"/>
                </a:cubicBezTo>
                <a:cubicBezTo>
                  <a:pt x="424557" y="92992"/>
                  <a:pt x="423681" y="90563"/>
                  <a:pt x="423193" y="87502"/>
                </a:cubicBezTo>
                <a:cubicBezTo>
                  <a:pt x="422794" y="85328"/>
                  <a:pt x="422594" y="80937"/>
                  <a:pt x="422594" y="74327"/>
                </a:cubicBezTo>
                <a:lnTo>
                  <a:pt x="422594" y="43518"/>
                </a:lnTo>
                <a:lnTo>
                  <a:pt x="414010" y="43518"/>
                </a:lnTo>
                <a:lnTo>
                  <a:pt x="414010" y="28613"/>
                </a:lnTo>
                <a:lnTo>
                  <a:pt x="422594" y="28613"/>
                </a:lnTo>
                <a:lnTo>
                  <a:pt x="422594" y="14506"/>
                </a:lnTo>
                <a:lnTo>
                  <a:pt x="441359" y="3460"/>
                </a:lnTo>
                <a:lnTo>
                  <a:pt x="441359" y="28613"/>
                </a:lnTo>
                <a:lnTo>
                  <a:pt x="454135" y="28613"/>
                </a:lnTo>
                <a:close/>
                <a:moveTo>
                  <a:pt x="504447" y="99280"/>
                </a:moveTo>
                <a:lnTo>
                  <a:pt x="504447" y="1730"/>
                </a:lnTo>
                <a:lnTo>
                  <a:pt x="536054" y="1730"/>
                </a:lnTo>
                <a:cubicBezTo>
                  <a:pt x="548032" y="1730"/>
                  <a:pt x="555839" y="2217"/>
                  <a:pt x="559477" y="3192"/>
                </a:cubicBezTo>
                <a:cubicBezTo>
                  <a:pt x="565066" y="4654"/>
                  <a:pt x="569746" y="7834"/>
                  <a:pt x="573517" y="12730"/>
                </a:cubicBezTo>
                <a:cubicBezTo>
                  <a:pt x="577288" y="17627"/>
                  <a:pt x="579173" y="23952"/>
                  <a:pt x="579173" y="31707"/>
                </a:cubicBezTo>
                <a:cubicBezTo>
                  <a:pt x="579173" y="37689"/>
                  <a:pt x="578086" y="42718"/>
                  <a:pt x="575913" y="46795"/>
                </a:cubicBezTo>
                <a:cubicBezTo>
                  <a:pt x="573739" y="50872"/>
                  <a:pt x="570977" y="54074"/>
                  <a:pt x="567628" y="56400"/>
                </a:cubicBezTo>
                <a:cubicBezTo>
                  <a:pt x="564279" y="58726"/>
                  <a:pt x="560874" y="60267"/>
                  <a:pt x="557414" y="61021"/>
                </a:cubicBezTo>
                <a:cubicBezTo>
                  <a:pt x="552712" y="61951"/>
                  <a:pt x="545902" y="62416"/>
                  <a:pt x="536986" y="62416"/>
                </a:cubicBezTo>
                <a:lnTo>
                  <a:pt x="524143" y="62416"/>
                </a:lnTo>
                <a:lnTo>
                  <a:pt x="524143" y="99280"/>
                </a:lnTo>
                <a:lnTo>
                  <a:pt x="504447" y="99280"/>
                </a:lnTo>
                <a:moveTo>
                  <a:pt x="524143" y="18232"/>
                </a:moveTo>
                <a:lnTo>
                  <a:pt x="524143" y="45914"/>
                </a:lnTo>
                <a:lnTo>
                  <a:pt x="534923" y="45914"/>
                </a:lnTo>
                <a:cubicBezTo>
                  <a:pt x="542686" y="45914"/>
                  <a:pt x="547876" y="45403"/>
                  <a:pt x="550494" y="44383"/>
                </a:cubicBezTo>
                <a:cubicBezTo>
                  <a:pt x="553111" y="43363"/>
                  <a:pt x="555163" y="41766"/>
                  <a:pt x="556649" y="39592"/>
                </a:cubicBezTo>
                <a:cubicBezTo>
                  <a:pt x="558135" y="37419"/>
                  <a:pt x="558878" y="34890"/>
                  <a:pt x="558878" y="32006"/>
                </a:cubicBezTo>
                <a:cubicBezTo>
                  <a:pt x="558878" y="28458"/>
                  <a:pt x="557836" y="25530"/>
                  <a:pt x="555751" y="23223"/>
                </a:cubicBezTo>
                <a:cubicBezTo>
                  <a:pt x="553666" y="20916"/>
                  <a:pt x="551026" y="19474"/>
                  <a:pt x="547832" y="18898"/>
                </a:cubicBezTo>
                <a:cubicBezTo>
                  <a:pt x="545481" y="18454"/>
                  <a:pt x="540757" y="18232"/>
                  <a:pt x="533659" y="18232"/>
                </a:cubicBezTo>
                <a:lnTo>
                  <a:pt x="524143" y="18232"/>
                </a:lnTo>
                <a:close/>
                <a:moveTo>
                  <a:pt x="609184" y="50438"/>
                </a:moveTo>
                <a:lnTo>
                  <a:pt x="592216" y="47378"/>
                </a:lnTo>
                <a:cubicBezTo>
                  <a:pt x="594123" y="40456"/>
                  <a:pt x="597406" y="35332"/>
                  <a:pt x="602064" y="32006"/>
                </a:cubicBezTo>
                <a:cubicBezTo>
                  <a:pt x="606722" y="28679"/>
                  <a:pt x="613642" y="27016"/>
                  <a:pt x="622825" y="27016"/>
                </a:cubicBezTo>
                <a:cubicBezTo>
                  <a:pt x="631164" y="27016"/>
                  <a:pt x="637375" y="28003"/>
                  <a:pt x="641456" y="29977"/>
                </a:cubicBezTo>
                <a:cubicBezTo>
                  <a:pt x="645537" y="31951"/>
                  <a:pt x="648410" y="34457"/>
                  <a:pt x="650073" y="37496"/>
                </a:cubicBezTo>
                <a:cubicBezTo>
                  <a:pt x="651737" y="40535"/>
                  <a:pt x="652569" y="46113"/>
                  <a:pt x="652569" y="54231"/>
                </a:cubicBezTo>
                <a:lnTo>
                  <a:pt x="652369" y="76057"/>
                </a:lnTo>
                <a:cubicBezTo>
                  <a:pt x="652369" y="82267"/>
                  <a:pt x="652668" y="86848"/>
                  <a:pt x="653267" y="89798"/>
                </a:cubicBezTo>
                <a:cubicBezTo>
                  <a:pt x="653866" y="92748"/>
                  <a:pt x="654986" y="95909"/>
                  <a:pt x="656628" y="99280"/>
                </a:cubicBezTo>
                <a:lnTo>
                  <a:pt x="638129" y="99280"/>
                </a:lnTo>
                <a:cubicBezTo>
                  <a:pt x="637641" y="98038"/>
                  <a:pt x="637042" y="96197"/>
                  <a:pt x="636333" y="93757"/>
                </a:cubicBezTo>
                <a:cubicBezTo>
                  <a:pt x="636022" y="92648"/>
                  <a:pt x="635800" y="91916"/>
                  <a:pt x="635667" y="91561"/>
                </a:cubicBezTo>
                <a:cubicBezTo>
                  <a:pt x="632473" y="94666"/>
                  <a:pt x="629057" y="96995"/>
                  <a:pt x="625420" y="98548"/>
                </a:cubicBezTo>
                <a:cubicBezTo>
                  <a:pt x="621782" y="100101"/>
                  <a:pt x="617901" y="100877"/>
                  <a:pt x="613775" y="100877"/>
                </a:cubicBezTo>
                <a:cubicBezTo>
                  <a:pt x="606500" y="100877"/>
                  <a:pt x="600766" y="98911"/>
                  <a:pt x="596574" y="94980"/>
                </a:cubicBezTo>
                <a:cubicBezTo>
                  <a:pt x="592382" y="91048"/>
                  <a:pt x="590286" y="86078"/>
                  <a:pt x="590286" y="80070"/>
                </a:cubicBezTo>
                <a:cubicBezTo>
                  <a:pt x="590286" y="76094"/>
                  <a:pt x="591240" y="72550"/>
                  <a:pt x="593147" y="69436"/>
                </a:cubicBezTo>
                <a:cubicBezTo>
                  <a:pt x="595055" y="66321"/>
                  <a:pt x="597727" y="63935"/>
                  <a:pt x="601165" y="62279"/>
                </a:cubicBezTo>
                <a:cubicBezTo>
                  <a:pt x="604603" y="60622"/>
                  <a:pt x="609561" y="59176"/>
                  <a:pt x="616037" y="57939"/>
                </a:cubicBezTo>
                <a:cubicBezTo>
                  <a:pt x="624777" y="56305"/>
                  <a:pt x="630832" y="54780"/>
                  <a:pt x="634203" y="53366"/>
                </a:cubicBezTo>
                <a:lnTo>
                  <a:pt x="634203" y="51482"/>
                </a:lnTo>
                <a:cubicBezTo>
                  <a:pt x="634203" y="47849"/>
                  <a:pt x="633316" y="45259"/>
                  <a:pt x="631542" y="43712"/>
                </a:cubicBezTo>
                <a:cubicBezTo>
                  <a:pt x="629767" y="42163"/>
                  <a:pt x="626418" y="41389"/>
                  <a:pt x="621494" y="41389"/>
                </a:cubicBezTo>
                <a:cubicBezTo>
                  <a:pt x="618167" y="41389"/>
                  <a:pt x="615572" y="42058"/>
                  <a:pt x="613708" y="43398"/>
                </a:cubicBezTo>
                <a:cubicBezTo>
                  <a:pt x="611845" y="44735"/>
                  <a:pt x="610337" y="47082"/>
                  <a:pt x="609184" y="50438"/>
                </a:cubicBezTo>
                <a:moveTo>
                  <a:pt x="634203" y="65610"/>
                </a:moveTo>
                <a:cubicBezTo>
                  <a:pt x="631808" y="66399"/>
                  <a:pt x="628015" y="67341"/>
                  <a:pt x="622825" y="68438"/>
                </a:cubicBezTo>
                <a:cubicBezTo>
                  <a:pt x="617634" y="69533"/>
                  <a:pt x="614241" y="70607"/>
                  <a:pt x="612644" y="71659"/>
                </a:cubicBezTo>
                <a:cubicBezTo>
                  <a:pt x="610204" y="73368"/>
                  <a:pt x="608984" y="75538"/>
                  <a:pt x="608984" y="78168"/>
                </a:cubicBezTo>
                <a:cubicBezTo>
                  <a:pt x="608984" y="80754"/>
                  <a:pt x="609960" y="82990"/>
                  <a:pt x="611912" y="84876"/>
                </a:cubicBezTo>
                <a:cubicBezTo>
                  <a:pt x="613864" y="86760"/>
                  <a:pt x="616348" y="87702"/>
                  <a:pt x="619364" y="87702"/>
                </a:cubicBezTo>
                <a:cubicBezTo>
                  <a:pt x="622736" y="87702"/>
                  <a:pt x="625952" y="86606"/>
                  <a:pt x="629013" y="84414"/>
                </a:cubicBezTo>
                <a:cubicBezTo>
                  <a:pt x="631275" y="82749"/>
                  <a:pt x="632761" y="80711"/>
                  <a:pt x="633471" y="78299"/>
                </a:cubicBezTo>
                <a:cubicBezTo>
                  <a:pt x="633959" y="76721"/>
                  <a:pt x="634203" y="73719"/>
                  <a:pt x="634203" y="69293"/>
                </a:cubicBezTo>
                <a:lnTo>
                  <a:pt x="634203" y="65610"/>
                </a:lnTo>
                <a:close/>
                <a:moveTo>
                  <a:pt x="702978" y="28613"/>
                </a:moveTo>
                <a:lnTo>
                  <a:pt x="702978" y="43518"/>
                </a:lnTo>
                <a:lnTo>
                  <a:pt x="690202" y="43518"/>
                </a:lnTo>
                <a:lnTo>
                  <a:pt x="690202" y="71952"/>
                </a:lnTo>
                <a:cubicBezTo>
                  <a:pt x="690202" y="77711"/>
                  <a:pt x="690324" y="81066"/>
                  <a:pt x="690568" y="82019"/>
                </a:cubicBezTo>
                <a:cubicBezTo>
                  <a:pt x="690812" y="82970"/>
                  <a:pt x="691367" y="83756"/>
                  <a:pt x="692232" y="84377"/>
                </a:cubicBezTo>
                <a:cubicBezTo>
                  <a:pt x="693097" y="84996"/>
                  <a:pt x="694151" y="85306"/>
                  <a:pt x="695393" y="85306"/>
                </a:cubicBezTo>
                <a:cubicBezTo>
                  <a:pt x="697123" y="85306"/>
                  <a:pt x="699629" y="84707"/>
                  <a:pt x="702912" y="83510"/>
                </a:cubicBezTo>
                <a:lnTo>
                  <a:pt x="704509" y="98070"/>
                </a:lnTo>
                <a:cubicBezTo>
                  <a:pt x="700162" y="99941"/>
                  <a:pt x="695237" y="100877"/>
                  <a:pt x="689737" y="100877"/>
                </a:cubicBezTo>
                <a:cubicBezTo>
                  <a:pt x="686365" y="100877"/>
                  <a:pt x="683327" y="100311"/>
                  <a:pt x="680621" y="99180"/>
                </a:cubicBezTo>
                <a:cubicBezTo>
                  <a:pt x="677914" y="98049"/>
                  <a:pt x="675929" y="96585"/>
                  <a:pt x="674665" y="94788"/>
                </a:cubicBezTo>
                <a:cubicBezTo>
                  <a:pt x="673401" y="92992"/>
                  <a:pt x="672525" y="90563"/>
                  <a:pt x="672037" y="87502"/>
                </a:cubicBezTo>
                <a:cubicBezTo>
                  <a:pt x="671637" y="85328"/>
                  <a:pt x="671438" y="80937"/>
                  <a:pt x="671438" y="74327"/>
                </a:cubicBezTo>
                <a:lnTo>
                  <a:pt x="671438" y="43518"/>
                </a:lnTo>
                <a:lnTo>
                  <a:pt x="662854" y="43518"/>
                </a:lnTo>
                <a:lnTo>
                  <a:pt x="662854" y="28613"/>
                </a:lnTo>
                <a:lnTo>
                  <a:pt x="671438" y="28613"/>
                </a:lnTo>
                <a:lnTo>
                  <a:pt x="671438" y="14506"/>
                </a:lnTo>
                <a:lnTo>
                  <a:pt x="690202" y="3460"/>
                </a:lnTo>
                <a:lnTo>
                  <a:pt x="690202" y="28613"/>
                </a:lnTo>
                <a:lnTo>
                  <a:pt x="702978" y="28613"/>
                </a:lnTo>
                <a:close/>
                <a:moveTo>
                  <a:pt x="777570" y="49507"/>
                </a:moveTo>
                <a:lnTo>
                  <a:pt x="759138" y="52834"/>
                </a:lnTo>
                <a:cubicBezTo>
                  <a:pt x="758517" y="49174"/>
                  <a:pt x="757109" y="46418"/>
                  <a:pt x="754913" y="44566"/>
                </a:cubicBezTo>
                <a:cubicBezTo>
                  <a:pt x="752717" y="42714"/>
                  <a:pt x="749867" y="41788"/>
                  <a:pt x="746362" y="41788"/>
                </a:cubicBezTo>
                <a:cubicBezTo>
                  <a:pt x="741704" y="41788"/>
                  <a:pt x="737989" y="43391"/>
                  <a:pt x="735216" y="46598"/>
                </a:cubicBezTo>
                <a:cubicBezTo>
                  <a:pt x="732444" y="49804"/>
                  <a:pt x="731058" y="55166"/>
                  <a:pt x="731058" y="62684"/>
                </a:cubicBezTo>
                <a:cubicBezTo>
                  <a:pt x="731058" y="71043"/>
                  <a:pt x="732466" y="76948"/>
                  <a:pt x="735283" y="80399"/>
                </a:cubicBezTo>
                <a:cubicBezTo>
                  <a:pt x="738100" y="83848"/>
                  <a:pt x="741882" y="85572"/>
                  <a:pt x="746628" y="85572"/>
                </a:cubicBezTo>
                <a:cubicBezTo>
                  <a:pt x="750177" y="85572"/>
                  <a:pt x="753083" y="84563"/>
                  <a:pt x="755345" y="82545"/>
                </a:cubicBezTo>
                <a:cubicBezTo>
                  <a:pt x="757608" y="80526"/>
                  <a:pt x="759205" y="77055"/>
                  <a:pt x="760136" y="72131"/>
                </a:cubicBezTo>
                <a:lnTo>
                  <a:pt x="778502" y="75325"/>
                </a:lnTo>
                <a:cubicBezTo>
                  <a:pt x="776594" y="83754"/>
                  <a:pt x="772934" y="90119"/>
                  <a:pt x="767522" y="94422"/>
                </a:cubicBezTo>
                <a:cubicBezTo>
                  <a:pt x="762110" y="98725"/>
                  <a:pt x="754857" y="100877"/>
                  <a:pt x="745763" y="100877"/>
                </a:cubicBezTo>
                <a:cubicBezTo>
                  <a:pt x="735427" y="100877"/>
                  <a:pt x="727187" y="97616"/>
                  <a:pt x="721043" y="91095"/>
                </a:cubicBezTo>
                <a:cubicBezTo>
                  <a:pt x="714899" y="84574"/>
                  <a:pt x="711827" y="75547"/>
                  <a:pt x="711827" y="64013"/>
                </a:cubicBezTo>
                <a:cubicBezTo>
                  <a:pt x="711827" y="52346"/>
                  <a:pt x="714910" y="43263"/>
                  <a:pt x="721076" y="36764"/>
                </a:cubicBezTo>
                <a:cubicBezTo>
                  <a:pt x="727243" y="30265"/>
                  <a:pt x="735582" y="27016"/>
                  <a:pt x="746096" y="27016"/>
                </a:cubicBezTo>
                <a:cubicBezTo>
                  <a:pt x="754702" y="27016"/>
                  <a:pt x="761545" y="28868"/>
                  <a:pt x="766624" y="32572"/>
                </a:cubicBezTo>
                <a:cubicBezTo>
                  <a:pt x="771703" y="36276"/>
                  <a:pt x="775352" y="41921"/>
                  <a:pt x="777570" y="49507"/>
                </a:cubicBezTo>
                <a:close/>
                <a:moveTo>
                  <a:pt x="810355" y="1730"/>
                </a:moveTo>
                <a:lnTo>
                  <a:pt x="810355" y="37646"/>
                </a:lnTo>
                <a:cubicBezTo>
                  <a:pt x="816388" y="30559"/>
                  <a:pt x="823596" y="27016"/>
                  <a:pt x="831981" y="27016"/>
                </a:cubicBezTo>
                <a:cubicBezTo>
                  <a:pt x="836284" y="27016"/>
                  <a:pt x="840165" y="27814"/>
                  <a:pt x="843625" y="29411"/>
                </a:cubicBezTo>
                <a:cubicBezTo>
                  <a:pt x="847086" y="31008"/>
                  <a:pt x="849692" y="33049"/>
                  <a:pt x="851444" y="35533"/>
                </a:cubicBezTo>
                <a:cubicBezTo>
                  <a:pt x="853196" y="38017"/>
                  <a:pt x="854394" y="40768"/>
                  <a:pt x="855037" y="43784"/>
                </a:cubicBezTo>
                <a:cubicBezTo>
                  <a:pt x="855681" y="46801"/>
                  <a:pt x="856002" y="51481"/>
                  <a:pt x="856002" y="57825"/>
                </a:cubicBezTo>
                <a:lnTo>
                  <a:pt x="856002" y="99280"/>
                </a:lnTo>
                <a:lnTo>
                  <a:pt x="837304" y="99280"/>
                </a:lnTo>
                <a:lnTo>
                  <a:pt x="837304" y="61994"/>
                </a:lnTo>
                <a:cubicBezTo>
                  <a:pt x="837304" y="54594"/>
                  <a:pt x="836949" y="49897"/>
                  <a:pt x="836239" y="47904"/>
                </a:cubicBezTo>
                <a:cubicBezTo>
                  <a:pt x="835530" y="45909"/>
                  <a:pt x="834276" y="44324"/>
                  <a:pt x="832480" y="43150"/>
                </a:cubicBezTo>
                <a:cubicBezTo>
                  <a:pt x="830683" y="41976"/>
                  <a:pt x="828432" y="41389"/>
                  <a:pt x="825726" y="41389"/>
                </a:cubicBezTo>
                <a:cubicBezTo>
                  <a:pt x="822620" y="41389"/>
                  <a:pt x="819848" y="42142"/>
                  <a:pt x="817408" y="43649"/>
                </a:cubicBezTo>
                <a:cubicBezTo>
                  <a:pt x="814968" y="45156"/>
                  <a:pt x="813183" y="47427"/>
                  <a:pt x="812051" y="50461"/>
                </a:cubicBezTo>
                <a:cubicBezTo>
                  <a:pt x="810920" y="53496"/>
                  <a:pt x="810355" y="57983"/>
                  <a:pt x="810355" y="63921"/>
                </a:cubicBezTo>
                <a:lnTo>
                  <a:pt x="810355" y="99280"/>
                </a:lnTo>
                <a:lnTo>
                  <a:pt x="791656" y="99280"/>
                </a:lnTo>
                <a:lnTo>
                  <a:pt x="791656" y="1730"/>
                </a:lnTo>
                <a:lnTo>
                  <a:pt x="810355" y="1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9FAA7-B558-403D-AFA0-56F32B9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85" y="4587285"/>
            <a:ext cx="177075" cy="177090"/>
          </a:xfrm>
          <a:custGeom xmlns:a="http://schemas.openxmlformats.org/drawingml/2006/main">
            <a:pathLst>
              <a:path w="177075" h="177090">
                <a:moveTo>
                  <a:pt x="0" y="88544"/>
                </a:move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5" y="137447"/>
                  <a:pt x="137435" y="177090"/>
                  <a:pt x="88536" y="177090"/>
                </a:cubicBezTo>
                <a:cubicBezTo>
                  <a:pt x="39641" y="177090"/>
                  <a:pt x="0" y="137447"/>
                  <a:pt x="0" y="88544"/>
                </a:cubicBezTo>
                <a:close/>
                <a:moveTo>
                  <a:pt x="80239" y="116215"/>
                </a:moveTo>
                <a:cubicBezTo>
                  <a:pt x="80239" y="107438"/>
                  <a:pt x="74407" y="100034"/>
                  <a:pt x="66405" y="97643"/>
                </a:cubicBezTo>
                <a:lnTo>
                  <a:pt x="66405" y="76683"/>
                </a:lnTo>
                <a:cubicBezTo>
                  <a:pt x="76649" y="73566"/>
                  <a:pt x="82425" y="62728"/>
                  <a:pt x="79306" y="52481"/>
                </a:cubicBezTo>
                <a:cubicBezTo>
                  <a:pt x="76832" y="44355"/>
                  <a:pt x="69362" y="38793"/>
                  <a:pt x="60871" y="38738"/>
                </a:cubicBezTo>
                <a:cubicBezTo>
                  <a:pt x="50174" y="38720"/>
                  <a:pt x="41487" y="47380"/>
                  <a:pt x="41467" y="58070"/>
                </a:cubicBezTo>
                <a:cubicBezTo>
                  <a:pt x="41452" y="66666"/>
                  <a:pt x="47099" y="74239"/>
                  <a:pt x="55338" y="76683"/>
                </a:cubicBezTo>
                <a:lnTo>
                  <a:pt x="55338" y="97643"/>
                </a:lnTo>
                <a:cubicBezTo>
                  <a:pt x="45093" y="100763"/>
                  <a:pt x="39317" y="111597"/>
                  <a:pt x="42436" y="121842"/>
                </a:cubicBezTo>
                <a:cubicBezTo>
                  <a:pt x="44910" y="129965"/>
                  <a:pt x="52380" y="135535"/>
                  <a:pt x="60872" y="135584"/>
                </a:cubicBezTo>
                <a:cubicBezTo>
                  <a:pt x="71568" y="135584"/>
                  <a:pt x="80239" y="126913"/>
                  <a:pt x="80239" y="116215"/>
                </a:cubicBezTo>
                <a:close/>
                <a:moveTo>
                  <a:pt x="116204" y="135584"/>
                </a:moveTo>
                <a:cubicBezTo>
                  <a:pt x="126902" y="135844"/>
                  <a:pt x="135784" y="127385"/>
                  <a:pt x="136042" y="116689"/>
                </a:cubicBezTo>
                <a:cubicBezTo>
                  <a:pt x="136300" y="105996"/>
                  <a:pt x="127843" y="97116"/>
                  <a:pt x="117144" y="96858"/>
                </a:cubicBezTo>
                <a:cubicBezTo>
                  <a:pt x="116840" y="96851"/>
                  <a:pt x="116527" y="96851"/>
                  <a:pt x="116222" y="96857"/>
                </a:cubicBezTo>
                <a:cubicBezTo>
                  <a:pt x="105524" y="97110"/>
                  <a:pt x="97057" y="105985"/>
                  <a:pt x="97315" y="116678"/>
                </a:cubicBezTo>
                <a:cubicBezTo>
                  <a:pt x="97555" y="127014"/>
                  <a:pt x="105874" y="135334"/>
                  <a:pt x="116204" y="135584"/>
                </a:cubicBezTo>
                <a:close/>
                <a:moveTo>
                  <a:pt x="116204" y="85777"/>
                </a:moveTo>
                <a:cubicBezTo>
                  <a:pt x="120787" y="85777"/>
                  <a:pt x="124504" y="82060"/>
                  <a:pt x="124504" y="77476"/>
                </a:cubicBezTo>
                <a:cubicBezTo>
                  <a:pt x="124504" y="72892"/>
                  <a:pt x="120787" y="69175"/>
                  <a:pt x="116204" y="69175"/>
                </a:cubicBezTo>
                <a:cubicBezTo>
                  <a:pt x="111620" y="69175"/>
                  <a:pt x="107903" y="72892"/>
                  <a:pt x="107903" y="77476"/>
                </a:cubicBezTo>
                <a:cubicBezTo>
                  <a:pt x="107903" y="82060"/>
                  <a:pt x="111620" y="85777"/>
                  <a:pt x="116204" y="85777"/>
                </a:cubicBezTo>
                <a:close/>
                <a:moveTo>
                  <a:pt x="124504" y="49806"/>
                </a:moveTo>
                <a:cubicBezTo>
                  <a:pt x="124504" y="45222"/>
                  <a:pt x="120787" y="41505"/>
                  <a:pt x="116204" y="41505"/>
                </a:cubicBezTo>
                <a:cubicBezTo>
                  <a:pt x="111620" y="41505"/>
                  <a:pt x="107903" y="45222"/>
                  <a:pt x="107903" y="49806"/>
                </a:cubicBezTo>
                <a:cubicBezTo>
                  <a:pt x="107903" y="54390"/>
                  <a:pt x="111620" y="58107"/>
                  <a:pt x="116204" y="58107"/>
                </a:cubicBezTo>
                <a:cubicBezTo>
                  <a:pt x="120787" y="58107"/>
                  <a:pt x="124504" y="54390"/>
                  <a:pt x="124504" y="49806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C5DB7-493B-41FB-BDE7-55B74681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771" y="4829704"/>
            <a:ext cx="1515098" cy="1266369"/>
          </a:xfrm>
          <a:custGeom xmlns:a="http://schemas.openxmlformats.org/drawingml/2006/main">
            <a:pathLst>
              <a:path w="1515098" h="1266369">
                <a:moveTo>
                  <a:pt x="0" y="43836"/>
                </a:moveTo>
                <a:cubicBezTo>
                  <a:pt x="0" y="19609"/>
                  <a:pt x="19609" y="0"/>
                  <a:pt x="43760" y="0"/>
                </a:cubicBezTo>
                <a:lnTo>
                  <a:pt x="1471262" y="0"/>
                </a:lnTo>
                <a:cubicBezTo>
                  <a:pt x="1495489" y="0"/>
                  <a:pt x="1515098" y="19609"/>
                  <a:pt x="1515098" y="43836"/>
                </a:cubicBezTo>
                <a:lnTo>
                  <a:pt x="1515098" y="1222541"/>
                </a:lnTo>
                <a:cubicBezTo>
                  <a:pt x="1515098" y="1246753"/>
                  <a:pt x="1495489" y="1266369"/>
                  <a:pt x="1471262" y="1266369"/>
                </a:cubicBezTo>
                <a:lnTo>
                  <a:pt x="43760" y="1266369"/>
                </a:lnTo>
                <a:cubicBezTo>
                  <a:pt x="19609" y="1266369"/>
                  <a:pt x="0" y="1246753"/>
                  <a:pt x="0" y="1222541"/>
                </a:cubicBezTo>
                <a:lnTo>
                  <a:pt x="0" y="4383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05d5f933a4fb2"/>
          <a:stretch xmlns:a="http://schemas.openxmlformats.org/drawingml/2006/main"/>
        </p:blipFill>
        <p:spPr>
          <a:xfrm xmlns:a="http://schemas.openxmlformats.org/drawingml/2006/main">
            <a:off x="12180454" y="5605347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802CA-17A3-4797-94A2-BC722AB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319" y="5614887"/>
            <a:ext cx="386194" cy="363383"/>
          </a:xfrm>
          <a:custGeom xmlns:a="http://schemas.openxmlformats.org/drawingml/2006/main">
            <a:pathLst>
              <a:path w="386194" h="363383">
                <a:moveTo>
                  <a:pt x="0" y="15952"/>
                </a:moveTo>
                <a:cubicBezTo>
                  <a:pt x="0" y="7132"/>
                  <a:pt x="7192" y="0"/>
                  <a:pt x="15975" y="0"/>
                </a:cubicBezTo>
                <a:lnTo>
                  <a:pt x="370219" y="0"/>
                </a:lnTo>
                <a:cubicBezTo>
                  <a:pt x="379002" y="0"/>
                  <a:pt x="386194" y="7132"/>
                  <a:pt x="386194" y="15952"/>
                </a:cubicBezTo>
                <a:lnTo>
                  <a:pt x="386194" y="347416"/>
                </a:lnTo>
                <a:cubicBezTo>
                  <a:pt x="386194" y="356236"/>
                  <a:pt x="379002" y="363383"/>
                  <a:pt x="370219" y="363383"/>
                </a:cubicBezTo>
                <a:lnTo>
                  <a:pt x="15975" y="363383"/>
                </a:lnTo>
                <a:cubicBezTo>
                  <a:pt x="7192" y="363383"/>
                  <a:pt x="0" y="356236"/>
                  <a:pt x="0" y="347416"/>
                </a:cubicBezTo>
                <a:lnTo>
                  <a:pt x="0" y="15952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●">
            <a:extLst xmlns:a="http://schemas.openxmlformats.org/drawingml/2006/main">
              <a:ext uri="{FF2B5EF4-FFF2-40B4-BE49-F238E27FC236}">
                <a16:creationId xmlns:a16="http://schemas.microsoft.com/office/drawing/2014/main" id="{07E5AF12-FFA2-44EF-B44F-43CBE7DA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003" y="5652444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●">
            <a:extLst xmlns:a="http://schemas.openxmlformats.org/drawingml/2006/main">
              <a:ext uri="{FF2B5EF4-FFF2-40B4-BE49-F238E27FC236}">
                <a16:creationId xmlns:a16="http://schemas.microsoft.com/office/drawing/2014/main" id="{D5FDD224-DD91-4277-8303-8C059E4B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984" y="5652444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●">
            <a:extLst xmlns:a="http://schemas.openxmlformats.org/drawingml/2006/main">
              <a:ext uri="{FF2B5EF4-FFF2-40B4-BE49-F238E27FC236}">
                <a16:creationId xmlns:a16="http://schemas.microsoft.com/office/drawing/2014/main" id="{8F1CC562-AD44-479A-ADBA-0B321280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964" y="5652444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C3459-73E3-4120-AE5B-C2F8611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520" y="5477644"/>
            <a:ext cx="118009" cy="89369"/>
          </a:xfrm>
          <a:custGeom xmlns:a="http://schemas.openxmlformats.org/drawingml/2006/main">
            <a:pathLst>
              <a:path w="118009" h="89369">
                <a:moveTo>
                  <a:pt x="109030" y="89369"/>
                </a:moveTo>
                <a:lnTo>
                  <a:pt x="8980" y="89369"/>
                </a:lnTo>
                <a:cubicBezTo>
                  <a:pt x="4021" y="89369"/>
                  <a:pt x="1" y="85683"/>
                  <a:pt x="1" y="81137"/>
                </a:cubicBezTo>
                <a:lnTo>
                  <a:pt x="0" y="8231"/>
                </a:lnTo>
                <a:cubicBezTo>
                  <a:pt x="0" y="3688"/>
                  <a:pt x="4023" y="0"/>
                  <a:pt x="8979" y="0"/>
                </a:cubicBezTo>
                <a:lnTo>
                  <a:pt x="109029" y="0"/>
                </a:lnTo>
                <a:cubicBezTo>
                  <a:pt x="113989" y="0"/>
                  <a:pt x="118008" y="3688"/>
                  <a:pt x="118008" y="8231"/>
                </a:cubicBezTo>
                <a:lnTo>
                  <a:pt x="118009" y="81137"/>
                </a:lnTo>
                <a:cubicBezTo>
                  <a:pt x="118009" y="85683"/>
                  <a:pt x="113989" y="89369"/>
                  <a:pt x="109030" y="89369"/>
                </a:cubicBezTo>
                <a:close/>
                <a:moveTo>
                  <a:pt x="8979" y="7055"/>
                </a:moveTo>
                <a:cubicBezTo>
                  <a:pt x="8271" y="7055"/>
                  <a:pt x="7696" y="7581"/>
                  <a:pt x="7696" y="8231"/>
                </a:cubicBezTo>
                <a:lnTo>
                  <a:pt x="7697" y="81137"/>
                </a:lnTo>
                <a:cubicBezTo>
                  <a:pt x="7697" y="81786"/>
                  <a:pt x="8272" y="82313"/>
                  <a:pt x="8980" y="82313"/>
                </a:cubicBezTo>
                <a:lnTo>
                  <a:pt x="25285" y="82313"/>
                </a:lnTo>
                <a:lnTo>
                  <a:pt x="69265" y="39871"/>
                </a:lnTo>
                <a:cubicBezTo>
                  <a:pt x="72677" y="36578"/>
                  <a:pt x="78359" y="36441"/>
                  <a:pt x="81955" y="39569"/>
                </a:cubicBezTo>
                <a:cubicBezTo>
                  <a:pt x="82011" y="39620"/>
                  <a:pt x="82066" y="39671"/>
                  <a:pt x="82126" y="39722"/>
                </a:cubicBezTo>
                <a:lnTo>
                  <a:pt x="110312" y="65568"/>
                </a:lnTo>
                <a:lnTo>
                  <a:pt x="110312" y="8231"/>
                </a:lnTo>
                <a:cubicBezTo>
                  <a:pt x="110312" y="7581"/>
                  <a:pt x="109739" y="7055"/>
                  <a:pt x="109029" y="7055"/>
                </a:cubicBezTo>
                <a:lnTo>
                  <a:pt x="8979" y="7055"/>
                </a:lnTo>
                <a:close/>
                <a:moveTo>
                  <a:pt x="110312" y="81137"/>
                </a:moveTo>
                <a:lnTo>
                  <a:pt x="110312" y="75540"/>
                </a:lnTo>
                <a:lnTo>
                  <a:pt x="76679" y="44712"/>
                </a:lnTo>
                <a:cubicBezTo>
                  <a:pt x="76435" y="44488"/>
                  <a:pt x="76102" y="44363"/>
                  <a:pt x="75756" y="44371"/>
                </a:cubicBezTo>
                <a:cubicBezTo>
                  <a:pt x="75413" y="44371"/>
                  <a:pt x="75084" y="44500"/>
                  <a:pt x="74845" y="44731"/>
                </a:cubicBezTo>
                <a:lnTo>
                  <a:pt x="35901" y="82313"/>
                </a:lnTo>
                <a:lnTo>
                  <a:pt x="109029" y="82313"/>
                </a:lnTo>
                <a:cubicBezTo>
                  <a:pt x="109739" y="82313"/>
                  <a:pt x="110312" y="81787"/>
                  <a:pt x="110312" y="81137"/>
                </a:cubicBezTo>
                <a:close/>
                <a:moveTo>
                  <a:pt x="51307" y="31749"/>
                </a:moveTo>
                <a:cubicBezTo>
                  <a:pt x="51307" y="40192"/>
                  <a:pt x="43841" y="47036"/>
                  <a:pt x="34634" y="47036"/>
                </a:cubicBezTo>
                <a:cubicBezTo>
                  <a:pt x="25424" y="47036"/>
                  <a:pt x="17958" y="40192"/>
                  <a:pt x="17958" y="31749"/>
                </a:cubicBezTo>
                <a:cubicBezTo>
                  <a:pt x="17958" y="23306"/>
                  <a:pt x="25424" y="16463"/>
                  <a:pt x="34633" y="16463"/>
                </a:cubicBezTo>
                <a:cubicBezTo>
                  <a:pt x="43841" y="16463"/>
                  <a:pt x="51307" y="23306"/>
                  <a:pt x="51307" y="31749"/>
                </a:cubicBezTo>
                <a:close/>
                <a:moveTo>
                  <a:pt x="43610" y="31749"/>
                </a:moveTo>
                <a:cubicBezTo>
                  <a:pt x="43610" y="27203"/>
                  <a:pt x="39587" y="23518"/>
                  <a:pt x="34628" y="23518"/>
                </a:cubicBezTo>
                <a:cubicBezTo>
                  <a:pt x="29668" y="23518"/>
                  <a:pt x="25648" y="27206"/>
                  <a:pt x="25649" y="31753"/>
                </a:cubicBezTo>
                <a:cubicBezTo>
                  <a:pt x="25651" y="36300"/>
                  <a:pt x="29673" y="39988"/>
                  <a:pt x="34634" y="39985"/>
                </a:cubicBezTo>
                <a:cubicBezTo>
                  <a:pt x="39596" y="39985"/>
                  <a:pt x="43615" y="36296"/>
                  <a:pt x="43610" y="317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Image">
            <a:extLst xmlns:a="http://schemas.openxmlformats.org/drawingml/2006/main">
              <a:ext uri="{FF2B5EF4-FFF2-40B4-BE49-F238E27FC236}">
                <a16:creationId xmlns:a16="http://schemas.microsoft.com/office/drawing/2014/main" id="{67858D09-9EFA-4752-9C3C-CE21C4C0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471" y="5508042"/>
            <a:ext cx="181138" cy="63148"/>
          </a:xfrm>
          <a:custGeom xmlns:a="http://schemas.openxmlformats.org/drawingml/2006/main">
            <a:pathLst>
              <a:path w="181138" h="63148">
                <a:moveTo>
                  <a:pt x="0" y="48775"/>
                </a:moveTo>
                <a:lnTo>
                  <a:pt x="0" y="0"/>
                </a:lnTo>
                <a:lnTo>
                  <a:pt x="6455" y="0"/>
                </a:lnTo>
                <a:lnTo>
                  <a:pt x="6455" y="48775"/>
                </a:lnTo>
                <a:lnTo>
                  <a:pt x="0" y="48775"/>
                </a:lnTo>
                <a:close/>
                <a:moveTo>
                  <a:pt x="17079" y="48775"/>
                </a:moveTo>
                <a:lnTo>
                  <a:pt x="17079" y="13441"/>
                </a:lnTo>
                <a:lnTo>
                  <a:pt x="22436" y="13441"/>
                </a:lnTo>
                <a:lnTo>
                  <a:pt x="22436" y="18365"/>
                </a:lnTo>
                <a:cubicBezTo>
                  <a:pt x="23545" y="16645"/>
                  <a:pt x="25020" y="15261"/>
                  <a:pt x="26861" y="14214"/>
                </a:cubicBezTo>
                <a:cubicBezTo>
                  <a:pt x="28702" y="13167"/>
                  <a:pt x="30798" y="12643"/>
                  <a:pt x="33149" y="12643"/>
                </a:cubicBezTo>
                <a:cubicBezTo>
                  <a:pt x="35767" y="12643"/>
                  <a:pt x="37913" y="13184"/>
                  <a:pt x="39587" y="14265"/>
                </a:cubicBezTo>
                <a:cubicBezTo>
                  <a:pt x="41262" y="15345"/>
                  <a:pt x="42443" y="16856"/>
                  <a:pt x="43130" y="18798"/>
                </a:cubicBezTo>
                <a:cubicBezTo>
                  <a:pt x="45925" y="14695"/>
                  <a:pt x="49563" y="12643"/>
                  <a:pt x="54043" y="12643"/>
                </a:cubicBezTo>
                <a:cubicBezTo>
                  <a:pt x="57548" y="12643"/>
                  <a:pt x="60243" y="13613"/>
                  <a:pt x="62128" y="15554"/>
                </a:cubicBezTo>
                <a:cubicBezTo>
                  <a:pt x="64013" y="17495"/>
                  <a:pt x="64956" y="20484"/>
                  <a:pt x="64956" y="24521"/>
                </a:cubicBezTo>
                <a:lnTo>
                  <a:pt x="64956" y="48775"/>
                </a:lnTo>
                <a:lnTo>
                  <a:pt x="59001" y="48775"/>
                </a:lnTo>
                <a:lnTo>
                  <a:pt x="59001" y="26493"/>
                </a:lnTo>
                <a:cubicBezTo>
                  <a:pt x="59001" y="24095"/>
                  <a:pt x="58807" y="22368"/>
                  <a:pt x="58418" y="21314"/>
                </a:cubicBezTo>
                <a:cubicBezTo>
                  <a:pt x="58030" y="20259"/>
                  <a:pt x="57326" y="19410"/>
                  <a:pt x="56306" y="18766"/>
                </a:cubicBezTo>
                <a:cubicBezTo>
                  <a:pt x="55285" y="18122"/>
                  <a:pt x="54088" y="17800"/>
                  <a:pt x="52712" y="17800"/>
                </a:cubicBezTo>
                <a:cubicBezTo>
                  <a:pt x="50228" y="17800"/>
                  <a:pt x="48165" y="18627"/>
                  <a:pt x="46524" y="20282"/>
                </a:cubicBezTo>
                <a:cubicBezTo>
                  <a:pt x="44883" y="21935"/>
                  <a:pt x="44062" y="24583"/>
                  <a:pt x="44062" y="28225"/>
                </a:cubicBezTo>
                <a:lnTo>
                  <a:pt x="44062" y="48775"/>
                </a:lnTo>
                <a:lnTo>
                  <a:pt x="38073" y="48775"/>
                </a:lnTo>
                <a:lnTo>
                  <a:pt x="38073" y="25793"/>
                </a:lnTo>
                <a:cubicBezTo>
                  <a:pt x="38073" y="23129"/>
                  <a:pt x="37585" y="21130"/>
                  <a:pt x="36609" y="19798"/>
                </a:cubicBezTo>
                <a:cubicBezTo>
                  <a:pt x="35633" y="18466"/>
                  <a:pt x="34036" y="17800"/>
                  <a:pt x="31818" y="17800"/>
                </a:cubicBezTo>
                <a:cubicBezTo>
                  <a:pt x="30133" y="17800"/>
                  <a:pt x="28575" y="18244"/>
                  <a:pt x="27144" y="19133"/>
                </a:cubicBezTo>
                <a:cubicBezTo>
                  <a:pt x="25713" y="20021"/>
                  <a:pt x="24676" y="21320"/>
                  <a:pt x="24033" y="23030"/>
                </a:cubicBezTo>
                <a:cubicBezTo>
                  <a:pt x="23390" y="24739"/>
                  <a:pt x="23068" y="27203"/>
                  <a:pt x="23068" y="30423"/>
                </a:cubicBezTo>
                <a:lnTo>
                  <a:pt x="23068" y="48775"/>
                </a:lnTo>
                <a:lnTo>
                  <a:pt x="17079" y="48775"/>
                </a:lnTo>
                <a:close/>
                <a:moveTo>
                  <a:pt x="97440" y="44412"/>
                </a:moveTo>
                <a:cubicBezTo>
                  <a:pt x="95222" y="46299"/>
                  <a:pt x="93088" y="47631"/>
                  <a:pt x="91036" y="48408"/>
                </a:cubicBezTo>
                <a:cubicBezTo>
                  <a:pt x="88984" y="49185"/>
                  <a:pt x="86783" y="49573"/>
                  <a:pt x="84432" y="49573"/>
                </a:cubicBezTo>
                <a:cubicBezTo>
                  <a:pt x="80550" y="49573"/>
                  <a:pt x="77567" y="48625"/>
                  <a:pt x="75482" y="46727"/>
                </a:cubicBezTo>
                <a:cubicBezTo>
                  <a:pt x="73397" y="44829"/>
                  <a:pt x="72354" y="42404"/>
                  <a:pt x="72354" y="39452"/>
                </a:cubicBezTo>
                <a:cubicBezTo>
                  <a:pt x="72354" y="37721"/>
                  <a:pt x="72748" y="36140"/>
                  <a:pt x="73535" y="34709"/>
                </a:cubicBezTo>
                <a:cubicBezTo>
                  <a:pt x="74323" y="33277"/>
                  <a:pt x="75354" y="32128"/>
                  <a:pt x="76630" y="31262"/>
                </a:cubicBezTo>
                <a:cubicBezTo>
                  <a:pt x="77905" y="30396"/>
                  <a:pt x="79341" y="29742"/>
                  <a:pt x="80938" y="29298"/>
                </a:cubicBezTo>
                <a:cubicBezTo>
                  <a:pt x="82114" y="28987"/>
                  <a:pt x="83888" y="28687"/>
                  <a:pt x="86261" y="28399"/>
                </a:cubicBezTo>
                <a:cubicBezTo>
                  <a:pt x="91097" y="27826"/>
                  <a:pt x="94657" y="27143"/>
                  <a:pt x="96941" y="26350"/>
                </a:cubicBezTo>
                <a:cubicBezTo>
                  <a:pt x="96964" y="25533"/>
                  <a:pt x="96975" y="25014"/>
                  <a:pt x="96975" y="24793"/>
                </a:cubicBezTo>
                <a:cubicBezTo>
                  <a:pt x="96975" y="22362"/>
                  <a:pt x="96409" y="20650"/>
                  <a:pt x="95278" y="19656"/>
                </a:cubicBezTo>
                <a:cubicBezTo>
                  <a:pt x="93747" y="18308"/>
                  <a:pt x="91474" y="17634"/>
                  <a:pt x="88457" y="17634"/>
                </a:cubicBezTo>
                <a:cubicBezTo>
                  <a:pt x="85640" y="17634"/>
                  <a:pt x="83561" y="18127"/>
                  <a:pt x="82219" y="19114"/>
                </a:cubicBezTo>
                <a:cubicBezTo>
                  <a:pt x="80877" y="20101"/>
                  <a:pt x="79885" y="21848"/>
                  <a:pt x="79241" y="24354"/>
                </a:cubicBezTo>
                <a:lnTo>
                  <a:pt x="73386" y="23556"/>
                </a:lnTo>
                <a:cubicBezTo>
                  <a:pt x="73918" y="21042"/>
                  <a:pt x="74794" y="19011"/>
                  <a:pt x="76014" y="17465"/>
                </a:cubicBezTo>
                <a:cubicBezTo>
                  <a:pt x="77234" y="15919"/>
                  <a:pt x="78997" y="14729"/>
                  <a:pt x="81304" y="13895"/>
                </a:cubicBezTo>
                <a:cubicBezTo>
                  <a:pt x="83611" y="13060"/>
                  <a:pt x="86284" y="12643"/>
                  <a:pt x="89322" y="12643"/>
                </a:cubicBezTo>
                <a:cubicBezTo>
                  <a:pt x="92339" y="12643"/>
                  <a:pt x="94790" y="12998"/>
                  <a:pt x="96675" y="13708"/>
                </a:cubicBezTo>
                <a:cubicBezTo>
                  <a:pt x="98561" y="14417"/>
                  <a:pt x="99947" y="15310"/>
                  <a:pt x="100834" y="16386"/>
                </a:cubicBezTo>
                <a:cubicBezTo>
                  <a:pt x="101721" y="17462"/>
                  <a:pt x="102342" y="18820"/>
                  <a:pt x="102697" y="20462"/>
                </a:cubicBezTo>
                <a:cubicBezTo>
                  <a:pt x="102897" y="21482"/>
                  <a:pt x="102997" y="23323"/>
                  <a:pt x="102997" y="25984"/>
                </a:cubicBezTo>
                <a:lnTo>
                  <a:pt x="102997" y="33969"/>
                </a:lnTo>
                <a:cubicBezTo>
                  <a:pt x="102997" y="39537"/>
                  <a:pt x="103124" y="43058"/>
                  <a:pt x="103379" y="44533"/>
                </a:cubicBezTo>
                <a:cubicBezTo>
                  <a:pt x="103634" y="46008"/>
                  <a:pt x="104139" y="47422"/>
                  <a:pt x="104893" y="48775"/>
                </a:cubicBezTo>
                <a:lnTo>
                  <a:pt x="98638" y="48775"/>
                </a:lnTo>
                <a:cubicBezTo>
                  <a:pt x="98017" y="47531"/>
                  <a:pt x="97618" y="46077"/>
                  <a:pt x="97440" y="44412"/>
                </a:cubicBezTo>
                <a:moveTo>
                  <a:pt x="96941" y="31008"/>
                </a:moveTo>
                <a:cubicBezTo>
                  <a:pt x="94768" y="31903"/>
                  <a:pt x="91507" y="32664"/>
                  <a:pt x="87160" y="33289"/>
                </a:cubicBezTo>
                <a:cubicBezTo>
                  <a:pt x="84698" y="33646"/>
                  <a:pt x="82957" y="34047"/>
                  <a:pt x="81936" y="34492"/>
                </a:cubicBezTo>
                <a:cubicBezTo>
                  <a:pt x="80916" y="34937"/>
                  <a:pt x="80129" y="35589"/>
                  <a:pt x="79574" y="36447"/>
                </a:cubicBezTo>
                <a:cubicBezTo>
                  <a:pt x="79020" y="37304"/>
                  <a:pt x="78742" y="38257"/>
                  <a:pt x="78742" y="39303"/>
                </a:cubicBezTo>
                <a:cubicBezTo>
                  <a:pt x="78742" y="40906"/>
                  <a:pt x="79347" y="42243"/>
                  <a:pt x="80556" y="43312"/>
                </a:cubicBezTo>
                <a:cubicBezTo>
                  <a:pt x="81764" y="44381"/>
                  <a:pt x="83533" y="44916"/>
                  <a:pt x="85862" y="44916"/>
                </a:cubicBezTo>
                <a:cubicBezTo>
                  <a:pt x="88169" y="44916"/>
                  <a:pt x="90221" y="44408"/>
                  <a:pt x="92017" y="43394"/>
                </a:cubicBezTo>
                <a:cubicBezTo>
                  <a:pt x="93814" y="42380"/>
                  <a:pt x="95134" y="40993"/>
                  <a:pt x="95977" y="39232"/>
                </a:cubicBezTo>
                <a:cubicBezTo>
                  <a:pt x="96620" y="37873"/>
                  <a:pt x="96941" y="35867"/>
                  <a:pt x="96941" y="33215"/>
                </a:cubicBezTo>
                <a:lnTo>
                  <a:pt x="96941" y="31008"/>
                </a:lnTo>
                <a:close/>
                <a:moveTo>
                  <a:pt x="111375" y="51703"/>
                </a:moveTo>
                <a:lnTo>
                  <a:pt x="117197" y="52568"/>
                </a:lnTo>
                <a:cubicBezTo>
                  <a:pt x="117441" y="54364"/>
                  <a:pt x="118117" y="55673"/>
                  <a:pt x="119227" y="56494"/>
                </a:cubicBezTo>
                <a:cubicBezTo>
                  <a:pt x="120713" y="57603"/>
                  <a:pt x="122742" y="58157"/>
                  <a:pt x="125315" y="58157"/>
                </a:cubicBezTo>
                <a:cubicBezTo>
                  <a:pt x="128088" y="58157"/>
                  <a:pt x="130228" y="57601"/>
                  <a:pt x="131736" y="56490"/>
                </a:cubicBezTo>
                <a:cubicBezTo>
                  <a:pt x="133245" y="55378"/>
                  <a:pt x="134265" y="53822"/>
                  <a:pt x="134797" y="51821"/>
                </a:cubicBezTo>
                <a:cubicBezTo>
                  <a:pt x="135108" y="50599"/>
                  <a:pt x="135252" y="48032"/>
                  <a:pt x="135230" y="44119"/>
                </a:cubicBezTo>
                <a:cubicBezTo>
                  <a:pt x="132612" y="47223"/>
                  <a:pt x="129352" y="48775"/>
                  <a:pt x="125448" y="48775"/>
                </a:cubicBezTo>
                <a:cubicBezTo>
                  <a:pt x="120591" y="48775"/>
                  <a:pt x="116831" y="47023"/>
                  <a:pt x="114169" y="43518"/>
                </a:cubicBezTo>
                <a:cubicBezTo>
                  <a:pt x="111508" y="40014"/>
                  <a:pt x="110177" y="35810"/>
                  <a:pt x="110177" y="30909"/>
                </a:cubicBezTo>
                <a:cubicBezTo>
                  <a:pt x="110177" y="27537"/>
                  <a:pt x="110787" y="24426"/>
                  <a:pt x="112007" y="21576"/>
                </a:cubicBezTo>
                <a:cubicBezTo>
                  <a:pt x="113227" y="18726"/>
                  <a:pt x="114996" y="16524"/>
                  <a:pt x="117313" y="14972"/>
                </a:cubicBezTo>
                <a:cubicBezTo>
                  <a:pt x="119631" y="13419"/>
                  <a:pt x="122354" y="12643"/>
                  <a:pt x="125481" y="12643"/>
                </a:cubicBezTo>
                <a:cubicBezTo>
                  <a:pt x="129651" y="12643"/>
                  <a:pt x="133089" y="14340"/>
                  <a:pt x="135795" y="17733"/>
                </a:cubicBezTo>
                <a:lnTo>
                  <a:pt x="135795" y="13441"/>
                </a:lnTo>
                <a:lnTo>
                  <a:pt x="141318" y="13441"/>
                </a:lnTo>
                <a:lnTo>
                  <a:pt x="141318" y="44005"/>
                </a:lnTo>
                <a:cubicBezTo>
                  <a:pt x="141318" y="49509"/>
                  <a:pt x="140758" y="53410"/>
                  <a:pt x="139638" y="55707"/>
                </a:cubicBezTo>
                <a:cubicBezTo>
                  <a:pt x="138518" y="58004"/>
                  <a:pt x="136744" y="59818"/>
                  <a:pt x="134315" y="61150"/>
                </a:cubicBezTo>
                <a:cubicBezTo>
                  <a:pt x="131886" y="62482"/>
                  <a:pt x="128897" y="63148"/>
                  <a:pt x="125348" y="63148"/>
                </a:cubicBezTo>
                <a:cubicBezTo>
                  <a:pt x="121134" y="63148"/>
                  <a:pt x="117729" y="62197"/>
                  <a:pt x="115134" y="60295"/>
                </a:cubicBezTo>
                <a:cubicBezTo>
                  <a:pt x="112539" y="58393"/>
                  <a:pt x="111286" y="55529"/>
                  <a:pt x="111375" y="51703"/>
                </a:cubicBezTo>
                <a:moveTo>
                  <a:pt x="116332" y="30477"/>
                </a:moveTo>
                <a:cubicBezTo>
                  <a:pt x="116332" y="35101"/>
                  <a:pt x="117252" y="38475"/>
                  <a:pt x="119093" y="40599"/>
                </a:cubicBezTo>
                <a:cubicBezTo>
                  <a:pt x="120934" y="42722"/>
                  <a:pt x="123241" y="43784"/>
                  <a:pt x="126014" y="43784"/>
                </a:cubicBezTo>
                <a:cubicBezTo>
                  <a:pt x="128764" y="43784"/>
                  <a:pt x="131071" y="42728"/>
                  <a:pt x="132934" y="40615"/>
                </a:cubicBezTo>
                <a:cubicBezTo>
                  <a:pt x="134797" y="38503"/>
                  <a:pt x="135729" y="35189"/>
                  <a:pt x="135729" y="30676"/>
                </a:cubicBezTo>
                <a:cubicBezTo>
                  <a:pt x="135729" y="26362"/>
                  <a:pt x="134770" y="23109"/>
                  <a:pt x="132851" y="20919"/>
                </a:cubicBezTo>
                <a:cubicBezTo>
                  <a:pt x="130932" y="18729"/>
                  <a:pt x="128620" y="17634"/>
                  <a:pt x="125914" y="17634"/>
                </a:cubicBezTo>
                <a:cubicBezTo>
                  <a:pt x="123252" y="17634"/>
                  <a:pt x="120990" y="18712"/>
                  <a:pt x="119127" y="20869"/>
                </a:cubicBezTo>
                <a:cubicBezTo>
                  <a:pt x="117264" y="23026"/>
                  <a:pt x="116332" y="26229"/>
                  <a:pt x="116332" y="30477"/>
                </a:cubicBezTo>
                <a:close/>
                <a:moveTo>
                  <a:pt x="174750" y="37396"/>
                </a:moveTo>
                <a:lnTo>
                  <a:pt x="180938" y="38162"/>
                </a:lnTo>
                <a:cubicBezTo>
                  <a:pt x="179962" y="41777"/>
                  <a:pt x="178155" y="44583"/>
                  <a:pt x="175515" y="46579"/>
                </a:cubicBezTo>
                <a:cubicBezTo>
                  <a:pt x="172876" y="48575"/>
                  <a:pt x="169504" y="49573"/>
                  <a:pt x="165401" y="49573"/>
                </a:cubicBezTo>
                <a:cubicBezTo>
                  <a:pt x="160233" y="49573"/>
                  <a:pt x="156135" y="47982"/>
                  <a:pt x="153107" y="44799"/>
                </a:cubicBezTo>
                <a:cubicBezTo>
                  <a:pt x="150080" y="41616"/>
                  <a:pt x="148566" y="37152"/>
                  <a:pt x="148566" y="31408"/>
                </a:cubicBezTo>
                <a:cubicBezTo>
                  <a:pt x="148566" y="25463"/>
                  <a:pt x="150096" y="20850"/>
                  <a:pt x="153157" y="17567"/>
                </a:cubicBezTo>
                <a:cubicBezTo>
                  <a:pt x="156218" y="14284"/>
                  <a:pt x="160189" y="12643"/>
                  <a:pt x="165068" y="12643"/>
                </a:cubicBezTo>
                <a:cubicBezTo>
                  <a:pt x="169793" y="12643"/>
                  <a:pt x="173652" y="14249"/>
                  <a:pt x="176646" y="17460"/>
                </a:cubicBezTo>
                <a:cubicBezTo>
                  <a:pt x="179641" y="20670"/>
                  <a:pt x="181138" y="25188"/>
                  <a:pt x="181138" y="31011"/>
                </a:cubicBezTo>
                <a:cubicBezTo>
                  <a:pt x="181138" y="31366"/>
                  <a:pt x="181127" y="31897"/>
                  <a:pt x="181105" y="32605"/>
                </a:cubicBezTo>
                <a:lnTo>
                  <a:pt x="154754" y="32605"/>
                </a:lnTo>
                <a:cubicBezTo>
                  <a:pt x="154976" y="36476"/>
                  <a:pt x="156074" y="39440"/>
                  <a:pt x="158048" y="41497"/>
                </a:cubicBezTo>
                <a:cubicBezTo>
                  <a:pt x="160022" y="43554"/>
                  <a:pt x="162484" y="44583"/>
                  <a:pt x="165434" y="44583"/>
                </a:cubicBezTo>
                <a:cubicBezTo>
                  <a:pt x="167630" y="44583"/>
                  <a:pt x="169504" y="44012"/>
                  <a:pt x="171057" y="42869"/>
                </a:cubicBezTo>
                <a:cubicBezTo>
                  <a:pt x="172610" y="41726"/>
                  <a:pt x="173841" y="39902"/>
                  <a:pt x="174750" y="37396"/>
                </a:cubicBezTo>
                <a:moveTo>
                  <a:pt x="155087" y="27615"/>
                </a:moveTo>
                <a:lnTo>
                  <a:pt x="174817" y="27615"/>
                </a:lnTo>
                <a:cubicBezTo>
                  <a:pt x="174550" y="24691"/>
                  <a:pt x="173796" y="22498"/>
                  <a:pt x="172554" y="21036"/>
                </a:cubicBezTo>
                <a:cubicBezTo>
                  <a:pt x="170647" y="18768"/>
                  <a:pt x="168173" y="17634"/>
                  <a:pt x="165135" y="17634"/>
                </a:cubicBezTo>
                <a:cubicBezTo>
                  <a:pt x="162384" y="17634"/>
                  <a:pt x="160072" y="18539"/>
                  <a:pt x="158198" y="20350"/>
                </a:cubicBezTo>
                <a:cubicBezTo>
                  <a:pt x="156324" y="22161"/>
                  <a:pt x="155287" y="24582"/>
                  <a:pt x="155087" y="276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76686-1525-4378-94CD-13289DD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072" y="5728203"/>
            <a:ext cx="209063" cy="177708"/>
          </a:xfrm>
          <a:custGeom xmlns:a="http://schemas.openxmlformats.org/drawingml/2006/main">
            <a:pathLst>
              <a:path w="209063" h="177708">
                <a:moveTo>
                  <a:pt x="188159" y="177708"/>
                </a:moveTo>
                <a:lnTo>
                  <a:pt x="20907" y="177708"/>
                </a:lnTo>
                <a:cubicBezTo>
                  <a:pt x="9354" y="177708"/>
                  <a:pt x="0" y="168355"/>
                  <a:pt x="0" y="156801"/>
                </a:cubicBezTo>
                <a:lnTo>
                  <a:pt x="0" y="20905"/>
                </a:lnTo>
                <a:cubicBezTo>
                  <a:pt x="0" y="9346"/>
                  <a:pt x="9353" y="0"/>
                  <a:pt x="20906" y="0"/>
                </a:cubicBezTo>
                <a:lnTo>
                  <a:pt x="188158" y="0"/>
                </a:lnTo>
                <a:cubicBezTo>
                  <a:pt x="199717" y="0"/>
                  <a:pt x="209062" y="9346"/>
                  <a:pt x="209062" y="20905"/>
                </a:cubicBezTo>
                <a:lnTo>
                  <a:pt x="209063" y="156801"/>
                </a:lnTo>
                <a:cubicBezTo>
                  <a:pt x="209063" y="168355"/>
                  <a:pt x="199717" y="177708"/>
                  <a:pt x="188159" y="177708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10207-5298-44BB-BED2-1482860B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072" y="5773450"/>
            <a:ext cx="209062" cy="132599"/>
          </a:xfrm>
          <a:custGeom xmlns:a="http://schemas.openxmlformats.org/drawingml/2006/main">
            <a:pathLst>
              <a:path w="209062" h="132599">
                <a:moveTo>
                  <a:pt x="209062" y="81568"/>
                </a:moveTo>
                <a:lnTo>
                  <a:pt x="198616" y="68913"/>
                </a:lnTo>
                <a:lnTo>
                  <a:pt x="134657" y="5089"/>
                </a:lnTo>
                <a:cubicBezTo>
                  <a:pt x="129569" y="0"/>
                  <a:pt x="121313" y="0"/>
                  <a:pt x="116225" y="5089"/>
                </a:cubicBezTo>
                <a:lnTo>
                  <a:pt x="80187" y="40990"/>
                </a:lnTo>
                <a:cubicBezTo>
                  <a:pt x="79500" y="41675"/>
                  <a:pt x="78811" y="41821"/>
                  <a:pt x="78399" y="41821"/>
                </a:cubicBezTo>
                <a:cubicBezTo>
                  <a:pt x="77987" y="41821"/>
                  <a:pt x="77161" y="41675"/>
                  <a:pt x="76611" y="40990"/>
                </a:cubicBezTo>
                <a:lnTo>
                  <a:pt x="66708" y="31228"/>
                </a:lnTo>
                <a:cubicBezTo>
                  <a:pt x="61618" y="26140"/>
                  <a:pt x="53366" y="26140"/>
                  <a:pt x="48278" y="31228"/>
                </a:cubicBezTo>
                <a:lnTo>
                  <a:pt x="10453" y="69050"/>
                </a:lnTo>
                <a:lnTo>
                  <a:pt x="0" y="81706"/>
                </a:lnTo>
                <a:lnTo>
                  <a:pt x="0" y="111692"/>
                </a:lnTo>
                <a:cubicBezTo>
                  <a:pt x="0" y="123245"/>
                  <a:pt x="9354" y="132599"/>
                  <a:pt x="20906" y="132599"/>
                </a:cubicBezTo>
                <a:lnTo>
                  <a:pt x="188158" y="132599"/>
                </a:lnTo>
                <a:cubicBezTo>
                  <a:pt x="199717" y="132599"/>
                  <a:pt x="209062" y="123245"/>
                  <a:pt x="209062" y="111692"/>
                </a:cubicBezTo>
                <a:lnTo>
                  <a:pt x="209062" y="81568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1952E-380C-4DC3-8E8B-DB23245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8818" y="5751714"/>
            <a:ext cx="26133" cy="26140"/>
          </a:xfrm>
          <a:custGeom xmlns:a="http://schemas.openxmlformats.org/drawingml/2006/main">
            <a:pathLst>
              <a:path w="26133" h="26140">
                <a:moveTo>
                  <a:pt x="0" y="13075"/>
                </a:moveTo>
                <a:cubicBezTo>
                  <a:pt x="0" y="20287"/>
                  <a:pt x="5850" y="26140"/>
                  <a:pt x="13067" y="26140"/>
                </a:cubicBezTo>
                <a:cubicBezTo>
                  <a:pt x="20283" y="26140"/>
                  <a:pt x="26133" y="20287"/>
                  <a:pt x="26133" y="13075"/>
                </a:cubicBezTo>
                <a:cubicBezTo>
                  <a:pt x="26133" y="5852"/>
                  <a:pt x="20283" y="0"/>
                  <a:pt x="13067" y="0"/>
                </a:cubicBezTo>
                <a:cubicBezTo>
                  <a:pt x="5850" y="0"/>
                  <a:pt x="0" y="5852"/>
                  <a:pt x="0" y="13075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AA9B5-3F10-416F-85A3-0FF03A30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7621" y="5847866"/>
            <a:ext cx="107285" cy="36588"/>
          </a:xfrm>
          <a:custGeom xmlns:a="http://schemas.openxmlformats.org/drawingml/2006/main">
            <a:pathLst>
              <a:path w="107285" h="36588">
                <a:moveTo>
                  <a:pt x="101781" y="36588"/>
                </a:moveTo>
                <a:lnTo>
                  <a:pt x="5502" y="36588"/>
                </a:lnTo>
                <a:cubicBezTo>
                  <a:pt x="2476" y="36588"/>
                  <a:pt x="0" y="34112"/>
                  <a:pt x="0" y="31086"/>
                </a:cubicBezTo>
                <a:cubicBezTo>
                  <a:pt x="0" y="28059"/>
                  <a:pt x="2476" y="25584"/>
                  <a:pt x="5502" y="25584"/>
                </a:cubicBezTo>
                <a:lnTo>
                  <a:pt x="101781" y="25584"/>
                </a:lnTo>
                <a:cubicBezTo>
                  <a:pt x="104802" y="25584"/>
                  <a:pt x="107285" y="28059"/>
                  <a:pt x="107285" y="31086"/>
                </a:cubicBezTo>
                <a:cubicBezTo>
                  <a:pt x="107285" y="34112"/>
                  <a:pt x="104802" y="36588"/>
                  <a:pt x="101781" y="36588"/>
                </a:cubicBezTo>
                <a:close/>
                <a:moveTo>
                  <a:pt x="53638" y="11004"/>
                </a:moveTo>
                <a:lnTo>
                  <a:pt x="5502" y="11004"/>
                </a:lnTo>
                <a:cubicBezTo>
                  <a:pt x="2476" y="11004"/>
                  <a:pt x="0" y="8528"/>
                  <a:pt x="0" y="5502"/>
                </a:cubicBezTo>
                <a:cubicBezTo>
                  <a:pt x="0" y="2476"/>
                  <a:pt x="2476" y="0"/>
                  <a:pt x="5502" y="0"/>
                </a:cubicBezTo>
                <a:lnTo>
                  <a:pt x="53638" y="0"/>
                </a:lnTo>
                <a:cubicBezTo>
                  <a:pt x="56671" y="0"/>
                  <a:pt x="59142" y="2476"/>
                  <a:pt x="59142" y="5502"/>
                </a:cubicBezTo>
                <a:cubicBezTo>
                  <a:pt x="59142" y="8528"/>
                  <a:pt x="56671" y="11004"/>
                  <a:pt x="53638" y="11004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A8A3A-8F0C-4A0B-B8ED-ED32C224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257" y="5504701"/>
            <a:ext cx="60010" cy="35527"/>
          </a:xfrm>
          <a:custGeom xmlns:a="http://schemas.openxmlformats.org/drawingml/2006/main">
            <a:pathLst>
              <a:path w="60010" h="35527">
                <a:moveTo>
                  <a:pt x="21572" y="17857"/>
                </a:moveTo>
                <a:cubicBezTo>
                  <a:pt x="21572" y="18844"/>
                  <a:pt x="21179" y="19787"/>
                  <a:pt x="20481" y="20485"/>
                </a:cubicBezTo>
                <a:lnTo>
                  <a:pt x="6844" y="34126"/>
                </a:lnTo>
                <a:cubicBezTo>
                  <a:pt x="5341" y="35527"/>
                  <a:pt x="2987" y="35444"/>
                  <a:pt x="1586" y="33940"/>
                </a:cubicBezTo>
                <a:cubicBezTo>
                  <a:pt x="255" y="32514"/>
                  <a:pt x="255" y="30298"/>
                  <a:pt x="1586" y="28868"/>
                </a:cubicBezTo>
                <a:lnTo>
                  <a:pt x="12597" y="17857"/>
                </a:lnTo>
                <a:lnTo>
                  <a:pt x="1586" y="6845"/>
                </a:lnTo>
                <a:cubicBezTo>
                  <a:pt x="83" y="5444"/>
                  <a:pt x="0" y="3092"/>
                  <a:pt x="1401" y="1587"/>
                </a:cubicBezTo>
                <a:cubicBezTo>
                  <a:pt x="2801" y="83"/>
                  <a:pt x="5155" y="0"/>
                  <a:pt x="6658" y="1401"/>
                </a:cubicBezTo>
                <a:cubicBezTo>
                  <a:pt x="6722" y="1463"/>
                  <a:pt x="6784" y="1525"/>
                  <a:pt x="6844" y="1587"/>
                </a:cubicBezTo>
                <a:lnTo>
                  <a:pt x="20481" y="15228"/>
                </a:lnTo>
                <a:cubicBezTo>
                  <a:pt x="21183" y="15922"/>
                  <a:pt x="21572" y="16869"/>
                  <a:pt x="21572" y="17857"/>
                </a:cubicBezTo>
                <a:close/>
                <a:moveTo>
                  <a:pt x="31491" y="27777"/>
                </a:moveTo>
                <a:cubicBezTo>
                  <a:pt x="29437" y="27777"/>
                  <a:pt x="27772" y="29443"/>
                  <a:pt x="27772" y="31497"/>
                </a:cubicBezTo>
                <a:cubicBezTo>
                  <a:pt x="27772" y="33551"/>
                  <a:pt x="29437" y="35217"/>
                  <a:pt x="31492" y="35217"/>
                </a:cubicBezTo>
                <a:lnTo>
                  <a:pt x="56290" y="35217"/>
                </a:lnTo>
                <a:cubicBezTo>
                  <a:pt x="58344" y="35217"/>
                  <a:pt x="60010" y="33551"/>
                  <a:pt x="60010" y="31497"/>
                </a:cubicBezTo>
                <a:cubicBezTo>
                  <a:pt x="60010" y="29443"/>
                  <a:pt x="58344" y="27777"/>
                  <a:pt x="56290" y="27777"/>
                </a:cubicBezTo>
                <a:lnTo>
                  <a:pt x="31491" y="2777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AEEFB-B427-4427-818F-144D44C6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953" y="5477916"/>
            <a:ext cx="119032" cy="89283"/>
          </a:xfrm>
          <a:custGeom xmlns:a="http://schemas.openxmlformats.org/drawingml/2006/main">
            <a:pathLst>
              <a:path w="119032" h="89283">
                <a:moveTo>
                  <a:pt x="0" y="8680"/>
                </a:moveTo>
                <a:cubicBezTo>
                  <a:pt x="0" y="3890"/>
                  <a:pt x="3889" y="0"/>
                  <a:pt x="8680" y="0"/>
                </a:cubicBezTo>
                <a:lnTo>
                  <a:pt x="110352" y="0"/>
                </a:lnTo>
                <a:cubicBezTo>
                  <a:pt x="115146" y="0"/>
                  <a:pt x="119031" y="3890"/>
                  <a:pt x="119031" y="8680"/>
                </a:cubicBezTo>
                <a:lnTo>
                  <a:pt x="119032" y="80602"/>
                </a:lnTo>
                <a:cubicBezTo>
                  <a:pt x="119032" y="85396"/>
                  <a:pt x="115147" y="89283"/>
                  <a:pt x="110352" y="89283"/>
                </a:cubicBezTo>
                <a:lnTo>
                  <a:pt x="8680" y="89283"/>
                </a:lnTo>
                <a:cubicBezTo>
                  <a:pt x="3887" y="89283"/>
                  <a:pt x="1" y="85396"/>
                  <a:pt x="1" y="80602"/>
                </a:cubicBezTo>
                <a:lnTo>
                  <a:pt x="0" y="8680"/>
                </a:lnTo>
                <a:close/>
                <a:moveTo>
                  <a:pt x="8680" y="7440"/>
                </a:moveTo>
                <a:cubicBezTo>
                  <a:pt x="7995" y="7440"/>
                  <a:pt x="7440" y="7994"/>
                  <a:pt x="7440" y="8680"/>
                </a:cubicBezTo>
                <a:lnTo>
                  <a:pt x="7440" y="80602"/>
                </a:lnTo>
                <a:cubicBezTo>
                  <a:pt x="7440" y="81287"/>
                  <a:pt x="7996" y="81842"/>
                  <a:pt x="8680" y="81842"/>
                </a:cubicBezTo>
                <a:lnTo>
                  <a:pt x="110352" y="81842"/>
                </a:lnTo>
                <a:cubicBezTo>
                  <a:pt x="111038" y="81842"/>
                  <a:pt x="111592" y="81287"/>
                  <a:pt x="111592" y="80602"/>
                </a:cubicBezTo>
                <a:lnTo>
                  <a:pt x="111592" y="8680"/>
                </a:lnTo>
                <a:cubicBezTo>
                  <a:pt x="111592" y="7994"/>
                  <a:pt x="111038" y="7440"/>
                  <a:pt x="110352" y="7440"/>
                </a:cubicBezTo>
                <a:lnTo>
                  <a:pt x="8680" y="7440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Patch2">
            <a:extLst xmlns:a="http://schemas.openxmlformats.org/drawingml/2006/main">
              <a:ext uri="{FF2B5EF4-FFF2-40B4-BE49-F238E27FC236}">
                <a16:creationId xmlns:a16="http://schemas.microsoft.com/office/drawing/2014/main" id="{1D58518B-1230-4331-BAAF-47D1F98A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374" y="5508070"/>
            <a:ext cx="204229" cy="49773"/>
          </a:xfrm>
          <a:custGeom xmlns:a="http://schemas.openxmlformats.org/drawingml/2006/main">
            <a:pathLst>
              <a:path w="204229" h="49773">
                <a:moveTo>
                  <a:pt x="0" y="48975"/>
                </a:moveTo>
                <a:lnTo>
                  <a:pt x="0" y="200"/>
                </a:lnTo>
                <a:lnTo>
                  <a:pt x="18399" y="200"/>
                </a:lnTo>
                <a:cubicBezTo>
                  <a:pt x="21637" y="200"/>
                  <a:pt x="24110" y="355"/>
                  <a:pt x="25818" y="664"/>
                </a:cubicBezTo>
                <a:cubicBezTo>
                  <a:pt x="28214" y="1064"/>
                  <a:pt x="30221" y="1823"/>
                  <a:pt x="31840" y="2941"/>
                </a:cubicBezTo>
                <a:cubicBezTo>
                  <a:pt x="33459" y="4060"/>
                  <a:pt x="34762" y="5628"/>
                  <a:pt x="35749" y="7644"/>
                </a:cubicBezTo>
                <a:cubicBezTo>
                  <a:pt x="36736" y="9660"/>
                  <a:pt x="37230" y="11875"/>
                  <a:pt x="37230" y="14290"/>
                </a:cubicBezTo>
                <a:cubicBezTo>
                  <a:pt x="37230" y="18433"/>
                  <a:pt x="35910" y="21940"/>
                  <a:pt x="33271" y="24809"/>
                </a:cubicBezTo>
                <a:cubicBezTo>
                  <a:pt x="30631" y="27677"/>
                  <a:pt x="25862" y="29112"/>
                  <a:pt x="18964" y="29112"/>
                </a:cubicBezTo>
                <a:lnTo>
                  <a:pt x="6455" y="29112"/>
                </a:lnTo>
                <a:lnTo>
                  <a:pt x="6455" y="48975"/>
                </a:lnTo>
                <a:lnTo>
                  <a:pt x="0" y="48975"/>
                </a:lnTo>
                <a:moveTo>
                  <a:pt x="6455" y="23356"/>
                </a:moveTo>
                <a:lnTo>
                  <a:pt x="19064" y="23356"/>
                </a:lnTo>
                <a:cubicBezTo>
                  <a:pt x="23234" y="23356"/>
                  <a:pt x="26195" y="22581"/>
                  <a:pt x="27947" y="21032"/>
                </a:cubicBezTo>
                <a:cubicBezTo>
                  <a:pt x="29700" y="19482"/>
                  <a:pt x="30576" y="17301"/>
                  <a:pt x="30576" y="14489"/>
                </a:cubicBezTo>
                <a:cubicBezTo>
                  <a:pt x="30576" y="12453"/>
                  <a:pt x="30060" y="10710"/>
                  <a:pt x="29029" y="9260"/>
                </a:cubicBezTo>
                <a:cubicBezTo>
                  <a:pt x="27997" y="7810"/>
                  <a:pt x="26639" y="6852"/>
                  <a:pt x="24953" y="6387"/>
                </a:cubicBezTo>
                <a:cubicBezTo>
                  <a:pt x="23866" y="6099"/>
                  <a:pt x="21859" y="5955"/>
                  <a:pt x="18931" y="5955"/>
                </a:cubicBezTo>
                <a:lnTo>
                  <a:pt x="6455" y="5955"/>
                </a:lnTo>
                <a:lnTo>
                  <a:pt x="6455" y="23356"/>
                </a:lnTo>
                <a:close/>
                <a:moveTo>
                  <a:pt x="67741" y="44612"/>
                </a:moveTo>
                <a:cubicBezTo>
                  <a:pt x="65522" y="46499"/>
                  <a:pt x="63388" y="47831"/>
                  <a:pt x="61336" y="48608"/>
                </a:cubicBezTo>
                <a:cubicBezTo>
                  <a:pt x="59284" y="49385"/>
                  <a:pt x="57083" y="49773"/>
                  <a:pt x="54732" y="49773"/>
                </a:cubicBezTo>
                <a:cubicBezTo>
                  <a:pt x="50850" y="49773"/>
                  <a:pt x="47867" y="48824"/>
                  <a:pt x="45782" y="46926"/>
                </a:cubicBezTo>
                <a:cubicBezTo>
                  <a:pt x="43697" y="45029"/>
                  <a:pt x="42654" y="42604"/>
                  <a:pt x="42654" y="39651"/>
                </a:cubicBezTo>
                <a:cubicBezTo>
                  <a:pt x="42654" y="37921"/>
                  <a:pt x="43048" y="36340"/>
                  <a:pt x="43835" y="34908"/>
                </a:cubicBezTo>
                <a:cubicBezTo>
                  <a:pt x="44623" y="33476"/>
                  <a:pt x="45654" y="32327"/>
                  <a:pt x="46930" y="31462"/>
                </a:cubicBezTo>
                <a:cubicBezTo>
                  <a:pt x="48205" y="30596"/>
                  <a:pt x="49641" y="29941"/>
                  <a:pt x="51238" y="29498"/>
                </a:cubicBezTo>
                <a:cubicBezTo>
                  <a:pt x="52414" y="29186"/>
                  <a:pt x="54188" y="28887"/>
                  <a:pt x="56562" y="28598"/>
                </a:cubicBezTo>
                <a:cubicBezTo>
                  <a:pt x="61397" y="28026"/>
                  <a:pt x="64957" y="27343"/>
                  <a:pt x="67241" y="26550"/>
                </a:cubicBezTo>
                <a:cubicBezTo>
                  <a:pt x="67264" y="25733"/>
                  <a:pt x="67275" y="25214"/>
                  <a:pt x="67275" y="24993"/>
                </a:cubicBezTo>
                <a:cubicBezTo>
                  <a:pt x="67275" y="22562"/>
                  <a:pt x="66709" y="20849"/>
                  <a:pt x="65578" y="19855"/>
                </a:cubicBezTo>
                <a:cubicBezTo>
                  <a:pt x="64047" y="18507"/>
                  <a:pt x="61774" y="17833"/>
                  <a:pt x="58757" y="17833"/>
                </a:cubicBezTo>
                <a:cubicBezTo>
                  <a:pt x="55940" y="17833"/>
                  <a:pt x="53861" y="18327"/>
                  <a:pt x="52519" y="19314"/>
                </a:cubicBezTo>
                <a:cubicBezTo>
                  <a:pt x="51177" y="20301"/>
                  <a:pt x="50185" y="22047"/>
                  <a:pt x="49541" y="24554"/>
                </a:cubicBezTo>
                <a:lnTo>
                  <a:pt x="43686" y="23755"/>
                </a:lnTo>
                <a:cubicBezTo>
                  <a:pt x="44218" y="21241"/>
                  <a:pt x="45094" y="19211"/>
                  <a:pt x="46314" y="17665"/>
                </a:cubicBezTo>
                <a:cubicBezTo>
                  <a:pt x="47534" y="16118"/>
                  <a:pt x="49297" y="14928"/>
                  <a:pt x="51604" y="14094"/>
                </a:cubicBezTo>
                <a:cubicBezTo>
                  <a:pt x="53911" y="13260"/>
                  <a:pt x="56584" y="12843"/>
                  <a:pt x="59622" y="12843"/>
                </a:cubicBezTo>
                <a:cubicBezTo>
                  <a:pt x="62639" y="12843"/>
                  <a:pt x="65090" y="13197"/>
                  <a:pt x="66975" y="13907"/>
                </a:cubicBezTo>
                <a:cubicBezTo>
                  <a:pt x="68861" y="14617"/>
                  <a:pt x="70247" y="15510"/>
                  <a:pt x="71134" y="16585"/>
                </a:cubicBezTo>
                <a:cubicBezTo>
                  <a:pt x="72021" y="17661"/>
                  <a:pt x="72642" y="19020"/>
                  <a:pt x="72997" y="20661"/>
                </a:cubicBezTo>
                <a:cubicBezTo>
                  <a:pt x="73197" y="21681"/>
                  <a:pt x="73297" y="23522"/>
                  <a:pt x="73297" y="26184"/>
                </a:cubicBezTo>
                <a:lnTo>
                  <a:pt x="73297" y="34169"/>
                </a:lnTo>
                <a:cubicBezTo>
                  <a:pt x="73297" y="39736"/>
                  <a:pt x="73424" y="43258"/>
                  <a:pt x="73679" y="44733"/>
                </a:cubicBezTo>
                <a:cubicBezTo>
                  <a:pt x="73934" y="46208"/>
                  <a:pt x="74439" y="47622"/>
                  <a:pt x="75193" y="48975"/>
                </a:cubicBezTo>
                <a:lnTo>
                  <a:pt x="68938" y="48975"/>
                </a:lnTo>
                <a:cubicBezTo>
                  <a:pt x="68317" y="47731"/>
                  <a:pt x="67918" y="46277"/>
                  <a:pt x="67741" y="44612"/>
                </a:cubicBezTo>
                <a:moveTo>
                  <a:pt x="67241" y="31208"/>
                </a:moveTo>
                <a:cubicBezTo>
                  <a:pt x="65068" y="32103"/>
                  <a:pt x="61807" y="32863"/>
                  <a:pt x="57460" y="33489"/>
                </a:cubicBezTo>
                <a:cubicBezTo>
                  <a:pt x="54998" y="33845"/>
                  <a:pt x="53257" y="34246"/>
                  <a:pt x="52236" y="34692"/>
                </a:cubicBezTo>
                <a:cubicBezTo>
                  <a:pt x="51216" y="35137"/>
                  <a:pt x="50429" y="35789"/>
                  <a:pt x="49874" y="36647"/>
                </a:cubicBezTo>
                <a:cubicBezTo>
                  <a:pt x="49320" y="37504"/>
                  <a:pt x="49042" y="38456"/>
                  <a:pt x="49042" y="39503"/>
                </a:cubicBezTo>
                <a:cubicBezTo>
                  <a:pt x="49042" y="41106"/>
                  <a:pt x="49647" y="42442"/>
                  <a:pt x="50856" y="43512"/>
                </a:cubicBezTo>
                <a:cubicBezTo>
                  <a:pt x="52064" y="44581"/>
                  <a:pt x="53833" y="45115"/>
                  <a:pt x="56162" y="45115"/>
                </a:cubicBezTo>
                <a:cubicBezTo>
                  <a:pt x="58469" y="45115"/>
                  <a:pt x="60521" y="44608"/>
                  <a:pt x="62317" y="43594"/>
                </a:cubicBezTo>
                <a:cubicBezTo>
                  <a:pt x="64114" y="42580"/>
                  <a:pt x="65434" y="41193"/>
                  <a:pt x="66277" y="39432"/>
                </a:cubicBezTo>
                <a:cubicBezTo>
                  <a:pt x="66920" y="38072"/>
                  <a:pt x="67241" y="36066"/>
                  <a:pt x="67241" y="33414"/>
                </a:cubicBezTo>
                <a:lnTo>
                  <a:pt x="67241" y="31208"/>
                </a:lnTo>
                <a:close/>
                <a:moveTo>
                  <a:pt x="95848" y="43685"/>
                </a:moveTo>
                <a:lnTo>
                  <a:pt x="96713" y="48975"/>
                </a:lnTo>
                <a:cubicBezTo>
                  <a:pt x="95027" y="49285"/>
                  <a:pt x="93519" y="49440"/>
                  <a:pt x="92188" y="49440"/>
                </a:cubicBezTo>
                <a:cubicBezTo>
                  <a:pt x="90015" y="49440"/>
                  <a:pt x="88329" y="49097"/>
                  <a:pt x="87131" y="48409"/>
                </a:cubicBezTo>
                <a:cubicBezTo>
                  <a:pt x="85933" y="47721"/>
                  <a:pt x="85091" y="46818"/>
                  <a:pt x="84603" y="45697"/>
                </a:cubicBezTo>
                <a:cubicBezTo>
                  <a:pt x="84115" y="44577"/>
                  <a:pt x="83871" y="42221"/>
                  <a:pt x="83871" y="38627"/>
                </a:cubicBezTo>
                <a:lnTo>
                  <a:pt x="83871" y="18299"/>
                </a:lnTo>
                <a:lnTo>
                  <a:pt x="79479" y="18299"/>
                </a:lnTo>
                <a:lnTo>
                  <a:pt x="79479" y="13641"/>
                </a:lnTo>
                <a:lnTo>
                  <a:pt x="83871" y="13641"/>
                </a:lnTo>
                <a:lnTo>
                  <a:pt x="83871" y="4867"/>
                </a:lnTo>
                <a:lnTo>
                  <a:pt x="89826" y="1264"/>
                </a:lnTo>
                <a:lnTo>
                  <a:pt x="89826" y="13641"/>
                </a:lnTo>
                <a:lnTo>
                  <a:pt x="95848" y="13641"/>
                </a:lnTo>
                <a:lnTo>
                  <a:pt x="95848" y="18299"/>
                </a:lnTo>
                <a:lnTo>
                  <a:pt x="89826" y="18299"/>
                </a:lnTo>
                <a:lnTo>
                  <a:pt x="89826" y="38960"/>
                </a:lnTo>
                <a:cubicBezTo>
                  <a:pt x="89826" y="40668"/>
                  <a:pt x="89931" y="41766"/>
                  <a:pt x="90142" y="42254"/>
                </a:cubicBezTo>
                <a:cubicBezTo>
                  <a:pt x="90353" y="42742"/>
                  <a:pt x="90697" y="43130"/>
                  <a:pt x="91174" y="43418"/>
                </a:cubicBezTo>
                <a:cubicBezTo>
                  <a:pt x="91650" y="43707"/>
                  <a:pt x="92332" y="43851"/>
                  <a:pt x="93220" y="43851"/>
                </a:cubicBezTo>
                <a:cubicBezTo>
                  <a:pt x="93885" y="43851"/>
                  <a:pt x="94761" y="43795"/>
                  <a:pt x="95848" y="43685"/>
                </a:cubicBezTo>
                <a:close/>
                <a:moveTo>
                  <a:pt x="124772" y="35999"/>
                </a:moveTo>
                <a:lnTo>
                  <a:pt x="130661" y="36764"/>
                </a:lnTo>
                <a:cubicBezTo>
                  <a:pt x="130018" y="40834"/>
                  <a:pt x="128371" y="44019"/>
                  <a:pt x="125720" y="46321"/>
                </a:cubicBezTo>
                <a:cubicBezTo>
                  <a:pt x="123070" y="48622"/>
                  <a:pt x="119815" y="49773"/>
                  <a:pt x="115955" y="49773"/>
                </a:cubicBezTo>
                <a:cubicBezTo>
                  <a:pt x="111120" y="49773"/>
                  <a:pt x="107233" y="48193"/>
                  <a:pt x="104294" y="45032"/>
                </a:cubicBezTo>
                <a:cubicBezTo>
                  <a:pt x="101355" y="41871"/>
                  <a:pt x="99885" y="37341"/>
                  <a:pt x="99885" y="31441"/>
                </a:cubicBezTo>
                <a:cubicBezTo>
                  <a:pt x="99885" y="27626"/>
                  <a:pt x="100518" y="24288"/>
                  <a:pt x="101782" y="21426"/>
                </a:cubicBezTo>
                <a:cubicBezTo>
                  <a:pt x="103046" y="18565"/>
                  <a:pt x="104970" y="16419"/>
                  <a:pt x="107554" y="14988"/>
                </a:cubicBezTo>
                <a:cubicBezTo>
                  <a:pt x="110138" y="13558"/>
                  <a:pt x="112950" y="12843"/>
                  <a:pt x="115988" y="12843"/>
                </a:cubicBezTo>
                <a:cubicBezTo>
                  <a:pt x="119826" y="12843"/>
                  <a:pt x="122964" y="13816"/>
                  <a:pt x="125404" y="15763"/>
                </a:cubicBezTo>
                <a:cubicBezTo>
                  <a:pt x="127844" y="17709"/>
                  <a:pt x="129408" y="20473"/>
                  <a:pt x="130095" y="24055"/>
                </a:cubicBezTo>
                <a:lnTo>
                  <a:pt x="124273" y="24953"/>
                </a:lnTo>
                <a:cubicBezTo>
                  <a:pt x="123718" y="22591"/>
                  <a:pt x="122737" y="20814"/>
                  <a:pt x="121328" y="19621"/>
                </a:cubicBezTo>
                <a:cubicBezTo>
                  <a:pt x="119920" y="18429"/>
                  <a:pt x="118218" y="17833"/>
                  <a:pt x="116221" y="17833"/>
                </a:cubicBezTo>
                <a:cubicBezTo>
                  <a:pt x="113205" y="17833"/>
                  <a:pt x="110754" y="18909"/>
                  <a:pt x="108869" y="21061"/>
                </a:cubicBezTo>
                <a:cubicBezTo>
                  <a:pt x="106983" y="23213"/>
                  <a:pt x="106040" y="26617"/>
                  <a:pt x="106040" y="31275"/>
                </a:cubicBezTo>
                <a:cubicBezTo>
                  <a:pt x="106040" y="35998"/>
                  <a:pt x="106950" y="39431"/>
                  <a:pt x="108769" y="41572"/>
                </a:cubicBezTo>
                <a:cubicBezTo>
                  <a:pt x="110587" y="43712"/>
                  <a:pt x="112961" y="44782"/>
                  <a:pt x="115889" y="44782"/>
                </a:cubicBezTo>
                <a:cubicBezTo>
                  <a:pt x="118240" y="44782"/>
                  <a:pt x="120203" y="44064"/>
                  <a:pt x="121778" y="42628"/>
                </a:cubicBezTo>
                <a:cubicBezTo>
                  <a:pt x="123352" y="41192"/>
                  <a:pt x="124351" y="38982"/>
                  <a:pt x="124772" y="35999"/>
                </a:cubicBezTo>
                <a:close/>
                <a:moveTo>
                  <a:pt x="136330" y="48975"/>
                </a:moveTo>
                <a:lnTo>
                  <a:pt x="136330" y="200"/>
                </a:lnTo>
                <a:lnTo>
                  <a:pt x="142319" y="200"/>
                </a:lnTo>
                <a:lnTo>
                  <a:pt x="142319" y="17700"/>
                </a:lnTo>
                <a:cubicBezTo>
                  <a:pt x="145113" y="14462"/>
                  <a:pt x="148640" y="12843"/>
                  <a:pt x="152899" y="12843"/>
                </a:cubicBezTo>
                <a:cubicBezTo>
                  <a:pt x="155516" y="12843"/>
                  <a:pt x="157790" y="13358"/>
                  <a:pt x="159719" y="14390"/>
                </a:cubicBezTo>
                <a:cubicBezTo>
                  <a:pt x="161649" y="15421"/>
                  <a:pt x="163030" y="16846"/>
                  <a:pt x="163861" y="18665"/>
                </a:cubicBezTo>
                <a:cubicBezTo>
                  <a:pt x="164693" y="20484"/>
                  <a:pt x="165109" y="23123"/>
                  <a:pt x="165109" y="26583"/>
                </a:cubicBezTo>
                <a:lnTo>
                  <a:pt x="165109" y="48975"/>
                </a:lnTo>
                <a:lnTo>
                  <a:pt x="159120" y="48975"/>
                </a:lnTo>
                <a:lnTo>
                  <a:pt x="159120" y="26583"/>
                </a:lnTo>
                <a:cubicBezTo>
                  <a:pt x="159120" y="23589"/>
                  <a:pt x="158472" y="21410"/>
                  <a:pt x="157174" y="20046"/>
                </a:cubicBezTo>
                <a:cubicBezTo>
                  <a:pt x="155876" y="18682"/>
                  <a:pt x="154041" y="17999"/>
                  <a:pt x="151668" y="17999"/>
                </a:cubicBezTo>
                <a:cubicBezTo>
                  <a:pt x="149893" y="17999"/>
                  <a:pt x="148224" y="18460"/>
                  <a:pt x="146660" y="19380"/>
                </a:cubicBezTo>
                <a:cubicBezTo>
                  <a:pt x="145097" y="20301"/>
                  <a:pt x="143982" y="21548"/>
                  <a:pt x="143317" y="23123"/>
                </a:cubicBezTo>
                <a:cubicBezTo>
                  <a:pt x="142651" y="24698"/>
                  <a:pt x="142319" y="26872"/>
                  <a:pt x="142319" y="29644"/>
                </a:cubicBezTo>
                <a:lnTo>
                  <a:pt x="142319" y="48975"/>
                </a:lnTo>
                <a:lnTo>
                  <a:pt x="136330" y="48975"/>
                </a:lnTo>
                <a:close/>
                <a:moveTo>
                  <a:pt x="204229" y="43219"/>
                </a:moveTo>
                <a:lnTo>
                  <a:pt x="204229" y="48975"/>
                </a:lnTo>
                <a:lnTo>
                  <a:pt x="171990" y="48975"/>
                </a:lnTo>
                <a:cubicBezTo>
                  <a:pt x="171946" y="47534"/>
                  <a:pt x="172178" y="46148"/>
                  <a:pt x="172689" y="44818"/>
                </a:cubicBezTo>
                <a:cubicBezTo>
                  <a:pt x="173509" y="42623"/>
                  <a:pt x="174823" y="40462"/>
                  <a:pt x="176631" y="38334"/>
                </a:cubicBezTo>
                <a:cubicBezTo>
                  <a:pt x="178439" y="36206"/>
                  <a:pt x="181051" y="33746"/>
                  <a:pt x="184466" y="30952"/>
                </a:cubicBezTo>
                <a:cubicBezTo>
                  <a:pt x="189768" y="26609"/>
                  <a:pt x="193350" y="23169"/>
                  <a:pt x="195213" y="20631"/>
                </a:cubicBezTo>
                <a:cubicBezTo>
                  <a:pt x="197076" y="18093"/>
                  <a:pt x="198008" y="15694"/>
                  <a:pt x="198008" y="13434"/>
                </a:cubicBezTo>
                <a:cubicBezTo>
                  <a:pt x="198008" y="11063"/>
                  <a:pt x="197159" y="9063"/>
                  <a:pt x="195462" y="7434"/>
                </a:cubicBezTo>
                <a:cubicBezTo>
                  <a:pt x="193766" y="5805"/>
                  <a:pt x="191553" y="4991"/>
                  <a:pt x="188825" y="4991"/>
                </a:cubicBezTo>
                <a:cubicBezTo>
                  <a:pt x="185941" y="4991"/>
                  <a:pt x="183635" y="5856"/>
                  <a:pt x="181905" y="7586"/>
                </a:cubicBezTo>
                <a:cubicBezTo>
                  <a:pt x="180175" y="9316"/>
                  <a:pt x="179298" y="11711"/>
                  <a:pt x="179276" y="14772"/>
                </a:cubicBezTo>
                <a:lnTo>
                  <a:pt x="173121" y="14139"/>
                </a:lnTo>
                <a:cubicBezTo>
                  <a:pt x="173543" y="9537"/>
                  <a:pt x="175128" y="6030"/>
                  <a:pt x="177879" y="3618"/>
                </a:cubicBezTo>
                <a:cubicBezTo>
                  <a:pt x="180629" y="1206"/>
                  <a:pt x="184322" y="0"/>
                  <a:pt x="188958" y="0"/>
                </a:cubicBezTo>
                <a:cubicBezTo>
                  <a:pt x="193638" y="0"/>
                  <a:pt x="197342" y="1298"/>
                  <a:pt x="200070" y="3894"/>
                </a:cubicBezTo>
                <a:cubicBezTo>
                  <a:pt x="202799" y="6490"/>
                  <a:pt x="204163" y="9707"/>
                  <a:pt x="204163" y="13545"/>
                </a:cubicBezTo>
                <a:cubicBezTo>
                  <a:pt x="204163" y="15498"/>
                  <a:pt x="203763" y="17417"/>
                  <a:pt x="202965" y="19303"/>
                </a:cubicBezTo>
                <a:cubicBezTo>
                  <a:pt x="202166" y="21189"/>
                  <a:pt x="200841" y="23175"/>
                  <a:pt x="198989" y="25261"/>
                </a:cubicBezTo>
                <a:cubicBezTo>
                  <a:pt x="197137" y="27346"/>
                  <a:pt x="194060" y="30208"/>
                  <a:pt x="189756" y="33847"/>
                </a:cubicBezTo>
                <a:cubicBezTo>
                  <a:pt x="186163" y="36860"/>
                  <a:pt x="183856" y="38904"/>
                  <a:pt x="182836" y="39979"/>
                </a:cubicBezTo>
                <a:cubicBezTo>
                  <a:pt x="181816" y="41053"/>
                  <a:pt x="180973" y="42133"/>
                  <a:pt x="180308" y="43219"/>
                </a:cubicBezTo>
                <a:lnTo>
                  <a:pt x="204229" y="43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18d7d2b2d4a8a"/>
          <a:stretch xmlns:a="http://schemas.openxmlformats.org/drawingml/2006/main"/>
        </p:blipFill>
        <p:spPr>
          <a:xfrm xmlns:a="http://schemas.openxmlformats.org/drawingml/2006/main">
            <a:off x="11461820" y="5606255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D7393-2C85-4995-99CD-D7DDAA8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684" y="5615038"/>
            <a:ext cx="386194" cy="363421"/>
          </a:xfrm>
          <a:custGeom xmlns:a="http://schemas.openxmlformats.org/drawingml/2006/main">
            <a:pathLst>
              <a:path w="386194" h="363421">
                <a:moveTo>
                  <a:pt x="0" y="15990"/>
                </a:moveTo>
                <a:cubicBezTo>
                  <a:pt x="0" y="7170"/>
                  <a:pt x="7117" y="0"/>
                  <a:pt x="15975" y="0"/>
                </a:cubicBezTo>
                <a:lnTo>
                  <a:pt x="370219" y="0"/>
                </a:lnTo>
                <a:cubicBezTo>
                  <a:pt x="379002" y="0"/>
                  <a:pt x="386194" y="7170"/>
                  <a:pt x="386194" y="15990"/>
                </a:cubicBezTo>
                <a:lnTo>
                  <a:pt x="386194" y="347446"/>
                </a:lnTo>
                <a:cubicBezTo>
                  <a:pt x="386194" y="356266"/>
                  <a:pt x="379002" y="363421"/>
                  <a:pt x="370219" y="363421"/>
                </a:cubicBezTo>
                <a:lnTo>
                  <a:pt x="15975" y="363421"/>
                </a:lnTo>
                <a:cubicBezTo>
                  <a:pt x="7117" y="363421"/>
                  <a:pt x="0" y="356266"/>
                  <a:pt x="0" y="347446"/>
                </a:cubicBezTo>
                <a:lnTo>
                  <a:pt x="0" y="15990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60B13-BA70-4206-AB4A-DBDC59B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069" y="5718274"/>
            <a:ext cx="326531" cy="162628"/>
          </a:xfrm>
          <a:custGeom xmlns:a="http://schemas.openxmlformats.org/drawingml/2006/main">
            <a:pathLst>
              <a:path w="326531" h="162628">
                <a:moveTo>
                  <a:pt x="310693" y="162365"/>
                </a:moveTo>
                <a:lnTo>
                  <a:pt x="312577" y="162043"/>
                </a:lnTo>
                <a:lnTo>
                  <a:pt x="314417" y="161599"/>
                </a:lnTo>
                <a:lnTo>
                  <a:pt x="316210" y="161039"/>
                </a:lnTo>
                <a:lnTo>
                  <a:pt x="317952" y="160366"/>
                </a:lnTo>
                <a:lnTo>
                  <a:pt x="319637" y="159584"/>
                </a:lnTo>
                <a:lnTo>
                  <a:pt x="321262" y="158699"/>
                </a:lnTo>
                <a:lnTo>
                  <a:pt x="322822" y="157714"/>
                </a:lnTo>
                <a:lnTo>
                  <a:pt x="324313" y="156634"/>
                </a:lnTo>
                <a:lnTo>
                  <a:pt x="325730" y="155463"/>
                </a:lnTo>
                <a:lnTo>
                  <a:pt x="326531" y="154712"/>
                </a:lnTo>
                <a:lnTo>
                  <a:pt x="326530" y="0"/>
                </a:lnTo>
                <a:lnTo>
                  <a:pt x="0" y="0"/>
                </a:lnTo>
                <a:lnTo>
                  <a:pt x="0" y="65845"/>
                </a:lnTo>
                <a:lnTo>
                  <a:pt x="0" y="158477"/>
                </a:lnTo>
                <a:lnTo>
                  <a:pt x="353" y="158699"/>
                </a:lnTo>
                <a:lnTo>
                  <a:pt x="1978" y="159584"/>
                </a:lnTo>
                <a:lnTo>
                  <a:pt x="3664" y="160366"/>
                </a:lnTo>
                <a:lnTo>
                  <a:pt x="5406" y="161039"/>
                </a:lnTo>
                <a:lnTo>
                  <a:pt x="7199" y="161599"/>
                </a:lnTo>
                <a:lnTo>
                  <a:pt x="9040" y="162043"/>
                </a:lnTo>
                <a:lnTo>
                  <a:pt x="10924" y="162365"/>
                </a:lnTo>
                <a:lnTo>
                  <a:pt x="12847" y="162561"/>
                </a:lnTo>
                <a:lnTo>
                  <a:pt x="14804" y="162628"/>
                </a:lnTo>
                <a:lnTo>
                  <a:pt x="306814" y="162628"/>
                </a:lnTo>
                <a:lnTo>
                  <a:pt x="308771" y="162561"/>
                </a:lnTo>
                <a:lnTo>
                  <a:pt x="310693" y="162365"/>
                </a:lnTo>
                <a:close/>
              </a:path>
            </a:pathLst>
          </a:custGeom>
          <a:solidFill xmlns:a="http://schemas.openxmlformats.org/drawingml/2006/main">
            <a:srgbClr val="E3E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611F6-DC1D-421F-A13C-CE9C41C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069" y="5718274"/>
            <a:ext cx="326531" cy="229507"/>
          </a:xfrm>
          <a:custGeom xmlns:a="http://schemas.openxmlformats.org/drawingml/2006/main">
            <a:pathLst>
              <a:path w="326531" h="229507">
                <a:moveTo>
                  <a:pt x="1" y="229507"/>
                </a:moveTo>
                <a:lnTo>
                  <a:pt x="326531" y="229507"/>
                </a:lnTo>
                <a:lnTo>
                  <a:pt x="326530" y="0"/>
                </a:lnTo>
                <a:lnTo>
                  <a:pt x="0" y="0"/>
                </a:lnTo>
                <a:lnTo>
                  <a:pt x="0" y="65845"/>
                </a:lnTo>
                <a:lnTo>
                  <a:pt x="1" y="229507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166BA-B8E4-41A4-8C85-5C4B0BFF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904" y="5748015"/>
            <a:ext cx="23624" cy="12345"/>
          </a:xfrm>
          <a:custGeom xmlns:a="http://schemas.openxmlformats.org/drawingml/2006/main">
            <a:pathLst>
              <a:path w="23624" h="12345">
                <a:moveTo>
                  <a:pt x="17872" y="12331"/>
                </a:moveTo>
                <a:lnTo>
                  <a:pt x="18286" y="12289"/>
                </a:lnTo>
                <a:lnTo>
                  <a:pt x="18692" y="12219"/>
                </a:lnTo>
                <a:lnTo>
                  <a:pt x="19088" y="12124"/>
                </a:lnTo>
                <a:lnTo>
                  <a:pt x="19474" y="12003"/>
                </a:lnTo>
                <a:lnTo>
                  <a:pt x="19849" y="11858"/>
                </a:lnTo>
                <a:lnTo>
                  <a:pt x="20212" y="11690"/>
                </a:lnTo>
                <a:lnTo>
                  <a:pt x="20562" y="11499"/>
                </a:lnTo>
                <a:lnTo>
                  <a:pt x="20898" y="11287"/>
                </a:lnTo>
                <a:lnTo>
                  <a:pt x="21219" y="11054"/>
                </a:lnTo>
                <a:lnTo>
                  <a:pt x="21524" y="10802"/>
                </a:lnTo>
                <a:lnTo>
                  <a:pt x="21812" y="10531"/>
                </a:lnTo>
                <a:lnTo>
                  <a:pt x="22083" y="10242"/>
                </a:lnTo>
                <a:lnTo>
                  <a:pt x="22335" y="9937"/>
                </a:lnTo>
                <a:lnTo>
                  <a:pt x="22567" y="9615"/>
                </a:lnTo>
                <a:lnTo>
                  <a:pt x="22779" y="9279"/>
                </a:lnTo>
                <a:lnTo>
                  <a:pt x="22970" y="8929"/>
                </a:lnTo>
                <a:lnTo>
                  <a:pt x="23138" y="8566"/>
                </a:lnTo>
                <a:lnTo>
                  <a:pt x="23282" y="8190"/>
                </a:lnTo>
                <a:lnTo>
                  <a:pt x="23403" y="7804"/>
                </a:lnTo>
                <a:lnTo>
                  <a:pt x="23498" y="7407"/>
                </a:lnTo>
                <a:lnTo>
                  <a:pt x="23568" y="7001"/>
                </a:lnTo>
                <a:lnTo>
                  <a:pt x="23610" y="6587"/>
                </a:lnTo>
                <a:lnTo>
                  <a:pt x="23624" y="6165"/>
                </a:lnTo>
                <a:lnTo>
                  <a:pt x="23610" y="5744"/>
                </a:lnTo>
                <a:lnTo>
                  <a:pt x="23568" y="5330"/>
                </a:lnTo>
                <a:lnTo>
                  <a:pt x="23498" y="4924"/>
                </a:lnTo>
                <a:lnTo>
                  <a:pt x="23403" y="4528"/>
                </a:lnTo>
                <a:lnTo>
                  <a:pt x="23282" y="4142"/>
                </a:lnTo>
                <a:lnTo>
                  <a:pt x="23138" y="3767"/>
                </a:lnTo>
                <a:lnTo>
                  <a:pt x="22969" y="3405"/>
                </a:lnTo>
                <a:lnTo>
                  <a:pt x="22779" y="3055"/>
                </a:lnTo>
                <a:lnTo>
                  <a:pt x="22567" y="2720"/>
                </a:lnTo>
                <a:lnTo>
                  <a:pt x="22335" y="2400"/>
                </a:lnTo>
                <a:lnTo>
                  <a:pt x="22083" y="2095"/>
                </a:lnTo>
                <a:lnTo>
                  <a:pt x="21812" y="1807"/>
                </a:lnTo>
                <a:lnTo>
                  <a:pt x="21524" y="1537"/>
                </a:lnTo>
                <a:lnTo>
                  <a:pt x="21219" y="1286"/>
                </a:lnTo>
                <a:lnTo>
                  <a:pt x="20898" y="1054"/>
                </a:lnTo>
                <a:lnTo>
                  <a:pt x="20562" y="843"/>
                </a:lnTo>
                <a:lnTo>
                  <a:pt x="20212" y="653"/>
                </a:lnTo>
                <a:lnTo>
                  <a:pt x="19849" y="485"/>
                </a:lnTo>
                <a:lnTo>
                  <a:pt x="19474" y="341"/>
                </a:lnTo>
                <a:lnTo>
                  <a:pt x="19088" y="221"/>
                </a:lnTo>
                <a:lnTo>
                  <a:pt x="18691" y="125"/>
                </a:lnTo>
                <a:lnTo>
                  <a:pt x="18286" y="56"/>
                </a:lnTo>
                <a:lnTo>
                  <a:pt x="17872" y="14"/>
                </a:lnTo>
                <a:lnTo>
                  <a:pt x="17450" y="0"/>
                </a:lnTo>
                <a:lnTo>
                  <a:pt x="6174" y="0"/>
                </a:lnTo>
                <a:lnTo>
                  <a:pt x="5753" y="14"/>
                </a:lnTo>
                <a:lnTo>
                  <a:pt x="5338" y="56"/>
                </a:lnTo>
                <a:lnTo>
                  <a:pt x="4933" y="125"/>
                </a:lnTo>
                <a:lnTo>
                  <a:pt x="4536" y="221"/>
                </a:lnTo>
                <a:lnTo>
                  <a:pt x="4150" y="341"/>
                </a:lnTo>
                <a:lnTo>
                  <a:pt x="3775" y="485"/>
                </a:lnTo>
                <a:lnTo>
                  <a:pt x="3412" y="653"/>
                </a:lnTo>
                <a:lnTo>
                  <a:pt x="3062" y="843"/>
                </a:lnTo>
                <a:lnTo>
                  <a:pt x="2726" y="1054"/>
                </a:lnTo>
                <a:lnTo>
                  <a:pt x="2405" y="1286"/>
                </a:lnTo>
                <a:lnTo>
                  <a:pt x="2100" y="1537"/>
                </a:lnTo>
                <a:lnTo>
                  <a:pt x="1812" y="1807"/>
                </a:lnTo>
                <a:lnTo>
                  <a:pt x="1541" y="2095"/>
                </a:lnTo>
                <a:lnTo>
                  <a:pt x="1289" y="2400"/>
                </a:lnTo>
                <a:lnTo>
                  <a:pt x="1057" y="2720"/>
                </a:lnTo>
                <a:lnTo>
                  <a:pt x="845" y="3055"/>
                </a:lnTo>
                <a:lnTo>
                  <a:pt x="655" y="3405"/>
                </a:lnTo>
                <a:lnTo>
                  <a:pt x="487" y="3767"/>
                </a:lnTo>
                <a:lnTo>
                  <a:pt x="342" y="4142"/>
                </a:lnTo>
                <a:lnTo>
                  <a:pt x="221" y="4528"/>
                </a:lnTo>
                <a:lnTo>
                  <a:pt x="126" y="4924"/>
                </a:lnTo>
                <a:lnTo>
                  <a:pt x="57" y="5330"/>
                </a:lnTo>
                <a:lnTo>
                  <a:pt x="14" y="5744"/>
                </a:lnTo>
                <a:lnTo>
                  <a:pt x="0" y="6165"/>
                </a:lnTo>
                <a:lnTo>
                  <a:pt x="14" y="6587"/>
                </a:lnTo>
                <a:lnTo>
                  <a:pt x="57" y="7001"/>
                </a:lnTo>
                <a:lnTo>
                  <a:pt x="126" y="7407"/>
                </a:lnTo>
                <a:lnTo>
                  <a:pt x="221" y="7804"/>
                </a:lnTo>
                <a:lnTo>
                  <a:pt x="342" y="8190"/>
                </a:lnTo>
                <a:lnTo>
                  <a:pt x="487" y="8566"/>
                </a:lnTo>
                <a:lnTo>
                  <a:pt x="655" y="8929"/>
                </a:lnTo>
                <a:lnTo>
                  <a:pt x="845" y="9279"/>
                </a:lnTo>
                <a:lnTo>
                  <a:pt x="1057" y="9615"/>
                </a:lnTo>
                <a:lnTo>
                  <a:pt x="1289" y="9937"/>
                </a:lnTo>
                <a:lnTo>
                  <a:pt x="1541" y="10242"/>
                </a:lnTo>
                <a:lnTo>
                  <a:pt x="1812" y="10531"/>
                </a:lnTo>
                <a:lnTo>
                  <a:pt x="2100" y="10802"/>
                </a:lnTo>
                <a:lnTo>
                  <a:pt x="2405" y="11054"/>
                </a:lnTo>
                <a:lnTo>
                  <a:pt x="2726" y="11287"/>
                </a:lnTo>
                <a:lnTo>
                  <a:pt x="3062" y="11499"/>
                </a:lnTo>
                <a:lnTo>
                  <a:pt x="3412" y="11690"/>
                </a:lnTo>
                <a:lnTo>
                  <a:pt x="3775" y="11858"/>
                </a:lnTo>
                <a:lnTo>
                  <a:pt x="4150" y="12003"/>
                </a:lnTo>
                <a:lnTo>
                  <a:pt x="4536" y="12124"/>
                </a:lnTo>
                <a:lnTo>
                  <a:pt x="4933" y="12219"/>
                </a:lnTo>
                <a:lnTo>
                  <a:pt x="5338" y="12289"/>
                </a:lnTo>
                <a:lnTo>
                  <a:pt x="5753" y="12331"/>
                </a:lnTo>
                <a:lnTo>
                  <a:pt x="6174" y="12345"/>
                </a:lnTo>
                <a:lnTo>
                  <a:pt x="17450" y="12345"/>
                </a:lnTo>
                <a:lnTo>
                  <a:pt x="17872" y="12331"/>
                </a:ln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D6885-29DE-46FB-A71C-C80E580A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137" y="5734193"/>
            <a:ext cx="65296" cy="76384"/>
          </a:xfrm>
          <a:custGeom xmlns:a="http://schemas.openxmlformats.org/drawingml/2006/main">
            <a:pathLst>
              <a:path w="65296" h="76384">
                <a:moveTo>
                  <a:pt x="31937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31936" y="0"/>
                </a:lnTo>
                <a:cubicBezTo>
                  <a:pt x="36340" y="0"/>
                  <a:pt x="39929" y="3589"/>
                  <a:pt x="39929" y="7989"/>
                </a:cubicBezTo>
                <a:cubicBezTo>
                  <a:pt x="39929" y="12389"/>
                  <a:pt x="36340" y="15978"/>
                  <a:pt x="31937" y="15978"/>
                </a:cubicBezTo>
                <a:close/>
                <a:moveTo>
                  <a:pt x="39592" y="46182"/>
                </a:moveTo>
                <a:lnTo>
                  <a:pt x="27974" y="46182"/>
                </a:lnTo>
                <a:cubicBezTo>
                  <a:pt x="23572" y="46182"/>
                  <a:pt x="19982" y="42593"/>
                  <a:pt x="19982" y="38193"/>
                </a:cubicBezTo>
                <a:cubicBezTo>
                  <a:pt x="19982" y="33794"/>
                  <a:pt x="23572" y="30204"/>
                  <a:pt x="27974" y="30204"/>
                </a:cubicBezTo>
                <a:lnTo>
                  <a:pt x="39592" y="30204"/>
                </a:lnTo>
                <a:cubicBezTo>
                  <a:pt x="43994" y="30204"/>
                  <a:pt x="47584" y="33794"/>
                  <a:pt x="47584" y="38193"/>
                </a:cubicBezTo>
                <a:cubicBezTo>
                  <a:pt x="47584" y="42593"/>
                  <a:pt x="43959" y="46182"/>
                  <a:pt x="39592" y="46182"/>
                </a:cubicBezTo>
                <a:close/>
                <a:moveTo>
                  <a:pt x="57304" y="76384"/>
                </a:moveTo>
                <a:lnTo>
                  <a:pt x="46195" y="76384"/>
                </a:lnTo>
                <a:cubicBezTo>
                  <a:pt x="41792" y="76384"/>
                  <a:pt x="38202" y="72795"/>
                  <a:pt x="38202" y="68398"/>
                </a:cubicBezTo>
                <a:cubicBezTo>
                  <a:pt x="38202" y="63998"/>
                  <a:pt x="41792" y="60409"/>
                  <a:pt x="46195" y="60409"/>
                </a:cubicBezTo>
                <a:lnTo>
                  <a:pt x="57304" y="60409"/>
                </a:lnTo>
                <a:cubicBezTo>
                  <a:pt x="61706" y="60409"/>
                  <a:pt x="65296" y="63998"/>
                  <a:pt x="65296" y="68398"/>
                </a:cubicBezTo>
                <a:cubicBezTo>
                  <a:pt x="65296" y="72795"/>
                  <a:pt x="61673" y="76384"/>
                  <a:pt x="57304" y="76384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D9C84-8FE4-4016-9DAD-B5F1336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609" y="5794675"/>
            <a:ext cx="52067" cy="12344"/>
          </a:xfrm>
          <a:custGeom xmlns:a="http://schemas.openxmlformats.org/drawingml/2006/main">
            <a:pathLst>
              <a:path w="52067" h="12344">
                <a:moveTo>
                  <a:pt x="45886" y="12344"/>
                </a:moveTo>
                <a:lnTo>
                  <a:pt x="6177" y="12344"/>
                </a:lnTo>
                <a:cubicBezTo>
                  <a:pt x="2775" y="12344"/>
                  <a:pt x="0" y="9571"/>
                  <a:pt x="0" y="6165"/>
                </a:cubicBezTo>
                <a:cubicBezTo>
                  <a:pt x="0" y="2764"/>
                  <a:pt x="2775" y="0"/>
                  <a:pt x="6177" y="0"/>
                </a:cubicBezTo>
                <a:lnTo>
                  <a:pt x="45886" y="0"/>
                </a:lnTo>
                <a:cubicBezTo>
                  <a:pt x="49288" y="0"/>
                  <a:pt x="52067" y="2764"/>
                  <a:pt x="52067" y="6165"/>
                </a:cubicBezTo>
                <a:cubicBezTo>
                  <a:pt x="52038" y="9571"/>
                  <a:pt x="49259" y="12344"/>
                  <a:pt x="45886" y="12344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10E32-D048-43D6-85F2-C43651C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016" y="5794602"/>
            <a:ext cx="118330" cy="106581"/>
          </a:xfrm>
          <a:custGeom xmlns:a="http://schemas.openxmlformats.org/drawingml/2006/main">
            <a:pathLst>
              <a:path w="118330" h="106581">
                <a:moveTo>
                  <a:pt x="63103" y="15975"/>
                </a:moveTo>
                <a:lnTo>
                  <a:pt x="41562" y="15975"/>
                </a:lnTo>
                <a:cubicBezTo>
                  <a:pt x="37161" y="15975"/>
                  <a:pt x="33571" y="12386"/>
                  <a:pt x="33571" y="7989"/>
                </a:cubicBezTo>
                <a:cubicBezTo>
                  <a:pt x="33571" y="3589"/>
                  <a:pt x="37161" y="0"/>
                  <a:pt x="41562" y="0"/>
                </a:cubicBezTo>
                <a:lnTo>
                  <a:pt x="63102" y="0"/>
                </a:lnTo>
                <a:cubicBezTo>
                  <a:pt x="67503" y="0"/>
                  <a:pt x="71093" y="3589"/>
                  <a:pt x="71093" y="7989"/>
                </a:cubicBezTo>
                <a:cubicBezTo>
                  <a:pt x="71093" y="12386"/>
                  <a:pt x="67503" y="15975"/>
                  <a:pt x="63103" y="15975"/>
                </a:cubicBezTo>
                <a:close/>
                <a:moveTo>
                  <a:pt x="110339" y="43739"/>
                </a:moveTo>
                <a:lnTo>
                  <a:pt x="60323" y="43739"/>
                </a:lnTo>
                <a:cubicBezTo>
                  <a:pt x="55922" y="43739"/>
                  <a:pt x="52332" y="40150"/>
                  <a:pt x="52332" y="35749"/>
                </a:cubicBezTo>
                <a:cubicBezTo>
                  <a:pt x="52332" y="31348"/>
                  <a:pt x="55922" y="27759"/>
                  <a:pt x="60323" y="27759"/>
                </a:cubicBezTo>
                <a:lnTo>
                  <a:pt x="110339" y="27759"/>
                </a:lnTo>
                <a:cubicBezTo>
                  <a:pt x="114740" y="27759"/>
                  <a:pt x="118330" y="31348"/>
                  <a:pt x="118330" y="35749"/>
                </a:cubicBezTo>
                <a:cubicBezTo>
                  <a:pt x="118330" y="40117"/>
                  <a:pt x="114711" y="43739"/>
                  <a:pt x="110339" y="43739"/>
                </a:cubicBezTo>
                <a:close/>
                <a:moveTo>
                  <a:pt x="59643" y="76379"/>
                </a:moveTo>
                <a:lnTo>
                  <a:pt x="35699" y="76379"/>
                </a:lnTo>
                <a:cubicBezTo>
                  <a:pt x="31298" y="76379"/>
                  <a:pt x="27708" y="72790"/>
                  <a:pt x="27708" y="68388"/>
                </a:cubicBezTo>
                <a:cubicBezTo>
                  <a:pt x="27708" y="63987"/>
                  <a:pt x="31298" y="60397"/>
                  <a:pt x="35699" y="60397"/>
                </a:cubicBezTo>
                <a:lnTo>
                  <a:pt x="59643" y="60397"/>
                </a:lnTo>
                <a:cubicBezTo>
                  <a:pt x="64044" y="60397"/>
                  <a:pt x="67634" y="63987"/>
                  <a:pt x="67634" y="68388"/>
                </a:cubicBezTo>
                <a:cubicBezTo>
                  <a:pt x="67634" y="72790"/>
                  <a:pt x="64015" y="76379"/>
                  <a:pt x="59643" y="76379"/>
                </a:cubicBezTo>
                <a:close/>
                <a:moveTo>
                  <a:pt x="31935" y="106581"/>
                </a:moveTo>
                <a:lnTo>
                  <a:pt x="7991" y="106581"/>
                </a:lnTo>
                <a:cubicBezTo>
                  <a:pt x="3590" y="106581"/>
                  <a:pt x="0" y="102992"/>
                  <a:pt x="0" y="98591"/>
                </a:cubicBezTo>
                <a:cubicBezTo>
                  <a:pt x="0" y="94188"/>
                  <a:pt x="3590" y="90599"/>
                  <a:pt x="7991" y="90599"/>
                </a:cubicBezTo>
                <a:lnTo>
                  <a:pt x="31935" y="90599"/>
                </a:lnTo>
                <a:cubicBezTo>
                  <a:pt x="36336" y="90599"/>
                  <a:pt x="39926" y="94188"/>
                  <a:pt x="39926" y="98591"/>
                </a:cubicBezTo>
                <a:cubicBezTo>
                  <a:pt x="39926" y="102992"/>
                  <a:pt x="36336" y="106581"/>
                  <a:pt x="31935" y="106581"/>
                </a:cubicBezTo>
                <a:close/>
                <a:moveTo>
                  <a:pt x="110339" y="15975"/>
                </a:moveTo>
                <a:lnTo>
                  <a:pt x="88798" y="15975"/>
                </a:lnTo>
                <a:cubicBezTo>
                  <a:pt x="84397" y="15975"/>
                  <a:pt x="80807" y="12386"/>
                  <a:pt x="80807" y="7989"/>
                </a:cubicBezTo>
                <a:cubicBezTo>
                  <a:pt x="80807" y="3589"/>
                  <a:pt x="84397" y="0"/>
                  <a:pt x="88798" y="0"/>
                </a:cubicBezTo>
                <a:lnTo>
                  <a:pt x="110339" y="0"/>
                </a:lnTo>
                <a:cubicBezTo>
                  <a:pt x="114740" y="0"/>
                  <a:pt x="118330" y="3589"/>
                  <a:pt x="118330" y="7989"/>
                </a:cubicBezTo>
                <a:cubicBezTo>
                  <a:pt x="118330" y="12386"/>
                  <a:pt x="114711" y="15975"/>
                  <a:pt x="110339" y="15975"/>
                </a:cubicBezTo>
                <a:close/>
                <a:moveTo>
                  <a:pt x="107734" y="76379"/>
                </a:moveTo>
                <a:lnTo>
                  <a:pt x="100785" y="76379"/>
                </a:lnTo>
                <a:cubicBezTo>
                  <a:pt x="96384" y="76379"/>
                  <a:pt x="92794" y="72790"/>
                  <a:pt x="92794" y="68388"/>
                </a:cubicBezTo>
                <a:cubicBezTo>
                  <a:pt x="92794" y="63987"/>
                  <a:pt x="96384" y="60397"/>
                  <a:pt x="100785" y="60397"/>
                </a:cubicBezTo>
                <a:lnTo>
                  <a:pt x="107734" y="60397"/>
                </a:lnTo>
                <a:cubicBezTo>
                  <a:pt x="112134" y="60397"/>
                  <a:pt x="115725" y="63987"/>
                  <a:pt x="115725" y="68388"/>
                </a:cubicBezTo>
                <a:cubicBezTo>
                  <a:pt x="115725" y="72790"/>
                  <a:pt x="112134" y="76379"/>
                  <a:pt x="107734" y="76379"/>
                </a:cubicBez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F7E80-EA84-454F-9940-BD444836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622" y="5764398"/>
            <a:ext cx="83376" cy="136786"/>
          </a:xfrm>
          <a:custGeom xmlns:a="http://schemas.openxmlformats.org/drawingml/2006/main">
            <a:pathLst>
              <a:path w="83376" h="136786">
                <a:moveTo>
                  <a:pt x="59403" y="15978"/>
                </a:moveTo>
                <a:lnTo>
                  <a:pt x="7994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4" y="0"/>
                </a:cubicBezTo>
                <a:lnTo>
                  <a:pt x="59403" y="0"/>
                </a:lnTo>
                <a:cubicBezTo>
                  <a:pt x="63803" y="0"/>
                  <a:pt x="67394" y="3589"/>
                  <a:pt x="67394" y="7989"/>
                </a:cubicBezTo>
                <a:cubicBezTo>
                  <a:pt x="67394" y="12389"/>
                  <a:pt x="63803" y="15978"/>
                  <a:pt x="59403" y="15978"/>
                </a:cubicBezTo>
                <a:close/>
                <a:moveTo>
                  <a:pt x="75385" y="73944"/>
                </a:moveTo>
                <a:lnTo>
                  <a:pt x="23979" y="73944"/>
                </a:lnTo>
                <a:cubicBezTo>
                  <a:pt x="19577" y="73944"/>
                  <a:pt x="15987" y="70355"/>
                  <a:pt x="15987" y="65953"/>
                </a:cubicBezTo>
                <a:cubicBezTo>
                  <a:pt x="15987" y="61552"/>
                  <a:pt x="19577" y="57963"/>
                  <a:pt x="23979" y="57963"/>
                </a:cubicBezTo>
                <a:lnTo>
                  <a:pt x="75385" y="57963"/>
                </a:lnTo>
                <a:cubicBezTo>
                  <a:pt x="79786" y="57963"/>
                  <a:pt x="83376" y="61552"/>
                  <a:pt x="83376" y="65953"/>
                </a:cubicBezTo>
                <a:cubicBezTo>
                  <a:pt x="83347" y="70321"/>
                  <a:pt x="79757" y="73944"/>
                  <a:pt x="75385" y="73944"/>
                </a:cubicBezTo>
                <a:close/>
                <a:moveTo>
                  <a:pt x="75385" y="106584"/>
                </a:moveTo>
                <a:lnTo>
                  <a:pt x="23979" y="106584"/>
                </a:lnTo>
                <a:cubicBezTo>
                  <a:pt x="19577" y="106584"/>
                  <a:pt x="15987" y="102995"/>
                  <a:pt x="15987" y="98592"/>
                </a:cubicBezTo>
                <a:cubicBezTo>
                  <a:pt x="15987" y="94191"/>
                  <a:pt x="19577" y="90602"/>
                  <a:pt x="23979" y="90602"/>
                </a:cubicBezTo>
                <a:lnTo>
                  <a:pt x="75385" y="90602"/>
                </a:lnTo>
                <a:cubicBezTo>
                  <a:pt x="79786" y="90602"/>
                  <a:pt x="83376" y="94191"/>
                  <a:pt x="83376" y="98592"/>
                </a:cubicBezTo>
                <a:cubicBezTo>
                  <a:pt x="83347" y="102995"/>
                  <a:pt x="79757" y="106584"/>
                  <a:pt x="75385" y="106584"/>
                </a:cubicBezTo>
                <a:close/>
                <a:moveTo>
                  <a:pt x="36472" y="136786"/>
                </a:moveTo>
                <a:lnTo>
                  <a:pt x="23979" y="136786"/>
                </a:lnTo>
                <a:cubicBezTo>
                  <a:pt x="19577" y="136786"/>
                  <a:pt x="15987" y="133196"/>
                  <a:pt x="15987" y="128795"/>
                </a:cubicBezTo>
                <a:cubicBezTo>
                  <a:pt x="15987" y="124393"/>
                  <a:pt x="19577" y="120803"/>
                  <a:pt x="23979" y="120803"/>
                </a:cubicBezTo>
                <a:lnTo>
                  <a:pt x="36472" y="120803"/>
                </a:lnTo>
                <a:cubicBezTo>
                  <a:pt x="40873" y="120803"/>
                  <a:pt x="44463" y="124393"/>
                  <a:pt x="44463" y="128795"/>
                </a:cubicBezTo>
                <a:cubicBezTo>
                  <a:pt x="44463" y="133196"/>
                  <a:pt x="40873" y="136786"/>
                  <a:pt x="36472" y="136786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03CD5-46C2-4F6A-B9CA-CAEF992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658" y="5818003"/>
            <a:ext cx="53500" cy="81002"/>
          </a:xfrm>
          <a:custGeom xmlns:a="http://schemas.openxmlformats.org/drawingml/2006/main">
            <a:pathLst>
              <a:path w="53500" h="81002">
                <a:moveTo>
                  <a:pt x="47326" y="12345"/>
                </a:moveTo>
                <a:lnTo>
                  <a:pt x="38352" y="12345"/>
                </a:lnTo>
                <a:cubicBezTo>
                  <a:pt x="34952" y="12345"/>
                  <a:pt x="32179" y="9574"/>
                  <a:pt x="32179" y="6173"/>
                </a:cubicBezTo>
                <a:cubicBezTo>
                  <a:pt x="32179" y="2773"/>
                  <a:pt x="34952" y="0"/>
                  <a:pt x="38352" y="0"/>
                </a:cubicBezTo>
                <a:lnTo>
                  <a:pt x="47326" y="0"/>
                </a:lnTo>
                <a:cubicBezTo>
                  <a:pt x="50727" y="0"/>
                  <a:pt x="53500" y="2773"/>
                  <a:pt x="53500" y="6173"/>
                </a:cubicBezTo>
                <a:cubicBezTo>
                  <a:pt x="53500" y="9574"/>
                  <a:pt x="50727" y="12345"/>
                  <a:pt x="47326" y="12345"/>
                </a:cubicBezTo>
                <a:close/>
                <a:moveTo>
                  <a:pt x="47326" y="35675"/>
                </a:moveTo>
                <a:lnTo>
                  <a:pt x="38352" y="35675"/>
                </a:lnTo>
                <a:cubicBezTo>
                  <a:pt x="34952" y="35675"/>
                  <a:pt x="32180" y="32904"/>
                  <a:pt x="32180" y="29504"/>
                </a:cubicBezTo>
                <a:cubicBezTo>
                  <a:pt x="32180" y="26103"/>
                  <a:pt x="34952" y="23331"/>
                  <a:pt x="38352" y="23331"/>
                </a:cubicBezTo>
                <a:lnTo>
                  <a:pt x="47326" y="23331"/>
                </a:lnTo>
                <a:cubicBezTo>
                  <a:pt x="50727" y="23331"/>
                  <a:pt x="53500" y="26103"/>
                  <a:pt x="53500" y="29504"/>
                </a:cubicBezTo>
                <a:cubicBezTo>
                  <a:pt x="53500" y="32904"/>
                  <a:pt x="50727" y="35675"/>
                  <a:pt x="47326" y="35675"/>
                </a:cubicBezTo>
                <a:close/>
                <a:moveTo>
                  <a:pt x="33801" y="59007"/>
                </a:moveTo>
                <a:lnTo>
                  <a:pt x="22944" y="59007"/>
                </a:lnTo>
                <a:cubicBezTo>
                  <a:pt x="19543" y="59007"/>
                  <a:pt x="16769" y="56234"/>
                  <a:pt x="16769" y="52834"/>
                </a:cubicBezTo>
                <a:cubicBezTo>
                  <a:pt x="16769" y="49433"/>
                  <a:pt x="19543" y="46661"/>
                  <a:pt x="22944" y="46661"/>
                </a:cubicBezTo>
                <a:lnTo>
                  <a:pt x="33801" y="46661"/>
                </a:lnTo>
                <a:cubicBezTo>
                  <a:pt x="37201" y="46661"/>
                  <a:pt x="39975" y="49433"/>
                  <a:pt x="39975" y="52834"/>
                </a:cubicBezTo>
                <a:cubicBezTo>
                  <a:pt x="39949" y="56234"/>
                  <a:pt x="37175" y="59007"/>
                  <a:pt x="33801" y="59007"/>
                </a:cubicBezTo>
                <a:close/>
                <a:moveTo>
                  <a:pt x="24671" y="81002"/>
                </a:moveTo>
                <a:lnTo>
                  <a:pt x="6174" y="81002"/>
                </a:lnTo>
                <a:cubicBezTo>
                  <a:pt x="2774" y="81002"/>
                  <a:pt x="0" y="78229"/>
                  <a:pt x="0" y="74829"/>
                </a:cubicBezTo>
                <a:cubicBezTo>
                  <a:pt x="0" y="71430"/>
                  <a:pt x="2774" y="68657"/>
                  <a:pt x="6174" y="68657"/>
                </a:cubicBezTo>
                <a:lnTo>
                  <a:pt x="24671" y="68657"/>
                </a:lnTo>
                <a:cubicBezTo>
                  <a:pt x="28071" y="68657"/>
                  <a:pt x="30845" y="71430"/>
                  <a:pt x="30845" y="74829"/>
                </a:cubicBezTo>
                <a:cubicBezTo>
                  <a:pt x="30845" y="78229"/>
                  <a:pt x="28071" y="81002"/>
                  <a:pt x="24671" y="81002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C1955-1295-4B0E-AEB7-D354F5F4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009" y="5764398"/>
            <a:ext cx="30582" cy="166987"/>
          </a:xfrm>
          <a:custGeom xmlns:a="http://schemas.openxmlformats.org/drawingml/2006/main">
            <a:pathLst>
              <a:path w="30582" h="166987">
                <a:moveTo>
                  <a:pt x="22589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22589" y="0"/>
                </a:lnTo>
                <a:cubicBezTo>
                  <a:pt x="26991" y="0"/>
                  <a:pt x="30581" y="3589"/>
                  <a:pt x="30581" y="7989"/>
                </a:cubicBezTo>
                <a:cubicBezTo>
                  <a:pt x="30582" y="12389"/>
                  <a:pt x="26991" y="15978"/>
                  <a:pt x="22589" y="15978"/>
                </a:cubicBezTo>
                <a:close/>
                <a:moveTo>
                  <a:pt x="22589" y="46179"/>
                </a:moveTo>
                <a:lnTo>
                  <a:pt x="7993" y="46179"/>
                </a:lnTo>
                <a:cubicBezTo>
                  <a:pt x="3590" y="46179"/>
                  <a:pt x="0" y="42590"/>
                  <a:pt x="0" y="38193"/>
                </a:cubicBezTo>
                <a:cubicBezTo>
                  <a:pt x="0" y="33794"/>
                  <a:pt x="3590" y="30204"/>
                  <a:pt x="7993" y="30204"/>
                </a:cubicBezTo>
                <a:lnTo>
                  <a:pt x="22589" y="30204"/>
                </a:lnTo>
                <a:cubicBezTo>
                  <a:pt x="26991" y="30204"/>
                  <a:pt x="30582" y="33794"/>
                  <a:pt x="30582" y="38193"/>
                </a:cubicBezTo>
                <a:cubicBezTo>
                  <a:pt x="30582" y="42590"/>
                  <a:pt x="26991" y="46179"/>
                  <a:pt x="22589" y="46179"/>
                </a:cubicBezTo>
                <a:close/>
                <a:moveTo>
                  <a:pt x="22589" y="76381"/>
                </a:moveTo>
                <a:lnTo>
                  <a:pt x="7993" y="76381"/>
                </a:lnTo>
                <a:cubicBezTo>
                  <a:pt x="3590" y="76381"/>
                  <a:pt x="0" y="72793"/>
                  <a:pt x="0" y="68391"/>
                </a:cubicBezTo>
                <a:cubicBezTo>
                  <a:pt x="0" y="63989"/>
                  <a:pt x="3590" y="60400"/>
                  <a:pt x="7993" y="60400"/>
                </a:cubicBezTo>
                <a:lnTo>
                  <a:pt x="22589" y="60400"/>
                </a:lnTo>
                <a:cubicBezTo>
                  <a:pt x="26992" y="60400"/>
                  <a:pt x="30582" y="63989"/>
                  <a:pt x="30582" y="68391"/>
                </a:cubicBezTo>
                <a:cubicBezTo>
                  <a:pt x="30582" y="72793"/>
                  <a:pt x="26992" y="76381"/>
                  <a:pt x="22589" y="76381"/>
                </a:cubicBezTo>
                <a:close/>
                <a:moveTo>
                  <a:pt x="22589" y="106584"/>
                </a:moveTo>
                <a:lnTo>
                  <a:pt x="7993" y="106584"/>
                </a:lnTo>
                <a:cubicBezTo>
                  <a:pt x="3591" y="106584"/>
                  <a:pt x="0" y="102995"/>
                  <a:pt x="0" y="98592"/>
                </a:cubicBezTo>
                <a:cubicBezTo>
                  <a:pt x="0" y="94191"/>
                  <a:pt x="3590" y="90602"/>
                  <a:pt x="7993" y="90602"/>
                </a:cubicBezTo>
                <a:lnTo>
                  <a:pt x="22589" y="90602"/>
                </a:lnTo>
                <a:cubicBezTo>
                  <a:pt x="26992" y="90602"/>
                  <a:pt x="30582" y="94191"/>
                  <a:pt x="30582" y="98592"/>
                </a:cubicBezTo>
                <a:cubicBezTo>
                  <a:pt x="30582" y="102995"/>
                  <a:pt x="26992" y="106584"/>
                  <a:pt x="22589" y="106584"/>
                </a:cubicBezTo>
                <a:close/>
                <a:moveTo>
                  <a:pt x="22590" y="136786"/>
                </a:moveTo>
                <a:lnTo>
                  <a:pt x="7993" y="136786"/>
                </a:lnTo>
                <a:cubicBezTo>
                  <a:pt x="3591" y="136786"/>
                  <a:pt x="0" y="133196"/>
                  <a:pt x="0" y="128795"/>
                </a:cubicBezTo>
                <a:cubicBezTo>
                  <a:pt x="0" y="124393"/>
                  <a:pt x="3591" y="120803"/>
                  <a:pt x="7993" y="120803"/>
                </a:cubicBezTo>
                <a:lnTo>
                  <a:pt x="22589" y="120803"/>
                </a:lnTo>
                <a:cubicBezTo>
                  <a:pt x="26992" y="120803"/>
                  <a:pt x="30582" y="124393"/>
                  <a:pt x="30582" y="128795"/>
                </a:cubicBezTo>
                <a:cubicBezTo>
                  <a:pt x="30582" y="133196"/>
                  <a:pt x="26992" y="136786"/>
                  <a:pt x="22590" y="136786"/>
                </a:cubicBezTo>
                <a:close/>
                <a:moveTo>
                  <a:pt x="22590" y="166987"/>
                </a:moveTo>
                <a:lnTo>
                  <a:pt x="7993" y="166987"/>
                </a:lnTo>
                <a:cubicBezTo>
                  <a:pt x="3591" y="166987"/>
                  <a:pt x="1" y="163398"/>
                  <a:pt x="1" y="158997"/>
                </a:cubicBezTo>
                <a:cubicBezTo>
                  <a:pt x="1" y="154594"/>
                  <a:pt x="3591" y="151005"/>
                  <a:pt x="7993" y="151005"/>
                </a:cubicBezTo>
                <a:lnTo>
                  <a:pt x="22590" y="151005"/>
                </a:lnTo>
                <a:cubicBezTo>
                  <a:pt x="26992" y="151005"/>
                  <a:pt x="30582" y="154594"/>
                  <a:pt x="30582" y="158997"/>
                </a:cubicBezTo>
                <a:cubicBezTo>
                  <a:pt x="30582" y="163398"/>
                  <a:pt x="26992" y="166987"/>
                  <a:pt x="22590" y="166987"/>
                </a:cubicBez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●">
            <a:extLst xmlns:a="http://schemas.openxmlformats.org/drawingml/2006/main">
              <a:ext uri="{FF2B5EF4-FFF2-40B4-BE49-F238E27FC236}">
                <a16:creationId xmlns:a16="http://schemas.microsoft.com/office/drawing/2014/main" id="{C58D06D4-A6C6-403D-AAA3-F37516DC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216" y="5652626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●">
            <a:extLst xmlns:a="http://schemas.openxmlformats.org/drawingml/2006/main">
              <a:ext uri="{FF2B5EF4-FFF2-40B4-BE49-F238E27FC236}">
                <a16:creationId xmlns:a16="http://schemas.microsoft.com/office/drawing/2014/main" id="{5FA1006D-E729-4080-94A3-AA091AD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5197" y="5652626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●">
            <a:extLst xmlns:a="http://schemas.openxmlformats.org/drawingml/2006/main">
              <a:ext uri="{FF2B5EF4-FFF2-40B4-BE49-F238E27FC236}">
                <a16:creationId xmlns:a16="http://schemas.microsoft.com/office/drawing/2014/main" id="{FD4F1598-FD4D-461A-8C7C-06716453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178" y="5652626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17077-1405-453F-B270-50FAB825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791" y="5729158"/>
            <a:ext cx="96777" cy="76763"/>
          </a:xfrm>
          <a:custGeom xmlns:a="http://schemas.openxmlformats.org/drawingml/2006/main">
            <a:pathLst>
              <a:path w="96777" h="76763">
                <a:moveTo>
                  <a:pt x="55494" y="75175"/>
                </a:moveTo>
                <a:cubicBezTo>
                  <a:pt x="53906" y="73585"/>
                  <a:pt x="53906" y="71009"/>
                  <a:pt x="55494" y="69419"/>
                </a:cubicBezTo>
                <a:lnTo>
                  <a:pt x="82482" y="42430"/>
                </a:lnTo>
                <a:lnTo>
                  <a:pt x="4073" y="42430"/>
                </a:lnTo>
                <a:cubicBezTo>
                  <a:pt x="1823" y="42430"/>
                  <a:pt x="0" y="40606"/>
                  <a:pt x="0" y="38357"/>
                </a:cubicBezTo>
                <a:cubicBezTo>
                  <a:pt x="0" y="36108"/>
                  <a:pt x="1823" y="34284"/>
                  <a:pt x="4073" y="34284"/>
                </a:cubicBezTo>
                <a:lnTo>
                  <a:pt x="82482" y="34284"/>
                </a:lnTo>
                <a:lnTo>
                  <a:pt x="55494" y="7295"/>
                </a:lnTo>
                <a:cubicBezTo>
                  <a:pt x="53851" y="5765"/>
                  <a:pt x="53756" y="3195"/>
                  <a:pt x="55281" y="1548"/>
                </a:cubicBezTo>
                <a:cubicBezTo>
                  <a:pt x="55815" y="973"/>
                  <a:pt x="56508" y="566"/>
                  <a:pt x="57268" y="371"/>
                </a:cubicBezTo>
                <a:cubicBezTo>
                  <a:pt x="58707" y="0"/>
                  <a:pt x="60236" y="448"/>
                  <a:pt x="61250" y="1539"/>
                </a:cubicBezTo>
                <a:lnTo>
                  <a:pt x="95189" y="35479"/>
                </a:lnTo>
                <a:cubicBezTo>
                  <a:pt x="96777" y="37067"/>
                  <a:pt x="96777" y="39647"/>
                  <a:pt x="95189" y="41235"/>
                </a:cubicBezTo>
                <a:lnTo>
                  <a:pt x="61250" y="75175"/>
                </a:lnTo>
                <a:cubicBezTo>
                  <a:pt x="59662" y="76763"/>
                  <a:pt x="57087" y="76763"/>
                  <a:pt x="55494" y="75175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LLM’sFeedback">
            <a:extLst xmlns:a="http://schemas.openxmlformats.org/drawingml/2006/main">
              <a:ext uri="{FF2B5EF4-FFF2-40B4-BE49-F238E27FC236}">
                <a16:creationId xmlns:a16="http://schemas.microsoft.com/office/drawing/2014/main" id="{F0110B19-D4DE-4819-B826-AB46BC31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059" y="4875412"/>
            <a:ext cx="495969" cy="50106"/>
          </a:xfrm>
          <a:custGeom xmlns:a="http://schemas.openxmlformats.org/drawingml/2006/main">
            <a:pathLst>
              <a:path w="495969" h="50106">
                <a:moveTo>
                  <a:pt x="0" y="49307"/>
                </a:moveTo>
                <a:lnTo>
                  <a:pt x="0" y="532"/>
                </a:lnTo>
                <a:lnTo>
                  <a:pt x="6455" y="532"/>
                </a:lnTo>
                <a:lnTo>
                  <a:pt x="6455" y="43551"/>
                </a:lnTo>
                <a:lnTo>
                  <a:pt x="30476" y="43551"/>
                </a:lnTo>
                <a:lnTo>
                  <a:pt x="30476" y="49307"/>
                </a:lnTo>
                <a:lnTo>
                  <a:pt x="0" y="49307"/>
                </a:lnTo>
                <a:close/>
                <a:moveTo>
                  <a:pt x="38089" y="49307"/>
                </a:moveTo>
                <a:lnTo>
                  <a:pt x="38089" y="532"/>
                </a:lnTo>
                <a:lnTo>
                  <a:pt x="44544" y="532"/>
                </a:lnTo>
                <a:lnTo>
                  <a:pt x="44544" y="43551"/>
                </a:lnTo>
                <a:lnTo>
                  <a:pt x="68565" y="43551"/>
                </a:lnTo>
                <a:lnTo>
                  <a:pt x="68565" y="49307"/>
                </a:lnTo>
                <a:lnTo>
                  <a:pt x="38089" y="49307"/>
                </a:lnTo>
                <a:close/>
                <a:moveTo>
                  <a:pt x="76245" y="49307"/>
                </a:moveTo>
                <a:lnTo>
                  <a:pt x="76245" y="532"/>
                </a:lnTo>
                <a:lnTo>
                  <a:pt x="85961" y="532"/>
                </a:lnTo>
                <a:lnTo>
                  <a:pt x="97506" y="35067"/>
                </a:lnTo>
                <a:cubicBezTo>
                  <a:pt x="98570" y="38284"/>
                  <a:pt x="99346" y="40690"/>
                  <a:pt x="99834" y="42287"/>
                </a:cubicBezTo>
                <a:cubicBezTo>
                  <a:pt x="100389" y="40513"/>
                  <a:pt x="101254" y="37906"/>
                  <a:pt x="102430" y="34469"/>
                </a:cubicBezTo>
                <a:lnTo>
                  <a:pt x="114108" y="532"/>
                </a:lnTo>
                <a:lnTo>
                  <a:pt x="122791" y="532"/>
                </a:lnTo>
                <a:lnTo>
                  <a:pt x="122791" y="49307"/>
                </a:lnTo>
                <a:lnTo>
                  <a:pt x="116570" y="49307"/>
                </a:lnTo>
                <a:lnTo>
                  <a:pt x="116570" y="8484"/>
                </a:lnTo>
                <a:lnTo>
                  <a:pt x="102396" y="49307"/>
                </a:lnTo>
                <a:lnTo>
                  <a:pt x="96574" y="49307"/>
                </a:lnTo>
                <a:lnTo>
                  <a:pt x="82467" y="7785"/>
                </a:lnTo>
                <a:lnTo>
                  <a:pt x="82467" y="49307"/>
                </a:lnTo>
                <a:lnTo>
                  <a:pt x="76245" y="49307"/>
                </a:lnTo>
                <a:close/>
                <a:moveTo>
                  <a:pt x="130709" y="6954"/>
                </a:moveTo>
                <a:lnTo>
                  <a:pt x="130709" y="0"/>
                </a:lnTo>
                <a:lnTo>
                  <a:pt x="137131" y="0"/>
                </a:lnTo>
                <a:lnTo>
                  <a:pt x="137131" y="5490"/>
                </a:lnTo>
                <a:cubicBezTo>
                  <a:pt x="137131" y="8462"/>
                  <a:pt x="136787" y="10602"/>
                  <a:pt x="136099" y="11911"/>
                </a:cubicBezTo>
                <a:cubicBezTo>
                  <a:pt x="135146" y="13708"/>
                  <a:pt x="133659" y="15061"/>
                  <a:pt x="131641" y="15970"/>
                </a:cubicBezTo>
                <a:lnTo>
                  <a:pt x="130177" y="13608"/>
                </a:lnTo>
                <a:cubicBezTo>
                  <a:pt x="131375" y="13120"/>
                  <a:pt x="132268" y="12349"/>
                  <a:pt x="132855" y="11295"/>
                </a:cubicBezTo>
                <a:cubicBezTo>
                  <a:pt x="133443" y="10242"/>
                  <a:pt x="133770" y="8795"/>
                  <a:pt x="133837" y="6954"/>
                </a:cubicBezTo>
                <a:lnTo>
                  <a:pt x="130709" y="6954"/>
                </a:lnTo>
                <a:close/>
                <a:moveTo>
                  <a:pt x="144080" y="38727"/>
                </a:moveTo>
                <a:lnTo>
                  <a:pt x="150002" y="37796"/>
                </a:lnTo>
                <a:cubicBezTo>
                  <a:pt x="150335" y="40158"/>
                  <a:pt x="151261" y="41969"/>
                  <a:pt x="152780" y="43228"/>
                </a:cubicBezTo>
                <a:cubicBezTo>
                  <a:pt x="154300" y="44486"/>
                  <a:pt x="156424" y="45115"/>
                  <a:pt x="159152" y="45115"/>
                </a:cubicBezTo>
                <a:cubicBezTo>
                  <a:pt x="161902" y="45115"/>
                  <a:pt x="163943" y="44560"/>
                  <a:pt x="165274" y="43448"/>
                </a:cubicBezTo>
                <a:cubicBezTo>
                  <a:pt x="166604" y="42337"/>
                  <a:pt x="167270" y="41033"/>
                  <a:pt x="167270" y="39537"/>
                </a:cubicBezTo>
                <a:cubicBezTo>
                  <a:pt x="167270" y="38194"/>
                  <a:pt x="166682" y="37138"/>
                  <a:pt x="165506" y="36368"/>
                </a:cubicBezTo>
                <a:cubicBezTo>
                  <a:pt x="164686" y="35840"/>
                  <a:pt x="162645" y="35169"/>
                  <a:pt x="159385" y="34354"/>
                </a:cubicBezTo>
                <a:cubicBezTo>
                  <a:pt x="154993" y="33244"/>
                  <a:pt x="151949" y="32284"/>
                  <a:pt x="150252" y="31474"/>
                </a:cubicBezTo>
                <a:cubicBezTo>
                  <a:pt x="148555" y="30664"/>
                  <a:pt x="147269" y="29543"/>
                  <a:pt x="146392" y="28111"/>
                </a:cubicBezTo>
                <a:cubicBezTo>
                  <a:pt x="145516" y="26679"/>
                  <a:pt x="145078" y="25097"/>
                  <a:pt x="145078" y="23365"/>
                </a:cubicBezTo>
                <a:cubicBezTo>
                  <a:pt x="145078" y="21789"/>
                  <a:pt x="145439" y="20329"/>
                  <a:pt x="146160" y="18986"/>
                </a:cubicBezTo>
                <a:cubicBezTo>
                  <a:pt x="146880" y="17643"/>
                  <a:pt x="147862" y="16527"/>
                  <a:pt x="149104" y="15639"/>
                </a:cubicBezTo>
                <a:cubicBezTo>
                  <a:pt x="150036" y="14951"/>
                  <a:pt x="151305" y="14368"/>
                  <a:pt x="152913" y="13892"/>
                </a:cubicBezTo>
                <a:cubicBezTo>
                  <a:pt x="154522" y="13414"/>
                  <a:pt x="156246" y="13175"/>
                  <a:pt x="158087" y="13175"/>
                </a:cubicBezTo>
                <a:cubicBezTo>
                  <a:pt x="160860" y="13175"/>
                  <a:pt x="163294" y="13577"/>
                  <a:pt x="165390" y="14381"/>
                </a:cubicBezTo>
                <a:cubicBezTo>
                  <a:pt x="167486" y="15185"/>
                  <a:pt x="169033" y="16273"/>
                  <a:pt x="170031" y="17647"/>
                </a:cubicBezTo>
                <a:cubicBezTo>
                  <a:pt x="171029" y="19020"/>
                  <a:pt x="171717" y="20857"/>
                  <a:pt x="172094" y="23156"/>
                </a:cubicBezTo>
                <a:lnTo>
                  <a:pt x="166238" y="23955"/>
                </a:lnTo>
                <a:cubicBezTo>
                  <a:pt x="165972" y="22136"/>
                  <a:pt x="165201" y="20717"/>
                  <a:pt x="163926" y="19696"/>
                </a:cubicBezTo>
                <a:cubicBezTo>
                  <a:pt x="162651" y="18676"/>
                  <a:pt x="160849" y="18166"/>
                  <a:pt x="158520" y="18166"/>
                </a:cubicBezTo>
                <a:cubicBezTo>
                  <a:pt x="155769" y="18166"/>
                  <a:pt x="153806" y="18618"/>
                  <a:pt x="152631" y="19524"/>
                </a:cubicBezTo>
                <a:cubicBezTo>
                  <a:pt x="151455" y="20428"/>
                  <a:pt x="150867" y="21488"/>
                  <a:pt x="150867" y="22702"/>
                </a:cubicBezTo>
                <a:cubicBezTo>
                  <a:pt x="150867" y="23474"/>
                  <a:pt x="151111" y="24169"/>
                  <a:pt x="151599" y="24788"/>
                </a:cubicBezTo>
                <a:cubicBezTo>
                  <a:pt x="152087" y="25428"/>
                  <a:pt x="152852" y="25957"/>
                  <a:pt x="153895" y="26376"/>
                </a:cubicBezTo>
                <a:cubicBezTo>
                  <a:pt x="154494" y="26598"/>
                  <a:pt x="156257" y="27105"/>
                  <a:pt x="159185" y="27900"/>
                </a:cubicBezTo>
                <a:cubicBezTo>
                  <a:pt x="163422" y="29030"/>
                  <a:pt x="166377" y="29955"/>
                  <a:pt x="168052" y="30676"/>
                </a:cubicBezTo>
                <a:cubicBezTo>
                  <a:pt x="169726" y="31396"/>
                  <a:pt x="171041" y="32443"/>
                  <a:pt x="171994" y="33818"/>
                </a:cubicBezTo>
                <a:cubicBezTo>
                  <a:pt x="172948" y="35191"/>
                  <a:pt x="173425" y="36898"/>
                  <a:pt x="173425" y="38936"/>
                </a:cubicBezTo>
                <a:cubicBezTo>
                  <a:pt x="173425" y="40931"/>
                  <a:pt x="172843" y="42809"/>
                  <a:pt x="171678" y="44571"/>
                </a:cubicBezTo>
                <a:cubicBezTo>
                  <a:pt x="170514" y="46333"/>
                  <a:pt x="168834" y="47695"/>
                  <a:pt x="166638" y="48660"/>
                </a:cubicBezTo>
                <a:cubicBezTo>
                  <a:pt x="164442" y="49624"/>
                  <a:pt x="161958" y="50106"/>
                  <a:pt x="159185" y="50106"/>
                </a:cubicBezTo>
                <a:cubicBezTo>
                  <a:pt x="154594" y="50106"/>
                  <a:pt x="151095" y="49149"/>
                  <a:pt x="148688" y="47236"/>
                </a:cubicBezTo>
                <a:cubicBezTo>
                  <a:pt x="146282" y="45323"/>
                  <a:pt x="144746" y="42487"/>
                  <a:pt x="144080" y="38727"/>
                </a:cubicBezTo>
                <a:close/>
                <a:moveTo>
                  <a:pt x="200993" y="49307"/>
                </a:moveTo>
                <a:lnTo>
                  <a:pt x="200993" y="532"/>
                </a:lnTo>
                <a:lnTo>
                  <a:pt x="233898" y="532"/>
                </a:lnTo>
                <a:lnTo>
                  <a:pt x="233898" y="6288"/>
                </a:lnTo>
                <a:lnTo>
                  <a:pt x="207447" y="6288"/>
                </a:lnTo>
                <a:lnTo>
                  <a:pt x="207447" y="21360"/>
                </a:lnTo>
                <a:lnTo>
                  <a:pt x="230338" y="21360"/>
                </a:lnTo>
                <a:lnTo>
                  <a:pt x="230338" y="27116"/>
                </a:lnTo>
                <a:lnTo>
                  <a:pt x="207447" y="27116"/>
                </a:lnTo>
                <a:lnTo>
                  <a:pt x="207447" y="49307"/>
                </a:lnTo>
                <a:lnTo>
                  <a:pt x="200993" y="49307"/>
                </a:lnTo>
                <a:close/>
                <a:moveTo>
                  <a:pt x="265921" y="37929"/>
                </a:moveTo>
                <a:lnTo>
                  <a:pt x="272109" y="38694"/>
                </a:lnTo>
                <a:cubicBezTo>
                  <a:pt x="271133" y="42309"/>
                  <a:pt x="269325" y="45115"/>
                  <a:pt x="266686" y="47111"/>
                </a:cubicBezTo>
                <a:cubicBezTo>
                  <a:pt x="264047" y="49108"/>
                  <a:pt x="260675" y="50106"/>
                  <a:pt x="256572" y="50106"/>
                </a:cubicBezTo>
                <a:cubicBezTo>
                  <a:pt x="251404" y="50106"/>
                  <a:pt x="247306" y="48514"/>
                  <a:pt x="244278" y="45331"/>
                </a:cubicBezTo>
                <a:cubicBezTo>
                  <a:pt x="241251" y="42149"/>
                  <a:pt x="239737" y="37685"/>
                  <a:pt x="239737" y="31940"/>
                </a:cubicBezTo>
                <a:cubicBezTo>
                  <a:pt x="239737" y="25996"/>
                  <a:pt x="241267" y="21382"/>
                  <a:pt x="244328" y="18099"/>
                </a:cubicBezTo>
                <a:cubicBezTo>
                  <a:pt x="247389" y="14817"/>
                  <a:pt x="251359" y="13175"/>
                  <a:pt x="256239" y="13175"/>
                </a:cubicBezTo>
                <a:cubicBezTo>
                  <a:pt x="260963" y="13175"/>
                  <a:pt x="264823" y="14781"/>
                  <a:pt x="267817" y="17992"/>
                </a:cubicBezTo>
                <a:cubicBezTo>
                  <a:pt x="270812" y="21203"/>
                  <a:pt x="272309" y="25720"/>
                  <a:pt x="272309" y="31544"/>
                </a:cubicBezTo>
                <a:cubicBezTo>
                  <a:pt x="272309" y="31898"/>
                  <a:pt x="272298" y="32429"/>
                  <a:pt x="272275" y="33138"/>
                </a:cubicBezTo>
                <a:lnTo>
                  <a:pt x="245925" y="33138"/>
                </a:lnTo>
                <a:cubicBezTo>
                  <a:pt x="246147" y="37008"/>
                  <a:pt x="247245" y="39972"/>
                  <a:pt x="249219" y="42029"/>
                </a:cubicBezTo>
                <a:cubicBezTo>
                  <a:pt x="251193" y="44087"/>
                  <a:pt x="253655" y="45115"/>
                  <a:pt x="256605" y="45115"/>
                </a:cubicBezTo>
                <a:cubicBezTo>
                  <a:pt x="258801" y="45115"/>
                  <a:pt x="260675" y="44544"/>
                  <a:pt x="262228" y="43402"/>
                </a:cubicBezTo>
                <a:cubicBezTo>
                  <a:pt x="263780" y="42259"/>
                  <a:pt x="265011" y="40434"/>
                  <a:pt x="265921" y="37929"/>
                </a:cubicBezTo>
                <a:moveTo>
                  <a:pt x="246258" y="28147"/>
                </a:moveTo>
                <a:lnTo>
                  <a:pt x="265987" y="28147"/>
                </a:lnTo>
                <a:cubicBezTo>
                  <a:pt x="265721" y="25223"/>
                  <a:pt x="264967" y="23031"/>
                  <a:pt x="263725" y="21569"/>
                </a:cubicBezTo>
                <a:cubicBezTo>
                  <a:pt x="261817" y="19300"/>
                  <a:pt x="259344" y="18166"/>
                  <a:pt x="256306" y="18166"/>
                </a:cubicBezTo>
                <a:cubicBezTo>
                  <a:pt x="253555" y="18166"/>
                  <a:pt x="251243" y="19071"/>
                  <a:pt x="249369" y="20883"/>
                </a:cubicBezTo>
                <a:cubicBezTo>
                  <a:pt x="247494" y="22693"/>
                  <a:pt x="246457" y="25115"/>
                  <a:pt x="246258" y="28147"/>
                </a:cubicBezTo>
                <a:close/>
                <a:moveTo>
                  <a:pt x="304010" y="37929"/>
                </a:moveTo>
                <a:lnTo>
                  <a:pt x="310198" y="38694"/>
                </a:lnTo>
                <a:cubicBezTo>
                  <a:pt x="309222" y="42309"/>
                  <a:pt x="307414" y="45115"/>
                  <a:pt x="304775" y="47111"/>
                </a:cubicBezTo>
                <a:cubicBezTo>
                  <a:pt x="302135" y="49108"/>
                  <a:pt x="298764" y="50106"/>
                  <a:pt x="294660" y="50106"/>
                </a:cubicBezTo>
                <a:cubicBezTo>
                  <a:pt x="289492" y="50106"/>
                  <a:pt x="285395" y="48514"/>
                  <a:pt x="282367" y="45331"/>
                </a:cubicBezTo>
                <a:cubicBezTo>
                  <a:pt x="279339" y="42149"/>
                  <a:pt x="277825" y="37685"/>
                  <a:pt x="277825" y="31940"/>
                </a:cubicBezTo>
                <a:cubicBezTo>
                  <a:pt x="277825" y="25996"/>
                  <a:pt x="279356" y="21382"/>
                  <a:pt x="282417" y="18099"/>
                </a:cubicBezTo>
                <a:cubicBezTo>
                  <a:pt x="285478" y="14817"/>
                  <a:pt x="289448" y="13175"/>
                  <a:pt x="294328" y="13175"/>
                </a:cubicBezTo>
                <a:cubicBezTo>
                  <a:pt x="299052" y="13175"/>
                  <a:pt x="302912" y="14781"/>
                  <a:pt x="305906" y="17992"/>
                </a:cubicBezTo>
                <a:cubicBezTo>
                  <a:pt x="308900" y="21203"/>
                  <a:pt x="310398" y="25720"/>
                  <a:pt x="310398" y="31544"/>
                </a:cubicBezTo>
                <a:cubicBezTo>
                  <a:pt x="310398" y="31898"/>
                  <a:pt x="310386" y="32429"/>
                  <a:pt x="310364" y="33138"/>
                </a:cubicBezTo>
                <a:lnTo>
                  <a:pt x="284014" y="33138"/>
                </a:lnTo>
                <a:cubicBezTo>
                  <a:pt x="284236" y="37008"/>
                  <a:pt x="285334" y="39972"/>
                  <a:pt x="287308" y="42029"/>
                </a:cubicBezTo>
                <a:cubicBezTo>
                  <a:pt x="289282" y="44087"/>
                  <a:pt x="291744" y="45115"/>
                  <a:pt x="294694" y="45115"/>
                </a:cubicBezTo>
                <a:cubicBezTo>
                  <a:pt x="296890" y="45115"/>
                  <a:pt x="298764" y="44544"/>
                  <a:pt x="300316" y="43402"/>
                </a:cubicBezTo>
                <a:cubicBezTo>
                  <a:pt x="301869" y="42259"/>
                  <a:pt x="303100" y="40434"/>
                  <a:pt x="304010" y="37929"/>
                </a:cubicBezTo>
                <a:moveTo>
                  <a:pt x="284347" y="28147"/>
                </a:moveTo>
                <a:lnTo>
                  <a:pt x="304076" y="28147"/>
                </a:lnTo>
                <a:cubicBezTo>
                  <a:pt x="303810" y="25223"/>
                  <a:pt x="303056" y="23031"/>
                  <a:pt x="301814" y="21569"/>
                </a:cubicBezTo>
                <a:cubicBezTo>
                  <a:pt x="299906" y="19300"/>
                  <a:pt x="297433" y="18166"/>
                  <a:pt x="294394" y="18166"/>
                </a:cubicBezTo>
                <a:cubicBezTo>
                  <a:pt x="291644" y="18166"/>
                  <a:pt x="289332" y="19071"/>
                  <a:pt x="287457" y="20883"/>
                </a:cubicBezTo>
                <a:cubicBezTo>
                  <a:pt x="285583" y="22693"/>
                  <a:pt x="284546" y="25115"/>
                  <a:pt x="284347" y="28147"/>
                </a:cubicBezTo>
                <a:close/>
                <a:moveTo>
                  <a:pt x="340835" y="49307"/>
                </a:moveTo>
                <a:lnTo>
                  <a:pt x="340835" y="44849"/>
                </a:lnTo>
                <a:cubicBezTo>
                  <a:pt x="338595" y="48354"/>
                  <a:pt x="335301" y="50106"/>
                  <a:pt x="330953" y="50106"/>
                </a:cubicBezTo>
                <a:cubicBezTo>
                  <a:pt x="328137" y="50106"/>
                  <a:pt x="325547" y="49329"/>
                  <a:pt x="323185" y="47777"/>
                </a:cubicBezTo>
                <a:cubicBezTo>
                  <a:pt x="320822" y="46224"/>
                  <a:pt x="318993" y="44056"/>
                  <a:pt x="317695" y="41272"/>
                </a:cubicBezTo>
                <a:cubicBezTo>
                  <a:pt x="316397" y="38489"/>
                  <a:pt x="315749" y="35289"/>
                  <a:pt x="315749" y="31674"/>
                </a:cubicBezTo>
                <a:cubicBezTo>
                  <a:pt x="315749" y="28147"/>
                  <a:pt x="316336" y="24948"/>
                  <a:pt x="317512" y="22075"/>
                </a:cubicBezTo>
                <a:cubicBezTo>
                  <a:pt x="318688" y="19203"/>
                  <a:pt x="320451" y="17001"/>
                  <a:pt x="322802" y="15471"/>
                </a:cubicBezTo>
                <a:cubicBezTo>
                  <a:pt x="325153" y="13940"/>
                  <a:pt x="327782" y="13175"/>
                  <a:pt x="330687" y="13175"/>
                </a:cubicBezTo>
                <a:cubicBezTo>
                  <a:pt x="332817" y="13175"/>
                  <a:pt x="334713" y="13624"/>
                  <a:pt x="336377" y="14523"/>
                </a:cubicBezTo>
                <a:cubicBezTo>
                  <a:pt x="338040" y="15421"/>
                  <a:pt x="339393" y="16591"/>
                  <a:pt x="340436" y="18033"/>
                </a:cubicBezTo>
                <a:lnTo>
                  <a:pt x="340436" y="532"/>
                </a:lnTo>
                <a:lnTo>
                  <a:pt x="346391" y="532"/>
                </a:lnTo>
                <a:lnTo>
                  <a:pt x="346391" y="49307"/>
                </a:lnTo>
                <a:lnTo>
                  <a:pt x="340835" y="49307"/>
                </a:lnTo>
                <a:moveTo>
                  <a:pt x="321904" y="31657"/>
                </a:moveTo>
                <a:cubicBezTo>
                  <a:pt x="321904" y="36165"/>
                  <a:pt x="322858" y="39535"/>
                  <a:pt x="324765" y="41767"/>
                </a:cubicBezTo>
                <a:cubicBezTo>
                  <a:pt x="326673" y="43999"/>
                  <a:pt x="328924" y="45115"/>
                  <a:pt x="331519" y="45115"/>
                </a:cubicBezTo>
                <a:cubicBezTo>
                  <a:pt x="334136" y="45115"/>
                  <a:pt x="336360" y="44049"/>
                  <a:pt x="338190" y="41917"/>
                </a:cubicBezTo>
                <a:cubicBezTo>
                  <a:pt x="340020" y="39784"/>
                  <a:pt x="340935" y="36530"/>
                  <a:pt x="340935" y="32154"/>
                </a:cubicBezTo>
                <a:cubicBezTo>
                  <a:pt x="340935" y="27337"/>
                  <a:pt x="340003" y="23801"/>
                  <a:pt x="338140" y="21547"/>
                </a:cubicBezTo>
                <a:cubicBezTo>
                  <a:pt x="336277" y="19293"/>
                  <a:pt x="333981" y="18166"/>
                  <a:pt x="331253" y="18166"/>
                </a:cubicBezTo>
                <a:cubicBezTo>
                  <a:pt x="328591" y="18166"/>
                  <a:pt x="326368" y="19249"/>
                  <a:pt x="324582" y="21415"/>
                </a:cubicBezTo>
                <a:cubicBezTo>
                  <a:pt x="322797" y="23580"/>
                  <a:pt x="321904" y="26994"/>
                  <a:pt x="321904" y="31657"/>
                </a:cubicBezTo>
                <a:close/>
                <a:moveTo>
                  <a:pt x="361524" y="49307"/>
                </a:moveTo>
                <a:lnTo>
                  <a:pt x="355967" y="49307"/>
                </a:lnTo>
                <a:lnTo>
                  <a:pt x="355967" y="532"/>
                </a:lnTo>
                <a:lnTo>
                  <a:pt x="361956" y="532"/>
                </a:lnTo>
                <a:lnTo>
                  <a:pt x="361956" y="17997"/>
                </a:lnTo>
                <a:cubicBezTo>
                  <a:pt x="364485" y="14783"/>
                  <a:pt x="367712" y="13175"/>
                  <a:pt x="371638" y="13175"/>
                </a:cubicBezTo>
                <a:cubicBezTo>
                  <a:pt x="373812" y="13175"/>
                  <a:pt x="375869" y="13613"/>
                  <a:pt x="377810" y="14489"/>
                </a:cubicBezTo>
                <a:cubicBezTo>
                  <a:pt x="379750" y="15366"/>
                  <a:pt x="381347" y="16597"/>
                  <a:pt x="382601" y="18182"/>
                </a:cubicBezTo>
                <a:cubicBezTo>
                  <a:pt x="383854" y="19768"/>
                  <a:pt x="384835" y="21681"/>
                  <a:pt x="385545" y="23922"/>
                </a:cubicBezTo>
                <a:cubicBezTo>
                  <a:pt x="386255" y="26162"/>
                  <a:pt x="386610" y="28557"/>
                  <a:pt x="386610" y="31108"/>
                </a:cubicBezTo>
                <a:cubicBezTo>
                  <a:pt x="386610" y="37163"/>
                  <a:pt x="385113" y="41844"/>
                  <a:pt x="382118" y="45148"/>
                </a:cubicBezTo>
                <a:cubicBezTo>
                  <a:pt x="379124" y="48453"/>
                  <a:pt x="375531" y="50106"/>
                  <a:pt x="371338" y="50106"/>
                </a:cubicBezTo>
                <a:cubicBezTo>
                  <a:pt x="367169" y="50106"/>
                  <a:pt x="363897" y="48342"/>
                  <a:pt x="361524" y="44816"/>
                </a:cubicBezTo>
                <a:lnTo>
                  <a:pt x="361524" y="49307"/>
                </a:lnTo>
                <a:moveTo>
                  <a:pt x="361457" y="31375"/>
                </a:moveTo>
                <a:cubicBezTo>
                  <a:pt x="361457" y="35591"/>
                  <a:pt x="362034" y="38637"/>
                  <a:pt x="363187" y="40513"/>
                </a:cubicBezTo>
                <a:cubicBezTo>
                  <a:pt x="365072" y="43581"/>
                  <a:pt x="367623" y="45115"/>
                  <a:pt x="370839" y="45115"/>
                </a:cubicBezTo>
                <a:cubicBezTo>
                  <a:pt x="373457" y="45115"/>
                  <a:pt x="375719" y="43984"/>
                  <a:pt x="377627" y="41722"/>
                </a:cubicBezTo>
                <a:cubicBezTo>
                  <a:pt x="379534" y="39459"/>
                  <a:pt x="380488" y="36088"/>
                  <a:pt x="380488" y="31607"/>
                </a:cubicBezTo>
                <a:cubicBezTo>
                  <a:pt x="380488" y="27017"/>
                  <a:pt x="379573" y="23629"/>
                  <a:pt x="377743" y="21444"/>
                </a:cubicBezTo>
                <a:cubicBezTo>
                  <a:pt x="375913" y="19259"/>
                  <a:pt x="373701" y="18166"/>
                  <a:pt x="371106" y="18166"/>
                </a:cubicBezTo>
                <a:cubicBezTo>
                  <a:pt x="368488" y="18166"/>
                  <a:pt x="366226" y="19297"/>
                  <a:pt x="364318" y="21559"/>
                </a:cubicBezTo>
                <a:cubicBezTo>
                  <a:pt x="362411" y="23822"/>
                  <a:pt x="361457" y="27094"/>
                  <a:pt x="361457" y="31375"/>
                </a:cubicBezTo>
                <a:close/>
                <a:moveTo>
                  <a:pt x="417147" y="44945"/>
                </a:moveTo>
                <a:cubicBezTo>
                  <a:pt x="414929" y="46831"/>
                  <a:pt x="412794" y="48163"/>
                  <a:pt x="410742" y="48940"/>
                </a:cubicBezTo>
                <a:cubicBezTo>
                  <a:pt x="408691" y="49717"/>
                  <a:pt x="406489" y="50106"/>
                  <a:pt x="404138" y="50106"/>
                </a:cubicBezTo>
                <a:cubicBezTo>
                  <a:pt x="400256" y="50106"/>
                  <a:pt x="397273" y="49157"/>
                  <a:pt x="395188" y="47259"/>
                </a:cubicBezTo>
                <a:cubicBezTo>
                  <a:pt x="393103" y="45361"/>
                  <a:pt x="392061" y="42936"/>
                  <a:pt x="392061" y="39984"/>
                </a:cubicBezTo>
                <a:cubicBezTo>
                  <a:pt x="392061" y="38253"/>
                  <a:pt x="392454" y="36672"/>
                  <a:pt x="393242" y="35241"/>
                </a:cubicBezTo>
                <a:cubicBezTo>
                  <a:pt x="394029" y="33809"/>
                  <a:pt x="395061" y="32660"/>
                  <a:pt x="396336" y="31794"/>
                </a:cubicBezTo>
                <a:cubicBezTo>
                  <a:pt x="397611" y="30929"/>
                  <a:pt x="399048" y="30274"/>
                  <a:pt x="400645" y="29830"/>
                </a:cubicBezTo>
                <a:cubicBezTo>
                  <a:pt x="401820" y="29519"/>
                  <a:pt x="403595" y="29219"/>
                  <a:pt x="405968" y="28931"/>
                </a:cubicBezTo>
                <a:cubicBezTo>
                  <a:pt x="410803" y="28358"/>
                  <a:pt x="414363" y="27676"/>
                  <a:pt x="416648" y="26883"/>
                </a:cubicBezTo>
                <a:cubicBezTo>
                  <a:pt x="416670" y="26066"/>
                  <a:pt x="416681" y="25546"/>
                  <a:pt x="416681" y="25325"/>
                </a:cubicBezTo>
                <a:cubicBezTo>
                  <a:pt x="416681" y="22894"/>
                  <a:pt x="416115" y="21182"/>
                  <a:pt x="414984" y="20188"/>
                </a:cubicBezTo>
                <a:cubicBezTo>
                  <a:pt x="413454" y="18840"/>
                  <a:pt x="411180" y="18166"/>
                  <a:pt x="408164" y="18166"/>
                </a:cubicBezTo>
                <a:cubicBezTo>
                  <a:pt x="405347" y="18166"/>
                  <a:pt x="403267" y="18659"/>
                  <a:pt x="401926" y="19646"/>
                </a:cubicBezTo>
                <a:cubicBezTo>
                  <a:pt x="400584" y="20633"/>
                  <a:pt x="399591" y="22380"/>
                  <a:pt x="398948" y="24887"/>
                </a:cubicBezTo>
                <a:lnTo>
                  <a:pt x="393092" y="24088"/>
                </a:lnTo>
                <a:cubicBezTo>
                  <a:pt x="393624" y="21574"/>
                  <a:pt x="394501" y="19544"/>
                  <a:pt x="395721" y="17997"/>
                </a:cubicBezTo>
                <a:cubicBezTo>
                  <a:pt x="396940" y="16451"/>
                  <a:pt x="398704" y="15261"/>
                  <a:pt x="401011" y="14427"/>
                </a:cubicBezTo>
                <a:cubicBezTo>
                  <a:pt x="403317" y="13592"/>
                  <a:pt x="405990" y="13175"/>
                  <a:pt x="409029" y="13175"/>
                </a:cubicBezTo>
                <a:cubicBezTo>
                  <a:pt x="412045" y="13175"/>
                  <a:pt x="414496" y="13530"/>
                  <a:pt x="416382" y="14240"/>
                </a:cubicBezTo>
                <a:cubicBezTo>
                  <a:pt x="418267" y="14950"/>
                  <a:pt x="419653" y="15842"/>
                  <a:pt x="420541" y="16918"/>
                </a:cubicBezTo>
                <a:cubicBezTo>
                  <a:pt x="421428" y="17994"/>
                  <a:pt x="422049" y="19352"/>
                  <a:pt x="422404" y="20994"/>
                </a:cubicBezTo>
                <a:cubicBezTo>
                  <a:pt x="422603" y="22014"/>
                  <a:pt x="422703" y="23855"/>
                  <a:pt x="422703" y="26517"/>
                </a:cubicBezTo>
                <a:lnTo>
                  <a:pt x="422703" y="34502"/>
                </a:lnTo>
                <a:cubicBezTo>
                  <a:pt x="422703" y="40069"/>
                  <a:pt x="422831" y="43590"/>
                  <a:pt x="423086" y="45065"/>
                </a:cubicBezTo>
                <a:cubicBezTo>
                  <a:pt x="423341" y="46540"/>
                  <a:pt x="423845" y="47954"/>
                  <a:pt x="424600" y="49307"/>
                </a:cubicBezTo>
                <a:lnTo>
                  <a:pt x="418345" y="49307"/>
                </a:lnTo>
                <a:cubicBezTo>
                  <a:pt x="417724" y="48064"/>
                  <a:pt x="417324" y="46610"/>
                  <a:pt x="417147" y="44945"/>
                </a:cubicBezTo>
                <a:moveTo>
                  <a:pt x="416648" y="31541"/>
                </a:moveTo>
                <a:cubicBezTo>
                  <a:pt x="414474" y="32436"/>
                  <a:pt x="411214" y="33196"/>
                  <a:pt x="406866" y="33822"/>
                </a:cubicBezTo>
                <a:cubicBezTo>
                  <a:pt x="404404" y="34178"/>
                  <a:pt x="402663" y="34579"/>
                  <a:pt x="401643" y="35025"/>
                </a:cubicBezTo>
                <a:cubicBezTo>
                  <a:pt x="400622" y="35470"/>
                  <a:pt x="399835" y="36121"/>
                  <a:pt x="399280" y="36979"/>
                </a:cubicBezTo>
                <a:cubicBezTo>
                  <a:pt x="398726" y="37837"/>
                  <a:pt x="398449" y="38789"/>
                  <a:pt x="398449" y="39835"/>
                </a:cubicBezTo>
                <a:cubicBezTo>
                  <a:pt x="398449" y="41439"/>
                  <a:pt x="399053" y="42775"/>
                  <a:pt x="400262" y="43845"/>
                </a:cubicBezTo>
                <a:cubicBezTo>
                  <a:pt x="401471" y="44913"/>
                  <a:pt x="403240" y="45448"/>
                  <a:pt x="405569" y="45448"/>
                </a:cubicBezTo>
                <a:cubicBezTo>
                  <a:pt x="407875" y="45448"/>
                  <a:pt x="409927" y="44941"/>
                  <a:pt x="411724" y="43927"/>
                </a:cubicBezTo>
                <a:cubicBezTo>
                  <a:pt x="413520" y="42913"/>
                  <a:pt x="414840" y="41525"/>
                  <a:pt x="415683" y="39765"/>
                </a:cubicBezTo>
                <a:cubicBezTo>
                  <a:pt x="416326" y="38405"/>
                  <a:pt x="416648" y="36399"/>
                  <a:pt x="416648" y="33747"/>
                </a:cubicBezTo>
                <a:lnTo>
                  <a:pt x="416648" y="31541"/>
                </a:lnTo>
                <a:close/>
                <a:moveTo>
                  <a:pt x="455237" y="36332"/>
                </a:moveTo>
                <a:lnTo>
                  <a:pt x="461125" y="37097"/>
                </a:lnTo>
                <a:cubicBezTo>
                  <a:pt x="460482" y="41166"/>
                  <a:pt x="458835" y="44352"/>
                  <a:pt x="456185" y="46654"/>
                </a:cubicBezTo>
                <a:cubicBezTo>
                  <a:pt x="453534" y="48955"/>
                  <a:pt x="450279" y="50106"/>
                  <a:pt x="446420" y="50106"/>
                </a:cubicBezTo>
                <a:cubicBezTo>
                  <a:pt x="441584" y="50106"/>
                  <a:pt x="437697" y="48525"/>
                  <a:pt x="434758" y="45365"/>
                </a:cubicBezTo>
                <a:cubicBezTo>
                  <a:pt x="431819" y="42204"/>
                  <a:pt x="430350" y="37674"/>
                  <a:pt x="430350" y="31774"/>
                </a:cubicBezTo>
                <a:cubicBezTo>
                  <a:pt x="430350" y="27959"/>
                  <a:pt x="430982" y="24620"/>
                  <a:pt x="432246" y="21759"/>
                </a:cubicBezTo>
                <a:cubicBezTo>
                  <a:pt x="433511" y="18898"/>
                  <a:pt x="435435" y="16752"/>
                  <a:pt x="438019" y="15321"/>
                </a:cubicBezTo>
                <a:cubicBezTo>
                  <a:pt x="440603" y="13891"/>
                  <a:pt x="443414" y="13175"/>
                  <a:pt x="446453" y="13175"/>
                </a:cubicBezTo>
                <a:cubicBezTo>
                  <a:pt x="450290" y="13175"/>
                  <a:pt x="453429" y="14149"/>
                  <a:pt x="455869" y="16096"/>
                </a:cubicBezTo>
                <a:cubicBezTo>
                  <a:pt x="458309" y="18042"/>
                  <a:pt x="459872" y="20806"/>
                  <a:pt x="460560" y="24387"/>
                </a:cubicBezTo>
                <a:lnTo>
                  <a:pt x="454737" y="25286"/>
                </a:lnTo>
                <a:cubicBezTo>
                  <a:pt x="454183" y="22924"/>
                  <a:pt x="453201" y="21146"/>
                  <a:pt x="451793" y="19954"/>
                </a:cubicBezTo>
                <a:cubicBezTo>
                  <a:pt x="450385" y="18762"/>
                  <a:pt x="448682" y="18166"/>
                  <a:pt x="446686" y="18166"/>
                </a:cubicBezTo>
                <a:cubicBezTo>
                  <a:pt x="443669" y="18166"/>
                  <a:pt x="441218" y="19242"/>
                  <a:pt x="439333" y="21394"/>
                </a:cubicBezTo>
                <a:cubicBezTo>
                  <a:pt x="437448" y="23546"/>
                  <a:pt x="436505" y="26950"/>
                  <a:pt x="436505" y="31607"/>
                </a:cubicBezTo>
                <a:cubicBezTo>
                  <a:pt x="436505" y="36331"/>
                  <a:pt x="437414" y="39763"/>
                  <a:pt x="439233" y="41905"/>
                </a:cubicBezTo>
                <a:cubicBezTo>
                  <a:pt x="441052" y="44045"/>
                  <a:pt x="443425" y="45115"/>
                  <a:pt x="446353" y="45115"/>
                </a:cubicBezTo>
                <a:cubicBezTo>
                  <a:pt x="448704" y="45115"/>
                  <a:pt x="450667" y="44397"/>
                  <a:pt x="452242" y="42961"/>
                </a:cubicBezTo>
                <a:cubicBezTo>
                  <a:pt x="453817" y="41525"/>
                  <a:pt x="454815" y="39315"/>
                  <a:pt x="455237" y="36332"/>
                </a:cubicBezTo>
                <a:close/>
                <a:moveTo>
                  <a:pt x="466690" y="49307"/>
                </a:moveTo>
                <a:lnTo>
                  <a:pt x="466690" y="532"/>
                </a:lnTo>
                <a:lnTo>
                  <a:pt x="472679" y="532"/>
                </a:lnTo>
                <a:lnTo>
                  <a:pt x="472679" y="28347"/>
                </a:lnTo>
                <a:lnTo>
                  <a:pt x="486852" y="13974"/>
                </a:lnTo>
                <a:lnTo>
                  <a:pt x="494604" y="13974"/>
                </a:lnTo>
                <a:lnTo>
                  <a:pt x="481097" y="27082"/>
                </a:lnTo>
                <a:lnTo>
                  <a:pt x="495969" y="49307"/>
                </a:lnTo>
                <a:lnTo>
                  <a:pt x="488582" y="49307"/>
                </a:lnTo>
                <a:lnTo>
                  <a:pt x="476904" y="31241"/>
                </a:lnTo>
                <a:lnTo>
                  <a:pt x="472679" y="35300"/>
                </a:lnTo>
                <a:lnTo>
                  <a:pt x="472679" y="49307"/>
                </a:lnTo>
                <a:lnTo>
                  <a:pt x="466690" y="493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DB089-D8C6-41A9-A48A-A01058F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546" y="4847602"/>
            <a:ext cx="115591" cy="86698"/>
          </a:xfrm>
          <a:custGeom xmlns:a="http://schemas.openxmlformats.org/drawingml/2006/main">
            <a:pathLst>
              <a:path w="115591" h="86698">
                <a:moveTo>
                  <a:pt x="0" y="8429"/>
                </a:moveTo>
                <a:cubicBezTo>
                  <a:pt x="0" y="3777"/>
                  <a:pt x="3776" y="0"/>
                  <a:pt x="8429" y="0"/>
                </a:cubicBezTo>
                <a:lnTo>
                  <a:pt x="107162" y="0"/>
                </a:lnTo>
                <a:cubicBezTo>
                  <a:pt x="111818" y="0"/>
                  <a:pt x="115591" y="3777"/>
                  <a:pt x="115591" y="8429"/>
                </a:cubicBezTo>
                <a:lnTo>
                  <a:pt x="115591" y="78269"/>
                </a:lnTo>
                <a:cubicBezTo>
                  <a:pt x="115591" y="82924"/>
                  <a:pt x="111818" y="86698"/>
                  <a:pt x="107163" y="86698"/>
                </a:cubicBezTo>
                <a:lnTo>
                  <a:pt x="8429" y="86698"/>
                </a:lnTo>
                <a:cubicBezTo>
                  <a:pt x="3774" y="86698"/>
                  <a:pt x="1" y="82924"/>
                  <a:pt x="1" y="78269"/>
                </a:cubicBezTo>
                <a:lnTo>
                  <a:pt x="0" y="8429"/>
                </a:lnTo>
                <a:close/>
                <a:moveTo>
                  <a:pt x="8429" y="7225"/>
                </a:moveTo>
                <a:cubicBezTo>
                  <a:pt x="7764" y="7225"/>
                  <a:pt x="7225" y="7763"/>
                  <a:pt x="7225" y="8429"/>
                </a:cubicBezTo>
                <a:lnTo>
                  <a:pt x="7225" y="78269"/>
                </a:lnTo>
                <a:cubicBezTo>
                  <a:pt x="7225" y="78934"/>
                  <a:pt x="7765" y="79473"/>
                  <a:pt x="8429" y="79473"/>
                </a:cubicBezTo>
                <a:lnTo>
                  <a:pt x="107163" y="79473"/>
                </a:lnTo>
                <a:cubicBezTo>
                  <a:pt x="107829" y="79473"/>
                  <a:pt x="108367" y="78934"/>
                  <a:pt x="108367" y="78269"/>
                </a:cubicBezTo>
                <a:lnTo>
                  <a:pt x="108366" y="8429"/>
                </a:lnTo>
                <a:cubicBezTo>
                  <a:pt x="108366" y="7763"/>
                  <a:pt x="107828" y="7225"/>
                  <a:pt x="107162" y="7225"/>
                </a:cubicBezTo>
                <a:lnTo>
                  <a:pt x="8429" y="722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C83F1-AD7F-4170-8E90-0104811C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628" y="4871685"/>
            <a:ext cx="62611" cy="26491"/>
          </a:xfrm>
          <a:custGeom xmlns:a="http://schemas.openxmlformats.org/drawingml/2006/main">
            <a:pathLst>
              <a:path w="62611" h="26491">
                <a:moveTo>
                  <a:pt x="0" y="3612"/>
                </a:moveTo>
                <a:cubicBezTo>
                  <a:pt x="0" y="1618"/>
                  <a:pt x="1617" y="0"/>
                  <a:pt x="3612" y="0"/>
                </a:cubicBezTo>
                <a:lnTo>
                  <a:pt x="58998" y="0"/>
                </a:lnTo>
                <a:cubicBezTo>
                  <a:pt x="60993" y="0"/>
                  <a:pt x="62611" y="1618"/>
                  <a:pt x="62611" y="3612"/>
                </a:cubicBezTo>
                <a:cubicBezTo>
                  <a:pt x="62611" y="5607"/>
                  <a:pt x="60993" y="7225"/>
                  <a:pt x="58998" y="7225"/>
                </a:cubicBezTo>
                <a:lnTo>
                  <a:pt x="3612" y="7225"/>
                </a:lnTo>
                <a:cubicBezTo>
                  <a:pt x="1617" y="7225"/>
                  <a:pt x="0" y="5607"/>
                  <a:pt x="0" y="3612"/>
                </a:cubicBezTo>
                <a:close/>
                <a:moveTo>
                  <a:pt x="0" y="22879"/>
                </a:moveTo>
                <a:cubicBezTo>
                  <a:pt x="0" y="20884"/>
                  <a:pt x="1617" y="19266"/>
                  <a:pt x="3612" y="19266"/>
                </a:cubicBezTo>
                <a:lnTo>
                  <a:pt x="30100" y="19266"/>
                </a:lnTo>
                <a:cubicBezTo>
                  <a:pt x="32095" y="19266"/>
                  <a:pt x="33713" y="20884"/>
                  <a:pt x="33713" y="22879"/>
                </a:cubicBezTo>
                <a:cubicBezTo>
                  <a:pt x="33713" y="24874"/>
                  <a:pt x="32095" y="26491"/>
                  <a:pt x="30100" y="26491"/>
                </a:cubicBezTo>
                <a:lnTo>
                  <a:pt x="3612" y="26491"/>
                </a:lnTo>
                <a:cubicBezTo>
                  <a:pt x="1617" y="26491"/>
                  <a:pt x="0" y="24874"/>
                  <a:pt x="0" y="2287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d1d99044342f0"/>
          <a:stretch xmlns:a="http://schemas.openxmlformats.org/drawingml/2006/main"/>
        </p:blipFill>
        <p:spPr>
          <a:xfrm xmlns:a="http://schemas.openxmlformats.org/drawingml/2006/main">
            <a:off x="11459281" y="4992994"/>
            <a:ext cx="1178524" cy="419748"/>
          </a:xfrm>
          <a:prstGeom xmlns:a="http://schemas.openxmlformats.org/drawingml/2006/main" prst="rect">
            <a:avLst/>
          </a:prstGeom>
        </p:spPr>
      </p:pic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FCE1D-D8BB-49FC-B043-3150CCD8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86" y="5002397"/>
            <a:ext cx="1119364" cy="358711"/>
          </a:xfrm>
          <a:custGeom xmlns:a="http://schemas.openxmlformats.org/drawingml/2006/main">
            <a:pathLst>
              <a:path w="1119364" h="358711">
                <a:moveTo>
                  <a:pt x="0" y="20669"/>
                </a:moveTo>
                <a:cubicBezTo>
                  <a:pt x="0" y="9237"/>
                  <a:pt x="9237" y="0"/>
                  <a:pt x="20669" y="0"/>
                </a:cubicBezTo>
                <a:lnTo>
                  <a:pt x="1098696" y="0"/>
                </a:lnTo>
                <a:cubicBezTo>
                  <a:pt x="1110128" y="0"/>
                  <a:pt x="1119364" y="9237"/>
                  <a:pt x="1119364" y="20669"/>
                </a:cubicBezTo>
                <a:lnTo>
                  <a:pt x="1119364" y="338043"/>
                </a:lnTo>
                <a:cubicBezTo>
                  <a:pt x="1119364" y="349475"/>
                  <a:pt x="1110128" y="358711"/>
                  <a:pt x="1098696" y="358711"/>
                </a:cubicBezTo>
                <a:lnTo>
                  <a:pt x="20669" y="358711"/>
                </a:lnTo>
                <a:cubicBezTo>
                  <a:pt x="9237" y="358711"/>
                  <a:pt x="0" y="349475"/>
                  <a:pt x="0" y="338043"/>
                </a:cubicBezTo>
                <a:lnTo>
                  <a:pt x="0" y="2066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Byobservingthevisualpresentationof">
            <a:extLst xmlns:a="http://schemas.openxmlformats.org/drawingml/2006/main">
              <a:ext uri="{FF2B5EF4-FFF2-40B4-BE49-F238E27FC236}">
                <a16:creationId xmlns:a16="http://schemas.microsoft.com/office/drawing/2014/main" id="{43B1F2BA-9FA5-4A44-981A-D6E6B483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376" y="5073536"/>
            <a:ext cx="970181" cy="49452"/>
          </a:xfrm>
          <a:custGeom xmlns:a="http://schemas.openxmlformats.org/drawingml/2006/main">
            <a:pathLst>
              <a:path w="970181" h="49452">
                <a:moveTo>
                  <a:pt x="0" y="38337"/>
                </a:moveTo>
                <a:lnTo>
                  <a:pt x="0" y="618"/>
                </a:lnTo>
                <a:lnTo>
                  <a:pt x="14151" y="618"/>
                </a:lnTo>
                <a:cubicBezTo>
                  <a:pt x="17033" y="618"/>
                  <a:pt x="19344" y="999"/>
                  <a:pt x="21085" y="1762"/>
                </a:cubicBezTo>
                <a:cubicBezTo>
                  <a:pt x="22826" y="2526"/>
                  <a:pt x="24190" y="3701"/>
                  <a:pt x="25176" y="5287"/>
                </a:cubicBezTo>
                <a:cubicBezTo>
                  <a:pt x="26163" y="6874"/>
                  <a:pt x="26656" y="8534"/>
                  <a:pt x="26656" y="10266"/>
                </a:cubicBezTo>
                <a:cubicBezTo>
                  <a:pt x="26656" y="11878"/>
                  <a:pt x="26218" y="13396"/>
                  <a:pt x="25343" y="14820"/>
                </a:cubicBezTo>
                <a:cubicBezTo>
                  <a:pt x="24469" y="16244"/>
                  <a:pt x="23148" y="17393"/>
                  <a:pt x="21381" y="18268"/>
                </a:cubicBezTo>
                <a:cubicBezTo>
                  <a:pt x="23662" y="18937"/>
                  <a:pt x="25416" y="20078"/>
                  <a:pt x="26643" y="21690"/>
                </a:cubicBezTo>
                <a:cubicBezTo>
                  <a:pt x="27869" y="23302"/>
                  <a:pt x="28482" y="25206"/>
                  <a:pt x="28482" y="27402"/>
                </a:cubicBezTo>
                <a:cubicBezTo>
                  <a:pt x="28482" y="29169"/>
                  <a:pt x="28109" y="30811"/>
                  <a:pt x="27363" y="32329"/>
                </a:cubicBezTo>
                <a:cubicBezTo>
                  <a:pt x="26617" y="33847"/>
                  <a:pt x="25695" y="35018"/>
                  <a:pt x="24597" y="35841"/>
                </a:cubicBezTo>
                <a:cubicBezTo>
                  <a:pt x="23500" y="36664"/>
                  <a:pt x="22123" y="37286"/>
                  <a:pt x="20468" y="37706"/>
                </a:cubicBezTo>
                <a:cubicBezTo>
                  <a:pt x="18812" y="38127"/>
                  <a:pt x="16784" y="38337"/>
                  <a:pt x="14383" y="38337"/>
                </a:cubicBezTo>
                <a:lnTo>
                  <a:pt x="0" y="38337"/>
                </a:lnTo>
                <a:moveTo>
                  <a:pt x="4992" y="16467"/>
                </a:moveTo>
                <a:lnTo>
                  <a:pt x="13148" y="16467"/>
                </a:lnTo>
                <a:cubicBezTo>
                  <a:pt x="15360" y="16467"/>
                  <a:pt x="16947" y="16321"/>
                  <a:pt x="17908" y="16029"/>
                </a:cubicBezTo>
                <a:cubicBezTo>
                  <a:pt x="19177" y="15652"/>
                  <a:pt x="20133" y="15026"/>
                  <a:pt x="20776" y="14151"/>
                </a:cubicBezTo>
                <a:cubicBezTo>
                  <a:pt x="21420" y="13276"/>
                  <a:pt x="21741" y="12179"/>
                  <a:pt x="21741" y="10858"/>
                </a:cubicBezTo>
                <a:cubicBezTo>
                  <a:pt x="21741" y="9606"/>
                  <a:pt x="21441" y="8504"/>
                  <a:pt x="20841" y="7552"/>
                </a:cubicBezTo>
                <a:cubicBezTo>
                  <a:pt x="20240" y="6600"/>
                  <a:pt x="19383" y="5948"/>
                  <a:pt x="18268" y="5596"/>
                </a:cubicBezTo>
                <a:cubicBezTo>
                  <a:pt x="17153" y="5245"/>
                  <a:pt x="15240" y="5069"/>
                  <a:pt x="12530" y="5069"/>
                </a:cubicBezTo>
                <a:lnTo>
                  <a:pt x="4992" y="5069"/>
                </a:lnTo>
                <a:lnTo>
                  <a:pt x="4992" y="16467"/>
                </a:lnTo>
                <a:moveTo>
                  <a:pt x="4992" y="33886"/>
                </a:moveTo>
                <a:lnTo>
                  <a:pt x="14383" y="33886"/>
                </a:lnTo>
                <a:cubicBezTo>
                  <a:pt x="15995" y="33886"/>
                  <a:pt x="17127" y="33826"/>
                  <a:pt x="17779" y="33706"/>
                </a:cubicBezTo>
                <a:cubicBezTo>
                  <a:pt x="18928" y="33500"/>
                  <a:pt x="19889" y="33157"/>
                  <a:pt x="20661" y="32676"/>
                </a:cubicBezTo>
                <a:cubicBezTo>
                  <a:pt x="21433" y="32196"/>
                  <a:pt x="22067" y="31497"/>
                  <a:pt x="22565" y="30579"/>
                </a:cubicBezTo>
                <a:cubicBezTo>
                  <a:pt x="23062" y="29662"/>
                  <a:pt x="23311" y="28603"/>
                  <a:pt x="23311" y="27402"/>
                </a:cubicBezTo>
                <a:cubicBezTo>
                  <a:pt x="23311" y="25995"/>
                  <a:pt x="22951" y="24773"/>
                  <a:pt x="22230" y="23735"/>
                </a:cubicBezTo>
                <a:cubicBezTo>
                  <a:pt x="21510" y="22698"/>
                  <a:pt x="20511" y="21969"/>
                  <a:pt x="19233" y="21548"/>
                </a:cubicBezTo>
                <a:cubicBezTo>
                  <a:pt x="17955" y="21128"/>
                  <a:pt x="16115" y="20918"/>
                  <a:pt x="13714" y="20918"/>
                </a:cubicBezTo>
                <a:lnTo>
                  <a:pt x="4992" y="20918"/>
                </a:lnTo>
                <a:lnTo>
                  <a:pt x="4992" y="33886"/>
                </a:lnTo>
                <a:close/>
                <a:moveTo>
                  <a:pt x="35751" y="48886"/>
                </a:moveTo>
                <a:lnTo>
                  <a:pt x="35237" y="44538"/>
                </a:lnTo>
                <a:cubicBezTo>
                  <a:pt x="36249" y="44812"/>
                  <a:pt x="37132" y="44949"/>
                  <a:pt x="37887" y="44949"/>
                </a:cubicBezTo>
                <a:cubicBezTo>
                  <a:pt x="38916" y="44949"/>
                  <a:pt x="39739" y="44776"/>
                  <a:pt x="40357" y="44428"/>
                </a:cubicBezTo>
                <a:cubicBezTo>
                  <a:pt x="40974" y="44081"/>
                  <a:pt x="41480" y="43596"/>
                  <a:pt x="41875" y="42970"/>
                </a:cubicBezTo>
                <a:cubicBezTo>
                  <a:pt x="42167" y="42502"/>
                  <a:pt x="42638" y="41339"/>
                  <a:pt x="43290" y="39483"/>
                </a:cubicBezTo>
                <a:cubicBezTo>
                  <a:pt x="43376" y="39222"/>
                  <a:pt x="43513" y="38840"/>
                  <a:pt x="43702" y="38337"/>
                </a:cubicBezTo>
                <a:lnTo>
                  <a:pt x="33333" y="11012"/>
                </a:lnTo>
                <a:lnTo>
                  <a:pt x="38324" y="11012"/>
                </a:lnTo>
                <a:lnTo>
                  <a:pt x="44010" y="26799"/>
                </a:lnTo>
                <a:cubicBezTo>
                  <a:pt x="44748" y="28801"/>
                  <a:pt x="45408" y="30906"/>
                  <a:pt x="45992" y="33114"/>
                </a:cubicBezTo>
                <a:cubicBezTo>
                  <a:pt x="46523" y="30992"/>
                  <a:pt x="47158" y="28921"/>
                  <a:pt x="47896" y="26902"/>
                </a:cubicBezTo>
                <a:lnTo>
                  <a:pt x="53736" y="11012"/>
                </a:lnTo>
                <a:lnTo>
                  <a:pt x="58367" y="11012"/>
                </a:lnTo>
                <a:lnTo>
                  <a:pt x="47973" y="38818"/>
                </a:lnTo>
                <a:cubicBezTo>
                  <a:pt x="46858" y="41822"/>
                  <a:pt x="45992" y="43891"/>
                  <a:pt x="45374" y="45023"/>
                </a:cubicBezTo>
                <a:cubicBezTo>
                  <a:pt x="44551" y="46551"/>
                  <a:pt x="43607" y="47671"/>
                  <a:pt x="42544" y="48383"/>
                </a:cubicBezTo>
                <a:cubicBezTo>
                  <a:pt x="41480" y="49096"/>
                  <a:pt x="40211" y="49452"/>
                  <a:pt x="38736" y="49452"/>
                </a:cubicBezTo>
                <a:cubicBezTo>
                  <a:pt x="37844" y="49452"/>
                  <a:pt x="36849" y="49263"/>
                  <a:pt x="35751" y="48886"/>
                </a:cubicBezTo>
                <a:close/>
                <a:moveTo>
                  <a:pt x="86017" y="24674"/>
                </a:moveTo>
                <a:cubicBezTo>
                  <a:pt x="86017" y="19614"/>
                  <a:pt x="87423" y="15866"/>
                  <a:pt x="90237" y="13431"/>
                </a:cubicBezTo>
                <a:cubicBezTo>
                  <a:pt x="92586" y="11407"/>
                  <a:pt x="95451" y="10395"/>
                  <a:pt x="98830" y="10395"/>
                </a:cubicBezTo>
                <a:cubicBezTo>
                  <a:pt x="102587" y="10395"/>
                  <a:pt x="105657" y="11625"/>
                  <a:pt x="108041" y="14087"/>
                </a:cubicBezTo>
                <a:cubicBezTo>
                  <a:pt x="110426" y="16548"/>
                  <a:pt x="111618" y="19949"/>
                  <a:pt x="111618" y="24289"/>
                </a:cubicBezTo>
                <a:cubicBezTo>
                  <a:pt x="111618" y="27805"/>
                  <a:pt x="111090" y="30571"/>
                  <a:pt x="110035" y="32586"/>
                </a:cubicBezTo>
                <a:cubicBezTo>
                  <a:pt x="108980" y="34602"/>
                  <a:pt x="107445" y="36167"/>
                  <a:pt x="105430" y="37282"/>
                </a:cubicBezTo>
                <a:cubicBezTo>
                  <a:pt x="103414" y="38397"/>
                  <a:pt x="101214" y="38954"/>
                  <a:pt x="98830" y="38954"/>
                </a:cubicBezTo>
                <a:cubicBezTo>
                  <a:pt x="95005" y="38954"/>
                  <a:pt x="91913" y="37728"/>
                  <a:pt x="89555" y="35275"/>
                </a:cubicBezTo>
                <a:cubicBezTo>
                  <a:pt x="87196" y="32822"/>
                  <a:pt x="86017" y="29289"/>
                  <a:pt x="86017" y="24674"/>
                </a:cubicBezTo>
                <a:moveTo>
                  <a:pt x="90777" y="24662"/>
                </a:moveTo>
                <a:cubicBezTo>
                  <a:pt x="90777" y="28148"/>
                  <a:pt x="91540" y="30758"/>
                  <a:pt x="93067" y="32493"/>
                </a:cubicBezTo>
                <a:cubicBezTo>
                  <a:pt x="94593" y="34228"/>
                  <a:pt x="96515" y="35095"/>
                  <a:pt x="98830" y="35095"/>
                </a:cubicBezTo>
                <a:cubicBezTo>
                  <a:pt x="101129" y="35095"/>
                  <a:pt x="103041" y="34223"/>
                  <a:pt x="104568" y="32480"/>
                </a:cubicBezTo>
                <a:cubicBezTo>
                  <a:pt x="106094" y="30737"/>
                  <a:pt x="106858" y="28080"/>
                  <a:pt x="106858" y="24508"/>
                </a:cubicBezTo>
                <a:cubicBezTo>
                  <a:pt x="106858" y="21141"/>
                  <a:pt x="106090" y="18591"/>
                  <a:pt x="104555" y="16856"/>
                </a:cubicBezTo>
                <a:cubicBezTo>
                  <a:pt x="103020" y="15121"/>
                  <a:pt x="101111" y="14254"/>
                  <a:pt x="98830" y="14254"/>
                </a:cubicBezTo>
                <a:cubicBezTo>
                  <a:pt x="96515" y="14254"/>
                  <a:pt x="94593" y="15117"/>
                  <a:pt x="93067" y="16843"/>
                </a:cubicBezTo>
                <a:cubicBezTo>
                  <a:pt x="91540" y="18569"/>
                  <a:pt x="90777" y="21175"/>
                  <a:pt x="90777" y="24662"/>
                </a:cubicBezTo>
                <a:close/>
                <a:moveTo>
                  <a:pt x="121941" y="38337"/>
                </a:moveTo>
                <a:lnTo>
                  <a:pt x="117644" y="38337"/>
                </a:lnTo>
                <a:lnTo>
                  <a:pt x="117644" y="618"/>
                </a:lnTo>
                <a:lnTo>
                  <a:pt x="122276" y="618"/>
                </a:lnTo>
                <a:lnTo>
                  <a:pt x="122276" y="14124"/>
                </a:lnTo>
                <a:cubicBezTo>
                  <a:pt x="124231" y="11638"/>
                  <a:pt x="126727" y="10395"/>
                  <a:pt x="129763" y="10395"/>
                </a:cubicBezTo>
                <a:cubicBezTo>
                  <a:pt x="131444" y="10395"/>
                  <a:pt x="133035" y="10733"/>
                  <a:pt x="134536" y="11411"/>
                </a:cubicBezTo>
                <a:cubicBezTo>
                  <a:pt x="136036" y="12089"/>
                  <a:pt x="137271" y="13041"/>
                  <a:pt x="138241" y="14267"/>
                </a:cubicBezTo>
                <a:cubicBezTo>
                  <a:pt x="139210" y="15493"/>
                  <a:pt x="139969" y="16973"/>
                  <a:pt x="140518" y="18705"/>
                </a:cubicBezTo>
                <a:cubicBezTo>
                  <a:pt x="141067" y="20438"/>
                  <a:pt x="141341" y="22290"/>
                  <a:pt x="141341" y="24263"/>
                </a:cubicBezTo>
                <a:cubicBezTo>
                  <a:pt x="141341" y="28946"/>
                  <a:pt x="140183" y="32565"/>
                  <a:pt x="137868" y="35121"/>
                </a:cubicBezTo>
                <a:cubicBezTo>
                  <a:pt x="135552" y="37676"/>
                  <a:pt x="132773" y="38954"/>
                  <a:pt x="129531" y="38954"/>
                </a:cubicBezTo>
                <a:cubicBezTo>
                  <a:pt x="126306" y="38954"/>
                  <a:pt x="123776" y="37591"/>
                  <a:pt x="121941" y="34863"/>
                </a:cubicBezTo>
                <a:lnTo>
                  <a:pt x="121941" y="38337"/>
                </a:lnTo>
                <a:moveTo>
                  <a:pt x="121890" y="24469"/>
                </a:moveTo>
                <a:cubicBezTo>
                  <a:pt x="121890" y="27730"/>
                  <a:pt x="122336" y="30085"/>
                  <a:pt x="123228" y="31536"/>
                </a:cubicBezTo>
                <a:cubicBezTo>
                  <a:pt x="124686" y="33909"/>
                  <a:pt x="126658" y="35095"/>
                  <a:pt x="129145" y="35095"/>
                </a:cubicBezTo>
                <a:cubicBezTo>
                  <a:pt x="131169" y="35095"/>
                  <a:pt x="132919" y="34220"/>
                  <a:pt x="134394" y="32470"/>
                </a:cubicBezTo>
                <a:cubicBezTo>
                  <a:pt x="135869" y="30721"/>
                  <a:pt x="136607" y="28114"/>
                  <a:pt x="136607" y="24649"/>
                </a:cubicBezTo>
                <a:cubicBezTo>
                  <a:pt x="136607" y="21099"/>
                  <a:pt x="135899" y="18479"/>
                  <a:pt x="134484" y="16789"/>
                </a:cubicBezTo>
                <a:cubicBezTo>
                  <a:pt x="133069" y="15099"/>
                  <a:pt x="131358" y="14254"/>
                  <a:pt x="129351" y="14254"/>
                </a:cubicBezTo>
                <a:cubicBezTo>
                  <a:pt x="127327" y="14254"/>
                  <a:pt x="125577" y="15129"/>
                  <a:pt x="124102" y="16878"/>
                </a:cubicBezTo>
                <a:cubicBezTo>
                  <a:pt x="122627" y="18628"/>
                  <a:pt x="121890" y="21158"/>
                  <a:pt x="121890" y="24469"/>
                </a:cubicBezTo>
                <a:close/>
                <a:moveTo>
                  <a:pt x="144905" y="30155"/>
                </a:moveTo>
                <a:lnTo>
                  <a:pt x="149484" y="29434"/>
                </a:lnTo>
                <a:cubicBezTo>
                  <a:pt x="149742" y="31262"/>
                  <a:pt x="150458" y="32662"/>
                  <a:pt x="151633" y="33636"/>
                </a:cubicBezTo>
                <a:cubicBezTo>
                  <a:pt x="152808" y="34608"/>
                  <a:pt x="154450" y="35095"/>
                  <a:pt x="156560" y="35095"/>
                </a:cubicBezTo>
                <a:cubicBezTo>
                  <a:pt x="158687" y="35095"/>
                  <a:pt x="160265" y="34665"/>
                  <a:pt x="161294" y="33806"/>
                </a:cubicBezTo>
                <a:cubicBezTo>
                  <a:pt x="162323" y="32946"/>
                  <a:pt x="162838" y="31938"/>
                  <a:pt x="162838" y="30781"/>
                </a:cubicBezTo>
                <a:cubicBezTo>
                  <a:pt x="162838" y="29743"/>
                  <a:pt x="162383" y="28926"/>
                  <a:pt x="161474" y="28330"/>
                </a:cubicBezTo>
                <a:cubicBezTo>
                  <a:pt x="160840" y="27922"/>
                  <a:pt x="159262" y="27403"/>
                  <a:pt x="156740" y="26773"/>
                </a:cubicBezTo>
                <a:cubicBezTo>
                  <a:pt x="153344" y="25915"/>
                  <a:pt x="150990" y="25172"/>
                  <a:pt x="149677" y="24546"/>
                </a:cubicBezTo>
                <a:cubicBezTo>
                  <a:pt x="148365" y="23919"/>
                  <a:pt x="147370" y="23052"/>
                  <a:pt x="146693" y="21945"/>
                </a:cubicBezTo>
                <a:cubicBezTo>
                  <a:pt x="146015" y="20837"/>
                  <a:pt x="145676" y="19614"/>
                  <a:pt x="145676" y="18275"/>
                </a:cubicBezTo>
                <a:cubicBezTo>
                  <a:pt x="145676" y="17056"/>
                  <a:pt x="145955" y="15927"/>
                  <a:pt x="146513" y="14888"/>
                </a:cubicBezTo>
                <a:cubicBezTo>
                  <a:pt x="147070" y="13850"/>
                  <a:pt x="147829" y="12987"/>
                  <a:pt x="148790" y="12300"/>
                </a:cubicBezTo>
                <a:cubicBezTo>
                  <a:pt x="149510" y="11768"/>
                  <a:pt x="150492" y="11317"/>
                  <a:pt x="151736" y="10949"/>
                </a:cubicBezTo>
                <a:cubicBezTo>
                  <a:pt x="152979" y="10579"/>
                  <a:pt x="154313" y="10395"/>
                  <a:pt x="155737" y="10395"/>
                </a:cubicBezTo>
                <a:cubicBezTo>
                  <a:pt x="157881" y="10395"/>
                  <a:pt x="159763" y="10706"/>
                  <a:pt x="161384" y="11327"/>
                </a:cubicBezTo>
                <a:cubicBezTo>
                  <a:pt x="163005" y="11949"/>
                  <a:pt x="164202" y="12790"/>
                  <a:pt x="164973" y="13853"/>
                </a:cubicBezTo>
                <a:cubicBezTo>
                  <a:pt x="165745" y="14915"/>
                  <a:pt x="166277" y="16335"/>
                  <a:pt x="166569" y="18113"/>
                </a:cubicBezTo>
                <a:lnTo>
                  <a:pt x="162040" y="18731"/>
                </a:lnTo>
                <a:cubicBezTo>
                  <a:pt x="161834" y="17324"/>
                  <a:pt x="161238" y="16227"/>
                  <a:pt x="160252" y="15438"/>
                </a:cubicBezTo>
                <a:cubicBezTo>
                  <a:pt x="159266" y="14649"/>
                  <a:pt x="157872" y="14254"/>
                  <a:pt x="156071" y="14254"/>
                </a:cubicBezTo>
                <a:cubicBezTo>
                  <a:pt x="153944" y="14254"/>
                  <a:pt x="152426" y="14604"/>
                  <a:pt x="151517" y="15304"/>
                </a:cubicBezTo>
                <a:cubicBezTo>
                  <a:pt x="150608" y="16004"/>
                  <a:pt x="150153" y="16823"/>
                  <a:pt x="150153" y="17762"/>
                </a:cubicBezTo>
                <a:cubicBezTo>
                  <a:pt x="150153" y="18359"/>
                  <a:pt x="150342" y="18897"/>
                  <a:pt x="150719" y="19375"/>
                </a:cubicBezTo>
                <a:cubicBezTo>
                  <a:pt x="151097" y="19870"/>
                  <a:pt x="151688" y="20279"/>
                  <a:pt x="152495" y="20604"/>
                </a:cubicBezTo>
                <a:cubicBezTo>
                  <a:pt x="152958" y="20775"/>
                  <a:pt x="154321" y="21167"/>
                  <a:pt x="156586" y="21782"/>
                </a:cubicBezTo>
                <a:cubicBezTo>
                  <a:pt x="159862" y="22656"/>
                  <a:pt x="162147" y="23371"/>
                  <a:pt x="163443" y="23928"/>
                </a:cubicBezTo>
                <a:cubicBezTo>
                  <a:pt x="164738" y="24485"/>
                  <a:pt x="165754" y="25295"/>
                  <a:pt x="166491" y="26358"/>
                </a:cubicBezTo>
                <a:cubicBezTo>
                  <a:pt x="167229" y="27421"/>
                  <a:pt x="167598" y="28740"/>
                  <a:pt x="167598" y="30316"/>
                </a:cubicBezTo>
                <a:cubicBezTo>
                  <a:pt x="167598" y="31859"/>
                  <a:pt x="167148" y="33312"/>
                  <a:pt x="166247" y="34674"/>
                </a:cubicBezTo>
                <a:cubicBezTo>
                  <a:pt x="165347" y="36036"/>
                  <a:pt x="164047" y="37090"/>
                  <a:pt x="162349" y="37836"/>
                </a:cubicBezTo>
                <a:cubicBezTo>
                  <a:pt x="160651" y="38581"/>
                  <a:pt x="158730" y="38954"/>
                  <a:pt x="156586" y="38954"/>
                </a:cubicBezTo>
                <a:cubicBezTo>
                  <a:pt x="153035" y="38954"/>
                  <a:pt x="150329" y="38215"/>
                  <a:pt x="148468" y="36735"/>
                </a:cubicBezTo>
                <a:cubicBezTo>
                  <a:pt x="146607" y="35256"/>
                  <a:pt x="145419" y="33062"/>
                  <a:pt x="144905" y="30155"/>
                </a:cubicBezTo>
                <a:close/>
                <a:moveTo>
                  <a:pt x="191809" y="29537"/>
                </a:moveTo>
                <a:lnTo>
                  <a:pt x="196595" y="30129"/>
                </a:lnTo>
                <a:cubicBezTo>
                  <a:pt x="195840" y="32925"/>
                  <a:pt x="194442" y="35095"/>
                  <a:pt x="192401" y="36639"/>
                </a:cubicBezTo>
                <a:cubicBezTo>
                  <a:pt x="190360" y="38182"/>
                  <a:pt x="187752" y="38954"/>
                  <a:pt x="184579" y="38954"/>
                </a:cubicBezTo>
                <a:cubicBezTo>
                  <a:pt x="180582" y="38954"/>
                  <a:pt x="177413" y="37724"/>
                  <a:pt x="175072" y="35262"/>
                </a:cubicBezTo>
                <a:cubicBezTo>
                  <a:pt x="172731" y="32801"/>
                  <a:pt x="171560" y="29349"/>
                  <a:pt x="171560" y="24906"/>
                </a:cubicBezTo>
                <a:cubicBezTo>
                  <a:pt x="171560" y="20309"/>
                  <a:pt x="172744" y="16741"/>
                  <a:pt x="175111" y="14203"/>
                </a:cubicBezTo>
                <a:cubicBezTo>
                  <a:pt x="177478" y="11664"/>
                  <a:pt x="180548" y="10395"/>
                  <a:pt x="184322" y="10395"/>
                </a:cubicBezTo>
                <a:cubicBezTo>
                  <a:pt x="187975" y="10395"/>
                  <a:pt x="190960" y="11636"/>
                  <a:pt x="193276" y="14120"/>
                </a:cubicBezTo>
                <a:cubicBezTo>
                  <a:pt x="195591" y="16603"/>
                  <a:pt x="196749" y="20096"/>
                  <a:pt x="196749" y="24600"/>
                </a:cubicBezTo>
                <a:cubicBezTo>
                  <a:pt x="196749" y="24874"/>
                  <a:pt x="196740" y="25284"/>
                  <a:pt x="196723" y="25832"/>
                </a:cubicBezTo>
                <a:lnTo>
                  <a:pt x="176346" y="25832"/>
                </a:lnTo>
                <a:cubicBezTo>
                  <a:pt x="176517" y="28825"/>
                  <a:pt x="177366" y="31118"/>
                  <a:pt x="178893" y="32708"/>
                </a:cubicBezTo>
                <a:cubicBezTo>
                  <a:pt x="180419" y="34299"/>
                  <a:pt x="182323" y="35095"/>
                  <a:pt x="184605" y="35095"/>
                </a:cubicBezTo>
                <a:cubicBezTo>
                  <a:pt x="186303" y="35095"/>
                  <a:pt x="187752" y="34653"/>
                  <a:pt x="188953" y="33770"/>
                </a:cubicBezTo>
                <a:cubicBezTo>
                  <a:pt x="190154" y="32886"/>
                  <a:pt x="191106" y="31475"/>
                  <a:pt x="191809" y="29537"/>
                </a:cubicBezTo>
                <a:moveTo>
                  <a:pt x="176603" y="21973"/>
                </a:moveTo>
                <a:lnTo>
                  <a:pt x="191860" y="21973"/>
                </a:lnTo>
                <a:cubicBezTo>
                  <a:pt x="191655" y="19712"/>
                  <a:pt x="191071" y="18016"/>
                  <a:pt x="190111" y="16886"/>
                </a:cubicBezTo>
                <a:cubicBezTo>
                  <a:pt x="188636" y="15131"/>
                  <a:pt x="186723" y="14254"/>
                  <a:pt x="184373" y="14254"/>
                </a:cubicBezTo>
                <a:cubicBezTo>
                  <a:pt x="182246" y="14254"/>
                  <a:pt x="180458" y="14954"/>
                  <a:pt x="179009" y="16355"/>
                </a:cubicBezTo>
                <a:cubicBezTo>
                  <a:pt x="177559" y="17755"/>
                  <a:pt x="176757" y="19628"/>
                  <a:pt x="176603" y="21973"/>
                </a:cubicBezTo>
                <a:close/>
                <a:moveTo>
                  <a:pt x="202982" y="38337"/>
                </a:moveTo>
                <a:lnTo>
                  <a:pt x="202982" y="11012"/>
                </a:lnTo>
                <a:lnTo>
                  <a:pt x="207150" y="11012"/>
                </a:lnTo>
                <a:lnTo>
                  <a:pt x="207150" y="15129"/>
                </a:lnTo>
                <a:cubicBezTo>
                  <a:pt x="208214" y="13201"/>
                  <a:pt x="209196" y="11930"/>
                  <a:pt x="210096" y="11316"/>
                </a:cubicBezTo>
                <a:cubicBezTo>
                  <a:pt x="210997" y="10702"/>
                  <a:pt x="211988" y="10395"/>
                  <a:pt x="213068" y="10395"/>
                </a:cubicBezTo>
                <a:cubicBezTo>
                  <a:pt x="214629" y="10395"/>
                  <a:pt x="216216" y="10890"/>
                  <a:pt x="217828" y="11881"/>
                </a:cubicBezTo>
                <a:lnTo>
                  <a:pt x="216233" y="16158"/>
                </a:lnTo>
                <a:cubicBezTo>
                  <a:pt x="215101" y="15489"/>
                  <a:pt x="213969" y="15155"/>
                  <a:pt x="212837" y="15155"/>
                </a:cubicBezTo>
                <a:cubicBezTo>
                  <a:pt x="211825" y="15155"/>
                  <a:pt x="210916" y="15460"/>
                  <a:pt x="210109" y="16070"/>
                </a:cubicBezTo>
                <a:cubicBezTo>
                  <a:pt x="209303" y="16679"/>
                  <a:pt x="208729" y="17525"/>
                  <a:pt x="208385" y="18606"/>
                </a:cubicBezTo>
                <a:cubicBezTo>
                  <a:pt x="207871" y="20255"/>
                  <a:pt x="207614" y="22058"/>
                  <a:pt x="207614" y="24015"/>
                </a:cubicBezTo>
                <a:lnTo>
                  <a:pt x="207614" y="38337"/>
                </a:lnTo>
                <a:lnTo>
                  <a:pt x="202982" y="38337"/>
                </a:lnTo>
                <a:close/>
                <a:moveTo>
                  <a:pt x="227907" y="38337"/>
                </a:moveTo>
                <a:lnTo>
                  <a:pt x="217513" y="11012"/>
                </a:lnTo>
                <a:lnTo>
                  <a:pt x="222401" y="11012"/>
                </a:lnTo>
                <a:lnTo>
                  <a:pt x="228267" y="27376"/>
                </a:lnTo>
                <a:cubicBezTo>
                  <a:pt x="228902" y="29143"/>
                  <a:pt x="229485" y="30978"/>
                  <a:pt x="230017" y="32882"/>
                </a:cubicBezTo>
                <a:cubicBezTo>
                  <a:pt x="230429" y="31441"/>
                  <a:pt x="231003" y="29709"/>
                  <a:pt x="231741" y="27685"/>
                </a:cubicBezTo>
                <a:lnTo>
                  <a:pt x="237813" y="11012"/>
                </a:lnTo>
                <a:lnTo>
                  <a:pt x="242573" y="11012"/>
                </a:lnTo>
                <a:lnTo>
                  <a:pt x="232230" y="38337"/>
                </a:lnTo>
                <a:lnTo>
                  <a:pt x="227907" y="38337"/>
                </a:lnTo>
                <a:close/>
                <a:moveTo>
                  <a:pt x="246690" y="5969"/>
                </a:moveTo>
                <a:lnTo>
                  <a:pt x="246690" y="618"/>
                </a:lnTo>
                <a:lnTo>
                  <a:pt x="251321" y="618"/>
                </a:lnTo>
                <a:lnTo>
                  <a:pt x="251321" y="5969"/>
                </a:lnTo>
                <a:lnTo>
                  <a:pt x="246690" y="5969"/>
                </a:lnTo>
                <a:moveTo>
                  <a:pt x="246690" y="38337"/>
                </a:moveTo>
                <a:lnTo>
                  <a:pt x="246690" y="11012"/>
                </a:lnTo>
                <a:lnTo>
                  <a:pt x="251321" y="11012"/>
                </a:lnTo>
                <a:lnTo>
                  <a:pt x="251321" y="38337"/>
                </a:lnTo>
                <a:lnTo>
                  <a:pt x="246690" y="38337"/>
                </a:lnTo>
                <a:close/>
                <a:moveTo>
                  <a:pt x="258362" y="38337"/>
                </a:moveTo>
                <a:lnTo>
                  <a:pt x="258362" y="11012"/>
                </a:lnTo>
                <a:lnTo>
                  <a:pt x="262531" y="11012"/>
                </a:lnTo>
                <a:lnTo>
                  <a:pt x="262531" y="14872"/>
                </a:lnTo>
                <a:cubicBezTo>
                  <a:pt x="264537" y="11887"/>
                  <a:pt x="267436" y="10395"/>
                  <a:pt x="271227" y="10395"/>
                </a:cubicBezTo>
                <a:cubicBezTo>
                  <a:pt x="272874" y="10395"/>
                  <a:pt x="274388" y="10691"/>
                  <a:pt x="275768" y="11282"/>
                </a:cubicBezTo>
                <a:cubicBezTo>
                  <a:pt x="277149" y="11874"/>
                  <a:pt x="278183" y="12650"/>
                  <a:pt x="278869" y="13611"/>
                </a:cubicBezTo>
                <a:cubicBezTo>
                  <a:pt x="279555" y="14571"/>
                  <a:pt x="280035" y="15712"/>
                  <a:pt x="280310" y="17033"/>
                </a:cubicBezTo>
                <a:cubicBezTo>
                  <a:pt x="280481" y="17891"/>
                  <a:pt x="280567" y="19391"/>
                  <a:pt x="280567" y="21535"/>
                </a:cubicBezTo>
                <a:lnTo>
                  <a:pt x="280567" y="38337"/>
                </a:lnTo>
                <a:lnTo>
                  <a:pt x="275936" y="38337"/>
                </a:lnTo>
                <a:lnTo>
                  <a:pt x="275936" y="21698"/>
                </a:lnTo>
                <a:cubicBezTo>
                  <a:pt x="275936" y="19809"/>
                  <a:pt x="275755" y="18397"/>
                  <a:pt x="275395" y="17461"/>
                </a:cubicBezTo>
                <a:cubicBezTo>
                  <a:pt x="275035" y="16525"/>
                  <a:pt x="274396" y="15778"/>
                  <a:pt x="273478" y="15220"/>
                </a:cubicBezTo>
                <a:cubicBezTo>
                  <a:pt x="272561" y="14662"/>
                  <a:pt x="271484" y="14383"/>
                  <a:pt x="270249" y="14383"/>
                </a:cubicBezTo>
                <a:cubicBezTo>
                  <a:pt x="268277" y="14383"/>
                  <a:pt x="266574" y="15010"/>
                  <a:pt x="265142" y="16263"/>
                </a:cubicBezTo>
                <a:cubicBezTo>
                  <a:pt x="263710" y="17517"/>
                  <a:pt x="262994" y="19895"/>
                  <a:pt x="262994" y="23398"/>
                </a:cubicBezTo>
                <a:lnTo>
                  <a:pt x="262994" y="38337"/>
                </a:lnTo>
                <a:lnTo>
                  <a:pt x="258362" y="38337"/>
                </a:lnTo>
                <a:close/>
                <a:moveTo>
                  <a:pt x="286810" y="40601"/>
                </a:moveTo>
                <a:lnTo>
                  <a:pt x="291312" y="41270"/>
                </a:lnTo>
                <a:cubicBezTo>
                  <a:pt x="291501" y="42659"/>
                  <a:pt x="292024" y="43671"/>
                  <a:pt x="292882" y="44306"/>
                </a:cubicBezTo>
                <a:cubicBezTo>
                  <a:pt x="294031" y="45164"/>
                  <a:pt x="295600" y="45592"/>
                  <a:pt x="297590" y="45592"/>
                </a:cubicBezTo>
                <a:cubicBezTo>
                  <a:pt x="299734" y="45592"/>
                  <a:pt x="301390" y="45163"/>
                  <a:pt x="302556" y="44303"/>
                </a:cubicBezTo>
                <a:cubicBezTo>
                  <a:pt x="303722" y="43444"/>
                  <a:pt x="304511" y="42240"/>
                  <a:pt x="304923" y="40693"/>
                </a:cubicBezTo>
                <a:cubicBezTo>
                  <a:pt x="305163" y="39748"/>
                  <a:pt x="305275" y="37762"/>
                  <a:pt x="305258" y="34736"/>
                </a:cubicBezTo>
                <a:cubicBezTo>
                  <a:pt x="303233" y="37137"/>
                  <a:pt x="300712" y="38337"/>
                  <a:pt x="297693" y="38337"/>
                </a:cubicBezTo>
                <a:cubicBezTo>
                  <a:pt x="293937" y="38337"/>
                  <a:pt x="291029" y="36982"/>
                  <a:pt x="288971" y="34272"/>
                </a:cubicBezTo>
                <a:cubicBezTo>
                  <a:pt x="286912" y="31561"/>
                  <a:pt x="285883" y="28311"/>
                  <a:pt x="285883" y="24520"/>
                </a:cubicBezTo>
                <a:cubicBezTo>
                  <a:pt x="285883" y="21913"/>
                  <a:pt x="286355" y="19507"/>
                  <a:pt x="287298" y="17303"/>
                </a:cubicBezTo>
                <a:cubicBezTo>
                  <a:pt x="288242" y="15099"/>
                  <a:pt x="289610" y="13396"/>
                  <a:pt x="291402" y="12196"/>
                </a:cubicBezTo>
                <a:cubicBezTo>
                  <a:pt x="293195" y="10995"/>
                  <a:pt x="295300" y="10395"/>
                  <a:pt x="297719" y="10395"/>
                </a:cubicBezTo>
                <a:cubicBezTo>
                  <a:pt x="300944" y="10395"/>
                  <a:pt x="303602" y="11707"/>
                  <a:pt x="305695" y="14331"/>
                </a:cubicBezTo>
                <a:lnTo>
                  <a:pt x="305695" y="11012"/>
                </a:lnTo>
                <a:lnTo>
                  <a:pt x="309966" y="11012"/>
                </a:lnTo>
                <a:lnTo>
                  <a:pt x="309966" y="34648"/>
                </a:lnTo>
                <a:cubicBezTo>
                  <a:pt x="309966" y="38904"/>
                  <a:pt x="309533" y="41921"/>
                  <a:pt x="308667" y="43697"/>
                </a:cubicBezTo>
                <a:cubicBezTo>
                  <a:pt x="307800" y="45474"/>
                  <a:pt x="306428" y="46877"/>
                  <a:pt x="304550" y="47907"/>
                </a:cubicBezTo>
                <a:cubicBezTo>
                  <a:pt x="302672" y="48937"/>
                  <a:pt x="300360" y="49452"/>
                  <a:pt x="297616" y="49452"/>
                </a:cubicBezTo>
                <a:cubicBezTo>
                  <a:pt x="294357" y="49452"/>
                  <a:pt x="291724" y="48716"/>
                  <a:pt x="289717" y="47246"/>
                </a:cubicBezTo>
                <a:cubicBezTo>
                  <a:pt x="287710" y="45775"/>
                  <a:pt x="286741" y="43560"/>
                  <a:pt x="286810" y="40601"/>
                </a:cubicBezTo>
                <a:moveTo>
                  <a:pt x="290643" y="24186"/>
                </a:moveTo>
                <a:cubicBezTo>
                  <a:pt x="290643" y="27762"/>
                  <a:pt x="291355" y="30371"/>
                  <a:pt x="292779" y="32014"/>
                </a:cubicBezTo>
                <a:cubicBezTo>
                  <a:pt x="294202" y="33656"/>
                  <a:pt x="295986" y="34477"/>
                  <a:pt x="298130" y="34477"/>
                </a:cubicBezTo>
                <a:cubicBezTo>
                  <a:pt x="300257" y="34477"/>
                  <a:pt x="302041" y="33660"/>
                  <a:pt x="303482" y="32027"/>
                </a:cubicBezTo>
                <a:cubicBezTo>
                  <a:pt x="304923" y="30393"/>
                  <a:pt x="305643" y="27831"/>
                  <a:pt x="305643" y="24340"/>
                </a:cubicBezTo>
                <a:cubicBezTo>
                  <a:pt x="305643" y="21004"/>
                  <a:pt x="304902" y="18489"/>
                  <a:pt x="303418" y="16795"/>
                </a:cubicBezTo>
                <a:cubicBezTo>
                  <a:pt x="301934" y="15101"/>
                  <a:pt x="300146" y="14254"/>
                  <a:pt x="298053" y="14254"/>
                </a:cubicBezTo>
                <a:cubicBezTo>
                  <a:pt x="295995" y="14254"/>
                  <a:pt x="294245" y="15088"/>
                  <a:pt x="292805" y="16756"/>
                </a:cubicBezTo>
                <a:cubicBezTo>
                  <a:pt x="291364" y="18424"/>
                  <a:pt x="290643" y="20901"/>
                  <a:pt x="290643" y="24186"/>
                </a:cubicBezTo>
                <a:close/>
                <a:moveTo>
                  <a:pt x="354961" y="34246"/>
                </a:moveTo>
                <a:lnTo>
                  <a:pt x="355630" y="38337"/>
                </a:lnTo>
                <a:cubicBezTo>
                  <a:pt x="354326" y="38577"/>
                  <a:pt x="353160" y="38697"/>
                  <a:pt x="352131" y="38697"/>
                </a:cubicBezTo>
                <a:cubicBezTo>
                  <a:pt x="350450" y="38697"/>
                  <a:pt x="349146" y="38431"/>
                  <a:pt x="348220" y="37899"/>
                </a:cubicBezTo>
                <a:cubicBezTo>
                  <a:pt x="347294" y="37368"/>
                  <a:pt x="346642" y="36669"/>
                  <a:pt x="346265" y="35802"/>
                </a:cubicBezTo>
                <a:cubicBezTo>
                  <a:pt x="345887" y="34936"/>
                  <a:pt x="345699" y="33114"/>
                  <a:pt x="345699" y="30335"/>
                </a:cubicBezTo>
                <a:lnTo>
                  <a:pt x="345699" y="14614"/>
                </a:lnTo>
                <a:lnTo>
                  <a:pt x="342302" y="14614"/>
                </a:lnTo>
                <a:lnTo>
                  <a:pt x="342302" y="11012"/>
                </a:lnTo>
                <a:lnTo>
                  <a:pt x="345699" y="11012"/>
                </a:lnTo>
                <a:lnTo>
                  <a:pt x="345699" y="4227"/>
                </a:lnTo>
                <a:lnTo>
                  <a:pt x="350304" y="1441"/>
                </a:lnTo>
                <a:lnTo>
                  <a:pt x="350304" y="11012"/>
                </a:lnTo>
                <a:lnTo>
                  <a:pt x="354961" y="11012"/>
                </a:lnTo>
                <a:lnTo>
                  <a:pt x="354961" y="14614"/>
                </a:lnTo>
                <a:lnTo>
                  <a:pt x="350304" y="14614"/>
                </a:lnTo>
                <a:lnTo>
                  <a:pt x="350304" y="30592"/>
                </a:lnTo>
                <a:cubicBezTo>
                  <a:pt x="350304" y="31913"/>
                  <a:pt x="350386" y="32762"/>
                  <a:pt x="350549" y="33139"/>
                </a:cubicBezTo>
                <a:cubicBezTo>
                  <a:pt x="350712" y="33517"/>
                  <a:pt x="350977" y="33817"/>
                  <a:pt x="351346" y="34040"/>
                </a:cubicBezTo>
                <a:cubicBezTo>
                  <a:pt x="351715" y="34263"/>
                  <a:pt x="352242" y="34374"/>
                  <a:pt x="352929" y="34374"/>
                </a:cubicBezTo>
                <a:cubicBezTo>
                  <a:pt x="353443" y="34374"/>
                  <a:pt x="354121" y="34332"/>
                  <a:pt x="354961" y="34246"/>
                </a:cubicBezTo>
                <a:close/>
                <a:moveTo>
                  <a:pt x="360236" y="38337"/>
                </a:moveTo>
                <a:lnTo>
                  <a:pt x="360236" y="618"/>
                </a:lnTo>
                <a:lnTo>
                  <a:pt x="364867" y="618"/>
                </a:lnTo>
                <a:lnTo>
                  <a:pt x="364867" y="14151"/>
                </a:lnTo>
                <a:cubicBezTo>
                  <a:pt x="367028" y="11647"/>
                  <a:pt x="369756" y="10395"/>
                  <a:pt x="373049" y="10395"/>
                </a:cubicBezTo>
                <a:cubicBezTo>
                  <a:pt x="375073" y="10395"/>
                  <a:pt x="376831" y="10793"/>
                  <a:pt x="378323" y="11591"/>
                </a:cubicBezTo>
                <a:cubicBezTo>
                  <a:pt x="379816" y="12389"/>
                  <a:pt x="380884" y="13491"/>
                  <a:pt x="381527" y="14897"/>
                </a:cubicBezTo>
                <a:cubicBezTo>
                  <a:pt x="382170" y="16304"/>
                  <a:pt x="382492" y="18345"/>
                  <a:pt x="382492" y="21021"/>
                </a:cubicBezTo>
                <a:lnTo>
                  <a:pt x="382492" y="38337"/>
                </a:lnTo>
                <a:lnTo>
                  <a:pt x="377860" y="38337"/>
                </a:lnTo>
                <a:lnTo>
                  <a:pt x="377860" y="21021"/>
                </a:lnTo>
                <a:cubicBezTo>
                  <a:pt x="377860" y="18705"/>
                  <a:pt x="377359" y="17020"/>
                  <a:pt x="376355" y="15965"/>
                </a:cubicBezTo>
                <a:cubicBezTo>
                  <a:pt x="375352" y="14910"/>
                  <a:pt x="373932" y="14383"/>
                  <a:pt x="372097" y="14383"/>
                </a:cubicBezTo>
                <a:cubicBezTo>
                  <a:pt x="370725" y="14383"/>
                  <a:pt x="369434" y="14739"/>
                  <a:pt x="368225" y="15450"/>
                </a:cubicBezTo>
                <a:cubicBezTo>
                  <a:pt x="367015" y="16162"/>
                  <a:pt x="366153" y="17127"/>
                  <a:pt x="365639" y="18345"/>
                </a:cubicBezTo>
                <a:cubicBezTo>
                  <a:pt x="365124" y="19563"/>
                  <a:pt x="364867" y="21244"/>
                  <a:pt x="364867" y="23388"/>
                </a:cubicBezTo>
                <a:lnTo>
                  <a:pt x="364867" y="38337"/>
                </a:lnTo>
                <a:lnTo>
                  <a:pt x="360236" y="38337"/>
                </a:lnTo>
                <a:close/>
                <a:moveTo>
                  <a:pt x="408028" y="29537"/>
                </a:moveTo>
                <a:lnTo>
                  <a:pt x="412814" y="30129"/>
                </a:lnTo>
                <a:cubicBezTo>
                  <a:pt x="412059" y="32925"/>
                  <a:pt x="410661" y="35095"/>
                  <a:pt x="408620" y="36639"/>
                </a:cubicBezTo>
                <a:cubicBezTo>
                  <a:pt x="406579" y="38182"/>
                  <a:pt x="403971" y="38954"/>
                  <a:pt x="400798" y="38954"/>
                </a:cubicBezTo>
                <a:cubicBezTo>
                  <a:pt x="396801" y="38954"/>
                  <a:pt x="393632" y="37724"/>
                  <a:pt x="391291" y="35262"/>
                </a:cubicBezTo>
                <a:cubicBezTo>
                  <a:pt x="388950" y="32801"/>
                  <a:pt x="387779" y="29349"/>
                  <a:pt x="387779" y="24906"/>
                </a:cubicBezTo>
                <a:cubicBezTo>
                  <a:pt x="387779" y="20309"/>
                  <a:pt x="388963" y="16741"/>
                  <a:pt x="391330" y="14203"/>
                </a:cubicBezTo>
                <a:cubicBezTo>
                  <a:pt x="393697" y="11664"/>
                  <a:pt x="396767" y="10395"/>
                  <a:pt x="400541" y="10395"/>
                </a:cubicBezTo>
                <a:cubicBezTo>
                  <a:pt x="404194" y="10395"/>
                  <a:pt x="407179" y="11636"/>
                  <a:pt x="409495" y="14120"/>
                </a:cubicBezTo>
                <a:cubicBezTo>
                  <a:pt x="411810" y="16603"/>
                  <a:pt x="412968" y="20096"/>
                  <a:pt x="412968" y="24600"/>
                </a:cubicBezTo>
                <a:cubicBezTo>
                  <a:pt x="412968" y="24874"/>
                  <a:pt x="412959" y="25284"/>
                  <a:pt x="412942" y="25832"/>
                </a:cubicBezTo>
                <a:lnTo>
                  <a:pt x="392565" y="25832"/>
                </a:lnTo>
                <a:cubicBezTo>
                  <a:pt x="392736" y="28825"/>
                  <a:pt x="393585" y="31118"/>
                  <a:pt x="395112" y="32708"/>
                </a:cubicBezTo>
                <a:cubicBezTo>
                  <a:pt x="396638" y="34299"/>
                  <a:pt x="398542" y="35095"/>
                  <a:pt x="400824" y="35095"/>
                </a:cubicBezTo>
                <a:cubicBezTo>
                  <a:pt x="402522" y="35095"/>
                  <a:pt x="403971" y="34653"/>
                  <a:pt x="405172" y="33770"/>
                </a:cubicBezTo>
                <a:cubicBezTo>
                  <a:pt x="406373" y="32886"/>
                  <a:pt x="407325" y="31475"/>
                  <a:pt x="408028" y="29537"/>
                </a:cubicBezTo>
                <a:moveTo>
                  <a:pt x="392822" y="21973"/>
                </a:moveTo>
                <a:lnTo>
                  <a:pt x="408079" y="21973"/>
                </a:lnTo>
                <a:cubicBezTo>
                  <a:pt x="407874" y="19712"/>
                  <a:pt x="407290" y="18016"/>
                  <a:pt x="406330" y="16886"/>
                </a:cubicBezTo>
                <a:cubicBezTo>
                  <a:pt x="404855" y="15131"/>
                  <a:pt x="402942" y="14254"/>
                  <a:pt x="400592" y="14254"/>
                </a:cubicBezTo>
                <a:cubicBezTo>
                  <a:pt x="398465" y="14254"/>
                  <a:pt x="396677" y="14954"/>
                  <a:pt x="395228" y="16355"/>
                </a:cubicBezTo>
                <a:cubicBezTo>
                  <a:pt x="393778" y="17755"/>
                  <a:pt x="392976" y="19628"/>
                  <a:pt x="392822" y="21973"/>
                </a:cubicBezTo>
                <a:close/>
                <a:moveTo>
                  <a:pt x="453285" y="38337"/>
                </a:moveTo>
                <a:lnTo>
                  <a:pt x="442890" y="11012"/>
                </a:lnTo>
                <a:lnTo>
                  <a:pt x="447779" y="11012"/>
                </a:lnTo>
                <a:lnTo>
                  <a:pt x="453645" y="27376"/>
                </a:lnTo>
                <a:cubicBezTo>
                  <a:pt x="454280" y="29143"/>
                  <a:pt x="454863" y="30978"/>
                  <a:pt x="455395" y="32882"/>
                </a:cubicBezTo>
                <a:cubicBezTo>
                  <a:pt x="455806" y="31441"/>
                  <a:pt x="456381" y="29709"/>
                  <a:pt x="457119" y="27685"/>
                </a:cubicBezTo>
                <a:lnTo>
                  <a:pt x="463191" y="11012"/>
                </a:lnTo>
                <a:lnTo>
                  <a:pt x="467951" y="11012"/>
                </a:lnTo>
                <a:lnTo>
                  <a:pt x="457607" y="38337"/>
                </a:lnTo>
                <a:lnTo>
                  <a:pt x="453285" y="38337"/>
                </a:lnTo>
                <a:close/>
                <a:moveTo>
                  <a:pt x="472067" y="5969"/>
                </a:moveTo>
                <a:lnTo>
                  <a:pt x="472067" y="618"/>
                </a:lnTo>
                <a:lnTo>
                  <a:pt x="476699" y="618"/>
                </a:lnTo>
                <a:lnTo>
                  <a:pt x="476699" y="5969"/>
                </a:lnTo>
                <a:lnTo>
                  <a:pt x="472067" y="5969"/>
                </a:lnTo>
                <a:moveTo>
                  <a:pt x="472067" y="38337"/>
                </a:moveTo>
                <a:lnTo>
                  <a:pt x="472067" y="11012"/>
                </a:lnTo>
                <a:lnTo>
                  <a:pt x="476699" y="11012"/>
                </a:lnTo>
                <a:lnTo>
                  <a:pt x="476699" y="38337"/>
                </a:lnTo>
                <a:lnTo>
                  <a:pt x="472067" y="38337"/>
                </a:lnTo>
                <a:close/>
                <a:moveTo>
                  <a:pt x="481887" y="30155"/>
                </a:moveTo>
                <a:lnTo>
                  <a:pt x="486467" y="29434"/>
                </a:lnTo>
                <a:cubicBezTo>
                  <a:pt x="486725" y="31262"/>
                  <a:pt x="487441" y="32662"/>
                  <a:pt x="488616" y="33636"/>
                </a:cubicBezTo>
                <a:cubicBezTo>
                  <a:pt x="489791" y="34608"/>
                  <a:pt x="491433" y="35095"/>
                  <a:pt x="493543" y="35095"/>
                </a:cubicBezTo>
                <a:cubicBezTo>
                  <a:pt x="495670" y="35095"/>
                  <a:pt x="497248" y="34665"/>
                  <a:pt x="498277" y="33806"/>
                </a:cubicBezTo>
                <a:cubicBezTo>
                  <a:pt x="499306" y="32946"/>
                  <a:pt x="499821" y="31938"/>
                  <a:pt x="499821" y="30781"/>
                </a:cubicBezTo>
                <a:cubicBezTo>
                  <a:pt x="499821" y="29743"/>
                  <a:pt x="499366" y="28926"/>
                  <a:pt x="498457" y="28330"/>
                </a:cubicBezTo>
                <a:cubicBezTo>
                  <a:pt x="497823" y="27922"/>
                  <a:pt x="496244" y="27403"/>
                  <a:pt x="493723" y="26773"/>
                </a:cubicBezTo>
                <a:cubicBezTo>
                  <a:pt x="490327" y="25915"/>
                  <a:pt x="487972" y="25172"/>
                  <a:pt x="486660" y="24546"/>
                </a:cubicBezTo>
                <a:cubicBezTo>
                  <a:pt x="485348" y="23919"/>
                  <a:pt x="484353" y="23052"/>
                  <a:pt x="483676" y="21945"/>
                </a:cubicBezTo>
                <a:cubicBezTo>
                  <a:pt x="482998" y="20837"/>
                  <a:pt x="482659" y="19614"/>
                  <a:pt x="482659" y="18275"/>
                </a:cubicBezTo>
                <a:cubicBezTo>
                  <a:pt x="482659" y="17056"/>
                  <a:pt x="482938" y="15927"/>
                  <a:pt x="483496" y="14888"/>
                </a:cubicBezTo>
                <a:cubicBezTo>
                  <a:pt x="484053" y="13850"/>
                  <a:pt x="484812" y="12987"/>
                  <a:pt x="485773" y="12300"/>
                </a:cubicBezTo>
                <a:cubicBezTo>
                  <a:pt x="486493" y="11768"/>
                  <a:pt x="487475" y="11317"/>
                  <a:pt x="488719" y="10949"/>
                </a:cubicBezTo>
                <a:cubicBezTo>
                  <a:pt x="489962" y="10579"/>
                  <a:pt x="491296" y="10395"/>
                  <a:pt x="492720" y="10395"/>
                </a:cubicBezTo>
                <a:cubicBezTo>
                  <a:pt x="494864" y="10395"/>
                  <a:pt x="496746" y="10706"/>
                  <a:pt x="498367" y="11327"/>
                </a:cubicBezTo>
                <a:cubicBezTo>
                  <a:pt x="499988" y="11949"/>
                  <a:pt x="501185" y="12790"/>
                  <a:pt x="501956" y="13853"/>
                </a:cubicBezTo>
                <a:cubicBezTo>
                  <a:pt x="502728" y="14915"/>
                  <a:pt x="503260" y="16335"/>
                  <a:pt x="503552" y="18113"/>
                </a:cubicBezTo>
                <a:lnTo>
                  <a:pt x="499023" y="18731"/>
                </a:lnTo>
                <a:cubicBezTo>
                  <a:pt x="498817" y="17324"/>
                  <a:pt x="498221" y="16227"/>
                  <a:pt x="497235" y="15438"/>
                </a:cubicBezTo>
                <a:cubicBezTo>
                  <a:pt x="496249" y="14649"/>
                  <a:pt x="494855" y="14254"/>
                  <a:pt x="493054" y="14254"/>
                </a:cubicBezTo>
                <a:cubicBezTo>
                  <a:pt x="490927" y="14254"/>
                  <a:pt x="489409" y="14604"/>
                  <a:pt x="488500" y="15304"/>
                </a:cubicBezTo>
                <a:cubicBezTo>
                  <a:pt x="487591" y="16004"/>
                  <a:pt x="487136" y="16823"/>
                  <a:pt x="487136" y="17762"/>
                </a:cubicBezTo>
                <a:cubicBezTo>
                  <a:pt x="487136" y="18359"/>
                  <a:pt x="487325" y="18897"/>
                  <a:pt x="487702" y="19375"/>
                </a:cubicBezTo>
                <a:cubicBezTo>
                  <a:pt x="488080" y="19870"/>
                  <a:pt x="488671" y="20279"/>
                  <a:pt x="489478" y="20604"/>
                </a:cubicBezTo>
                <a:cubicBezTo>
                  <a:pt x="489941" y="20775"/>
                  <a:pt x="491304" y="21167"/>
                  <a:pt x="493569" y="21782"/>
                </a:cubicBezTo>
                <a:cubicBezTo>
                  <a:pt x="496845" y="22656"/>
                  <a:pt x="499130" y="23371"/>
                  <a:pt x="500426" y="23928"/>
                </a:cubicBezTo>
                <a:cubicBezTo>
                  <a:pt x="501721" y="24485"/>
                  <a:pt x="502737" y="25295"/>
                  <a:pt x="503474" y="26358"/>
                </a:cubicBezTo>
                <a:cubicBezTo>
                  <a:pt x="504212" y="27421"/>
                  <a:pt x="504581" y="28740"/>
                  <a:pt x="504581" y="30316"/>
                </a:cubicBezTo>
                <a:cubicBezTo>
                  <a:pt x="504581" y="31859"/>
                  <a:pt x="504131" y="33312"/>
                  <a:pt x="503230" y="34674"/>
                </a:cubicBezTo>
                <a:cubicBezTo>
                  <a:pt x="502329" y="36036"/>
                  <a:pt x="501030" y="37090"/>
                  <a:pt x="499332" y="37836"/>
                </a:cubicBezTo>
                <a:cubicBezTo>
                  <a:pt x="497634" y="38581"/>
                  <a:pt x="495713" y="38954"/>
                  <a:pt x="493569" y="38954"/>
                </a:cubicBezTo>
                <a:cubicBezTo>
                  <a:pt x="490018" y="38954"/>
                  <a:pt x="487312" y="38215"/>
                  <a:pt x="485451" y="36735"/>
                </a:cubicBezTo>
                <a:cubicBezTo>
                  <a:pt x="483590" y="35256"/>
                  <a:pt x="482402" y="33062"/>
                  <a:pt x="481887" y="30155"/>
                </a:cubicBezTo>
                <a:close/>
                <a:moveTo>
                  <a:pt x="527994" y="38337"/>
                </a:moveTo>
                <a:lnTo>
                  <a:pt x="527994" y="34323"/>
                </a:lnTo>
                <a:cubicBezTo>
                  <a:pt x="525867" y="37411"/>
                  <a:pt x="522977" y="38954"/>
                  <a:pt x="519323" y="38954"/>
                </a:cubicBezTo>
                <a:cubicBezTo>
                  <a:pt x="517711" y="38954"/>
                  <a:pt x="516206" y="38646"/>
                  <a:pt x="514808" y="38028"/>
                </a:cubicBezTo>
                <a:cubicBezTo>
                  <a:pt x="513410" y="37411"/>
                  <a:pt x="512372" y="36634"/>
                  <a:pt x="511695" y="35700"/>
                </a:cubicBezTo>
                <a:cubicBezTo>
                  <a:pt x="511017" y="34765"/>
                  <a:pt x="510541" y="33620"/>
                  <a:pt x="510267" y="32265"/>
                </a:cubicBezTo>
                <a:cubicBezTo>
                  <a:pt x="510078" y="31356"/>
                  <a:pt x="509984" y="29915"/>
                  <a:pt x="509984" y="27942"/>
                </a:cubicBezTo>
                <a:lnTo>
                  <a:pt x="509984" y="11012"/>
                </a:lnTo>
                <a:lnTo>
                  <a:pt x="514615" y="11012"/>
                </a:lnTo>
                <a:lnTo>
                  <a:pt x="514615" y="26167"/>
                </a:lnTo>
                <a:cubicBezTo>
                  <a:pt x="514615" y="28585"/>
                  <a:pt x="514709" y="30215"/>
                  <a:pt x="514898" y="31055"/>
                </a:cubicBezTo>
                <a:cubicBezTo>
                  <a:pt x="515189" y="32273"/>
                  <a:pt x="515807" y="33230"/>
                  <a:pt x="516750" y="33924"/>
                </a:cubicBezTo>
                <a:cubicBezTo>
                  <a:pt x="517694" y="34619"/>
                  <a:pt x="518860" y="34966"/>
                  <a:pt x="520250" y="34966"/>
                </a:cubicBezTo>
                <a:cubicBezTo>
                  <a:pt x="521639" y="34966"/>
                  <a:pt x="522943" y="34610"/>
                  <a:pt x="524160" y="33898"/>
                </a:cubicBezTo>
                <a:cubicBezTo>
                  <a:pt x="525378" y="33187"/>
                  <a:pt x="526240" y="32217"/>
                  <a:pt x="526746" y="30991"/>
                </a:cubicBezTo>
                <a:cubicBezTo>
                  <a:pt x="527252" y="29765"/>
                  <a:pt x="527505" y="27985"/>
                  <a:pt x="527505" y="25652"/>
                </a:cubicBezTo>
                <a:lnTo>
                  <a:pt x="527505" y="11012"/>
                </a:lnTo>
                <a:lnTo>
                  <a:pt x="532137" y="11012"/>
                </a:lnTo>
                <a:lnTo>
                  <a:pt x="532137" y="38337"/>
                </a:lnTo>
                <a:lnTo>
                  <a:pt x="527994" y="38337"/>
                </a:lnTo>
                <a:close/>
                <a:moveTo>
                  <a:pt x="557952" y="34963"/>
                </a:moveTo>
                <a:cubicBezTo>
                  <a:pt x="556237" y="36422"/>
                  <a:pt x="554586" y="37452"/>
                  <a:pt x="552999" y="38053"/>
                </a:cubicBezTo>
                <a:cubicBezTo>
                  <a:pt x="551413" y="38654"/>
                  <a:pt x="549710" y="38954"/>
                  <a:pt x="547892" y="38954"/>
                </a:cubicBezTo>
                <a:cubicBezTo>
                  <a:pt x="544890" y="38954"/>
                  <a:pt x="542583" y="38220"/>
                  <a:pt x="540971" y="36753"/>
                </a:cubicBezTo>
                <a:cubicBezTo>
                  <a:pt x="539358" y="35285"/>
                  <a:pt x="538552" y="33410"/>
                  <a:pt x="538552" y="31127"/>
                </a:cubicBezTo>
                <a:cubicBezTo>
                  <a:pt x="538552" y="29788"/>
                  <a:pt x="538857" y="28566"/>
                  <a:pt x="539466" y="27459"/>
                </a:cubicBezTo>
                <a:cubicBezTo>
                  <a:pt x="540074" y="26351"/>
                  <a:pt x="540872" y="25463"/>
                  <a:pt x="541858" y="24793"/>
                </a:cubicBezTo>
                <a:cubicBezTo>
                  <a:pt x="542845" y="24124"/>
                  <a:pt x="543955" y="23618"/>
                  <a:pt x="545190" y="23275"/>
                </a:cubicBezTo>
                <a:cubicBezTo>
                  <a:pt x="546099" y="23034"/>
                  <a:pt x="547472" y="22802"/>
                  <a:pt x="549307" y="22579"/>
                </a:cubicBezTo>
                <a:cubicBezTo>
                  <a:pt x="553046" y="22136"/>
                  <a:pt x="555799" y="21608"/>
                  <a:pt x="557566" y="20995"/>
                </a:cubicBezTo>
                <a:cubicBezTo>
                  <a:pt x="557583" y="20363"/>
                  <a:pt x="557592" y="19962"/>
                  <a:pt x="557592" y="19791"/>
                </a:cubicBezTo>
                <a:cubicBezTo>
                  <a:pt x="557592" y="17911"/>
                  <a:pt x="557154" y="16587"/>
                  <a:pt x="556280" y="15818"/>
                </a:cubicBezTo>
                <a:cubicBezTo>
                  <a:pt x="555096" y="14775"/>
                  <a:pt x="553338" y="14254"/>
                  <a:pt x="551005" y="14254"/>
                </a:cubicBezTo>
                <a:cubicBezTo>
                  <a:pt x="548827" y="14254"/>
                  <a:pt x="547219" y="14636"/>
                  <a:pt x="546181" y="15399"/>
                </a:cubicBezTo>
                <a:cubicBezTo>
                  <a:pt x="545143" y="16162"/>
                  <a:pt x="544376" y="17513"/>
                  <a:pt x="543878" y="19451"/>
                </a:cubicBezTo>
                <a:lnTo>
                  <a:pt x="539350" y="18834"/>
                </a:lnTo>
                <a:cubicBezTo>
                  <a:pt x="539761" y="16890"/>
                  <a:pt x="540439" y="15320"/>
                  <a:pt x="541382" y="14124"/>
                </a:cubicBezTo>
                <a:cubicBezTo>
                  <a:pt x="542326" y="12928"/>
                  <a:pt x="543689" y="12008"/>
                  <a:pt x="545473" y="11363"/>
                </a:cubicBezTo>
                <a:cubicBezTo>
                  <a:pt x="547257" y="10717"/>
                  <a:pt x="549324" y="10395"/>
                  <a:pt x="551674" y="10395"/>
                </a:cubicBezTo>
                <a:cubicBezTo>
                  <a:pt x="554007" y="10395"/>
                  <a:pt x="555902" y="10669"/>
                  <a:pt x="557360" y="11218"/>
                </a:cubicBezTo>
                <a:cubicBezTo>
                  <a:pt x="558818" y="11767"/>
                  <a:pt x="559890" y="12457"/>
                  <a:pt x="560576" y="13289"/>
                </a:cubicBezTo>
                <a:cubicBezTo>
                  <a:pt x="561263" y="14121"/>
                  <a:pt x="561743" y="15172"/>
                  <a:pt x="562017" y="16441"/>
                </a:cubicBezTo>
                <a:cubicBezTo>
                  <a:pt x="562172" y="17230"/>
                  <a:pt x="562249" y="18654"/>
                  <a:pt x="562249" y="20712"/>
                </a:cubicBezTo>
                <a:lnTo>
                  <a:pt x="562249" y="26887"/>
                </a:lnTo>
                <a:cubicBezTo>
                  <a:pt x="562249" y="31193"/>
                  <a:pt x="562348" y="33916"/>
                  <a:pt x="562545" y="35056"/>
                </a:cubicBezTo>
                <a:cubicBezTo>
                  <a:pt x="562742" y="36197"/>
                  <a:pt x="563132" y="37290"/>
                  <a:pt x="563715" y="38337"/>
                </a:cubicBezTo>
                <a:lnTo>
                  <a:pt x="558878" y="38337"/>
                </a:lnTo>
                <a:cubicBezTo>
                  <a:pt x="558398" y="37375"/>
                  <a:pt x="558089" y="36251"/>
                  <a:pt x="557952" y="34963"/>
                </a:cubicBezTo>
                <a:moveTo>
                  <a:pt x="557566" y="24597"/>
                </a:moveTo>
                <a:cubicBezTo>
                  <a:pt x="555885" y="25289"/>
                  <a:pt x="553364" y="25877"/>
                  <a:pt x="550002" y="26361"/>
                </a:cubicBezTo>
                <a:cubicBezTo>
                  <a:pt x="548098" y="26637"/>
                  <a:pt x="546751" y="26947"/>
                  <a:pt x="545962" y="27292"/>
                </a:cubicBezTo>
                <a:cubicBezTo>
                  <a:pt x="545173" y="27636"/>
                  <a:pt x="544564" y="28140"/>
                  <a:pt x="544135" y="28803"/>
                </a:cubicBezTo>
                <a:cubicBezTo>
                  <a:pt x="543707" y="29466"/>
                  <a:pt x="543492" y="30203"/>
                  <a:pt x="543492" y="31012"/>
                </a:cubicBezTo>
                <a:cubicBezTo>
                  <a:pt x="543492" y="32252"/>
                  <a:pt x="543960" y="33285"/>
                  <a:pt x="544894" y="34112"/>
                </a:cubicBezTo>
                <a:cubicBezTo>
                  <a:pt x="545829" y="34939"/>
                  <a:pt x="547197" y="35352"/>
                  <a:pt x="548998" y="35352"/>
                </a:cubicBezTo>
                <a:cubicBezTo>
                  <a:pt x="550782" y="35352"/>
                  <a:pt x="552369" y="34960"/>
                  <a:pt x="553758" y="34176"/>
                </a:cubicBezTo>
                <a:cubicBezTo>
                  <a:pt x="555148" y="33392"/>
                  <a:pt x="556168" y="32319"/>
                  <a:pt x="556820" y="30957"/>
                </a:cubicBezTo>
                <a:cubicBezTo>
                  <a:pt x="557317" y="29906"/>
                  <a:pt x="557566" y="28354"/>
                  <a:pt x="557566" y="26303"/>
                </a:cubicBezTo>
                <a:lnTo>
                  <a:pt x="557566" y="24597"/>
                </a:lnTo>
                <a:close/>
                <a:moveTo>
                  <a:pt x="569105" y="38337"/>
                </a:moveTo>
                <a:lnTo>
                  <a:pt x="569105" y="618"/>
                </a:lnTo>
                <a:lnTo>
                  <a:pt x="573736" y="618"/>
                </a:lnTo>
                <a:lnTo>
                  <a:pt x="573736" y="38337"/>
                </a:lnTo>
                <a:lnTo>
                  <a:pt x="569105" y="38337"/>
                </a:lnTo>
                <a:close/>
                <a:moveTo>
                  <a:pt x="608319" y="48834"/>
                </a:moveTo>
                <a:lnTo>
                  <a:pt x="608319" y="11012"/>
                </a:lnTo>
                <a:lnTo>
                  <a:pt x="612538" y="11012"/>
                </a:lnTo>
                <a:lnTo>
                  <a:pt x="612538" y="14537"/>
                </a:lnTo>
                <a:cubicBezTo>
                  <a:pt x="613533" y="13156"/>
                  <a:pt x="614657" y="12121"/>
                  <a:pt x="615909" y="11430"/>
                </a:cubicBezTo>
                <a:cubicBezTo>
                  <a:pt x="617161" y="10740"/>
                  <a:pt x="618679" y="10395"/>
                  <a:pt x="620463" y="10395"/>
                </a:cubicBezTo>
                <a:cubicBezTo>
                  <a:pt x="622796" y="10395"/>
                  <a:pt x="624854" y="10995"/>
                  <a:pt x="626638" y="12196"/>
                </a:cubicBezTo>
                <a:cubicBezTo>
                  <a:pt x="628422" y="13396"/>
                  <a:pt x="629768" y="15090"/>
                  <a:pt x="630678" y="17277"/>
                </a:cubicBezTo>
                <a:cubicBezTo>
                  <a:pt x="631587" y="19464"/>
                  <a:pt x="632041" y="21861"/>
                  <a:pt x="632041" y="24469"/>
                </a:cubicBezTo>
                <a:cubicBezTo>
                  <a:pt x="632041" y="27265"/>
                  <a:pt x="631539" y="29782"/>
                  <a:pt x="630536" y="32020"/>
                </a:cubicBezTo>
                <a:cubicBezTo>
                  <a:pt x="629533" y="34259"/>
                  <a:pt x="628075" y="35974"/>
                  <a:pt x="626162" y="37166"/>
                </a:cubicBezTo>
                <a:cubicBezTo>
                  <a:pt x="624249" y="38358"/>
                  <a:pt x="622238" y="38954"/>
                  <a:pt x="620128" y="38954"/>
                </a:cubicBezTo>
                <a:cubicBezTo>
                  <a:pt x="618585" y="38954"/>
                  <a:pt x="617200" y="38624"/>
                  <a:pt x="615973" y="37964"/>
                </a:cubicBezTo>
                <a:cubicBezTo>
                  <a:pt x="614747" y="37303"/>
                  <a:pt x="613739" y="36468"/>
                  <a:pt x="612950" y="35460"/>
                </a:cubicBezTo>
                <a:lnTo>
                  <a:pt x="612950" y="48834"/>
                </a:lnTo>
                <a:lnTo>
                  <a:pt x="608319" y="48834"/>
                </a:lnTo>
                <a:moveTo>
                  <a:pt x="612513" y="24790"/>
                </a:moveTo>
                <a:cubicBezTo>
                  <a:pt x="612513" y="28302"/>
                  <a:pt x="613224" y="30898"/>
                  <a:pt x="614648" y="32577"/>
                </a:cubicBezTo>
                <a:cubicBezTo>
                  <a:pt x="616072" y="34255"/>
                  <a:pt x="617796" y="35095"/>
                  <a:pt x="619820" y="35095"/>
                </a:cubicBezTo>
                <a:cubicBezTo>
                  <a:pt x="621878" y="35095"/>
                  <a:pt x="623641" y="34225"/>
                  <a:pt x="625107" y="32487"/>
                </a:cubicBezTo>
                <a:cubicBezTo>
                  <a:pt x="626574" y="30748"/>
                  <a:pt x="627307" y="28054"/>
                  <a:pt x="627307" y="24404"/>
                </a:cubicBezTo>
                <a:cubicBezTo>
                  <a:pt x="627307" y="20927"/>
                  <a:pt x="626591" y="18323"/>
                  <a:pt x="625159" y="16592"/>
                </a:cubicBezTo>
                <a:cubicBezTo>
                  <a:pt x="623726" y="14862"/>
                  <a:pt x="622015" y="13997"/>
                  <a:pt x="620026" y="13997"/>
                </a:cubicBezTo>
                <a:cubicBezTo>
                  <a:pt x="618053" y="13997"/>
                  <a:pt x="616308" y="14918"/>
                  <a:pt x="614790" y="16759"/>
                </a:cubicBezTo>
                <a:cubicBezTo>
                  <a:pt x="613272" y="18601"/>
                  <a:pt x="612513" y="21278"/>
                  <a:pt x="612513" y="24790"/>
                </a:cubicBezTo>
                <a:close/>
                <a:moveTo>
                  <a:pt x="638197" y="38337"/>
                </a:moveTo>
                <a:lnTo>
                  <a:pt x="638197" y="11012"/>
                </a:lnTo>
                <a:lnTo>
                  <a:pt x="642365" y="11012"/>
                </a:lnTo>
                <a:lnTo>
                  <a:pt x="642365" y="15129"/>
                </a:lnTo>
                <a:cubicBezTo>
                  <a:pt x="643428" y="13201"/>
                  <a:pt x="644410" y="11930"/>
                  <a:pt x="645311" y="11316"/>
                </a:cubicBezTo>
                <a:cubicBezTo>
                  <a:pt x="646211" y="10702"/>
                  <a:pt x="647202" y="10395"/>
                  <a:pt x="648283" y="10395"/>
                </a:cubicBezTo>
                <a:cubicBezTo>
                  <a:pt x="649844" y="10395"/>
                  <a:pt x="651430" y="10890"/>
                  <a:pt x="653043" y="11881"/>
                </a:cubicBezTo>
                <a:lnTo>
                  <a:pt x="651447" y="16158"/>
                </a:lnTo>
                <a:cubicBezTo>
                  <a:pt x="650315" y="15489"/>
                  <a:pt x="649183" y="15155"/>
                  <a:pt x="648051" y="15155"/>
                </a:cubicBezTo>
                <a:cubicBezTo>
                  <a:pt x="647039" y="15155"/>
                  <a:pt x="646130" y="15460"/>
                  <a:pt x="645324" y="16070"/>
                </a:cubicBezTo>
                <a:cubicBezTo>
                  <a:pt x="644518" y="16679"/>
                  <a:pt x="643943" y="17525"/>
                  <a:pt x="643600" y="18606"/>
                </a:cubicBezTo>
                <a:cubicBezTo>
                  <a:pt x="643085" y="20255"/>
                  <a:pt x="642828" y="22058"/>
                  <a:pt x="642828" y="24015"/>
                </a:cubicBezTo>
                <a:lnTo>
                  <a:pt x="642828" y="38337"/>
                </a:lnTo>
                <a:lnTo>
                  <a:pt x="638197" y="38337"/>
                </a:lnTo>
                <a:close/>
                <a:moveTo>
                  <a:pt x="674237" y="29537"/>
                </a:moveTo>
                <a:lnTo>
                  <a:pt x="679023" y="30129"/>
                </a:lnTo>
                <a:cubicBezTo>
                  <a:pt x="678268" y="32925"/>
                  <a:pt x="676870" y="35095"/>
                  <a:pt x="674829" y="36639"/>
                </a:cubicBezTo>
                <a:cubicBezTo>
                  <a:pt x="672788" y="38182"/>
                  <a:pt x="670181" y="38954"/>
                  <a:pt x="667007" y="38954"/>
                </a:cubicBezTo>
                <a:cubicBezTo>
                  <a:pt x="663011" y="38954"/>
                  <a:pt x="659842" y="37724"/>
                  <a:pt x="657500" y="35262"/>
                </a:cubicBezTo>
                <a:cubicBezTo>
                  <a:pt x="655159" y="32801"/>
                  <a:pt x="653988" y="29349"/>
                  <a:pt x="653988" y="24906"/>
                </a:cubicBezTo>
                <a:cubicBezTo>
                  <a:pt x="653988" y="20309"/>
                  <a:pt x="655172" y="16741"/>
                  <a:pt x="657539" y="14203"/>
                </a:cubicBezTo>
                <a:cubicBezTo>
                  <a:pt x="659906" y="11664"/>
                  <a:pt x="662976" y="10395"/>
                  <a:pt x="666750" y="10395"/>
                </a:cubicBezTo>
                <a:cubicBezTo>
                  <a:pt x="670404" y="10395"/>
                  <a:pt x="673388" y="11636"/>
                  <a:pt x="675704" y="14120"/>
                </a:cubicBezTo>
                <a:cubicBezTo>
                  <a:pt x="678020" y="16603"/>
                  <a:pt x="679177" y="20096"/>
                  <a:pt x="679177" y="24600"/>
                </a:cubicBezTo>
                <a:cubicBezTo>
                  <a:pt x="679177" y="24874"/>
                  <a:pt x="679169" y="25284"/>
                  <a:pt x="679152" y="25832"/>
                </a:cubicBezTo>
                <a:lnTo>
                  <a:pt x="658774" y="25832"/>
                </a:lnTo>
                <a:cubicBezTo>
                  <a:pt x="658945" y="28825"/>
                  <a:pt x="659795" y="31118"/>
                  <a:pt x="661321" y="32708"/>
                </a:cubicBezTo>
                <a:cubicBezTo>
                  <a:pt x="662848" y="34299"/>
                  <a:pt x="664752" y="35095"/>
                  <a:pt x="667033" y="35095"/>
                </a:cubicBezTo>
                <a:cubicBezTo>
                  <a:pt x="668731" y="35095"/>
                  <a:pt x="670181" y="34653"/>
                  <a:pt x="671381" y="33770"/>
                </a:cubicBezTo>
                <a:cubicBezTo>
                  <a:pt x="672582" y="32886"/>
                  <a:pt x="673534" y="31475"/>
                  <a:pt x="674237" y="29537"/>
                </a:cubicBezTo>
                <a:moveTo>
                  <a:pt x="659031" y="21973"/>
                </a:moveTo>
                <a:lnTo>
                  <a:pt x="674289" y="21973"/>
                </a:lnTo>
                <a:cubicBezTo>
                  <a:pt x="674083" y="19712"/>
                  <a:pt x="673500" y="18016"/>
                  <a:pt x="672539" y="16886"/>
                </a:cubicBezTo>
                <a:cubicBezTo>
                  <a:pt x="671064" y="15131"/>
                  <a:pt x="669151" y="14254"/>
                  <a:pt x="666802" y="14254"/>
                </a:cubicBezTo>
                <a:cubicBezTo>
                  <a:pt x="664675" y="14254"/>
                  <a:pt x="662886" y="14954"/>
                  <a:pt x="661437" y="16355"/>
                </a:cubicBezTo>
                <a:cubicBezTo>
                  <a:pt x="659988" y="17755"/>
                  <a:pt x="659186" y="19628"/>
                  <a:pt x="659031" y="21973"/>
                </a:cubicBezTo>
                <a:close/>
                <a:moveTo>
                  <a:pt x="682766" y="30155"/>
                </a:moveTo>
                <a:lnTo>
                  <a:pt x="687346" y="29434"/>
                </a:lnTo>
                <a:cubicBezTo>
                  <a:pt x="687603" y="31262"/>
                  <a:pt x="688320" y="32662"/>
                  <a:pt x="689495" y="33636"/>
                </a:cubicBezTo>
                <a:cubicBezTo>
                  <a:pt x="690670" y="34608"/>
                  <a:pt x="692312" y="35095"/>
                  <a:pt x="694422" y="35095"/>
                </a:cubicBezTo>
                <a:cubicBezTo>
                  <a:pt x="696549" y="35095"/>
                  <a:pt x="698127" y="34665"/>
                  <a:pt x="699156" y="33806"/>
                </a:cubicBezTo>
                <a:cubicBezTo>
                  <a:pt x="700185" y="32946"/>
                  <a:pt x="700700" y="31938"/>
                  <a:pt x="700700" y="30781"/>
                </a:cubicBezTo>
                <a:cubicBezTo>
                  <a:pt x="700700" y="29743"/>
                  <a:pt x="700245" y="28926"/>
                  <a:pt x="699336" y="28330"/>
                </a:cubicBezTo>
                <a:cubicBezTo>
                  <a:pt x="698701" y="27922"/>
                  <a:pt x="697123" y="27403"/>
                  <a:pt x="694602" y="26773"/>
                </a:cubicBezTo>
                <a:cubicBezTo>
                  <a:pt x="691206" y="25915"/>
                  <a:pt x="688851" y="25172"/>
                  <a:pt x="687539" y="24546"/>
                </a:cubicBezTo>
                <a:cubicBezTo>
                  <a:pt x="686227" y="23919"/>
                  <a:pt x="685232" y="23052"/>
                  <a:pt x="684554" y="21945"/>
                </a:cubicBezTo>
                <a:cubicBezTo>
                  <a:pt x="683877" y="20837"/>
                  <a:pt x="683538" y="19614"/>
                  <a:pt x="683538" y="18275"/>
                </a:cubicBezTo>
                <a:cubicBezTo>
                  <a:pt x="683538" y="17056"/>
                  <a:pt x="683817" y="15927"/>
                  <a:pt x="684374" y="14888"/>
                </a:cubicBezTo>
                <a:cubicBezTo>
                  <a:pt x="684932" y="13850"/>
                  <a:pt x="685691" y="12987"/>
                  <a:pt x="686651" y="12300"/>
                </a:cubicBezTo>
                <a:cubicBezTo>
                  <a:pt x="687372" y="11768"/>
                  <a:pt x="688354" y="11317"/>
                  <a:pt x="689597" y="10949"/>
                </a:cubicBezTo>
                <a:cubicBezTo>
                  <a:pt x="690841" y="10579"/>
                  <a:pt x="692175" y="10395"/>
                  <a:pt x="693598" y="10395"/>
                </a:cubicBezTo>
                <a:cubicBezTo>
                  <a:pt x="695742" y="10395"/>
                  <a:pt x="697625" y="10706"/>
                  <a:pt x="699246" y="11327"/>
                </a:cubicBezTo>
                <a:cubicBezTo>
                  <a:pt x="700867" y="11949"/>
                  <a:pt x="702063" y="12790"/>
                  <a:pt x="702835" y="13853"/>
                </a:cubicBezTo>
                <a:cubicBezTo>
                  <a:pt x="703607" y="14915"/>
                  <a:pt x="704139" y="16335"/>
                  <a:pt x="704430" y="18113"/>
                </a:cubicBezTo>
                <a:lnTo>
                  <a:pt x="699902" y="18731"/>
                </a:lnTo>
                <a:cubicBezTo>
                  <a:pt x="699696" y="17324"/>
                  <a:pt x="699100" y="16227"/>
                  <a:pt x="698114" y="15438"/>
                </a:cubicBezTo>
                <a:cubicBezTo>
                  <a:pt x="697128" y="14649"/>
                  <a:pt x="695734" y="14254"/>
                  <a:pt x="693933" y="14254"/>
                </a:cubicBezTo>
                <a:cubicBezTo>
                  <a:pt x="691806" y="14254"/>
                  <a:pt x="690288" y="14604"/>
                  <a:pt x="689379" y="15304"/>
                </a:cubicBezTo>
                <a:cubicBezTo>
                  <a:pt x="688470" y="16004"/>
                  <a:pt x="688015" y="16823"/>
                  <a:pt x="688015" y="17762"/>
                </a:cubicBezTo>
                <a:cubicBezTo>
                  <a:pt x="688015" y="18359"/>
                  <a:pt x="688204" y="18897"/>
                  <a:pt x="688581" y="19375"/>
                </a:cubicBezTo>
                <a:cubicBezTo>
                  <a:pt x="688959" y="19870"/>
                  <a:pt x="689550" y="20279"/>
                  <a:pt x="690356" y="20604"/>
                </a:cubicBezTo>
                <a:cubicBezTo>
                  <a:pt x="690820" y="20775"/>
                  <a:pt x="692183" y="21167"/>
                  <a:pt x="694447" y="21782"/>
                </a:cubicBezTo>
                <a:cubicBezTo>
                  <a:pt x="697724" y="22656"/>
                  <a:pt x="700009" y="23371"/>
                  <a:pt x="701304" y="23928"/>
                </a:cubicBezTo>
                <a:cubicBezTo>
                  <a:pt x="702599" y="24485"/>
                  <a:pt x="703616" y="25295"/>
                  <a:pt x="704353" y="26358"/>
                </a:cubicBezTo>
                <a:cubicBezTo>
                  <a:pt x="705091" y="27421"/>
                  <a:pt x="705460" y="28740"/>
                  <a:pt x="705460" y="30316"/>
                </a:cubicBezTo>
                <a:cubicBezTo>
                  <a:pt x="705460" y="31859"/>
                  <a:pt x="705009" y="33312"/>
                  <a:pt x="704109" y="34674"/>
                </a:cubicBezTo>
                <a:cubicBezTo>
                  <a:pt x="703208" y="36036"/>
                  <a:pt x="701909" y="37090"/>
                  <a:pt x="700211" y="37836"/>
                </a:cubicBezTo>
                <a:cubicBezTo>
                  <a:pt x="698513" y="38581"/>
                  <a:pt x="696592" y="38954"/>
                  <a:pt x="694447" y="38954"/>
                </a:cubicBezTo>
                <a:cubicBezTo>
                  <a:pt x="690897" y="38954"/>
                  <a:pt x="688191" y="38215"/>
                  <a:pt x="686330" y="36735"/>
                </a:cubicBezTo>
                <a:cubicBezTo>
                  <a:pt x="684469" y="35256"/>
                  <a:pt x="683281" y="33062"/>
                  <a:pt x="682766" y="30155"/>
                </a:cubicBezTo>
                <a:close/>
                <a:moveTo>
                  <a:pt x="729671" y="29537"/>
                </a:moveTo>
                <a:lnTo>
                  <a:pt x="734457" y="30129"/>
                </a:lnTo>
                <a:cubicBezTo>
                  <a:pt x="733702" y="32925"/>
                  <a:pt x="732304" y="35095"/>
                  <a:pt x="730263" y="36639"/>
                </a:cubicBezTo>
                <a:cubicBezTo>
                  <a:pt x="728222" y="38182"/>
                  <a:pt x="725614" y="38954"/>
                  <a:pt x="722441" y="38954"/>
                </a:cubicBezTo>
                <a:cubicBezTo>
                  <a:pt x="718444" y="38954"/>
                  <a:pt x="715275" y="37724"/>
                  <a:pt x="712934" y="35262"/>
                </a:cubicBezTo>
                <a:cubicBezTo>
                  <a:pt x="710593" y="32801"/>
                  <a:pt x="709422" y="29349"/>
                  <a:pt x="709422" y="24906"/>
                </a:cubicBezTo>
                <a:cubicBezTo>
                  <a:pt x="709422" y="20309"/>
                  <a:pt x="710606" y="16741"/>
                  <a:pt x="712973" y="14203"/>
                </a:cubicBezTo>
                <a:cubicBezTo>
                  <a:pt x="715340" y="11664"/>
                  <a:pt x="718410" y="10395"/>
                  <a:pt x="722184" y="10395"/>
                </a:cubicBezTo>
                <a:cubicBezTo>
                  <a:pt x="725837" y="10395"/>
                  <a:pt x="728822" y="11636"/>
                  <a:pt x="731138" y="14120"/>
                </a:cubicBezTo>
                <a:cubicBezTo>
                  <a:pt x="733453" y="16603"/>
                  <a:pt x="734611" y="20096"/>
                  <a:pt x="734611" y="24600"/>
                </a:cubicBezTo>
                <a:cubicBezTo>
                  <a:pt x="734611" y="24874"/>
                  <a:pt x="734603" y="25284"/>
                  <a:pt x="734585" y="25832"/>
                </a:cubicBezTo>
                <a:lnTo>
                  <a:pt x="714208" y="25832"/>
                </a:lnTo>
                <a:cubicBezTo>
                  <a:pt x="714379" y="28825"/>
                  <a:pt x="715228" y="31118"/>
                  <a:pt x="716755" y="32708"/>
                </a:cubicBezTo>
                <a:cubicBezTo>
                  <a:pt x="718282" y="34299"/>
                  <a:pt x="720186" y="35095"/>
                  <a:pt x="722467" y="35095"/>
                </a:cubicBezTo>
                <a:cubicBezTo>
                  <a:pt x="724165" y="35095"/>
                  <a:pt x="725614" y="34653"/>
                  <a:pt x="726815" y="33770"/>
                </a:cubicBezTo>
                <a:cubicBezTo>
                  <a:pt x="728016" y="32886"/>
                  <a:pt x="728968" y="31475"/>
                  <a:pt x="729671" y="29537"/>
                </a:cubicBezTo>
                <a:moveTo>
                  <a:pt x="714465" y="21973"/>
                </a:moveTo>
                <a:lnTo>
                  <a:pt x="729723" y="21973"/>
                </a:lnTo>
                <a:cubicBezTo>
                  <a:pt x="729517" y="19712"/>
                  <a:pt x="728934" y="18016"/>
                  <a:pt x="727973" y="16886"/>
                </a:cubicBezTo>
                <a:cubicBezTo>
                  <a:pt x="726498" y="15131"/>
                  <a:pt x="724585" y="14254"/>
                  <a:pt x="722235" y="14254"/>
                </a:cubicBezTo>
                <a:cubicBezTo>
                  <a:pt x="720108" y="14254"/>
                  <a:pt x="718320" y="14954"/>
                  <a:pt x="716871" y="16355"/>
                </a:cubicBezTo>
                <a:cubicBezTo>
                  <a:pt x="715421" y="17755"/>
                  <a:pt x="714619" y="19628"/>
                  <a:pt x="714465" y="21973"/>
                </a:cubicBezTo>
                <a:close/>
                <a:moveTo>
                  <a:pt x="740895" y="38337"/>
                </a:moveTo>
                <a:lnTo>
                  <a:pt x="740895" y="11012"/>
                </a:lnTo>
                <a:lnTo>
                  <a:pt x="745063" y="11012"/>
                </a:lnTo>
                <a:lnTo>
                  <a:pt x="745063" y="14872"/>
                </a:lnTo>
                <a:cubicBezTo>
                  <a:pt x="747070" y="11887"/>
                  <a:pt x="749969" y="10395"/>
                  <a:pt x="753760" y="10395"/>
                </a:cubicBezTo>
                <a:cubicBezTo>
                  <a:pt x="755406" y="10395"/>
                  <a:pt x="756920" y="10691"/>
                  <a:pt x="758301" y="11282"/>
                </a:cubicBezTo>
                <a:cubicBezTo>
                  <a:pt x="759682" y="11874"/>
                  <a:pt x="760715" y="12650"/>
                  <a:pt x="761401" y="13611"/>
                </a:cubicBezTo>
                <a:cubicBezTo>
                  <a:pt x="762087" y="14571"/>
                  <a:pt x="762568" y="15712"/>
                  <a:pt x="762842" y="17033"/>
                </a:cubicBezTo>
                <a:cubicBezTo>
                  <a:pt x="763014" y="17891"/>
                  <a:pt x="763099" y="19391"/>
                  <a:pt x="763099" y="21535"/>
                </a:cubicBezTo>
                <a:lnTo>
                  <a:pt x="763099" y="38337"/>
                </a:lnTo>
                <a:lnTo>
                  <a:pt x="758468" y="38337"/>
                </a:lnTo>
                <a:lnTo>
                  <a:pt x="758468" y="21698"/>
                </a:lnTo>
                <a:cubicBezTo>
                  <a:pt x="758468" y="19809"/>
                  <a:pt x="758288" y="18397"/>
                  <a:pt x="757928" y="17461"/>
                </a:cubicBezTo>
                <a:cubicBezTo>
                  <a:pt x="757568" y="16525"/>
                  <a:pt x="756929" y="15778"/>
                  <a:pt x="756011" y="15220"/>
                </a:cubicBezTo>
                <a:cubicBezTo>
                  <a:pt x="755093" y="14662"/>
                  <a:pt x="754017" y="14383"/>
                  <a:pt x="752782" y="14383"/>
                </a:cubicBezTo>
                <a:cubicBezTo>
                  <a:pt x="750809" y="14383"/>
                  <a:pt x="749107" y="15010"/>
                  <a:pt x="747675" y="16263"/>
                </a:cubicBezTo>
                <a:cubicBezTo>
                  <a:pt x="746242" y="17517"/>
                  <a:pt x="745526" y="19895"/>
                  <a:pt x="745526" y="23398"/>
                </a:cubicBezTo>
                <a:lnTo>
                  <a:pt x="745526" y="38337"/>
                </a:lnTo>
                <a:lnTo>
                  <a:pt x="740895" y="38337"/>
                </a:lnTo>
                <a:close/>
                <a:moveTo>
                  <a:pt x="780093" y="34246"/>
                </a:moveTo>
                <a:lnTo>
                  <a:pt x="780762" y="38337"/>
                </a:lnTo>
                <a:cubicBezTo>
                  <a:pt x="779459" y="38577"/>
                  <a:pt x="778292" y="38697"/>
                  <a:pt x="777263" y="38697"/>
                </a:cubicBezTo>
                <a:cubicBezTo>
                  <a:pt x="775582" y="38697"/>
                  <a:pt x="774279" y="38431"/>
                  <a:pt x="773352" y="37899"/>
                </a:cubicBezTo>
                <a:cubicBezTo>
                  <a:pt x="772426" y="37368"/>
                  <a:pt x="771774" y="36669"/>
                  <a:pt x="771397" y="35802"/>
                </a:cubicBezTo>
                <a:cubicBezTo>
                  <a:pt x="771020" y="34936"/>
                  <a:pt x="770831" y="33114"/>
                  <a:pt x="770831" y="30335"/>
                </a:cubicBezTo>
                <a:lnTo>
                  <a:pt x="770831" y="14614"/>
                </a:lnTo>
                <a:lnTo>
                  <a:pt x="767435" y="14614"/>
                </a:lnTo>
                <a:lnTo>
                  <a:pt x="767435" y="11012"/>
                </a:lnTo>
                <a:lnTo>
                  <a:pt x="770831" y="11012"/>
                </a:lnTo>
                <a:lnTo>
                  <a:pt x="770831" y="4227"/>
                </a:lnTo>
                <a:lnTo>
                  <a:pt x="775436" y="1441"/>
                </a:lnTo>
                <a:lnTo>
                  <a:pt x="775436" y="11012"/>
                </a:lnTo>
                <a:lnTo>
                  <a:pt x="780093" y="11012"/>
                </a:lnTo>
                <a:lnTo>
                  <a:pt x="780093" y="14614"/>
                </a:lnTo>
                <a:lnTo>
                  <a:pt x="775436" y="14614"/>
                </a:lnTo>
                <a:lnTo>
                  <a:pt x="775436" y="30592"/>
                </a:lnTo>
                <a:cubicBezTo>
                  <a:pt x="775436" y="31913"/>
                  <a:pt x="775518" y="32762"/>
                  <a:pt x="775681" y="33139"/>
                </a:cubicBezTo>
                <a:cubicBezTo>
                  <a:pt x="775844" y="33517"/>
                  <a:pt x="776110" y="33817"/>
                  <a:pt x="776478" y="34040"/>
                </a:cubicBezTo>
                <a:cubicBezTo>
                  <a:pt x="776847" y="34263"/>
                  <a:pt x="777375" y="34374"/>
                  <a:pt x="778061" y="34374"/>
                </a:cubicBezTo>
                <a:cubicBezTo>
                  <a:pt x="778575" y="34374"/>
                  <a:pt x="779253" y="34332"/>
                  <a:pt x="780093" y="34246"/>
                </a:cubicBezTo>
                <a:close/>
                <a:moveTo>
                  <a:pt x="803200" y="34963"/>
                </a:moveTo>
                <a:cubicBezTo>
                  <a:pt x="801484" y="36422"/>
                  <a:pt x="799833" y="37452"/>
                  <a:pt x="798247" y="38053"/>
                </a:cubicBezTo>
                <a:cubicBezTo>
                  <a:pt x="796660" y="38654"/>
                  <a:pt x="794958" y="38954"/>
                  <a:pt x="793139" y="38954"/>
                </a:cubicBezTo>
                <a:cubicBezTo>
                  <a:pt x="790138" y="38954"/>
                  <a:pt x="787831" y="38220"/>
                  <a:pt x="786218" y="36753"/>
                </a:cubicBezTo>
                <a:cubicBezTo>
                  <a:pt x="784606" y="35285"/>
                  <a:pt x="783800" y="33410"/>
                  <a:pt x="783800" y="31127"/>
                </a:cubicBezTo>
                <a:cubicBezTo>
                  <a:pt x="783800" y="29788"/>
                  <a:pt x="784104" y="28566"/>
                  <a:pt x="784713" y="27459"/>
                </a:cubicBezTo>
                <a:cubicBezTo>
                  <a:pt x="785322" y="26351"/>
                  <a:pt x="786120" y="25463"/>
                  <a:pt x="787106" y="24793"/>
                </a:cubicBezTo>
                <a:cubicBezTo>
                  <a:pt x="788092" y="24124"/>
                  <a:pt x="789203" y="23618"/>
                  <a:pt x="790438" y="23275"/>
                </a:cubicBezTo>
                <a:cubicBezTo>
                  <a:pt x="791347" y="23034"/>
                  <a:pt x="792719" y="22802"/>
                  <a:pt x="794555" y="22579"/>
                </a:cubicBezTo>
                <a:cubicBezTo>
                  <a:pt x="798294" y="22136"/>
                  <a:pt x="801047" y="21608"/>
                  <a:pt x="802814" y="20995"/>
                </a:cubicBezTo>
                <a:cubicBezTo>
                  <a:pt x="802831" y="20363"/>
                  <a:pt x="802839" y="19962"/>
                  <a:pt x="802839" y="19791"/>
                </a:cubicBezTo>
                <a:cubicBezTo>
                  <a:pt x="802839" y="17911"/>
                  <a:pt x="802402" y="16587"/>
                  <a:pt x="801527" y="15818"/>
                </a:cubicBezTo>
                <a:cubicBezTo>
                  <a:pt x="800344" y="14775"/>
                  <a:pt x="798585" y="14254"/>
                  <a:pt x="796253" y="14254"/>
                </a:cubicBezTo>
                <a:cubicBezTo>
                  <a:pt x="794074" y="14254"/>
                  <a:pt x="792466" y="14636"/>
                  <a:pt x="791428" y="15399"/>
                </a:cubicBezTo>
                <a:cubicBezTo>
                  <a:pt x="790391" y="16162"/>
                  <a:pt x="789623" y="17513"/>
                  <a:pt x="789126" y="19451"/>
                </a:cubicBezTo>
                <a:lnTo>
                  <a:pt x="784597" y="18834"/>
                </a:lnTo>
                <a:cubicBezTo>
                  <a:pt x="785009" y="16890"/>
                  <a:pt x="785686" y="15320"/>
                  <a:pt x="786630" y="14124"/>
                </a:cubicBezTo>
                <a:cubicBezTo>
                  <a:pt x="787573" y="12928"/>
                  <a:pt x="788937" y="12008"/>
                  <a:pt x="790721" y="11363"/>
                </a:cubicBezTo>
                <a:cubicBezTo>
                  <a:pt x="792505" y="10717"/>
                  <a:pt x="794572" y="10395"/>
                  <a:pt x="796922" y="10395"/>
                </a:cubicBezTo>
                <a:cubicBezTo>
                  <a:pt x="799254" y="10395"/>
                  <a:pt x="801150" y="10669"/>
                  <a:pt x="802608" y="11218"/>
                </a:cubicBezTo>
                <a:cubicBezTo>
                  <a:pt x="804066" y="11767"/>
                  <a:pt x="805138" y="12457"/>
                  <a:pt x="805824" y="13289"/>
                </a:cubicBezTo>
                <a:cubicBezTo>
                  <a:pt x="806510" y="14121"/>
                  <a:pt x="806990" y="15172"/>
                  <a:pt x="807265" y="16441"/>
                </a:cubicBezTo>
                <a:cubicBezTo>
                  <a:pt x="807419" y="17230"/>
                  <a:pt x="807496" y="18654"/>
                  <a:pt x="807496" y="20712"/>
                </a:cubicBezTo>
                <a:lnTo>
                  <a:pt x="807496" y="26887"/>
                </a:lnTo>
                <a:cubicBezTo>
                  <a:pt x="807496" y="31193"/>
                  <a:pt x="807595" y="33916"/>
                  <a:pt x="807792" y="35056"/>
                </a:cubicBezTo>
                <a:cubicBezTo>
                  <a:pt x="807990" y="36197"/>
                  <a:pt x="808380" y="37290"/>
                  <a:pt x="808963" y="38337"/>
                </a:cubicBezTo>
                <a:lnTo>
                  <a:pt x="804126" y="38337"/>
                </a:lnTo>
                <a:cubicBezTo>
                  <a:pt x="803646" y="37375"/>
                  <a:pt x="803337" y="36251"/>
                  <a:pt x="803200" y="34963"/>
                </a:cubicBezTo>
                <a:moveTo>
                  <a:pt x="802814" y="24597"/>
                </a:moveTo>
                <a:cubicBezTo>
                  <a:pt x="801133" y="25289"/>
                  <a:pt x="798611" y="25877"/>
                  <a:pt x="795249" y="26361"/>
                </a:cubicBezTo>
                <a:cubicBezTo>
                  <a:pt x="793345" y="26637"/>
                  <a:pt x="791999" y="26947"/>
                  <a:pt x="791210" y="27292"/>
                </a:cubicBezTo>
                <a:cubicBezTo>
                  <a:pt x="790421" y="27636"/>
                  <a:pt x="789812" y="28140"/>
                  <a:pt x="789383" y="28803"/>
                </a:cubicBezTo>
                <a:cubicBezTo>
                  <a:pt x="788954" y="29466"/>
                  <a:pt x="788740" y="30203"/>
                  <a:pt x="788740" y="31012"/>
                </a:cubicBezTo>
                <a:cubicBezTo>
                  <a:pt x="788740" y="32252"/>
                  <a:pt x="789207" y="33285"/>
                  <a:pt x="790142" y="34112"/>
                </a:cubicBezTo>
                <a:cubicBezTo>
                  <a:pt x="791077" y="34939"/>
                  <a:pt x="792445" y="35352"/>
                  <a:pt x="794246" y="35352"/>
                </a:cubicBezTo>
                <a:cubicBezTo>
                  <a:pt x="796030" y="35352"/>
                  <a:pt x="797616" y="34960"/>
                  <a:pt x="799006" y="34176"/>
                </a:cubicBezTo>
                <a:cubicBezTo>
                  <a:pt x="800395" y="33392"/>
                  <a:pt x="801416" y="32319"/>
                  <a:pt x="802067" y="30957"/>
                </a:cubicBezTo>
                <a:cubicBezTo>
                  <a:pt x="802565" y="29906"/>
                  <a:pt x="802814" y="28354"/>
                  <a:pt x="802814" y="26303"/>
                </a:cubicBezTo>
                <a:lnTo>
                  <a:pt x="802814" y="24597"/>
                </a:lnTo>
                <a:close/>
                <a:moveTo>
                  <a:pt x="824568" y="34246"/>
                </a:moveTo>
                <a:lnTo>
                  <a:pt x="825237" y="38337"/>
                </a:lnTo>
                <a:cubicBezTo>
                  <a:pt x="823933" y="38577"/>
                  <a:pt x="822766" y="38697"/>
                  <a:pt x="821737" y="38697"/>
                </a:cubicBezTo>
                <a:cubicBezTo>
                  <a:pt x="820056" y="38697"/>
                  <a:pt x="818753" y="38431"/>
                  <a:pt x="817826" y="37899"/>
                </a:cubicBezTo>
                <a:cubicBezTo>
                  <a:pt x="816900" y="37368"/>
                  <a:pt x="816248" y="36669"/>
                  <a:pt x="815871" y="35802"/>
                </a:cubicBezTo>
                <a:cubicBezTo>
                  <a:pt x="815494" y="34936"/>
                  <a:pt x="815305" y="33114"/>
                  <a:pt x="815305" y="30335"/>
                </a:cubicBezTo>
                <a:lnTo>
                  <a:pt x="815305" y="14614"/>
                </a:lnTo>
                <a:lnTo>
                  <a:pt x="811909" y="14614"/>
                </a:lnTo>
                <a:lnTo>
                  <a:pt x="811909" y="11012"/>
                </a:lnTo>
                <a:lnTo>
                  <a:pt x="815305" y="11012"/>
                </a:lnTo>
                <a:lnTo>
                  <a:pt x="815305" y="4227"/>
                </a:lnTo>
                <a:lnTo>
                  <a:pt x="819911" y="1441"/>
                </a:lnTo>
                <a:lnTo>
                  <a:pt x="819911" y="11012"/>
                </a:lnTo>
                <a:lnTo>
                  <a:pt x="824568" y="11012"/>
                </a:lnTo>
                <a:lnTo>
                  <a:pt x="824568" y="14614"/>
                </a:lnTo>
                <a:lnTo>
                  <a:pt x="819911" y="14614"/>
                </a:lnTo>
                <a:lnTo>
                  <a:pt x="819911" y="30592"/>
                </a:lnTo>
                <a:cubicBezTo>
                  <a:pt x="819911" y="31913"/>
                  <a:pt x="819992" y="32762"/>
                  <a:pt x="820155" y="33139"/>
                </a:cubicBezTo>
                <a:cubicBezTo>
                  <a:pt x="820318" y="33517"/>
                  <a:pt x="820584" y="33817"/>
                  <a:pt x="820953" y="34040"/>
                </a:cubicBezTo>
                <a:cubicBezTo>
                  <a:pt x="821321" y="34263"/>
                  <a:pt x="821849" y="34374"/>
                  <a:pt x="822535" y="34374"/>
                </a:cubicBezTo>
                <a:cubicBezTo>
                  <a:pt x="823050" y="34374"/>
                  <a:pt x="823727" y="34332"/>
                  <a:pt x="824568" y="34246"/>
                </a:cubicBezTo>
                <a:close/>
                <a:moveTo>
                  <a:pt x="829131" y="5969"/>
                </a:moveTo>
                <a:lnTo>
                  <a:pt x="829131" y="618"/>
                </a:lnTo>
                <a:lnTo>
                  <a:pt x="833762" y="618"/>
                </a:lnTo>
                <a:lnTo>
                  <a:pt x="833762" y="5969"/>
                </a:lnTo>
                <a:lnTo>
                  <a:pt x="829131" y="5969"/>
                </a:lnTo>
                <a:moveTo>
                  <a:pt x="829131" y="38337"/>
                </a:moveTo>
                <a:lnTo>
                  <a:pt x="829131" y="11012"/>
                </a:lnTo>
                <a:lnTo>
                  <a:pt x="833762" y="11012"/>
                </a:lnTo>
                <a:lnTo>
                  <a:pt x="833762" y="38337"/>
                </a:lnTo>
                <a:lnTo>
                  <a:pt x="829131" y="38337"/>
                </a:lnTo>
                <a:close/>
                <a:moveTo>
                  <a:pt x="839080" y="24674"/>
                </a:moveTo>
                <a:cubicBezTo>
                  <a:pt x="839080" y="19614"/>
                  <a:pt x="840486" y="15866"/>
                  <a:pt x="843300" y="13431"/>
                </a:cubicBezTo>
                <a:cubicBezTo>
                  <a:pt x="845649" y="11407"/>
                  <a:pt x="848514" y="10395"/>
                  <a:pt x="851893" y="10395"/>
                </a:cubicBezTo>
                <a:cubicBezTo>
                  <a:pt x="855650" y="10395"/>
                  <a:pt x="858720" y="11625"/>
                  <a:pt x="861104" y="14087"/>
                </a:cubicBezTo>
                <a:cubicBezTo>
                  <a:pt x="863489" y="16548"/>
                  <a:pt x="864681" y="19949"/>
                  <a:pt x="864681" y="24289"/>
                </a:cubicBezTo>
                <a:cubicBezTo>
                  <a:pt x="864681" y="27805"/>
                  <a:pt x="864153" y="30571"/>
                  <a:pt x="863098" y="32586"/>
                </a:cubicBezTo>
                <a:cubicBezTo>
                  <a:pt x="862043" y="34602"/>
                  <a:pt x="860508" y="36167"/>
                  <a:pt x="858493" y="37282"/>
                </a:cubicBezTo>
                <a:cubicBezTo>
                  <a:pt x="856477" y="38397"/>
                  <a:pt x="854277" y="38954"/>
                  <a:pt x="851893" y="38954"/>
                </a:cubicBezTo>
                <a:cubicBezTo>
                  <a:pt x="848068" y="38954"/>
                  <a:pt x="844976" y="37728"/>
                  <a:pt x="842618" y="35275"/>
                </a:cubicBezTo>
                <a:cubicBezTo>
                  <a:pt x="840259" y="32822"/>
                  <a:pt x="839080" y="29289"/>
                  <a:pt x="839080" y="24674"/>
                </a:cubicBezTo>
                <a:moveTo>
                  <a:pt x="843840" y="24662"/>
                </a:moveTo>
                <a:cubicBezTo>
                  <a:pt x="843840" y="28148"/>
                  <a:pt x="844603" y="30758"/>
                  <a:pt x="846130" y="32493"/>
                </a:cubicBezTo>
                <a:cubicBezTo>
                  <a:pt x="847656" y="34228"/>
                  <a:pt x="849577" y="35095"/>
                  <a:pt x="851893" y="35095"/>
                </a:cubicBezTo>
                <a:cubicBezTo>
                  <a:pt x="854192" y="35095"/>
                  <a:pt x="856104" y="34223"/>
                  <a:pt x="857631" y="32480"/>
                </a:cubicBezTo>
                <a:cubicBezTo>
                  <a:pt x="859157" y="30737"/>
                  <a:pt x="859921" y="28080"/>
                  <a:pt x="859921" y="24508"/>
                </a:cubicBezTo>
                <a:cubicBezTo>
                  <a:pt x="859921" y="21141"/>
                  <a:pt x="859153" y="18591"/>
                  <a:pt x="857618" y="16856"/>
                </a:cubicBezTo>
                <a:cubicBezTo>
                  <a:pt x="856083" y="15121"/>
                  <a:pt x="854174" y="14254"/>
                  <a:pt x="851893" y="14254"/>
                </a:cubicBezTo>
                <a:cubicBezTo>
                  <a:pt x="849577" y="14254"/>
                  <a:pt x="847656" y="15117"/>
                  <a:pt x="846130" y="16843"/>
                </a:cubicBezTo>
                <a:cubicBezTo>
                  <a:pt x="844603" y="18569"/>
                  <a:pt x="843840" y="21175"/>
                  <a:pt x="843840" y="24662"/>
                </a:cubicBezTo>
                <a:close/>
                <a:moveTo>
                  <a:pt x="869891" y="38337"/>
                </a:moveTo>
                <a:lnTo>
                  <a:pt x="869891" y="11012"/>
                </a:lnTo>
                <a:lnTo>
                  <a:pt x="874059" y="11012"/>
                </a:lnTo>
                <a:lnTo>
                  <a:pt x="874059" y="14872"/>
                </a:lnTo>
                <a:cubicBezTo>
                  <a:pt x="876066" y="11887"/>
                  <a:pt x="878964" y="10395"/>
                  <a:pt x="882755" y="10395"/>
                </a:cubicBezTo>
                <a:cubicBezTo>
                  <a:pt x="884402" y="10395"/>
                  <a:pt x="885916" y="10691"/>
                  <a:pt x="887296" y="11282"/>
                </a:cubicBezTo>
                <a:cubicBezTo>
                  <a:pt x="888677" y="11874"/>
                  <a:pt x="889711" y="12650"/>
                  <a:pt x="890397" y="13611"/>
                </a:cubicBezTo>
                <a:cubicBezTo>
                  <a:pt x="891083" y="14571"/>
                  <a:pt x="891563" y="15712"/>
                  <a:pt x="891838" y="17033"/>
                </a:cubicBezTo>
                <a:cubicBezTo>
                  <a:pt x="892009" y="17891"/>
                  <a:pt x="892095" y="19391"/>
                  <a:pt x="892095" y="21535"/>
                </a:cubicBezTo>
                <a:lnTo>
                  <a:pt x="892095" y="38337"/>
                </a:lnTo>
                <a:lnTo>
                  <a:pt x="887464" y="38337"/>
                </a:lnTo>
                <a:lnTo>
                  <a:pt x="887464" y="21698"/>
                </a:lnTo>
                <a:cubicBezTo>
                  <a:pt x="887464" y="19809"/>
                  <a:pt x="887284" y="18397"/>
                  <a:pt x="886923" y="17461"/>
                </a:cubicBezTo>
                <a:cubicBezTo>
                  <a:pt x="886563" y="16525"/>
                  <a:pt x="885924" y="15778"/>
                  <a:pt x="885007" y="15220"/>
                </a:cubicBezTo>
                <a:cubicBezTo>
                  <a:pt x="884089" y="14662"/>
                  <a:pt x="883013" y="14383"/>
                  <a:pt x="881778" y="14383"/>
                </a:cubicBezTo>
                <a:cubicBezTo>
                  <a:pt x="879805" y="14383"/>
                  <a:pt x="878103" y="15010"/>
                  <a:pt x="876670" y="16263"/>
                </a:cubicBezTo>
                <a:cubicBezTo>
                  <a:pt x="875238" y="17517"/>
                  <a:pt x="874522" y="19895"/>
                  <a:pt x="874522" y="23398"/>
                </a:cubicBezTo>
                <a:lnTo>
                  <a:pt x="874522" y="38337"/>
                </a:lnTo>
                <a:lnTo>
                  <a:pt x="869891" y="38337"/>
                </a:lnTo>
                <a:close/>
                <a:moveTo>
                  <a:pt x="926391" y="24674"/>
                </a:moveTo>
                <a:cubicBezTo>
                  <a:pt x="926391" y="19614"/>
                  <a:pt x="927798" y="15866"/>
                  <a:pt x="930611" y="13431"/>
                </a:cubicBezTo>
                <a:cubicBezTo>
                  <a:pt x="932961" y="11407"/>
                  <a:pt x="935825" y="10395"/>
                  <a:pt x="939204" y="10395"/>
                </a:cubicBezTo>
                <a:cubicBezTo>
                  <a:pt x="942961" y="10395"/>
                  <a:pt x="946031" y="11625"/>
                  <a:pt x="948415" y="14087"/>
                </a:cubicBezTo>
                <a:cubicBezTo>
                  <a:pt x="950800" y="16548"/>
                  <a:pt x="951992" y="19949"/>
                  <a:pt x="951992" y="24289"/>
                </a:cubicBezTo>
                <a:cubicBezTo>
                  <a:pt x="951992" y="27805"/>
                  <a:pt x="951464" y="30571"/>
                  <a:pt x="950409" y="32586"/>
                </a:cubicBezTo>
                <a:cubicBezTo>
                  <a:pt x="949355" y="34602"/>
                  <a:pt x="947819" y="36167"/>
                  <a:pt x="945804" y="37282"/>
                </a:cubicBezTo>
                <a:cubicBezTo>
                  <a:pt x="943788" y="38397"/>
                  <a:pt x="941589" y="38954"/>
                  <a:pt x="939204" y="38954"/>
                </a:cubicBezTo>
                <a:cubicBezTo>
                  <a:pt x="935379" y="38954"/>
                  <a:pt x="932287" y="37728"/>
                  <a:pt x="929929" y="35275"/>
                </a:cubicBezTo>
                <a:cubicBezTo>
                  <a:pt x="927570" y="32822"/>
                  <a:pt x="926391" y="29289"/>
                  <a:pt x="926391" y="24674"/>
                </a:cubicBezTo>
                <a:moveTo>
                  <a:pt x="931151" y="24662"/>
                </a:moveTo>
                <a:cubicBezTo>
                  <a:pt x="931151" y="28148"/>
                  <a:pt x="931914" y="30758"/>
                  <a:pt x="933441" y="32493"/>
                </a:cubicBezTo>
                <a:cubicBezTo>
                  <a:pt x="934968" y="34228"/>
                  <a:pt x="936889" y="35095"/>
                  <a:pt x="939204" y="35095"/>
                </a:cubicBezTo>
                <a:cubicBezTo>
                  <a:pt x="941503" y="35095"/>
                  <a:pt x="943415" y="34223"/>
                  <a:pt x="944942" y="32480"/>
                </a:cubicBezTo>
                <a:cubicBezTo>
                  <a:pt x="946469" y="30737"/>
                  <a:pt x="947232" y="28080"/>
                  <a:pt x="947232" y="24508"/>
                </a:cubicBezTo>
                <a:cubicBezTo>
                  <a:pt x="947232" y="21141"/>
                  <a:pt x="946464" y="18591"/>
                  <a:pt x="944929" y="16856"/>
                </a:cubicBezTo>
                <a:cubicBezTo>
                  <a:pt x="943394" y="15121"/>
                  <a:pt x="941486" y="14254"/>
                  <a:pt x="939204" y="14254"/>
                </a:cubicBezTo>
                <a:cubicBezTo>
                  <a:pt x="936889" y="14254"/>
                  <a:pt x="934968" y="15117"/>
                  <a:pt x="933441" y="16843"/>
                </a:cubicBezTo>
                <a:cubicBezTo>
                  <a:pt x="931914" y="18569"/>
                  <a:pt x="931151" y="21175"/>
                  <a:pt x="931151" y="24662"/>
                </a:cubicBezTo>
                <a:close/>
                <a:moveTo>
                  <a:pt x="958294" y="38337"/>
                </a:moveTo>
                <a:lnTo>
                  <a:pt x="958294" y="14614"/>
                </a:lnTo>
                <a:lnTo>
                  <a:pt x="954203" y="14614"/>
                </a:lnTo>
                <a:lnTo>
                  <a:pt x="954203" y="11012"/>
                </a:lnTo>
                <a:lnTo>
                  <a:pt x="958294" y="11012"/>
                </a:lnTo>
                <a:lnTo>
                  <a:pt x="958294" y="8111"/>
                </a:lnTo>
                <a:cubicBezTo>
                  <a:pt x="958294" y="6280"/>
                  <a:pt x="958457" y="4920"/>
                  <a:pt x="958783" y="4030"/>
                </a:cubicBezTo>
                <a:cubicBezTo>
                  <a:pt x="959229" y="2832"/>
                  <a:pt x="960014" y="1861"/>
                  <a:pt x="961137" y="1117"/>
                </a:cubicBezTo>
                <a:cubicBezTo>
                  <a:pt x="962261" y="372"/>
                  <a:pt x="963835" y="0"/>
                  <a:pt x="965859" y="0"/>
                </a:cubicBezTo>
                <a:cubicBezTo>
                  <a:pt x="967162" y="0"/>
                  <a:pt x="968603" y="154"/>
                  <a:pt x="970181" y="463"/>
                </a:cubicBezTo>
                <a:lnTo>
                  <a:pt x="969487" y="4503"/>
                </a:lnTo>
                <a:cubicBezTo>
                  <a:pt x="968526" y="4331"/>
                  <a:pt x="967617" y="4245"/>
                  <a:pt x="966759" y="4245"/>
                </a:cubicBezTo>
                <a:cubicBezTo>
                  <a:pt x="965353" y="4245"/>
                  <a:pt x="964358" y="4544"/>
                  <a:pt x="963775" y="5143"/>
                </a:cubicBezTo>
                <a:cubicBezTo>
                  <a:pt x="963192" y="5741"/>
                  <a:pt x="962900" y="6860"/>
                  <a:pt x="962900" y="8500"/>
                </a:cubicBezTo>
                <a:lnTo>
                  <a:pt x="962900" y="11012"/>
                </a:lnTo>
                <a:lnTo>
                  <a:pt x="968226" y="11012"/>
                </a:lnTo>
                <a:lnTo>
                  <a:pt x="968226" y="14614"/>
                </a:lnTo>
                <a:lnTo>
                  <a:pt x="962900" y="14614"/>
                </a:lnTo>
                <a:lnTo>
                  <a:pt x="962900" y="38337"/>
                </a:lnTo>
                <a:lnTo>
                  <a:pt x="958294" y="38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thepatch,Ithinkthispatchresolvedthe">
            <a:extLst xmlns:a="http://schemas.openxmlformats.org/drawingml/2006/main">
              <a:ext uri="{FF2B5EF4-FFF2-40B4-BE49-F238E27FC236}">
                <a16:creationId xmlns:a16="http://schemas.microsoft.com/office/drawing/2014/main" id="{346A6BAE-5661-4402-9416-C3CB03C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43" y="5169548"/>
            <a:ext cx="969187" cy="48217"/>
          </a:xfrm>
          <a:custGeom xmlns:a="http://schemas.openxmlformats.org/drawingml/2006/main">
            <a:pathLst>
              <a:path w="969187" h="48217">
                <a:moveTo>
                  <a:pt x="12659" y="33628"/>
                </a:moveTo>
                <a:lnTo>
                  <a:pt x="13328" y="37719"/>
                </a:lnTo>
                <a:cubicBezTo>
                  <a:pt x="12024" y="37959"/>
                  <a:pt x="10858" y="38079"/>
                  <a:pt x="9829" y="38079"/>
                </a:cubicBezTo>
                <a:cubicBezTo>
                  <a:pt x="8148" y="38079"/>
                  <a:pt x="6844" y="37814"/>
                  <a:pt x="5918" y="37282"/>
                </a:cubicBezTo>
                <a:cubicBezTo>
                  <a:pt x="4992" y="36750"/>
                  <a:pt x="4340" y="36051"/>
                  <a:pt x="3962" y="35185"/>
                </a:cubicBezTo>
                <a:cubicBezTo>
                  <a:pt x="3585" y="34319"/>
                  <a:pt x="3396" y="32496"/>
                  <a:pt x="3396" y="29717"/>
                </a:cubicBezTo>
                <a:lnTo>
                  <a:pt x="3396" y="13997"/>
                </a:lnTo>
                <a:lnTo>
                  <a:pt x="0" y="13997"/>
                </a:lnTo>
                <a:lnTo>
                  <a:pt x="0" y="10395"/>
                </a:lnTo>
                <a:lnTo>
                  <a:pt x="3396" y="10395"/>
                </a:lnTo>
                <a:lnTo>
                  <a:pt x="3396" y="3609"/>
                </a:lnTo>
                <a:lnTo>
                  <a:pt x="8002" y="823"/>
                </a:lnTo>
                <a:lnTo>
                  <a:pt x="8002" y="10395"/>
                </a:lnTo>
                <a:lnTo>
                  <a:pt x="12659" y="10395"/>
                </a:lnTo>
                <a:lnTo>
                  <a:pt x="12659" y="13997"/>
                </a:lnTo>
                <a:lnTo>
                  <a:pt x="8002" y="13997"/>
                </a:lnTo>
                <a:lnTo>
                  <a:pt x="8002" y="29975"/>
                </a:lnTo>
                <a:cubicBezTo>
                  <a:pt x="8002" y="31296"/>
                  <a:pt x="8083" y="32145"/>
                  <a:pt x="8246" y="32522"/>
                </a:cubicBezTo>
                <a:cubicBezTo>
                  <a:pt x="8409" y="32899"/>
                  <a:pt x="8675" y="33199"/>
                  <a:pt x="9044" y="33422"/>
                </a:cubicBezTo>
                <a:cubicBezTo>
                  <a:pt x="9413" y="33645"/>
                  <a:pt x="9940" y="33757"/>
                  <a:pt x="10626" y="33757"/>
                </a:cubicBezTo>
                <a:cubicBezTo>
                  <a:pt x="11141" y="33757"/>
                  <a:pt x="11818" y="33714"/>
                  <a:pt x="12659" y="33628"/>
                </a:cubicBezTo>
                <a:close/>
                <a:moveTo>
                  <a:pt x="17197" y="37719"/>
                </a:moveTo>
                <a:lnTo>
                  <a:pt x="17197" y="0"/>
                </a:lnTo>
                <a:lnTo>
                  <a:pt x="21828" y="0"/>
                </a:lnTo>
                <a:lnTo>
                  <a:pt x="21828" y="13534"/>
                </a:lnTo>
                <a:cubicBezTo>
                  <a:pt x="23989" y="11029"/>
                  <a:pt x="26717" y="9777"/>
                  <a:pt x="30010" y="9777"/>
                </a:cubicBezTo>
                <a:cubicBezTo>
                  <a:pt x="32034" y="9777"/>
                  <a:pt x="33792" y="10176"/>
                  <a:pt x="35285" y="10974"/>
                </a:cubicBezTo>
                <a:cubicBezTo>
                  <a:pt x="36777" y="11771"/>
                  <a:pt x="37845" y="12873"/>
                  <a:pt x="38488" y="14280"/>
                </a:cubicBezTo>
                <a:cubicBezTo>
                  <a:pt x="39131" y="15686"/>
                  <a:pt x="39453" y="17728"/>
                  <a:pt x="39453" y="20403"/>
                </a:cubicBezTo>
                <a:lnTo>
                  <a:pt x="39453" y="37719"/>
                </a:lnTo>
                <a:lnTo>
                  <a:pt x="34821" y="37719"/>
                </a:lnTo>
                <a:lnTo>
                  <a:pt x="34821" y="20403"/>
                </a:lnTo>
                <a:cubicBezTo>
                  <a:pt x="34821" y="18088"/>
                  <a:pt x="34320" y="16402"/>
                  <a:pt x="33316" y="15348"/>
                </a:cubicBezTo>
                <a:cubicBezTo>
                  <a:pt x="32313" y="14293"/>
                  <a:pt x="30893" y="13765"/>
                  <a:pt x="29058" y="13765"/>
                </a:cubicBezTo>
                <a:cubicBezTo>
                  <a:pt x="27686" y="13765"/>
                  <a:pt x="26395" y="14121"/>
                  <a:pt x="25186" y="14833"/>
                </a:cubicBezTo>
                <a:cubicBezTo>
                  <a:pt x="23976" y="15545"/>
                  <a:pt x="23115" y="16510"/>
                  <a:pt x="22600" y="17728"/>
                </a:cubicBezTo>
                <a:cubicBezTo>
                  <a:pt x="22085" y="18945"/>
                  <a:pt x="21828" y="20626"/>
                  <a:pt x="21828" y="22771"/>
                </a:cubicBezTo>
                <a:lnTo>
                  <a:pt x="21828" y="37719"/>
                </a:lnTo>
                <a:lnTo>
                  <a:pt x="17197" y="37719"/>
                </a:lnTo>
                <a:close/>
                <a:moveTo>
                  <a:pt x="64883" y="28920"/>
                </a:moveTo>
                <a:lnTo>
                  <a:pt x="69669" y="29512"/>
                </a:lnTo>
                <a:cubicBezTo>
                  <a:pt x="68914" y="32308"/>
                  <a:pt x="67516" y="34477"/>
                  <a:pt x="65475" y="36021"/>
                </a:cubicBezTo>
                <a:cubicBezTo>
                  <a:pt x="63434" y="37565"/>
                  <a:pt x="60827" y="38337"/>
                  <a:pt x="57653" y="38337"/>
                </a:cubicBezTo>
                <a:cubicBezTo>
                  <a:pt x="53657" y="38337"/>
                  <a:pt x="50488" y="37106"/>
                  <a:pt x="48146" y="34645"/>
                </a:cubicBezTo>
                <a:cubicBezTo>
                  <a:pt x="45805" y="32183"/>
                  <a:pt x="44634" y="28731"/>
                  <a:pt x="44634" y="24289"/>
                </a:cubicBezTo>
                <a:cubicBezTo>
                  <a:pt x="44634" y="19692"/>
                  <a:pt x="45818" y="16124"/>
                  <a:pt x="48185" y="13585"/>
                </a:cubicBezTo>
                <a:cubicBezTo>
                  <a:pt x="50552" y="11046"/>
                  <a:pt x="53622" y="9777"/>
                  <a:pt x="57396" y="9777"/>
                </a:cubicBezTo>
                <a:cubicBezTo>
                  <a:pt x="61050" y="9777"/>
                  <a:pt x="64034" y="11019"/>
                  <a:pt x="66350" y="13502"/>
                </a:cubicBezTo>
                <a:cubicBezTo>
                  <a:pt x="68666" y="15985"/>
                  <a:pt x="69823" y="19478"/>
                  <a:pt x="69823" y="23982"/>
                </a:cubicBezTo>
                <a:cubicBezTo>
                  <a:pt x="69823" y="24256"/>
                  <a:pt x="69815" y="24667"/>
                  <a:pt x="69798" y="25215"/>
                </a:cubicBezTo>
                <a:lnTo>
                  <a:pt x="49420" y="25215"/>
                </a:lnTo>
                <a:cubicBezTo>
                  <a:pt x="49592" y="28208"/>
                  <a:pt x="50441" y="30500"/>
                  <a:pt x="51967" y="32091"/>
                </a:cubicBezTo>
                <a:cubicBezTo>
                  <a:pt x="53494" y="33682"/>
                  <a:pt x="55398" y="34477"/>
                  <a:pt x="57679" y="34477"/>
                </a:cubicBezTo>
                <a:cubicBezTo>
                  <a:pt x="59377" y="34477"/>
                  <a:pt x="60827" y="34036"/>
                  <a:pt x="62027" y="33152"/>
                </a:cubicBezTo>
                <a:cubicBezTo>
                  <a:pt x="63228" y="32268"/>
                  <a:pt x="64180" y="30858"/>
                  <a:pt x="64883" y="28920"/>
                </a:cubicBezTo>
                <a:moveTo>
                  <a:pt x="49677" y="21355"/>
                </a:moveTo>
                <a:lnTo>
                  <a:pt x="64935" y="21355"/>
                </a:lnTo>
                <a:cubicBezTo>
                  <a:pt x="64729" y="19094"/>
                  <a:pt x="64146" y="17399"/>
                  <a:pt x="63185" y="16268"/>
                </a:cubicBezTo>
                <a:cubicBezTo>
                  <a:pt x="61710" y="14514"/>
                  <a:pt x="59798" y="13637"/>
                  <a:pt x="57448" y="13637"/>
                </a:cubicBezTo>
                <a:cubicBezTo>
                  <a:pt x="55321" y="13637"/>
                  <a:pt x="53532" y="14337"/>
                  <a:pt x="52083" y="15738"/>
                </a:cubicBezTo>
                <a:cubicBezTo>
                  <a:pt x="50634" y="17138"/>
                  <a:pt x="49832" y="19010"/>
                  <a:pt x="49677" y="21355"/>
                </a:cubicBezTo>
                <a:close/>
                <a:moveTo>
                  <a:pt x="96124" y="48217"/>
                </a:moveTo>
                <a:lnTo>
                  <a:pt x="96124" y="10395"/>
                </a:lnTo>
                <a:lnTo>
                  <a:pt x="100344" y="10395"/>
                </a:lnTo>
                <a:lnTo>
                  <a:pt x="100344" y="13920"/>
                </a:lnTo>
                <a:cubicBezTo>
                  <a:pt x="101339" y="12539"/>
                  <a:pt x="102462" y="11503"/>
                  <a:pt x="103714" y="10813"/>
                </a:cubicBezTo>
                <a:cubicBezTo>
                  <a:pt x="104966" y="10122"/>
                  <a:pt x="106484" y="9777"/>
                  <a:pt x="108268" y="9777"/>
                </a:cubicBezTo>
                <a:cubicBezTo>
                  <a:pt x="110601" y="9777"/>
                  <a:pt x="112659" y="10378"/>
                  <a:pt x="114443" y="11578"/>
                </a:cubicBezTo>
                <a:cubicBezTo>
                  <a:pt x="116227" y="12779"/>
                  <a:pt x="117574" y="14473"/>
                  <a:pt x="118483" y="16660"/>
                </a:cubicBezTo>
                <a:cubicBezTo>
                  <a:pt x="119392" y="18847"/>
                  <a:pt x="119847" y="21244"/>
                  <a:pt x="119847" y="23851"/>
                </a:cubicBezTo>
                <a:cubicBezTo>
                  <a:pt x="119847" y="26647"/>
                  <a:pt x="119345" y="29164"/>
                  <a:pt x="118341" y="31403"/>
                </a:cubicBezTo>
                <a:cubicBezTo>
                  <a:pt x="117338" y="33641"/>
                  <a:pt x="115880" y="35356"/>
                  <a:pt x="113967" y="36549"/>
                </a:cubicBezTo>
                <a:cubicBezTo>
                  <a:pt x="112055" y="37741"/>
                  <a:pt x="110044" y="38337"/>
                  <a:pt x="107934" y="38337"/>
                </a:cubicBezTo>
                <a:cubicBezTo>
                  <a:pt x="106390" y="38337"/>
                  <a:pt x="105005" y="38007"/>
                  <a:pt x="103779" y="37346"/>
                </a:cubicBezTo>
                <a:cubicBezTo>
                  <a:pt x="102552" y="36685"/>
                  <a:pt x="101544" y="35851"/>
                  <a:pt x="100755" y="34842"/>
                </a:cubicBezTo>
                <a:lnTo>
                  <a:pt x="100755" y="48217"/>
                </a:lnTo>
                <a:lnTo>
                  <a:pt x="96124" y="48217"/>
                </a:lnTo>
                <a:moveTo>
                  <a:pt x="100318" y="24173"/>
                </a:moveTo>
                <a:cubicBezTo>
                  <a:pt x="100318" y="27685"/>
                  <a:pt x="101030" y="30280"/>
                  <a:pt x="102453" y="31959"/>
                </a:cubicBezTo>
                <a:cubicBezTo>
                  <a:pt x="103877" y="33638"/>
                  <a:pt x="105601" y="34477"/>
                  <a:pt x="107625" y="34477"/>
                </a:cubicBezTo>
                <a:cubicBezTo>
                  <a:pt x="109683" y="34477"/>
                  <a:pt x="111446" y="33608"/>
                  <a:pt x="112912" y="31869"/>
                </a:cubicBezTo>
                <a:cubicBezTo>
                  <a:pt x="114379" y="30130"/>
                  <a:pt x="115112" y="27436"/>
                  <a:pt x="115112" y="23787"/>
                </a:cubicBezTo>
                <a:cubicBezTo>
                  <a:pt x="115112" y="20309"/>
                  <a:pt x="114396" y="17705"/>
                  <a:pt x="112964" y="15975"/>
                </a:cubicBezTo>
                <a:cubicBezTo>
                  <a:pt x="111532" y="14244"/>
                  <a:pt x="109821" y="13379"/>
                  <a:pt x="107831" y="13379"/>
                </a:cubicBezTo>
                <a:cubicBezTo>
                  <a:pt x="105858" y="13379"/>
                  <a:pt x="104113" y="14300"/>
                  <a:pt x="102595" y="16142"/>
                </a:cubicBezTo>
                <a:cubicBezTo>
                  <a:pt x="101077" y="17984"/>
                  <a:pt x="100318" y="20661"/>
                  <a:pt x="100318" y="24173"/>
                </a:cubicBezTo>
                <a:close/>
                <a:moveTo>
                  <a:pt x="143042" y="34346"/>
                </a:moveTo>
                <a:cubicBezTo>
                  <a:pt x="141326" y="35805"/>
                  <a:pt x="139675" y="36835"/>
                  <a:pt x="138089" y="37435"/>
                </a:cubicBezTo>
                <a:cubicBezTo>
                  <a:pt x="136502" y="38036"/>
                  <a:pt x="134800" y="38337"/>
                  <a:pt x="132981" y="38337"/>
                </a:cubicBezTo>
                <a:cubicBezTo>
                  <a:pt x="129980" y="38337"/>
                  <a:pt x="127673" y="37603"/>
                  <a:pt x="126060" y="36135"/>
                </a:cubicBezTo>
                <a:cubicBezTo>
                  <a:pt x="124448" y="34668"/>
                  <a:pt x="123642" y="32792"/>
                  <a:pt x="123642" y="30509"/>
                </a:cubicBezTo>
                <a:cubicBezTo>
                  <a:pt x="123642" y="29171"/>
                  <a:pt x="123946" y="27948"/>
                  <a:pt x="124555" y="26841"/>
                </a:cubicBezTo>
                <a:cubicBezTo>
                  <a:pt x="125164" y="25734"/>
                  <a:pt x="125962" y="24845"/>
                  <a:pt x="126948" y="24176"/>
                </a:cubicBezTo>
                <a:cubicBezTo>
                  <a:pt x="127934" y="23506"/>
                  <a:pt x="129045" y="23000"/>
                  <a:pt x="130280" y="22657"/>
                </a:cubicBezTo>
                <a:cubicBezTo>
                  <a:pt x="131189" y="22416"/>
                  <a:pt x="132561" y="22185"/>
                  <a:pt x="134397" y="21962"/>
                </a:cubicBezTo>
                <a:cubicBezTo>
                  <a:pt x="138136" y="21519"/>
                  <a:pt x="140889" y="20991"/>
                  <a:pt x="142656" y="20378"/>
                </a:cubicBezTo>
                <a:cubicBezTo>
                  <a:pt x="142673" y="19746"/>
                  <a:pt x="142681" y="19344"/>
                  <a:pt x="142681" y="19173"/>
                </a:cubicBezTo>
                <a:cubicBezTo>
                  <a:pt x="142681" y="17293"/>
                  <a:pt x="142244" y="15969"/>
                  <a:pt x="141369" y="15200"/>
                </a:cubicBezTo>
                <a:cubicBezTo>
                  <a:pt x="140186" y="14158"/>
                  <a:pt x="138427" y="13637"/>
                  <a:pt x="136095" y="13637"/>
                </a:cubicBezTo>
                <a:cubicBezTo>
                  <a:pt x="133916" y="13637"/>
                  <a:pt x="132308" y="14018"/>
                  <a:pt x="131270" y="14782"/>
                </a:cubicBezTo>
                <a:cubicBezTo>
                  <a:pt x="130233" y="15545"/>
                  <a:pt x="129465" y="16896"/>
                  <a:pt x="128968" y="18834"/>
                </a:cubicBezTo>
                <a:lnTo>
                  <a:pt x="124439" y="18216"/>
                </a:lnTo>
                <a:cubicBezTo>
                  <a:pt x="124851" y="16272"/>
                  <a:pt x="125528" y="14702"/>
                  <a:pt x="126472" y="13506"/>
                </a:cubicBezTo>
                <a:cubicBezTo>
                  <a:pt x="127415" y="12310"/>
                  <a:pt x="128779" y="11390"/>
                  <a:pt x="130563" y="10745"/>
                </a:cubicBezTo>
                <a:cubicBezTo>
                  <a:pt x="132347" y="10100"/>
                  <a:pt x="134414" y="9777"/>
                  <a:pt x="136764" y="9777"/>
                </a:cubicBezTo>
                <a:cubicBezTo>
                  <a:pt x="139096" y="9777"/>
                  <a:pt x="140992" y="10052"/>
                  <a:pt x="142450" y="10601"/>
                </a:cubicBezTo>
                <a:cubicBezTo>
                  <a:pt x="143908" y="11149"/>
                  <a:pt x="144980" y="11840"/>
                  <a:pt x="145666" y="12672"/>
                </a:cubicBezTo>
                <a:cubicBezTo>
                  <a:pt x="146352" y="13504"/>
                  <a:pt x="146832" y="14554"/>
                  <a:pt x="147107" y="15824"/>
                </a:cubicBezTo>
                <a:cubicBezTo>
                  <a:pt x="147261" y="16613"/>
                  <a:pt x="147338" y="18036"/>
                  <a:pt x="147338" y="20095"/>
                </a:cubicBezTo>
                <a:lnTo>
                  <a:pt x="147338" y="26270"/>
                </a:lnTo>
                <a:cubicBezTo>
                  <a:pt x="147338" y="30575"/>
                  <a:pt x="147437" y="33298"/>
                  <a:pt x="147634" y="34439"/>
                </a:cubicBezTo>
                <a:cubicBezTo>
                  <a:pt x="147832" y="35579"/>
                  <a:pt x="148222" y="36673"/>
                  <a:pt x="148805" y="37719"/>
                </a:cubicBezTo>
                <a:lnTo>
                  <a:pt x="143968" y="37719"/>
                </a:lnTo>
                <a:cubicBezTo>
                  <a:pt x="143488" y="36758"/>
                  <a:pt x="143179" y="35633"/>
                  <a:pt x="143042" y="34346"/>
                </a:cubicBezTo>
                <a:moveTo>
                  <a:pt x="142656" y="23980"/>
                </a:moveTo>
                <a:cubicBezTo>
                  <a:pt x="140975" y="24672"/>
                  <a:pt x="138453" y="25260"/>
                  <a:pt x="135091" y="25744"/>
                </a:cubicBezTo>
                <a:cubicBezTo>
                  <a:pt x="133187" y="26019"/>
                  <a:pt x="131841" y="26329"/>
                  <a:pt x="131052" y="26674"/>
                </a:cubicBezTo>
                <a:cubicBezTo>
                  <a:pt x="130263" y="27018"/>
                  <a:pt x="129654" y="27522"/>
                  <a:pt x="129225" y="28186"/>
                </a:cubicBezTo>
                <a:cubicBezTo>
                  <a:pt x="128796" y="28849"/>
                  <a:pt x="128582" y="29585"/>
                  <a:pt x="128582" y="30394"/>
                </a:cubicBezTo>
                <a:cubicBezTo>
                  <a:pt x="128582" y="31634"/>
                  <a:pt x="129049" y="32668"/>
                  <a:pt x="129984" y="33495"/>
                </a:cubicBezTo>
                <a:cubicBezTo>
                  <a:pt x="130919" y="34321"/>
                  <a:pt x="132287" y="34735"/>
                  <a:pt x="134088" y="34735"/>
                </a:cubicBezTo>
                <a:cubicBezTo>
                  <a:pt x="135872" y="34735"/>
                  <a:pt x="137458" y="34343"/>
                  <a:pt x="138848" y="33558"/>
                </a:cubicBezTo>
                <a:cubicBezTo>
                  <a:pt x="140237" y="32774"/>
                  <a:pt x="141258" y="31701"/>
                  <a:pt x="141909" y="30340"/>
                </a:cubicBezTo>
                <a:cubicBezTo>
                  <a:pt x="142407" y="29288"/>
                  <a:pt x="142656" y="27737"/>
                  <a:pt x="142656" y="25686"/>
                </a:cubicBezTo>
                <a:lnTo>
                  <a:pt x="142656" y="23980"/>
                </a:lnTo>
                <a:close/>
                <a:moveTo>
                  <a:pt x="165252" y="33628"/>
                </a:moveTo>
                <a:lnTo>
                  <a:pt x="165921" y="37719"/>
                </a:lnTo>
                <a:cubicBezTo>
                  <a:pt x="164618" y="37959"/>
                  <a:pt x="163451" y="38079"/>
                  <a:pt x="162422" y="38079"/>
                </a:cubicBezTo>
                <a:cubicBezTo>
                  <a:pt x="160741" y="38079"/>
                  <a:pt x="159437" y="37814"/>
                  <a:pt x="158511" y="37282"/>
                </a:cubicBezTo>
                <a:cubicBezTo>
                  <a:pt x="157585" y="36750"/>
                  <a:pt x="156933" y="36051"/>
                  <a:pt x="156556" y="35185"/>
                </a:cubicBezTo>
                <a:cubicBezTo>
                  <a:pt x="156178" y="34319"/>
                  <a:pt x="155990" y="32496"/>
                  <a:pt x="155990" y="29717"/>
                </a:cubicBezTo>
                <a:lnTo>
                  <a:pt x="155990" y="13997"/>
                </a:lnTo>
                <a:lnTo>
                  <a:pt x="152593" y="13997"/>
                </a:lnTo>
                <a:lnTo>
                  <a:pt x="152593" y="10395"/>
                </a:lnTo>
                <a:lnTo>
                  <a:pt x="155990" y="10395"/>
                </a:lnTo>
                <a:lnTo>
                  <a:pt x="155990" y="3609"/>
                </a:lnTo>
                <a:lnTo>
                  <a:pt x="160595" y="823"/>
                </a:lnTo>
                <a:lnTo>
                  <a:pt x="160595" y="10395"/>
                </a:lnTo>
                <a:lnTo>
                  <a:pt x="165252" y="10395"/>
                </a:lnTo>
                <a:lnTo>
                  <a:pt x="165252" y="13997"/>
                </a:lnTo>
                <a:lnTo>
                  <a:pt x="160595" y="13997"/>
                </a:lnTo>
                <a:lnTo>
                  <a:pt x="160595" y="29975"/>
                </a:lnTo>
                <a:cubicBezTo>
                  <a:pt x="160595" y="31296"/>
                  <a:pt x="160677" y="32145"/>
                  <a:pt x="160840" y="32522"/>
                </a:cubicBezTo>
                <a:cubicBezTo>
                  <a:pt x="161003" y="32899"/>
                  <a:pt x="161268" y="33199"/>
                  <a:pt x="161637" y="33422"/>
                </a:cubicBezTo>
                <a:cubicBezTo>
                  <a:pt x="162006" y="33645"/>
                  <a:pt x="162533" y="33757"/>
                  <a:pt x="163220" y="33757"/>
                </a:cubicBezTo>
                <a:cubicBezTo>
                  <a:pt x="163734" y="33757"/>
                  <a:pt x="164412" y="33714"/>
                  <a:pt x="165252" y="33628"/>
                </a:cubicBezTo>
                <a:close/>
                <a:moveTo>
                  <a:pt x="187621" y="27685"/>
                </a:moveTo>
                <a:lnTo>
                  <a:pt x="192175" y="28277"/>
                </a:lnTo>
                <a:cubicBezTo>
                  <a:pt x="191678" y="31424"/>
                  <a:pt x="190404" y="33887"/>
                  <a:pt x="188354" y="35667"/>
                </a:cubicBezTo>
                <a:cubicBezTo>
                  <a:pt x="186305" y="37447"/>
                  <a:pt x="183787" y="38337"/>
                  <a:pt x="180803" y="38337"/>
                </a:cubicBezTo>
                <a:cubicBezTo>
                  <a:pt x="177064" y="38337"/>
                  <a:pt x="174057" y="37115"/>
                  <a:pt x="171785" y="34670"/>
                </a:cubicBezTo>
                <a:cubicBezTo>
                  <a:pt x="169512" y="32226"/>
                  <a:pt x="168376" y="28723"/>
                  <a:pt x="168376" y="24160"/>
                </a:cubicBezTo>
                <a:cubicBezTo>
                  <a:pt x="168376" y="21210"/>
                  <a:pt x="168864" y="18628"/>
                  <a:pt x="169842" y="16415"/>
                </a:cubicBezTo>
                <a:cubicBezTo>
                  <a:pt x="170820" y="14203"/>
                  <a:pt x="172308" y="12543"/>
                  <a:pt x="174306" y="11437"/>
                </a:cubicBezTo>
                <a:cubicBezTo>
                  <a:pt x="176305" y="10330"/>
                  <a:pt x="178479" y="9777"/>
                  <a:pt x="180829" y="9777"/>
                </a:cubicBezTo>
                <a:cubicBezTo>
                  <a:pt x="183796" y="9777"/>
                  <a:pt x="186223" y="10530"/>
                  <a:pt x="188110" y="12036"/>
                </a:cubicBezTo>
                <a:cubicBezTo>
                  <a:pt x="189997" y="13541"/>
                  <a:pt x="191206" y="15678"/>
                  <a:pt x="191738" y="18448"/>
                </a:cubicBezTo>
                <a:lnTo>
                  <a:pt x="187235" y="19143"/>
                </a:lnTo>
                <a:cubicBezTo>
                  <a:pt x="186806" y="17316"/>
                  <a:pt x="186047" y="15941"/>
                  <a:pt x="184958" y="15020"/>
                </a:cubicBezTo>
                <a:cubicBezTo>
                  <a:pt x="183869" y="14098"/>
                  <a:pt x="182552" y="13637"/>
                  <a:pt x="181009" y="13637"/>
                </a:cubicBezTo>
                <a:cubicBezTo>
                  <a:pt x="178676" y="13637"/>
                  <a:pt x="176781" y="14469"/>
                  <a:pt x="175323" y="16133"/>
                </a:cubicBezTo>
                <a:cubicBezTo>
                  <a:pt x="173865" y="17797"/>
                  <a:pt x="173136" y="20430"/>
                  <a:pt x="173136" y="24031"/>
                </a:cubicBezTo>
                <a:cubicBezTo>
                  <a:pt x="173136" y="27684"/>
                  <a:pt x="173839" y="30339"/>
                  <a:pt x="175245" y="31994"/>
                </a:cubicBezTo>
                <a:cubicBezTo>
                  <a:pt x="176652" y="33650"/>
                  <a:pt x="178487" y="34477"/>
                  <a:pt x="180751" y="34477"/>
                </a:cubicBezTo>
                <a:cubicBezTo>
                  <a:pt x="182570" y="34477"/>
                  <a:pt x="184088" y="33922"/>
                  <a:pt x="185306" y="32811"/>
                </a:cubicBezTo>
                <a:cubicBezTo>
                  <a:pt x="186523" y="31701"/>
                  <a:pt x="187295" y="29992"/>
                  <a:pt x="187621" y="27685"/>
                </a:cubicBezTo>
                <a:close/>
                <a:moveTo>
                  <a:pt x="196137" y="37719"/>
                </a:moveTo>
                <a:lnTo>
                  <a:pt x="196137" y="0"/>
                </a:lnTo>
                <a:lnTo>
                  <a:pt x="200768" y="0"/>
                </a:lnTo>
                <a:lnTo>
                  <a:pt x="200768" y="13534"/>
                </a:lnTo>
                <a:cubicBezTo>
                  <a:pt x="202930" y="11029"/>
                  <a:pt x="205657" y="9777"/>
                  <a:pt x="208950" y="9777"/>
                </a:cubicBezTo>
                <a:cubicBezTo>
                  <a:pt x="210974" y="9777"/>
                  <a:pt x="212733" y="10176"/>
                  <a:pt x="214225" y="10974"/>
                </a:cubicBezTo>
                <a:cubicBezTo>
                  <a:pt x="215717" y="11771"/>
                  <a:pt x="216785" y="12873"/>
                  <a:pt x="217428" y="14280"/>
                </a:cubicBezTo>
                <a:cubicBezTo>
                  <a:pt x="218071" y="15686"/>
                  <a:pt x="218393" y="17728"/>
                  <a:pt x="218393" y="20403"/>
                </a:cubicBezTo>
                <a:lnTo>
                  <a:pt x="218393" y="37719"/>
                </a:lnTo>
                <a:lnTo>
                  <a:pt x="213762" y="37719"/>
                </a:lnTo>
                <a:lnTo>
                  <a:pt x="213762" y="20403"/>
                </a:lnTo>
                <a:cubicBezTo>
                  <a:pt x="213762" y="18088"/>
                  <a:pt x="213260" y="16402"/>
                  <a:pt x="212257" y="15348"/>
                </a:cubicBezTo>
                <a:cubicBezTo>
                  <a:pt x="211253" y="14293"/>
                  <a:pt x="209834" y="13765"/>
                  <a:pt x="207998" y="13765"/>
                </a:cubicBezTo>
                <a:cubicBezTo>
                  <a:pt x="206626" y="13765"/>
                  <a:pt x="205335" y="14121"/>
                  <a:pt x="204126" y="14833"/>
                </a:cubicBezTo>
                <a:cubicBezTo>
                  <a:pt x="202917" y="15545"/>
                  <a:pt x="202055" y="16510"/>
                  <a:pt x="201540" y="17728"/>
                </a:cubicBezTo>
                <a:cubicBezTo>
                  <a:pt x="201026" y="18945"/>
                  <a:pt x="200768" y="20626"/>
                  <a:pt x="200768" y="22771"/>
                </a:cubicBezTo>
                <a:lnTo>
                  <a:pt x="200768" y="37719"/>
                </a:lnTo>
                <a:lnTo>
                  <a:pt x="196137" y="37719"/>
                </a:lnTo>
                <a:close/>
                <a:moveTo>
                  <a:pt x="227170" y="37719"/>
                </a:moveTo>
                <a:lnTo>
                  <a:pt x="227170" y="32419"/>
                </a:lnTo>
                <a:lnTo>
                  <a:pt x="232445" y="32419"/>
                </a:lnTo>
                <a:lnTo>
                  <a:pt x="232445" y="37704"/>
                </a:lnTo>
                <a:cubicBezTo>
                  <a:pt x="232445" y="39647"/>
                  <a:pt x="232102" y="41215"/>
                  <a:pt x="231415" y="42409"/>
                </a:cubicBezTo>
                <a:cubicBezTo>
                  <a:pt x="230729" y="43604"/>
                  <a:pt x="229640" y="44528"/>
                  <a:pt x="228148" y="45181"/>
                </a:cubicBezTo>
                <a:lnTo>
                  <a:pt x="226861" y="43174"/>
                </a:lnTo>
                <a:cubicBezTo>
                  <a:pt x="227839" y="42747"/>
                  <a:pt x="228560" y="42120"/>
                  <a:pt x="229023" y="41292"/>
                </a:cubicBezTo>
                <a:cubicBezTo>
                  <a:pt x="229486" y="40463"/>
                  <a:pt x="229743" y="39273"/>
                  <a:pt x="229795" y="37719"/>
                </a:cubicBezTo>
                <a:lnTo>
                  <a:pt x="227170" y="37719"/>
                </a:lnTo>
                <a:close/>
                <a:moveTo>
                  <a:pt x="262915" y="37719"/>
                </a:moveTo>
                <a:lnTo>
                  <a:pt x="262915" y="0"/>
                </a:lnTo>
                <a:lnTo>
                  <a:pt x="267906" y="0"/>
                </a:lnTo>
                <a:lnTo>
                  <a:pt x="267906" y="37719"/>
                </a:lnTo>
                <a:lnTo>
                  <a:pt x="262915" y="37719"/>
                </a:lnTo>
                <a:close/>
                <a:moveTo>
                  <a:pt x="307018" y="33628"/>
                </a:moveTo>
                <a:lnTo>
                  <a:pt x="307687" y="37719"/>
                </a:lnTo>
                <a:cubicBezTo>
                  <a:pt x="306383" y="37959"/>
                  <a:pt x="305217" y="38079"/>
                  <a:pt x="304187" y="38079"/>
                </a:cubicBezTo>
                <a:cubicBezTo>
                  <a:pt x="302506" y="38079"/>
                  <a:pt x="301203" y="37814"/>
                  <a:pt x="300277" y="37282"/>
                </a:cubicBezTo>
                <a:cubicBezTo>
                  <a:pt x="299350" y="36750"/>
                  <a:pt x="298698" y="36051"/>
                  <a:pt x="298321" y="35185"/>
                </a:cubicBezTo>
                <a:cubicBezTo>
                  <a:pt x="297944" y="34319"/>
                  <a:pt x="297755" y="32496"/>
                  <a:pt x="297755" y="29717"/>
                </a:cubicBezTo>
                <a:lnTo>
                  <a:pt x="297755" y="13997"/>
                </a:lnTo>
                <a:lnTo>
                  <a:pt x="294359" y="13997"/>
                </a:lnTo>
                <a:lnTo>
                  <a:pt x="294359" y="10395"/>
                </a:lnTo>
                <a:lnTo>
                  <a:pt x="297755" y="10395"/>
                </a:lnTo>
                <a:lnTo>
                  <a:pt x="297755" y="3609"/>
                </a:lnTo>
                <a:lnTo>
                  <a:pt x="302361" y="823"/>
                </a:lnTo>
                <a:lnTo>
                  <a:pt x="302361" y="10395"/>
                </a:lnTo>
                <a:lnTo>
                  <a:pt x="307018" y="10395"/>
                </a:lnTo>
                <a:lnTo>
                  <a:pt x="307018" y="13997"/>
                </a:lnTo>
                <a:lnTo>
                  <a:pt x="302361" y="13997"/>
                </a:lnTo>
                <a:lnTo>
                  <a:pt x="302361" y="29975"/>
                </a:lnTo>
                <a:cubicBezTo>
                  <a:pt x="302361" y="31296"/>
                  <a:pt x="302442" y="32145"/>
                  <a:pt x="302605" y="32522"/>
                </a:cubicBezTo>
                <a:cubicBezTo>
                  <a:pt x="302768" y="32899"/>
                  <a:pt x="303034" y="33199"/>
                  <a:pt x="303403" y="33422"/>
                </a:cubicBezTo>
                <a:cubicBezTo>
                  <a:pt x="303771" y="33645"/>
                  <a:pt x="304299" y="33757"/>
                  <a:pt x="304985" y="33757"/>
                </a:cubicBezTo>
                <a:cubicBezTo>
                  <a:pt x="305500" y="33757"/>
                  <a:pt x="306177" y="33714"/>
                  <a:pt x="307018" y="33628"/>
                </a:cubicBezTo>
                <a:close/>
                <a:moveTo>
                  <a:pt x="311556" y="37719"/>
                </a:moveTo>
                <a:lnTo>
                  <a:pt x="311556" y="0"/>
                </a:lnTo>
                <a:lnTo>
                  <a:pt x="316187" y="0"/>
                </a:lnTo>
                <a:lnTo>
                  <a:pt x="316187" y="13534"/>
                </a:lnTo>
                <a:cubicBezTo>
                  <a:pt x="318348" y="11029"/>
                  <a:pt x="321075" y="9777"/>
                  <a:pt x="324369" y="9777"/>
                </a:cubicBezTo>
                <a:cubicBezTo>
                  <a:pt x="326393" y="9777"/>
                  <a:pt x="328151" y="10176"/>
                  <a:pt x="329643" y="10974"/>
                </a:cubicBezTo>
                <a:cubicBezTo>
                  <a:pt x="331136" y="11771"/>
                  <a:pt x="332203" y="12873"/>
                  <a:pt x="332847" y="14280"/>
                </a:cubicBezTo>
                <a:cubicBezTo>
                  <a:pt x="333490" y="15686"/>
                  <a:pt x="333811" y="17728"/>
                  <a:pt x="333811" y="20403"/>
                </a:cubicBezTo>
                <a:lnTo>
                  <a:pt x="333811" y="37719"/>
                </a:lnTo>
                <a:lnTo>
                  <a:pt x="329180" y="37719"/>
                </a:lnTo>
                <a:lnTo>
                  <a:pt x="329180" y="20403"/>
                </a:lnTo>
                <a:cubicBezTo>
                  <a:pt x="329180" y="18088"/>
                  <a:pt x="328678" y="16402"/>
                  <a:pt x="327675" y="15348"/>
                </a:cubicBezTo>
                <a:cubicBezTo>
                  <a:pt x="326672" y="14293"/>
                  <a:pt x="325252" y="13765"/>
                  <a:pt x="323417" y="13765"/>
                </a:cubicBezTo>
                <a:cubicBezTo>
                  <a:pt x="322045" y="13765"/>
                  <a:pt x="320754" y="14121"/>
                  <a:pt x="319545" y="14833"/>
                </a:cubicBezTo>
                <a:cubicBezTo>
                  <a:pt x="318335" y="15545"/>
                  <a:pt x="317473" y="16510"/>
                  <a:pt x="316959" y="17728"/>
                </a:cubicBezTo>
                <a:cubicBezTo>
                  <a:pt x="316444" y="18945"/>
                  <a:pt x="316187" y="20626"/>
                  <a:pt x="316187" y="22771"/>
                </a:cubicBezTo>
                <a:lnTo>
                  <a:pt x="316187" y="37719"/>
                </a:lnTo>
                <a:lnTo>
                  <a:pt x="311556" y="37719"/>
                </a:lnTo>
                <a:close/>
                <a:moveTo>
                  <a:pt x="340563" y="5352"/>
                </a:moveTo>
                <a:lnTo>
                  <a:pt x="340563" y="0"/>
                </a:lnTo>
                <a:lnTo>
                  <a:pt x="345194" y="0"/>
                </a:lnTo>
                <a:lnTo>
                  <a:pt x="345194" y="5352"/>
                </a:lnTo>
                <a:lnTo>
                  <a:pt x="340563" y="5352"/>
                </a:lnTo>
                <a:moveTo>
                  <a:pt x="340563" y="37719"/>
                </a:moveTo>
                <a:lnTo>
                  <a:pt x="340563" y="10395"/>
                </a:lnTo>
                <a:lnTo>
                  <a:pt x="345194" y="10395"/>
                </a:lnTo>
                <a:lnTo>
                  <a:pt x="345194" y="37719"/>
                </a:lnTo>
                <a:lnTo>
                  <a:pt x="340563" y="37719"/>
                </a:lnTo>
                <a:close/>
                <a:moveTo>
                  <a:pt x="352235" y="37719"/>
                </a:moveTo>
                <a:lnTo>
                  <a:pt x="352235" y="10395"/>
                </a:lnTo>
                <a:lnTo>
                  <a:pt x="356403" y="10395"/>
                </a:lnTo>
                <a:lnTo>
                  <a:pt x="356403" y="14254"/>
                </a:lnTo>
                <a:cubicBezTo>
                  <a:pt x="358410" y="11269"/>
                  <a:pt x="361309" y="9777"/>
                  <a:pt x="365100" y="9777"/>
                </a:cubicBezTo>
                <a:cubicBezTo>
                  <a:pt x="366747" y="9777"/>
                  <a:pt x="368260" y="10073"/>
                  <a:pt x="369641" y="10665"/>
                </a:cubicBezTo>
                <a:cubicBezTo>
                  <a:pt x="371022" y="11257"/>
                  <a:pt x="372055" y="12033"/>
                  <a:pt x="372742" y="12993"/>
                </a:cubicBezTo>
                <a:cubicBezTo>
                  <a:pt x="373428" y="13954"/>
                  <a:pt x="373908" y="15095"/>
                  <a:pt x="374182" y="16415"/>
                </a:cubicBezTo>
                <a:cubicBezTo>
                  <a:pt x="374354" y="17273"/>
                  <a:pt x="374440" y="18774"/>
                  <a:pt x="374440" y="20918"/>
                </a:cubicBezTo>
                <a:lnTo>
                  <a:pt x="374440" y="37719"/>
                </a:lnTo>
                <a:lnTo>
                  <a:pt x="369808" y="37719"/>
                </a:lnTo>
                <a:lnTo>
                  <a:pt x="369808" y="21080"/>
                </a:lnTo>
                <a:cubicBezTo>
                  <a:pt x="369808" y="19191"/>
                  <a:pt x="369628" y="17779"/>
                  <a:pt x="369268" y="16843"/>
                </a:cubicBezTo>
                <a:cubicBezTo>
                  <a:pt x="368908" y="15907"/>
                  <a:pt x="368269" y="15160"/>
                  <a:pt x="367351" y="14602"/>
                </a:cubicBezTo>
                <a:cubicBezTo>
                  <a:pt x="366434" y="14044"/>
                  <a:pt x="365357" y="13765"/>
                  <a:pt x="364122" y="13765"/>
                </a:cubicBezTo>
                <a:cubicBezTo>
                  <a:pt x="362150" y="13765"/>
                  <a:pt x="360447" y="14392"/>
                  <a:pt x="359015" y="15646"/>
                </a:cubicBezTo>
                <a:cubicBezTo>
                  <a:pt x="357583" y="16899"/>
                  <a:pt x="356866" y="19277"/>
                  <a:pt x="356866" y="22780"/>
                </a:cubicBezTo>
                <a:lnTo>
                  <a:pt x="356866" y="37719"/>
                </a:lnTo>
                <a:lnTo>
                  <a:pt x="352235" y="37719"/>
                </a:lnTo>
                <a:close/>
                <a:moveTo>
                  <a:pt x="381559" y="37719"/>
                </a:moveTo>
                <a:lnTo>
                  <a:pt x="381559" y="0"/>
                </a:lnTo>
                <a:lnTo>
                  <a:pt x="386190" y="0"/>
                </a:lnTo>
                <a:lnTo>
                  <a:pt x="386190" y="21510"/>
                </a:lnTo>
                <a:lnTo>
                  <a:pt x="397151" y="10395"/>
                </a:lnTo>
                <a:lnTo>
                  <a:pt x="403146" y="10395"/>
                </a:lnTo>
                <a:lnTo>
                  <a:pt x="392700" y="20532"/>
                </a:lnTo>
                <a:lnTo>
                  <a:pt x="404201" y="37719"/>
                </a:lnTo>
                <a:lnTo>
                  <a:pt x="398489" y="37719"/>
                </a:lnTo>
                <a:lnTo>
                  <a:pt x="389458" y="23748"/>
                </a:lnTo>
                <a:lnTo>
                  <a:pt x="386190" y="26887"/>
                </a:lnTo>
                <a:lnTo>
                  <a:pt x="386190" y="37719"/>
                </a:lnTo>
                <a:lnTo>
                  <a:pt x="381559" y="37719"/>
                </a:lnTo>
                <a:close/>
                <a:moveTo>
                  <a:pt x="438752" y="33628"/>
                </a:moveTo>
                <a:lnTo>
                  <a:pt x="439421" y="37719"/>
                </a:lnTo>
                <a:cubicBezTo>
                  <a:pt x="438117" y="37959"/>
                  <a:pt x="436951" y="38079"/>
                  <a:pt x="435922" y="38079"/>
                </a:cubicBezTo>
                <a:cubicBezTo>
                  <a:pt x="434241" y="38079"/>
                  <a:pt x="432937" y="37814"/>
                  <a:pt x="432011" y="37282"/>
                </a:cubicBezTo>
                <a:cubicBezTo>
                  <a:pt x="431085" y="36750"/>
                  <a:pt x="430433" y="36051"/>
                  <a:pt x="430056" y="35185"/>
                </a:cubicBezTo>
                <a:cubicBezTo>
                  <a:pt x="429678" y="34319"/>
                  <a:pt x="429490" y="32496"/>
                  <a:pt x="429490" y="29717"/>
                </a:cubicBezTo>
                <a:lnTo>
                  <a:pt x="429490" y="13997"/>
                </a:lnTo>
                <a:lnTo>
                  <a:pt x="426093" y="13997"/>
                </a:lnTo>
                <a:lnTo>
                  <a:pt x="426093" y="10395"/>
                </a:lnTo>
                <a:lnTo>
                  <a:pt x="429490" y="10395"/>
                </a:lnTo>
                <a:lnTo>
                  <a:pt x="429490" y="3609"/>
                </a:lnTo>
                <a:lnTo>
                  <a:pt x="434095" y="823"/>
                </a:lnTo>
                <a:lnTo>
                  <a:pt x="434095" y="10395"/>
                </a:lnTo>
                <a:lnTo>
                  <a:pt x="438752" y="10395"/>
                </a:lnTo>
                <a:lnTo>
                  <a:pt x="438752" y="13997"/>
                </a:lnTo>
                <a:lnTo>
                  <a:pt x="434095" y="13997"/>
                </a:lnTo>
                <a:lnTo>
                  <a:pt x="434095" y="29975"/>
                </a:lnTo>
                <a:cubicBezTo>
                  <a:pt x="434095" y="31296"/>
                  <a:pt x="434177" y="32145"/>
                  <a:pt x="434340" y="32522"/>
                </a:cubicBezTo>
                <a:cubicBezTo>
                  <a:pt x="434502" y="32899"/>
                  <a:pt x="434768" y="33199"/>
                  <a:pt x="435137" y="33422"/>
                </a:cubicBezTo>
                <a:cubicBezTo>
                  <a:pt x="435506" y="33645"/>
                  <a:pt x="436033" y="33757"/>
                  <a:pt x="436719" y="33757"/>
                </a:cubicBezTo>
                <a:cubicBezTo>
                  <a:pt x="437234" y="33757"/>
                  <a:pt x="437912" y="33714"/>
                  <a:pt x="438752" y="33628"/>
                </a:cubicBezTo>
                <a:close/>
                <a:moveTo>
                  <a:pt x="443290" y="37719"/>
                </a:moveTo>
                <a:lnTo>
                  <a:pt x="443290" y="0"/>
                </a:lnTo>
                <a:lnTo>
                  <a:pt x="447922" y="0"/>
                </a:lnTo>
                <a:lnTo>
                  <a:pt x="447922" y="13534"/>
                </a:lnTo>
                <a:cubicBezTo>
                  <a:pt x="450083" y="11029"/>
                  <a:pt x="452810" y="9777"/>
                  <a:pt x="456104" y="9777"/>
                </a:cubicBezTo>
                <a:cubicBezTo>
                  <a:pt x="458128" y="9777"/>
                  <a:pt x="459886" y="10176"/>
                  <a:pt x="461378" y="10974"/>
                </a:cubicBezTo>
                <a:cubicBezTo>
                  <a:pt x="462870" y="11771"/>
                  <a:pt x="463938" y="12873"/>
                  <a:pt x="464581" y="14280"/>
                </a:cubicBezTo>
                <a:cubicBezTo>
                  <a:pt x="465225" y="15686"/>
                  <a:pt x="465546" y="17728"/>
                  <a:pt x="465546" y="20403"/>
                </a:cubicBezTo>
                <a:lnTo>
                  <a:pt x="465546" y="37719"/>
                </a:lnTo>
                <a:lnTo>
                  <a:pt x="460915" y="37719"/>
                </a:lnTo>
                <a:lnTo>
                  <a:pt x="460915" y="20403"/>
                </a:lnTo>
                <a:cubicBezTo>
                  <a:pt x="460915" y="18088"/>
                  <a:pt x="460413" y="16402"/>
                  <a:pt x="459410" y="15348"/>
                </a:cubicBezTo>
                <a:cubicBezTo>
                  <a:pt x="458406" y="14293"/>
                  <a:pt x="456987" y="13765"/>
                  <a:pt x="455152" y="13765"/>
                </a:cubicBezTo>
                <a:cubicBezTo>
                  <a:pt x="453779" y="13765"/>
                  <a:pt x="452489" y="14121"/>
                  <a:pt x="451279" y="14833"/>
                </a:cubicBezTo>
                <a:cubicBezTo>
                  <a:pt x="450070" y="15545"/>
                  <a:pt x="449208" y="16510"/>
                  <a:pt x="448693" y="17728"/>
                </a:cubicBezTo>
                <a:cubicBezTo>
                  <a:pt x="448179" y="18945"/>
                  <a:pt x="447922" y="20626"/>
                  <a:pt x="447922" y="22771"/>
                </a:cubicBezTo>
                <a:lnTo>
                  <a:pt x="447922" y="37719"/>
                </a:lnTo>
                <a:lnTo>
                  <a:pt x="443290" y="37719"/>
                </a:lnTo>
                <a:close/>
                <a:moveTo>
                  <a:pt x="472297" y="5352"/>
                </a:moveTo>
                <a:lnTo>
                  <a:pt x="472297" y="0"/>
                </a:lnTo>
                <a:lnTo>
                  <a:pt x="476929" y="0"/>
                </a:lnTo>
                <a:lnTo>
                  <a:pt x="476929" y="5352"/>
                </a:lnTo>
                <a:lnTo>
                  <a:pt x="472297" y="5352"/>
                </a:lnTo>
                <a:moveTo>
                  <a:pt x="472297" y="37719"/>
                </a:moveTo>
                <a:lnTo>
                  <a:pt x="472297" y="10395"/>
                </a:lnTo>
                <a:lnTo>
                  <a:pt x="476929" y="10395"/>
                </a:lnTo>
                <a:lnTo>
                  <a:pt x="476929" y="37719"/>
                </a:lnTo>
                <a:lnTo>
                  <a:pt x="472297" y="37719"/>
                </a:lnTo>
                <a:close/>
                <a:moveTo>
                  <a:pt x="482117" y="29537"/>
                </a:moveTo>
                <a:lnTo>
                  <a:pt x="486697" y="28817"/>
                </a:lnTo>
                <a:cubicBezTo>
                  <a:pt x="486955" y="30644"/>
                  <a:pt x="487671" y="32045"/>
                  <a:pt x="488846" y="33018"/>
                </a:cubicBezTo>
                <a:cubicBezTo>
                  <a:pt x="490021" y="33991"/>
                  <a:pt x="491663" y="34477"/>
                  <a:pt x="493773" y="34477"/>
                </a:cubicBezTo>
                <a:cubicBezTo>
                  <a:pt x="495900" y="34477"/>
                  <a:pt x="497478" y="34048"/>
                  <a:pt x="498507" y="33188"/>
                </a:cubicBezTo>
                <a:cubicBezTo>
                  <a:pt x="499536" y="32329"/>
                  <a:pt x="500051" y="31320"/>
                  <a:pt x="500051" y="30164"/>
                </a:cubicBezTo>
                <a:cubicBezTo>
                  <a:pt x="500051" y="29125"/>
                  <a:pt x="499596" y="28308"/>
                  <a:pt x="498687" y="27713"/>
                </a:cubicBezTo>
                <a:cubicBezTo>
                  <a:pt x="498053" y="27305"/>
                  <a:pt x="496474" y="26785"/>
                  <a:pt x="493953" y="26156"/>
                </a:cubicBezTo>
                <a:cubicBezTo>
                  <a:pt x="490557" y="25297"/>
                  <a:pt x="488202" y="24555"/>
                  <a:pt x="486890" y="23928"/>
                </a:cubicBezTo>
                <a:cubicBezTo>
                  <a:pt x="485578" y="23302"/>
                  <a:pt x="484583" y="22435"/>
                  <a:pt x="483906" y="21327"/>
                </a:cubicBezTo>
                <a:cubicBezTo>
                  <a:pt x="483228" y="20220"/>
                  <a:pt x="482889" y="18997"/>
                  <a:pt x="482889" y="17658"/>
                </a:cubicBezTo>
                <a:cubicBezTo>
                  <a:pt x="482889" y="16439"/>
                  <a:pt x="483168" y="15310"/>
                  <a:pt x="483726" y="14271"/>
                </a:cubicBezTo>
                <a:cubicBezTo>
                  <a:pt x="484283" y="13232"/>
                  <a:pt x="485042" y="12369"/>
                  <a:pt x="486003" y="11683"/>
                </a:cubicBezTo>
                <a:cubicBezTo>
                  <a:pt x="486723" y="11150"/>
                  <a:pt x="487705" y="10700"/>
                  <a:pt x="488949" y="10331"/>
                </a:cubicBezTo>
                <a:cubicBezTo>
                  <a:pt x="490192" y="9962"/>
                  <a:pt x="491526" y="9777"/>
                  <a:pt x="492950" y="9777"/>
                </a:cubicBezTo>
                <a:cubicBezTo>
                  <a:pt x="495094" y="9777"/>
                  <a:pt x="496976" y="10088"/>
                  <a:pt x="498597" y="10710"/>
                </a:cubicBezTo>
                <a:cubicBezTo>
                  <a:pt x="500218" y="11331"/>
                  <a:pt x="501414" y="12173"/>
                  <a:pt x="502186" y="13235"/>
                </a:cubicBezTo>
                <a:cubicBezTo>
                  <a:pt x="502958" y="14297"/>
                  <a:pt x="503490" y="15717"/>
                  <a:pt x="503782" y="17496"/>
                </a:cubicBezTo>
                <a:lnTo>
                  <a:pt x="499253" y="18113"/>
                </a:lnTo>
                <a:cubicBezTo>
                  <a:pt x="499047" y="16707"/>
                  <a:pt x="498451" y="15609"/>
                  <a:pt x="497465" y="14820"/>
                </a:cubicBezTo>
                <a:cubicBezTo>
                  <a:pt x="496479" y="14031"/>
                  <a:pt x="495085" y="13637"/>
                  <a:pt x="493284" y="13637"/>
                </a:cubicBezTo>
                <a:cubicBezTo>
                  <a:pt x="491157" y="13637"/>
                  <a:pt x="489639" y="13987"/>
                  <a:pt x="488730" y="14687"/>
                </a:cubicBezTo>
                <a:cubicBezTo>
                  <a:pt x="487821" y="15386"/>
                  <a:pt x="487366" y="16205"/>
                  <a:pt x="487366" y="17145"/>
                </a:cubicBezTo>
                <a:cubicBezTo>
                  <a:pt x="487366" y="17742"/>
                  <a:pt x="487555" y="18279"/>
                  <a:pt x="487932" y="18758"/>
                </a:cubicBezTo>
                <a:cubicBezTo>
                  <a:pt x="488310" y="19252"/>
                  <a:pt x="488901" y="19662"/>
                  <a:pt x="489708" y="19986"/>
                </a:cubicBezTo>
                <a:cubicBezTo>
                  <a:pt x="490171" y="20157"/>
                  <a:pt x="491534" y="20550"/>
                  <a:pt x="493799" y="21164"/>
                </a:cubicBezTo>
                <a:cubicBezTo>
                  <a:pt x="497075" y="22038"/>
                  <a:pt x="499360" y="22754"/>
                  <a:pt x="500655" y="23311"/>
                </a:cubicBezTo>
                <a:cubicBezTo>
                  <a:pt x="501951" y="23868"/>
                  <a:pt x="502967" y="24678"/>
                  <a:pt x="503704" y="25741"/>
                </a:cubicBezTo>
                <a:cubicBezTo>
                  <a:pt x="504442" y="26803"/>
                  <a:pt x="504811" y="28122"/>
                  <a:pt x="504811" y="29699"/>
                </a:cubicBezTo>
                <a:cubicBezTo>
                  <a:pt x="504811" y="31242"/>
                  <a:pt x="504360" y="32694"/>
                  <a:pt x="503460" y="34057"/>
                </a:cubicBezTo>
                <a:cubicBezTo>
                  <a:pt x="502559" y="35419"/>
                  <a:pt x="501260" y="36473"/>
                  <a:pt x="499562" y="37218"/>
                </a:cubicBezTo>
                <a:cubicBezTo>
                  <a:pt x="497864" y="37964"/>
                  <a:pt x="495943" y="38337"/>
                  <a:pt x="493799" y="38337"/>
                </a:cubicBezTo>
                <a:cubicBezTo>
                  <a:pt x="490248" y="38337"/>
                  <a:pt x="487542" y="37597"/>
                  <a:pt x="485681" y="36118"/>
                </a:cubicBezTo>
                <a:cubicBezTo>
                  <a:pt x="483820" y="34638"/>
                  <a:pt x="482632" y="32445"/>
                  <a:pt x="482117" y="29537"/>
                </a:cubicBezTo>
                <a:close/>
                <a:moveTo>
                  <a:pt x="531302" y="48217"/>
                </a:moveTo>
                <a:lnTo>
                  <a:pt x="531302" y="10395"/>
                </a:lnTo>
                <a:lnTo>
                  <a:pt x="535521" y="10395"/>
                </a:lnTo>
                <a:lnTo>
                  <a:pt x="535521" y="13920"/>
                </a:lnTo>
                <a:cubicBezTo>
                  <a:pt x="536516" y="12539"/>
                  <a:pt x="537640" y="11503"/>
                  <a:pt x="538892" y="10813"/>
                </a:cubicBezTo>
                <a:cubicBezTo>
                  <a:pt x="540144" y="10122"/>
                  <a:pt x="541662" y="9777"/>
                  <a:pt x="543446" y="9777"/>
                </a:cubicBezTo>
                <a:cubicBezTo>
                  <a:pt x="545779" y="9777"/>
                  <a:pt x="547837" y="10378"/>
                  <a:pt x="549621" y="11578"/>
                </a:cubicBezTo>
                <a:cubicBezTo>
                  <a:pt x="551405" y="12779"/>
                  <a:pt x="552752" y="14473"/>
                  <a:pt x="553661" y="16660"/>
                </a:cubicBezTo>
                <a:cubicBezTo>
                  <a:pt x="554570" y="18847"/>
                  <a:pt x="555024" y="21244"/>
                  <a:pt x="555024" y="23851"/>
                </a:cubicBezTo>
                <a:cubicBezTo>
                  <a:pt x="555024" y="26647"/>
                  <a:pt x="554523" y="29164"/>
                  <a:pt x="553519" y="31403"/>
                </a:cubicBezTo>
                <a:cubicBezTo>
                  <a:pt x="552516" y="33641"/>
                  <a:pt x="551058" y="35356"/>
                  <a:pt x="549145" y="36549"/>
                </a:cubicBezTo>
                <a:cubicBezTo>
                  <a:pt x="547233" y="37741"/>
                  <a:pt x="545221" y="38337"/>
                  <a:pt x="543112" y="38337"/>
                </a:cubicBezTo>
                <a:cubicBezTo>
                  <a:pt x="541568" y="38337"/>
                  <a:pt x="540183" y="38007"/>
                  <a:pt x="538956" y="37346"/>
                </a:cubicBezTo>
                <a:cubicBezTo>
                  <a:pt x="537730" y="36685"/>
                  <a:pt x="536722" y="35851"/>
                  <a:pt x="535933" y="34842"/>
                </a:cubicBezTo>
                <a:lnTo>
                  <a:pt x="535933" y="48217"/>
                </a:lnTo>
                <a:lnTo>
                  <a:pt x="531302" y="48217"/>
                </a:lnTo>
                <a:moveTo>
                  <a:pt x="535496" y="24173"/>
                </a:moveTo>
                <a:cubicBezTo>
                  <a:pt x="535496" y="27685"/>
                  <a:pt x="536208" y="30280"/>
                  <a:pt x="537631" y="31959"/>
                </a:cubicBezTo>
                <a:cubicBezTo>
                  <a:pt x="539055" y="33638"/>
                  <a:pt x="540779" y="34477"/>
                  <a:pt x="542803" y="34477"/>
                </a:cubicBezTo>
                <a:cubicBezTo>
                  <a:pt x="544861" y="34477"/>
                  <a:pt x="546624" y="33608"/>
                  <a:pt x="548090" y="31869"/>
                </a:cubicBezTo>
                <a:cubicBezTo>
                  <a:pt x="549557" y="30130"/>
                  <a:pt x="550290" y="27436"/>
                  <a:pt x="550290" y="23787"/>
                </a:cubicBezTo>
                <a:cubicBezTo>
                  <a:pt x="550290" y="20309"/>
                  <a:pt x="549574" y="17705"/>
                  <a:pt x="548142" y="15975"/>
                </a:cubicBezTo>
                <a:cubicBezTo>
                  <a:pt x="546709" y="14244"/>
                  <a:pt x="544998" y="13379"/>
                  <a:pt x="543009" y="13379"/>
                </a:cubicBezTo>
                <a:cubicBezTo>
                  <a:pt x="541036" y="13379"/>
                  <a:pt x="539291" y="14300"/>
                  <a:pt x="537773" y="16142"/>
                </a:cubicBezTo>
                <a:cubicBezTo>
                  <a:pt x="536255" y="17984"/>
                  <a:pt x="535496" y="20661"/>
                  <a:pt x="535496" y="24173"/>
                </a:cubicBezTo>
                <a:close/>
                <a:moveTo>
                  <a:pt x="578220" y="34346"/>
                </a:moveTo>
                <a:cubicBezTo>
                  <a:pt x="576505" y="35805"/>
                  <a:pt x="574854" y="36835"/>
                  <a:pt x="573267" y="37435"/>
                </a:cubicBezTo>
                <a:cubicBezTo>
                  <a:pt x="571680" y="38036"/>
                  <a:pt x="569978" y="38337"/>
                  <a:pt x="568160" y="38337"/>
                </a:cubicBezTo>
                <a:cubicBezTo>
                  <a:pt x="565158" y="38337"/>
                  <a:pt x="562851" y="37603"/>
                  <a:pt x="561239" y="36135"/>
                </a:cubicBezTo>
                <a:cubicBezTo>
                  <a:pt x="559626" y="34668"/>
                  <a:pt x="558820" y="32792"/>
                  <a:pt x="558820" y="30509"/>
                </a:cubicBezTo>
                <a:cubicBezTo>
                  <a:pt x="558820" y="29171"/>
                  <a:pt x="559124" y="27948"/>
                  <a:pt x="559733" y="26841"/>
                </a:cubicBezTo>
                <a:cubicBezTo>
                  <a:pt x="560342" y="25734"/>
                  <a:pt x="561140" y="24845"/>
                  <a:pt x="562126" y="24176"/>
                </a:cubicBezTo>
                <a:cubicBezTo>
                  <a:pt x="563113" y="23506"/>
                  <a:pt x="564223" y="23000"/>
                  <a:pt x="565458" y="22657"/>
                </a:cubicBezTo>
                <a:cubicBezTo>
                  <a:pt x="566367" y="22416"/>
                  <a:pt x="567740" y="22185"/>
                  <a:pt x="569575" y="21962"/>
                </a:cubicBezTo>
                <a:cubicBezTo>
                  <a:pt x="573314" y="21519"/>
                  <a:pt x="576067" y="20991"/>
                  <a:pt x="577834" y="20378"/>
                </a:cubicBezTo>
                <a:cubicBezTo>
                  <a:pt x="577851" y="19746"/>
                  <a:pt x="577860" y="19344"/>
                  <a:pt x="577860" y="19173"/>
                </a:cubicBezTo>
                <a:cubicBezTo>
                  <a:pt x="577860" y="17293"/>
                  <a:pt x="577422" y="15969"/>
                  <a:pt x="576548" y="15200"/>
                </a:cubicBezTo>
                <a:cubicBezTo>
                  <a:pt x="575364" y="14158"/>
                  <a:pt x="573606" y="13637"/>
                  <a:pt x="571273" y="13637"/>
                </a:cubicBezTo>
                <a:cubicBezTo>
                  <a:pt x="569095" y="13637"/>
                  <a:pt x="567487" y="14018"/>
                  <a:pt x="566449" y="14782"/>
                </a:cubicBezTo>
                <a:cubicBezTo>
                  <a:pt x="565411" y="15545"/>
                  <a:pt x="564643" y="16896"/>
                  <a:pt x="564146" y="18834"/>
                </a:cubicBezTo>
                <a:lnTo>
                  <a:pt x="559618" y="18216"/>
                </a:lnTo>
                <a:cubicBezTo>
                  <a:pt x="560029" y="16272"/>
                  <a:pt x="560707" y="14702"/>
                  <a:pt x="561650" y="13506"/>
                </a:cubicBezTo>
                <a:cubicBezTo>
                  <a:pt x="562594" y="12310"/>
                  <a:pt x="563957" y="11390"/>
                  <a:pt x="565741" y="10745"/>
                </a:cubicBezTo>
                <a:cubicBezTo>
                  <a:pt x="567525" y="10100"/>
                  <a:pt x="569592" y="9777"/>
                  <a:pt x="571942" y="9777"/>
                </a:cubicBezTo>
                <a:cubicBezTo>
                  <a:pt x="574275" y="9777"/>
                  <a:pt x="576170" y="10052"/>
                  <a:pt x="577628" y="10601"/>
                </a:cubicBezTo>
                <a:cubicBezTo>
                  <a:pt x="579086" y="11149"/>
                  <a:pt x="580158" y="11840"/>
                  <a:pt x="580844" y="12672"/>
                </a:cubicBezTo>
                <a:cubicBezTo>
                  <a:pt x="581530" y="13504"/>
                  <a:pt x="582011" y="14554"/>
                  <a:pt x="582285" y="15824"/>
                </a:cubicBezTo>
                <a:cubicBezTo>
                  <a:pt x="582440" y="16613"/>
                  <a:pt x="582517" y="18036"/>
                  <a:pt x="582517" y="20095"/>
                </a:cubicBezTo>
                <a:lnTo>
                  <a:pt x="582517" y="26270"/>
                </a:lnTo>
                <a:cubicBezTo>
                  <a:pt x="582517" y="30575"/>
                  <a:pt x="582615" y="33298"/>
                  <a:pt x="582813" y="34439"/>
                </a:cubicBezTo>
                <a:cubicBezTo>
                  <a:pt x="583010" y="35579"/>
                  <a:pt x="583400" y="36673"/>
                  <a:pt x="583983" y="37719"/>
                </a:cubicBezTo>
                <a:lnTo>
                  <a:pt x="579146" y="37719"/>
                </a:lnTo>
                <a:cubicBezTo>
                  <a:pt x="578666" y="36758"/>
                  <a:pt x="578357" y="35633"/>
                  <a:pt x="578220" y="34346"/>
                </a:cubicBezTo>
                <a:moveTo>
                  <a:pt x="577834" y="23980"/>
                </a:moveTo>
                <a:cubicBezTo>
                  <a:pt x="576153" y="24672"/>
                  <a:pt x="573632" y="25260"/>
                  <a:pt x="570270" y="25744"/>
                </a:cubicBezTo>
                <a:cubicBezTo>
                  <a:pt x="568366" y="26019"/>
                  <a:pt x="567019" y="26329"/>
                  <a:pt x="566230" y="26674"/>
                </a:cubicBezTo>
                <a:cubicBezTo>
                  <a:pt x="565441" y="27018"/>
                  <a:pt x="564832" y="27522"/>
                  <a:pt x="564403" y="28186"/>
                </a:cubicBezTo>
                <a:cubicBezTo>
                  <a:pt x="563974" y="28849"/>
                  <a:pt x="563760" y="29585"/>
                  <a:pt x="563760" y="30394"/>
                </a:cubicBezTo>
                <a:cubicBezTo>
                  <a:pt x="563760" y="31634"/>
                  <a:pt x="564227" y="32668"/>
                  <a:pt x="565162" y="33495"/>
                </a:cubicBezTo>
                <a:cubicBezTo>
                  <a:pt x="566097" y="34321"/>
                  <a:pt x="567465" y="34735"/>
                  <a:pt x="569266" y="34735"/>
                </a:cubicBezTo>
                <a:cubicBezTo>
                  <a:pt x="571050" y="34735"/>
                  <a:pt x="572637" y="34343"/>
                  <a:pt x="574026" y="33558"/>
                </a:cubicBezTo>
                <a:cubicBezTo>
                  <a:pt x="575415" y="32774"/>
                  <a:pt x="576436" y="31701"/>
                  <a:pt x="577088" y="30340"/>
                </a:cubicBezTo>
                <a:cubicBezTo>
                  <a:pt x="577585" y="29288"/>
                  <a:pt x="577834" y="27737"/>
                  <a:pt x="577834" y="25686"/>
                </a:cubicBezTo>
                <a:lnTo>
                  <a:pt x="577834" y="23980"/>
                </a:lnTo>
                <a:close/>
                <a:moveTo>
                  <a:pt x="600430" y="33628"/>
                </a:moveTo>
                <a:lnTo>
                  <a:pt x="601099" y="37719"/>
                </a:lnTo>
                <a:cubicBezTo>
                  <a:pt x="599796" y="37959"/>
                  <a:pt x="598629" y="38079"/>
                  <a:pt x="597600" y="38079"/>
                </a:cubicBezTo>
                <a:cubicBezTo>
                  <a:pt x="595919" y="38079"/>
                  <a:pt x="594615" y="37814"/>
                  <a:pt x="593689" y="37282"/>
                </a:cubicBezTo>
                <a:cubicBezTo>
                  <a:pt x="592763" y="36750"/>
                  <a:pt x="592111" y="36051"/>
                  <a:pt x="591734" y="35185"/>
                </a:cubicBezTo>
                <a:cubicBezTo>
                  <a:pt x="591356" y="34319"/>
                  <a:pt x="591168" y="32496"/>
                  <a:pt x="591168" y="29717"/>
                </a:cubicBezTo>
                <a:lnTo>
                  <a:pt x="591168" y="13997"/>
                </a:lnTo>
                <a:lnTo>
                  <a:pt x="587771" y="13997"/>
                </a:lnTo>
                <a:lnTo>
                  <a:pt x="587771" y="10395"/>
                </a:lnTo>
                <a:lnTo>
                  <a:pt x="591168" y="10395"/>
                </a:lnTo>
                <a:lnTo>
                  <a:pt x="591168" y="3609"/>
                </a:lnTo>
                <a:lnTo>
                  <a:pt x="595773" y="823"/>
                </a:lnTo>
                <a:lnTo>
                  <a:pt x="595773" y="10395"/>
                </a:lnTo>
                <a:lnTo>
                  <a:pt x="600430" y="10395"/>
                </a:lnTo>
                <a:lnTo>
                  <a:pt x="600430" y="13997"/>
                </a:lnTo>
                <a:lnTo>
                  <a:pt x="595773" y="13997"/>
                </a:lnTo>
                <a:lnTo>
                  <a:pt x="595773" y="29975"/>
                </a:lnTo>
                <a:cubicBezTo>
                  <a:pt x="595773" y="31296"/>
                  <a:pt x="595855" y="32145"/>
                  <a:pt x="596018" y="32522"/>
                </a:cubicBezTo>
                <a:cubicBezTo>
                  <a:pt x="596181" y="32899"/>
                  <a:pt x="596447" y="33199"/>
                  <a:pt x="596815" y="33422"/>
                </a:cubicBezTo>
                <a:cubicBezTo>
                  <a:pt x="597184" y="33645"/>
                  <a:pt x="597712" y="33757"/>
                  <a:pt x="598398" y="33757"/>
                </a:cubicBezTo>
                <a:cubicBezTo>
                  <a:pt x="598912" y="33757"/>
                  <a:pt x="599590" y="33714"/>
                  <a:pt x="600430" y="33628"/>
                </a:cubicBezTo>
                <a:close/>
                <a:moveTo>
                  <a:pt x="622799" y="27685"/>
                </a:moveTo>
                <a:lnTo>
                  <a:pt x="627353" y="28277"/>
                </a:lnTo>
                <a:cubicBezTo>
                  <a:pt x="626855" y="31424"/>
                  <a:pt x="625582" y="33887"/>
                  <a:pt x="623532" y="35667"/>
                </a:cubicBezTo>
                <a:cubicBezTo>
                  <a:pt x="621482" y="37447"/>
                  <a:pt x="618965" y="38337"/>
                  <a:pt x="615980" y="38337"/>
                </a:cubicBezTo>
                <a:cubicBezTo>
                  <a:pt x="612241" y="38337"/>
                  <a:pt x="609235" y="37115"/>
                  <a:pt x="606962" y="34670"/>
                </a:cubicBezTo>
                <a:cubicBezTo>
                  <a:pt x="604689" y="32226"/>
                  <a:pt x="603553" y="28723"/>
                  <a:pt x="603553" y="24160"/>
                </a:cubicBezTo>
                <a:cubicBezTo>
                  <a:pt x="603553" y="21210"/>
                  <a:pt x="604042" y="18628"/>
                  <a:pt x="605020" y="16415"/>
                </a:cubicBezTo>
                <a:cubicBezTo>
                  <a:pt x="605997" y="14203"/>
                  <a:pt x="607485" y="12543"/>
                  <a:pt x="609484" y="11437"/>
                </a:cubicBezTo>
                <a:cubicBezTo>
                  <a:pt x="611482" y="10330"/>
                  <a:pt x="613656" y="9777"/>
                  <a:pt x="616006" y="9777"/>
                </a:cubicBezTo>
                <a:cubicBezTo>
                  <a:pt x="618974" y="9777"/>
                  <a:pt x="621401" y="10530"/>
                  <a:pt x="623288" y="12036"/>
                </a:cubicBezTo>
                <a:cubicBezTo>
                  <a:pt x="625174" y="13541"/>
                  <a:pt x="626384" y="15678"/>
                  <a:pt x="626915" y="18448"/>
                </a:cubicBezTo>
                <a:lnTo>
                  <a:pt x="622413" y="19143"/>
                </a:lnTo>
                <a:cubicBezTo>
                  <a:pt x="621984" y="17316"/>
                  <a:pt x="621225" y="15941"/>
                  <a:pt x="620136" y="15020"/>
                </a:cubicBezTo>
                <a:cubicBezTo>
                  <a:pt x="619046" y="14098"/>
                  <a:pt x="617730" y="13637"/>
                  <a:pt x="616186" y="13637"/>
                </a:cubicBezTo>
                <a:cubicBezTo>
                  <a:pt x="613853" y="13637"/>
                  <a:pt x="611958" y="14469"/>
                  <a:pt x="610500" y="16133"/>
                </a:cubicBezTo>
                <a:cubicBezTo>
                  <a:pt x="609042" y="17797"/>
                  <a:pt x="608313" y="20430"/>
                  <a:pt x="608313" y="24031"/>
                </a:cubicBezTo>
                <a:cubicBezTo>
                  <a:pt x="608313" y="27684"/>
                  <a:pt x="609016" y="30339"/>
                  <a:pt x="610423" y="31994"/>
                </a:cubicBezTo>
                <a:cubicBezTo>
                  <a:pt x="611829" y="33650"/>
                  <a:pt x="613665" y="34477"/>
                  <a:pt x="615929" y="34477"/>
                </a:cubicBezTo>
                <a:cubicBezTo>
                  <a:pt x="617747" y="34477"/>
                  <a:pt x="619265" y="33922"/>
                  <a:pt x="620483" y="32811"/>
                </a:cubicBezTo>
                <a:cubicBezTo>
                  <a:pt x="621701" y="31701"/>
                  <a:pt x="622473" y="29992"/>
                  <a:pt x="622799" y="27685"/>
                </a:cubicBezTo>
                <a:close/>
                <a:moveTo>
                  <a:pt x="631314" y="37719"/>
                </a:moveTo>
                <a:lnTo>
                  <a:pt x="631314" y="0"/>
                </a:lnTo>
                <a:lnTo>
                  <a:pt x="635946" y="0"/>
                </a:lnTo>
                <a:lnTo>
                  <a:pt x="635946" y="13534"/>
                </a:lnTo>
                <a:cubicBezTo>
                  <a:pt x="638107" y="11029"/>
                  <a:pt x="640834" y="9777"/>
                  <a:pt x="644128" y="9777"/>
                </a:cubicBezTo>
                <a:cubicBezTo>
                  <a:pt x="646152" y="9777"/>
                  <a:pt x="647910" y="10176"/>
                  <a:pt x="649402" y="10974"/>
                </a:cubicBezTo>
                <a:cubicBezTo>
                  <a:pt x="650894" y="11771"/>
                  <a:pt x="651962" y="12873"/>
                  <a:pt x="652605" y="14280"/>
                </a:cubicBezTo>
                <a:cubicBezTo>
                  <a:pt x="653249" y="15686"/>
                  <a:pt x="653570" y="17728"/>
                  <a:pt x="653570" y="20403"/>
                </a:cubicBezTo>
                <a:lnTo>
                  <a:pt x="653570" y="37719"/>
                </a:lnTo>
                <a:lnTo>
                  <a:pt x="648939" y="37719"/>
                </a:lnTo>
                <a:lnTo>
                  <a:pt x="648939" y="20403"/>
                </a:lnTo>
                <a:cubicBezTo>
                  <a:pt x="648939" y="18088"/>
                  <a:pt x="648437" y="16402"/>
                  <a:pt x="647434" y="15348"/>
                </a:cubicBezTo>
                <a:cubicBezTo>
                  <a:pt x="646430" y="14293"/>
                  <a:pt x="645011" y="13765"/>
                  <a:pt x="643176" y="13765"/>
                </a:cubicBezTo>
                <a:cubicBezTo>
                  <a:pt x="641803" y="13765"/>
                  <a:pt x="640513" y="14121"/>
                  <a:pt x="639303" y="14833"/>
                </a:cubicBezTo>
                <a:cubicBezTo>
                  <a:pt x="638094" y="15545"/>
                  <a:pt x="637232" y="16510"/>
                  <a:pt x="636718" y="17728"/>
                </a:cubicBezTo>
                <a:cubicBezTo>
                  <a:pt x="636203" y="18945"/>
                  <a:pt x="635946" y="20626"/>
                  <a:pt x="635946" y="22771"/>
                </a:cubicBezTo>
                <a:lnTo>
                  <a:pt x="635946" y="37719"/>
                </a:lnTo>
                <a:lnTo>
                  <a:pt x="631314" y="37719"/>
                </a:lnTo>
                <a:close/>
                <a:moveTo>
                  <a:pt x="681155" y="37719"/>
                </a:moveTo>
                <a:lnTo>
                  <a:pt x="681155" y="10395"/>
                </a:lnTo>
                <a:lnTo>
                  <a:pt x="685323" y="10395"/>
                </a:lnTo>
                <a:lnTo>
                  <a:pt x="685323" y="14511"/>
                </a:lnTo>
                <a:cubicBezTo>
                  <a:pt x="686387" y="12584"/>
                  <a:pt x="687369" y="11313"/>
                  <a:pt x="688269" y="10699"/>
                </a:cubicBezTo>
                <a:cubicBezTo>
                  <a:pt x="689170" y="10084"/>
                  <a:pt x="690160" y="9777"/>
                  <a:pt x="691241" y="9777"/>
                </a:cubicBezTo>
                <a:cubicBezTo>
                  <a:pt x="692802" y="9777"/>
                  <a:pt x="694388" y="10272"/>
                  <a:pt x="696001" y="11263"/>
                </a:cubicBezTo>
                <a:lnTo>
                  <a:pt x="694405" y="15541"/>
                </a:lnTo>
                <a:cubicBezTo>
                  <a:pt x="693273" y="14872"/>
                  <a:pt x="692141" y="14537"/>
                  <a:pt x="691009" y="14537"/>
                </a:cubicBezTo>
                <a:cubicBezTo>
                  <a:pt x="689997" y="14537"/>
                  <a:pt x="689088" y="14842"/>
                  <a:pt x="688282" y="15452"/>
                </a:cubicBezTo>
                <a:cubicBezTo>
                  <a:pt x="687476" y="16062"/>
                  <a:pt x="686901" y="16907"/>
                  <a:pt x="686558" y="17989"/>
                </a:cubicBezTo>
                <a:cubicBezTo>
                  <a:pt x="686043" y="19637"/>
                  <a:pt x="685786" y="21440"/>
                  <a:pt x="685786" y="23398"/>
                </a:cubicBezTo>
                <a:lnTo>
                  <a:pt x="685786" y="37719"/>
                </a:lnTo>
                <a:lnTo>
                  <a:pt x="681155" y="37719"/>
                </a:lnTo>
                <a:close/>
                <a:moveTo>
                  <a:pt x="718038" y="28920"/>
                </a:moveTo>
                <a:lnTo>
                  <a:pt x="722824" y="29512"/>
                </a:lnTo>
                <a:cubicBezTo>
                  <a:pt x="722069" y="32308"/>
                  <a:pt x="720671" y="34477"/>
                  <a:pt x="718630" y="36021"/>
                </a:cubicBezTo>
                <a:cubicBezTo>
                  <a:pt x="716589" y="37565"/>
                  <a:pt x="713982" y="38337"/>
                  <a:pt x="710808" y="38337"/>
                </a:cubicBezTo>
                <a:cubicBezTo>
                  <a:pt x="706812" y="38337"/>
                  <a:pt x="703643" y="37106"/>
                  <a:pt x="701301" y="34645"/>
                </a:cubicBezTo>
                <a:cubicBezTo>
                  <a:pt x="698960" y="32183"/>
                  <a:pt x="697789" y="28731"/>
                  <a:pt x="697789" y="24289"/>
                </a:cubicBezTo>
                <a:cubicBezTo>
                  <a:pt x="697789" y="19692"/>
                  <a:pt x="698973" y="16124"/>
                  <a:pt x="701340" y="13585"/>
                </a:cubicBezTo>
                <a:cubicBezTo>
                  <a:pt x="703707" y="11046"/>
                  <a:pt x="706778" y="9777"/>
                  <a:pt x="710551" y="9777"/>
                </a:cubicBezTo>
                <a:cubicBezTo>
                  <a:pt x="714205" y="9777"/>
                  <a:pt x="717189" y="11019"/>
                  <a:pt x="719505" y="13502"/>
                </a:cubicBezTo>
                <a:cubicBezTo>
                  <a:pt x="721821" y="15985"/>
                  <a:pt x="722978" y="19478"/>
                  <a:pt x="722978" y="23982"/>
                </a:cubicBezTo>
                <a:cubicBezTo>
                  <a:pt x="722978" y="24256"/>
                  <a:pt x="722970" y="24667"/>
                  <a:pt x="722953" y="25215"/>
                </a:cubicBezTo>
                <a:lnTo>
                  <a:pt x="702575" y="25215"/>
                </a:lnTo>
                <a:cubicBezTo>
                  <a:pt x="702747" y="28208"/>
                  <a:pt x="703596" y="30500"/>
                  <a:pt x="705122" y="32091"/>
                </a:cubicBezTo>
                <a:cubicBezTo>
                  <a:pt x="706649" y="33682"/>
                  <a:pt x="708553" y="34477"/>
                  <a:pt x="710834" y="34477"/>
                </a:cubicBezTo>
                <a:cubicBezTo>
                  <a:pt x="712532" y="34477"/>
                  <a:pt x="713982" y="34036"/>
                  <a:pt x="715182" y="33152"/>
                </a:cubicBezTo>
                <a:cubicBezTo>
                  <a:pt x="716383" y="32268"/>
                  <a:pt x="717335" y="30858"/>
                  <a:pt x="718038" y="28920"/>
                </a:cubicBezTo>
                <a:moveTo>
                  <a:pt x="702832" y="21355"/>
                </a:moveTo>
                <a:lnTo>
                  <a:pt x="718090" y="21355"/>
                </a:lnTo>
                <a:cubicBezTo>
                  <a:pt x="717884" y="19094"/>
                  <a:pt x="717301" y="17399"/>
                  <a:pt x="716340" y="16268"/>
                </a:cubicBezTo>
                <a:cubicBezTo>
                  <a:pt x="714865" y="14514"/>
                  <a:pt x="712953" y="13637"/>
                  <a:pt x="710603" y="13637"/>
                </a:cubicBezTo>
                <a:cubicBezTo>
                  <a:pt x="708476" y="13637"/>
                  <a:pt x="706687" y="14337"/>
                  <a:pt x="705238" y="15738"/>
                </a:cubicBezTo>
                <a:cubicBezTo>
                  <a:pt x="703789" y="17138"/>
                  <a:pt x="702987" y="19010"/>
                  <a:pt x="702832" y="21355"/>
                </a:cubicBezTo>
                <a:close/>
                <a:moveTo>
                  <a:pt x="726568" y="29537"/>
                </a:moveTo>
                <a:lnTo>
                  <a:pt x="731148" y="28817"/>
                </a:lnTo>
                <a:cubicBezTo>
                  <a:pt x="731405" y="30644"/>
                  <a:pt x="732121" y="32045"/>
                  <a:pt x="733296" y="33018"/>
                </a:cubicBezTo>
                <a:cubicBezTo>
                  <a:pt x="734471" y="33991"/>
                  <a:pt x="736113" y="34477"/>
                  <a:pt x="738223" y="34477"/>
                </a:cubicBezTo>
                <a:cubicBezTo>
                  <a:pt x="740350" y="34477"/>
                  <a:pt x="741928" y="34048"/>
                  <a:pt x="742957" y="33188"/>
                </a:cubicBezTo>
                <a:cubicBezTo>
                  <a:pt x="743986" y="32329"/>
                  <a:pt x="744501" y="31320"/>
                  <a:pt x="744501" y="30164"/>
                </a:cubicBezTo>
                <a:cubicBezTo>
                  <a:pt x="744501" y="29125"/>
                  <a:pt x="744047" y="28308"/>
                  <a:pt x="743137" y="27713"/>
                </a:cubicBezTo>
                <a:cubicBezTo>
                  <a:pt x="742503" y="27305"/>
                  <a:pt x="740925" y="26785"/>
                  <a:pt x="738403" y="26156"/>
                </a:cubicBezTo>
                <a:cubicBezTo>
                  <a:pt x="735007" y="25297"/>
                  <a:pt x="732653" y="24555"/>
                  <a:pt x="731341" y="23928"/>
                </a:cubicBezTo>
                <a:cubicBezTo>
                  <a:pt x="730028" y="23302"/>
                  <a:pt x="729033" y="22435"/>
                  <a:pt x="728356" y="21327"/>
                </a:cubicBezTo>
                <a:cubicBezTo>
                  <a:pt x="727678" y="20220"/>
                  <a:pt x="727340" y="18997"/>
                  <a:pt x="727340" y="17658"/>
                </a:cubicBezTo>
                <a:cubicBezTo>
                  <a:pt x="727340" y="16439"/>
                  <a:pt x="727618" y="15310"/>
                  <a:pt x="728176" y="14271"/>
                </a:cubicBezTo>
                <a:cubicBezTo>
                  <a:pt x="728733" y="13232"/>
                  <a:pt x="729492" y="12369"/>
                  <a:pt x="730453" y="11683"/>
                </a:cubicBezTo>
                <a:cubicBezTo>
                  <a:pt x="731173" y="11150"/>
                  <a:pt x="732155" y="10700"/>
                  <a:pt x="733399" y="10331"/>
                </a:cubicBezTo>
                <a:cubicBezTo>
                  <a:pt x="734642" y="9962"/>
                  <a:pt x="735976" y="9777"/>
                  <a:pt x="737400" y="9777"/>
                </a:cubicBezTo>
                <a:cubicBezTo>
                  <a:pt x="739544" y="9777"/>
                  <a:pt x="741426" y="10088"/>
                  <a:pt x="743047" y="10710"/>
                </a:cubicBezTo>
                <a:cubicBezTo>
                  <a:pt x="744668" y="11331"/>
                  <a:pt x="745865" y="12173"/>
                  <a:pt x="746637" y="13235"/>
                </a:cubicBezTo>
                <a:cubicBezTo>
                  <a:pt x="747409" y="14297"/>
                  <a:pt x="747940" y="15717"/>
                  <a:pt x="748232" y="17496"/>
                </a:cubicBezTo>
                <a:lnTo>
                  <a:pt x="743703" y="18113"/>
                </a:lnTo>
                <a:cubicBezTo>
                  <a:pt x="743498" y="16707"/>
                  <a:pt x="742902" y="15609"/>
                  <a:pt x="741915" y="14820"/>
                </a:cubicBezTo>
                <a:cubicBezTo>
                  <a:pt x="740929" y="14031"/>
                  <a:pt x="739535" y="13637"/>
                  <a:pt x="737734" y="13637"/>
                </a:cubicBezTo>
                <a:cubicBezTo>
                  <a:pt x="735607" y="13637"/>
                  <a:pt x="734089" y="13987"/>
                  <a:pt x="733180" y="14687"/>
                </a:cubicBezTo>
                <a:cubicBezTo>
                  <a:pt x="732271" y="15386"/>
                  <a:pt x="731816" y="16205"/>
                  <a:pt x="731816" y="17145"/>
                </a:cubicBezTo>
                <a:cubicBezTo>
                  <a:pt x="731816" y="17742"/>
                  <a:pt x="732005" y="18279"/>
                  <a:pt x="732383" y="18758"/>
                </a:cubicBezTo>
                <a:cubicBezTo>
                  <a:pt x="732760" y="19252"/>
                  <a:pt x="733352" y="19662"/>
                  <a:pt x="734158" y="19986"/>
                </a:cubicBezTo>
                <a:cubicBezTo>
                  <a:pt x="734621" y="20157"/>
                  <a:pt x="735985" y="20550"/>
                  <a:pt x="738249" y="21164"/>
                </a:cubicBezTo>
                <a:cubicBezTo>
                  <a:pt x="741525" y="22038"/>
                  <a:pt x="743811" y="22754"/>
                  <a:pt x="745106" y="23311"/>
                </a:cubicBezTo>
                <a:cubicBezTo>
                  <a:pt x="746401" y="23868"/>
                  <a:pt x="747417" y="24678"/>
                  <a:pt x="748155" y="25741"/>
                </a:cubicBezTo>
                <a:cubicBezTo>
                  <a:pt x="748892" y="26803"/>
                  <a:pt x="749261" y="28122"/>
                  <a:pt x="749261" y="29699"/>
                </a:cubicBezTo>
                <a:cubicBezTo>
                  <a:pt x="749261" y="31242"/>
                  <a:pt x="748811" y="32694"/>
                  <a:pt x="747910" y="34057"/>
                </a:cubicBezTo>
                <a:cubicBezTo>
                  <a:pt x="747010" y="35419"/>
                  <a:pt x="745710" y="36473"/>
                  <a:pt x="744012" y="37218"/>
                </a:cubicBezTo>
                <a:cubicBezTo>
                  <a:pt x="742314" y="37964"/>
                  <a:pt x="740393" y="38337"/>
                  <a:pt x="738249" y="38337"/>
                </a:cubicBezTo>
                <a:cubicBezTo>
                  <a:pt x="734698" y="38337"/>
                  <a:pt x="731992" y="37597"/>
                  <a:pt x="730131" y="36118"/>
                </a:cubicBezTo>
                <a:cubicBezTo>
                  <a:pt x="728270" y="34638"/>
                  <a:pt x="727082" y="32445"/>
                  <a:pt x="726568" y="29537"/>
                </a:cubicBezTo>
                <a:close/>
                <a:moveTo>
                  <a:pt x="753043" y="24057"/>
                </a:moveTo>
                <a:cubicBezTo>
                  <a:pt x="753043" y="18997"/>
                  <a:pt x="754450" y="15249"/>
                  <a:pt x="757263" y="12813"/>
                </a:cubicBezTo>
                <a:cubicBezTo>
                  <a:pt x="759613" y="10789"/>
                  <a:pt x="762477" y="9777"/>
                  <a:pt x="765856" y="9777"/>
                </a:cubicBezTo>
                <a:cubicBezTo>
                  <a:pt x="769613" y="9777"/>
                  <a:pt x="772683" y="11008"/>
                  <a:pt x="775067" y="13469"/>
                </a:cubicBezTo>
                <a:cubicBezTo>
                  <a:pt x="777452" y="15931"/>
                  <a:pt x="778644" y="19331"/>
                  <a:pt x="778644" y="23671"/>
                </a:cubicBezTo>
                <a:cubicBezTo>
                  <a:pt x="778644" y="27187"/>
                  <a:pt x="778116" y="29953"/>
                  <a:pt x="777061" y="31969"/>
                </a:cubicBezTo>
                <a:cubicBezTo>
                  <a:pt x="776007" y="33984"/>
                  <a:pt x="774471" y="35549"/>
                  <a:pt x="772456" y="36664"/>
                </a:cubicBezTo>
                <a:cubicBezTo>
                  <a:pt x="770440" y="37779"/>
                  <a:pt x="768241" y="38337"/>
                  <a:pt x="765856" y="38337"/>
                </a:cubicBezTo>
                <a:cubicBezTo>
                  <a:pt x="762031" y="38337"/>
                  <a:pt x="758939" y="37110"/>
                  <a:pt x="756581" y="34657"/>
                </a:cubicBezTo>
                <a:cubicBezTo>
                  <a:pt x="754222" y="32205"/>
                  <a:pt x="753043" y="28671"/>
                  <a:pt x="753043" y="24057"/>
                </a:cubicBezTo>
                <a:moveTo>
                  <a:pt x="757803" y="24044"/>
                </a:moveTo>
                <a:cubicBezTo>
                  <a:pt x="757803" y="27530"/>
                  <a:pt x="758566" y="30141"/>
                  <a:pt x="760093" y="31875"/>
                </a:cubicBezTo>
                <a:cubicBezTo>
                  <a:pt x="761620" y="33610"/>
                  <a:pt x="763541" y="34477"/>
                  <a:pt x="765856" y="34477"/>
                </a:cubicBezTo>
                <a:cubicBezTo>
                  <a:pt x="768155" y="34477"/>
                  <a:pt x="770067" y="33606"/>
                  <a:pt x="771594" y="31863"/>
                </a:cubicBezTo>
                <a:cubicBezTo>
                  <a:pt x="773121" y="30119"/>
                  <a:pt x="773884" y="27462"/>
                  <a:pt x="773884" y="23891"/>
                </a:cubicBezTo>
                <a:cubicBezTo>
                  <a:pt x="773884" y="20524"/>
                  <a:pt x="773116" y="17973"/>
                  <a:pt x="771581" y="16238"/>
                </a:cubicBezTo>
                <a:cubicBezTo>
                  <a:pt x="770046" y="14504"/>
                  <a:pt x="768138" y="13637"/>
                  <a:pt x="765856" y="13637"/>
                </a:cubicBezTo>
                <a:cubicBezTo>
                  <a:pt x="763541" y="13637"/>
                  <a:pt x="761620" y="14500"/>
                  <a:pt x="760093" y="16226"/>
                </a:cubicBezTo>
                <a:cubicBezTo>
                  <a:pt x="758566" y="17952"/>
                  <a:pt x="757803" y="20558"/>
                  <a:pt x="757803" y="24044"/>
                </a:cubicBezTo>
                <a:close/>
                <a:moveTo>
                  <a:pt x="783751" y="37719"/>
                </a:moveTo>
                <a:lnTo>
                  <a:pt x="783751" y="0"/>
                </a:lnTo>
                <a:lnTo>
                  <a:pt x="788382" y="0"/>
                </a:lnTo>
                <a:lnTo>
                  <a:pt x="788382" y="37719"/>
                </a:lnTo>
                <a:lnTo>
                  <a:pt x="783751" y="37719"/>
                </a:lnTo>
                <a:close/>
                <a:moveTo>
                  <a:pt x="803142" y="37719"/>
                </a:moveTo>
                <a:lnTo>
                  <a:pt x="792748" y="10395"/>
                </a:lnTo>
                <a:lnTo>
                  <a:pt x="797636" y="10395"/>
                </a:lnTo>
                <a:lnTo>
                  <a:pt x="803502" y="26759"/>
                </a:lnTo>
                <a:cubicBezTo>
                  <a:pt x="804137" y="28525"/>
                  <a:pt x="804720" y="30361"/>
                  <a:pt x="805252" y="32265"/>
                </a:cubicBezTo>
                <a:cubicBezTo>
                  <a:pt x="805664" y="30824"/>
                  <a:pt x="806238" y="29091"/>
                  <a:pt x="806976" y="27067"/>
                </a:cubicBezTo>
                <a:lnTo>
                  <a:pt x="813048" y="10395"/>
                </a:lnTo>
                <a:lnTo>
                  <a:pt x="817808" y="10395"/>
                </a:lnTo>
                <a:lnTo>
                  <a:pt x="807465" y="37719"/>
                </a:lnTo>
                <a:lnTo>
                  <a:pt x="803142" y="37719"/>
                </a:lnTo>
                <a:close/>
                <a:moveTo>
                  <a:pt x="840605" y="28920"/>
                </a:moveTo>
                <a:lnTo>
                  <a:pt x="845390" y="29512"/>
                </a:lnTo>
                <a:cubicBezTo>
                  <a:pt x="844636" y="32308"/>
                  <a:pt x="843238" y="34477"/>
                  <a:pt x="841196" y="36021"/>
                </a:cubicBezTo>
                <a:cubicBezTo>
                  <a:pt x="839155" y="37565"/>
                  <a:pt x="836548" y="38337"/>
                  <a:pt x="833375" y="38337"/>
                </a:cubicBezTo>
                <a:cubicBezTo>
                  <a:pt x="829378" y="38337"/>
                  <a:pt x="826209" y="37106"/>
                  <a:pt x="823868" y="34645"/>
                </a:cubicBezTo>
                <a:cubicBezTo>
                  <a:pt x="821526" y="32183"/>
                  <a:pt x="820356" y="28731"/>
                  <a:pt x="820356" y="24289"/>
                </a:cubicBezTo>
                <a:cubicBezTo>
                  <a:pt x="820356" y="19692"/>
                  <a:pt x="821539" y="16124"/>
                  <a:pt x="823906" y="13585"/>
                </a:cubicBezTo>
                <a:cubicBezTo>
                  <a:pt x="826273" y="11046"/>
                  <a:pt x="829344" y="9777"/>
                  <a:pt x="833117" y="9777"/>
                </a:cubicBezTo>
                <a:cubicBezTo>
                  <a:pt x="836771" y="9777"/>
                  <a:pt x="839756" y="11019"/>
                  <a:pt x="842071" y="13502"/>
                </a:cubicBezTo>
                <a:cubicBezTo>
                  <a:pt x="844387" y="15985"/>
                  <a:pt x="845545" y="19478"/>
                  <a:pt x="845545" y="23982"/>
                </a:cubicBezTo>
                <a:cubicBezTo>
                  <a:pt x="845545" y="24256"/>
                  <a:pt x="845536" y="24667"/>
                  <a:pt x="845519" y="25215"/>
                </a:cubicBezTo>
                <a:lnTo>
                  <a:pt x="825141" y="25215"/>
                </a:lnTo>
                <a:cubicBezTo>
                  <a:pt x="825313" y="28208"/>
                  <a:pt x="826162" y="30500"/>
                  <a:pt x="827688" y="32091"/>
                </a:cubicBezTo>
                <a:cubicBezTo>
                  <a:pt x="829215" y="33682"/>
                  <a:pt x="831119" y="34477"/>
                  <a:pt x="833400" y="34477"/>
                </a:cubicBezTo>
                <a:cubicBezTo>
                  <a:pt x="835099" y="34477"/>
                  <a:pt x="836548" y="34036"/>
                  <a:pt x="837749" y="33152"/>
                </a:cubicBezTo>
                <a:cubicBezTo>
                  <a:pt x="838949" y="32268"/>
                  <a:pt x="839901" y="30858"/>
                  <a:pt x="840605" y="28920"/>
                </a:cubicBezTo>
                <a:moveTo>
                  <a:pt x="825399" y="21355"/>
                </a:moveTo>
                <a:lnTo>
                  <a:pt x="840656" y="21355"/>
                </a:lnTo>
                <a:cubicBezTo>
                  <a:pt x="840450" y="19094"/>
                  <a:pt x="839867" y="17399"/>
                  <a:pt x="838906" y="16268"/>
                </a:cubicBezTo>
                <a:cubicBezTo>
                  <a:pt x="837431" y="14514"/>
                  <a:pt x="835519" y="13637"/>
                  <a:pt x="833169" y="13637"/>
                </a:cubicBezTo>
                <a:cubicBezTo>
                  <a:pt x="831042" y="13637"/>
                  <a:pt x="829254" y="14337"/>
                  <a:pt x="827804" y="15738"/>
                </a:cubicBezTo>
                <a:cubicBezTo>
                  <a:pt x="826355" y="17138"/>
                  <a:pt x="825553" y="19010"/>
                  <a:pt x="825399" y="21355"/>
                </a:cubicBezTo>
                <a:close/>
                <a:moveTo>
                  <a:pt x="868925" y="37719"/>
                </a:moveTo>
                <a:lnTo>
                  <a:pt x="868925" y="34272"/>
                </a:lnTo>
                <a:cubicBezTo>
                  <a:pt x="867192" y="36982"/>
                  <a:pt x="864645" y="38337"/>
                  <a:pt x="861283" y="38337"/>
                </a:cubicBezTo>
                <a:cubicBezTo>
                  <a:pt x="859105" y="38337"/>
                  <a:pt x="857102" y="37736"/>
                  <a:pt x="855275" y="36536"/>
                </a:cubicBezTo>
                <a:cubicBezTo>
                  <a:pt x="853449" y="35335"/>
                  <a:pt x="852033" y="33658"/>
                  <a:pt x="851030" y="31506"/>
                </a:cubicBezTo>
                <a:cubicBezTo>
                  <a:pt x="850027" y="29353"/>
                  <a:pt x="849525" y="26879"/>
                  <a:pt x="849525" y="24083"/>
                </a:cubicBezTo>
                <a:cubicBezTo>
                  <a:pt x="849525" y="21355"/>
                  <a:pt x="849979" y="18881"/>
                  <a:pt x="850889" y="16660"/>
                </a:cubicBezTo>
                <a:cubicBezTo>
                  <a:pt x="851798" y="14438"/>
                  <a:pt x="853161" y="12736"/>
                  <a:pt x="854979" y="11552"/>
                </a:cubicBezTo>
                <a:cubicBezTo>
                  <a:pt x="856798" y="10369"/>
                  <a:pt x="858830" y="9777"/>
                  <a:pt x="861077" y="9777"/>
                </a:cubicBezTo>
                <a:cubicBezTo>
                  <a:pt x="862724" y="9777"/>
                  <a:pt x="864191" y="10125"/>
                  <a:pt x="865477" y="10819"/>
                </a:cubicBezTo>
                <a:cubicBezTo>
                  <a:pt x="866764" y="11514"/>
                  <a:pt x="867810" y="12419"/>
                  <a:pt x="868616" y="13534"/>
                </a:cubicBezTo>
                <a:lnTo>
                  <a:pt x="868616" y="0"/>
                </a:lnTo>
                <a:lnTo>
                  <a:pt x="873222" y="0"/>
                </a:lnTo>
                <a:lnTo>
                  <a:pt x="873222" y="37719"/>
                </a:lnTo>
                <a:lnTo>
                  <a:pt x="868925" y="37719"/>
                </a:lnTo>
                <a:moveTo>
                  <a:pt x="854285" y="24070"/>
                </a:moveTo>
                <a:cubicBezTo>
                  <a:pt x="854285" y="27556"/>
                  <a:pt x="855022" y="30162"/>
                  <a:pt x="856498" y="31888"/>
                </a:cubicBezTo>
                <a:cubicBezTo>
                  <a:pt x="857973" y="33614"/>
                  <a:pt x="859714" y="34477"/>
                  <a:pt x="861721" y="34477"/>
                </a:cubicBezTo>
                <a:cubicBezTo>
                  <a:pt x="863745" y="34477"/>
                  <a:pt x="865464" y="33653"/>
                  <a:pt x="866879" y="32004"/>
                </a:cubicBezTo>
                <a:cubicBezTo>
                  <a:pt x="868294" y="30355"/>
                  <a:pt x="869002" y="27838"/>
                  <a:pt x="869002" y="24454"/>
                </a:cubicBezTo>
                <a:cubicBezTo>
                  <a:pt x="869002" y="20729"/>
                  <a:pt x="868282" y="17994"/>
                  <a:pt x="866841" y="16251"/>
                </a:cubicBezTo>
                <a:cubicBezTo>
                  <a:pt x="865400" y="14508"/>
                  <a:pt x="863625" y="13637"/>
                  <a:pt x="861515" y="13637"/>
                </a:cubicBezTo>
                <a:cubicBezTo>
                  <a:pt x="859456" y="13637"/>
                  <a:pt x="857737" y="14474"/>
                  <a:pt x="856356" y="16149"/>
                </a:cubicBezTo>
                <a:cubicBezTo>
                  <a:pt x="854975" y="17824"/>
                  <a:pt x="854285" y="20464"/>
                  <a:pt x="854285" y="24070"/>
                </a:cubicBezTo>
                <a:close/>
                <a:moveTo>
                  <a:pt x="911179" y="33628"/>
                </a:moveTo>
                <a:lnTo>
                  <a:pt x="911848" y="37719"/>
                </a:lnTo>
                <a:cubicBezTo>
                  <a:pt x="910545" y="37959"/>
                  <a:pt x="909378" y="38079"/>
                  <a:pt x="908349" y="38079"/>
                </a:cubicBezTo>
                <a:cubicBezTo>
                  <a:pt x="906668" y="38079"/>
                  <a:pt x="905364" y="37814"/>
                  <a:pt x="904438" y="37282"/>
                </a:cubicBezTo>
                <a:cubicBezTo>
                  <a:pt x="903512" y="36750"/>
                  <a:pt x="902860" y="36051"/>
                  <a:pt x="902483" y="35185"/>
                </a:cubicBezTo>
                <a:cubicBezTo>
                  <a:pt x="902105" y="34319"/>
                  <a:pt x="901917" y="32496"/>
                  <a:pt x="901917" y="29717"/>
                </a:cubicBezTo>
                <a:lnTo>
                  <a:pt x="901917" y="13997"/>
                </a:lnTo>
                <a:lnTo>
                  <a:pt x="898520" y="13997"/>
                </a:lnTo>
                <a:lnTo>
                  <a:pt x="898520" y="10395"/>
                </a:lnTo>
                <a:lnTo>
                  <a:pt x="901917" y="10395"/>
                </a:lnTo>
                <a:lnTo>
                  <a:pt x="901917" y="3609"/>
                </a:lnTo>
                <a:lnTo>
                  <a:pt x="906522" y="823"/>
                </a:lnTo>
                <a:lnTo>
                  <a:pt x="906522" y="10395"/>
                </a:lnTo>
                <a:lnTo>
                  <a:pt x="911179" y="10395"/>
                </a:lnTo>
                <a:lnTo>
                  <a:pt x="911179" y="13997"/>
                </a:lnTo>
                <a:lnTo>
                  <a:pt x="906522" y="13997"/>
                </a:lnTo>
                <a:lnTo>
                  <a:pt x="906522" y="29975"/>
                </a:lnTo>
                <a:cubicBezTo>
                  <a:pt x="906522" y="31296"/>
                  <a:pt x="906604" y="32145"/>
                  <a:pt x="906767" y="32522"/>
                </a:cubicBezTo>
                <a:cubicBezTo>
                  <a:pt x="906930" y="32899"/>
                  <a:pt x="907195" y="33199"/>
                  <a:pt x="907564" y="33422"/>
                </a:cubicBezTo>
                <a:cubicBezTo>
                  <a:pt x="907933" y="33645"/>
                  <a:pt x="908460" y="33757"/>
                  <a:pt x="909147" y="33757"/>
                </a:cubicBezTo>
                <a:cubicBezTo>
                  <a:pt x="909661" y="33757"/>
                  <a:pt x="910339" y="33714"/>
                  <a:pt x="911179" y="33628"/>
                </a:cubicBezTo>
                <a:close/>
                <a:moveTo>
                  <a:pt x="916455" y="37719"/>
                </a:moveTo>
                <a:lnTo>
                  <a:pt x="916455" y="0"/>
                </a:lnTo>
                <a:lnTo>
                  <a:pt x="921086" y="0"/>
                </a:lnTo>
                <a:lnTo>
                  <a:pt x="921086" y="13534"/>
                </a:lnTo>
                <a:cubicBezTo>
                  <a:pt x="923247" y="11029"/>
                  <a:pt x="925974" y="9777"/>
                  <a:pt x="929268" y="9777"/>
                </a:cubicBezTo>
                <a:cubicBezTo>
                  <a:pt x="931292" y="9777"/>
                  <a:pt x="933050" y="10176"/>
                  <a:pt x="934542" y="10974"/>
                </a:cubicBezTo>
                <a:cubicBezTo>
                  <a:pt x="936035" y="11771"/>
                  <a:pt x="937102" y="12873"/>
                  <a:pt x="937746" y="14280"/>
                </a:cubicBezTo>
                <a:cubicBezTo>
                  <a:pt x="938389" y="15686"/>
                  <a:pt x="938710" y="17728"/>
                  <a:pt x="938710" y="20403"/>
                </a:cubicBezTo>
                <a:lnTo>
                  <a:pt x="938710" y="37719"/>
                </a:lnTo>
                <a:lnTo>
                  <a:pt x="934079" y="37719"/>
                </a:lnTo>
                <a:lnTo>
                  <a:pt x="934079" y="20403"/>
                </a:lnTo>
                <a:cubicBezTo>
                  <a:pt x="934079" y="18088"/>
                  <a:pt x="933577" y="16402"/>
                  <a:pt x="932574" y="15348"/>
                </a:cubicBezTo>
                <a:cubicBezTo>
                  <a:pt x="931571" y="14293"/>
                  <a:pt x="930151" y="13765"/>
                  <a:pt x="928316" y="13765"/>
                </a:cubicBezTo>
                <a:cubicBezTo>
                  <a:pt x="926944" y="13765"/>
                  <a:pt x="925653" y="14121"/>
                  <a:pt x="924444" y="14833"/>
                </a:cubicBezTo>
                <a:cubicBezTo>
                  <a:pt x="923234" y="15545"/>
                  <a:pt x="922372" y="16510"/>
                  <a:pt x="921858" y="17728"/>
                </a:cubicBezTo>
                <a:cubicBezTo>
                  <a:pt x="921343" y="18945"/>
                  <a:pt x="921086" y="20626"/>
                  <a:pt x="921086" y="22771"/>
                </a:cubicBezTo>
                <a:lnTo>
                  <a:pt x="921086" y="37719"/>
                </a:lnTo>
                <a:lnTo>
                  <a:pt x="916455" y="37719"/>
                </a:lnTo>
                <a:close/>
                <a:moveTo>
                  <a:pt x="964247" y="28920"/>
                </a:moveTo>
                <a:lnTo>
                  <a:pt x="969032" y="29512"/>
                </a:lnTo>
                <a:cubicBezTo>
                  <a:pt x="968278" y="32308"/>
                  <a:pt x="966880" y="34477"/>
                  <a:pt x="964838" y="36021"/>
                </a:cubicBezTo>
                <a:cubicBezTo>
                  <a:pt x="962797" y="37565"/>
                  <a:pt x="960190" y="38337"/>
                  <a:pt x="957017" y="38337"/>
                </a:cubicBezTo>
                <a:cubicBezTo>
                  <a:pt x="953020" y="38337"/>
                  <a:pt x="949851" y="37106"/>
                  <a:pt x="947510" y="34645"/>
                </a:cubicBezTo>
                <a:cubicBezTo>
                  <a:pt x="945168" y="32183"/>
                  <a:pt x="943998" y="28731"/>
                  <a:pt x="943998" y="24289"/>
                </a:cubicBezTo>
                <a:cubicBezTo>
                  <a:pt x="943998" y="19692"/>
                  <a:pt x="945181" y="16124"/>
                  <a:pt x="947548" y="13585"/>
                </a:cubicBezTo>
                <a:cubicBezTo>
                  <a:pt x="949915" y="11046"/>
                  <a:pt x="952986" y="9777"/>
                  <a:pt x="956759" y="9777"/>
                </a:cubicBezTo>
                <a:cubicBezTo>
                  <a:pt x="960413" y="9777"/>
                  <a:pt x="963398" y="11019"/>
                  <a:pt x="965713" y="13502"/>
                </a:cubicBezTo>
                <a:cubicBezTo>
                  <a:pt x="968029" y="15985"/>
                  <a:pt x="969187" y="19478"/>
                  <a:pt x="969187" y="23982"/>
                </a:cubicBezTo>
                <a:cubicBezTo>
                  <a:pt x="969187" y="24256"/>
                  <a:pt x="969178" y="24667"/>
                  <a:pt x="969161" y="25215"/>
                </a:cubicBezTo>
                <a:lnTo>
                  <a:pt x="948783" y="25215"/>
                </a:lnTo>
                <a:cubicBezTo>
                  <a:pt x="948955" y="28208"/>
                  <a:pt x="949804" y="30500"/>
                  <a:pt x="951330" y="32091"/>
                </a:cubicBezTo>
                <a:cubicBezTo>
                  <a:pt x="952857" y="33682"/>
                  <a:pt x="954761" y="34477"/>
                  <a:pt x="957042" y="34477"/>
                </a:cubicBezTo>
                <a:cubicBezTo>
                  <a:pt x="958741" y="34477"/>
                  <a:pt x="960190" y="34036"/>
                  <a:pt x="961391" y="33152"/>
                </a:cubicBezTo>
                <a:cubicBezTo>
                  <a:pt x="962591" y="32268"/>
                  <a:pt x="963543" y="30858"/>
                  <a:pt x="964247" y="28920"/>
                </a:cubicBezTo>
                <a:moveTo>
                  <a:pt x="949041" y="21355"/>
                </a:moveTo>
                <a:lnTo>
                  <a:pt x="964298" y="21355"/>
                </a:lnTo>
                <a:cubicBezTo>
                  <a:pt x="964092" y="19094"/>
                  <a:pt x="963509" y="17399"/>
                  <a:pt x="962548" y="16268"/>
                </a:cubicBezTo>
                <a:cubicBezTo>
                  <a:pt x="961073" y="14514"/>
                  <a:pt x="959161" y="13637"/>
                  <a:pt x="956811" y="13637"/>
                </a:cubicBezTo>
                <a:cubicBezTo>
                  <a:pt x="954684" y="13637"/>
                  <a:pt x="952896" y="14337"/>
                  <a:pt x="951446" y="15738"/>
                </a:cubicBezTo>
                <a:cubicBezTo>
                  <a:pt x="949997" y="17138"/>
                  <a:pt x="949195" y="19010"/>
                  <a:pt x="949041" y="213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problemscenariointheissuereport.">
            <a:extLst xmlns:a="http://schemas.openxmlformats.org/drawingml/2006/main">
              <a:ext uri="{FF2B5EF4-FFF2-40B4-BE49-F238E27FC236}">
                <a16:creationId xmlns:a16="http://schemas.microsoft.com/office/drawing/2014/main" id="{1B5AF17E-4BD5-428E-8AFE-F23F92E0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990" y="5264941"/>
            <a:ext cx="846962" cy="48217"/>
          </a:xfrm>
          <a:custGeom xmlns:a="http://schemas.openxmlformats.org/drawingml/2006/main">
            <a:pathLst>
              <a:path w="846962" h="48217">
                <a:moveTo>
                  <a:pt x="368128" y="5352"/>
                </a:moveTo>
                <a:lnTo>
                  <a:pt x="368128" y="0"/>
                </a:lnTo>
                <a:lnTo>
                  <a:pt x="363496" y="0"/>
                </a:lnTo>
                <a:lnTo>
                  <a:pt x="363496" y="5352"/>
                </a:lnTo>
                <a:lnTo>
                  <a:pt x="368128" y="5352"/>
                </a:lnTo>
                <a:close/>
                <a:moveTo>
                  <a:pt x="426208" y="5352"/>
                </a:moveTo>
                <a:lnTo>
                  <a:pt x="426208" y="0"/>
                </a:lnTo>
                <a:lnTo>
                  <a:pt x="421577" y="0"/>
                </a:lnTo>
                <a:lnTo>
                  <a:pt x="421577" y="5352"/>
                </a:lnTo>
                <a:lnTo>
                  <a:pt x="426208" y="5352"/>
                </a:lnTo>
                <a:close/>
                <a:moveTo>
                  <a:pt x="109073" y="37719"/>
                </a:moveTo>
                <a:lnTo>
                  <a:pt x="109073" y="0"/>
                </a:lnTo>
                <a:lnTo>
                  <a:pt x="104442" y="0"/>
                </a:lnTo>
                <a:lnTo>
                  <a:pt x="104442" y="37719"/>
                </a:lnTo>
                <a:lnTo>
                  <a:pt x="109073" y="37719"/>
                </a:lnTo>
                <a:close/>
                <a:moveTo>
                  <a:pt x="80704" y="35496"/>
                </a:moveTo>
                <a:lnTo>
                  <a:pt x="80966" y="35773"/>
                </a:lnTo>
                <a:lnTo>
                  <a:pt x="81236" y="36036"/>
                </a:lnTo>
                <a:lnTo>
                  <a:pt x="81512" y="36284"/>
                </a:lnTo>
                <a:lnTo>
                  <a:pt x="81796" y="36519"/>
                </a:lnTo>
                <a:lnTo>
                  <a:pt x="82087" y="36739"/>
                </a:lnTo>
                <a:lnTo>
                  <a:pt x="82385" y="36945"/>
                </a:lnTo>
                <a:lnTo>
                  <a:pt x="82690" y="37136"/>
                </a:lnTo>
                <a:lnTo>
                  <a:pt x="83003" y="37314"/>
                </a:lnTo>
                <a:lnTo>
                  <a:pt x="83323" y="37477"/>
                </a:lnTo>
                <a:lnTo>
                  <a:pt x="83650" y="37627"/>
                </a:lnTo>
                <a:lnTo>
                  <a:pt x="83984" y="37761"/>
                </a:lnTo>
                <a:lnTo>
                  <a:pt x="84326" y="37882"/>
                </a:lnTo>
                <a:lnTo>
                  <a:pt x="84675" y="37989"/>
                </a:lnTo>
                <a:lnTo>
                  <a:pt x="85031" y="38081"/>
                </a:lnTo>
                <a:lnTo>
                  <a:pt x="85394" y="38159"/>
                </a:lnTo>
                <a:lnTo>
                  <a:pt x="85764" y="38223"/>
                </a:lnTo>
                <a:lnTo>
                  <a:pt x="86142" y="38273"/>
                </a:lnTo>
                <a:lnTo>
                  <a:pt x="86527" y="38308"/>
                </a:lnTo>
                <a:lnTo>
                  <a:pt x="86919" y="38330"/>
                </a:lnTo>
                <a:lnTo>
                  <a:pt x="87319" y="38337"/>
                </a:lnTo>
                <a:lnTo>
                  <a:pt x="87722" y="38330"/>
                </a:lnTo>
                <a:lnTo>
                  <a:pt x="88120" y="38310"/>
                </a:lnTo>
                <a:lnTo>
                  <a:pt x="88513" y="38277"/>
                </a:lnTo>
                <a:lnTo>
                  <a:pt x="88901" y="38230"/>
                </a:lnTo>
                <a:lnTo>
                  <a:pt x="89285" y="38170"/>
                </a:lnTo>
                <a:lnTo>
                  <a:pt x="89664" y="38097"/>
                </a:lnTo>
                <a:lnTo>
                  <a:pt x="90037" y="38011"/>
                </a:lnTo>
                <a:lnTo>
                  <a:pt x="90406" y="37911"/>
                </a:lnTo>
                <a:lnTo>
                  <a:pt x="90771" y="37798"/>
                </a:lnTo>
                <a:lnTo>
                  <a:pt x="91130" y="37671"/>
                </a:lnTo>
                <a:lnTo>
                  <a:pt x="91485" y="37531"/>
                </a:lnTo>
                <a:lnTo>
                  <a:pt x="91834" y="37378"/>
                </a:lnTo>
                <a:lnTo>
                  <a:pt x="92179" y="37212"/>
                </a:lnTo>
                <a:lnTo>
                  <a:pt x="92520" y="37032"/>
                </a:lnTo>
                <a:lnTo>
                  <a:pt x="92855" y="36839"/>
                </a:lnTo>
                <a:lnTo>
                  <a:pt x="93185" y="36633"/>
                </a:lnTo>
                <a:lnTo>
                  <a:pt x="93511" y="36413"/>
                </a:lnTo>
                <a:lnTo>
                  <a:pt x="93832" y="36180"/>
                </a:lnTo>
                <a:lnTo>
                  <a:pt x="94148" y="35934"/>
                </a:lnTo>
                <a:lnTo>
                  <a:pt x="94459" y="35675"/>
                </a:lnTo>
                <a:lnTo>
                  <a:pt x="94765" y="35402"/>
                </a:lnTo>
                <a:lnTo>
                  <a:pt x="95067" y="35115"/>
                </a:lnTo>
                <a:lnTo>
                  <a:pt x="95363" y="34816"/>
                </a:lnTo>
                <a:lnTo>
                  <a:pt x="95655" y="34503"/>
                </a:lnTo>
                <a:lnTo>
                  <a:pt x="95939" y="34178"/>
                </a:lnTo>
                <a:lnTo>
                  <a:pt x="96210" y="33842"/>
                </a:lnTo>
                <a:lnTo>
                  <a:pt x="96469" y="33495"/>
                </a:lnTo>
                <a:lnTo>
                  <a:pt x="96717" y="33137"/>
                </a:lnTo>
                <a:lnTo>
                  <a:pt x="96952" y="32767"/>
                </a:lnTo>
                <a:lnTo>
                  <a:pt x="97175" y="32387"/>
                </a:lnTo>
                <a:lnTo>
                  <a:pt x="97386" y="31995"/>
                </a:lnTo>
                <a:lnTo>
                  <a:pt x="97585" y="31593"/>
                </a:lnTo>
                <a:lnTo>
                  <a:pt x="97772" y="31179"/>
                </a:lnTo>
                <a:lnTo>
                  <a:pt x="97947" y="30754"/>
                </a:lnTo>
                <a:lnTo>
                  <a:pt x="98110" y="30319"/>
                </a:lnTo>
                <a:lnTo>
                  <a:pt x="98260" y="29872"/>
                </a:lnTo>
                <a:lnTo>
                  <a:pt x="98399" y="29414"/>
                </a:lnTo>
                <a:lnTo>
                  <a:pt x="98526" y="28945"/>
                </a:lnTo>
                <a:lnTo>
                  <a:pt x="98640" y="28465"/>
                </a:lnTo>
                <a:lnTo>
                  <a:pt x="98743" y="27974"/>
                </a:lnTo>
                <a:lnTo>
                  <a:pt x="98833" y="27471"/>
                </a:lnTo>
                <a:lnTo>
                  <a:pt x="98912" y="26958"/>
                </a:lnTo>
                <a:lnTo>
                  <a:pt x="98978" y="26434"/>
                </a:lnTo>
                <a:lnTo>
                  <a:pt x="99032" y="25898"/>
                </a:lnTo>
                <a:lnTo>
                  <a:pt x="99074" y="25351"/>
                </a:lnTo>
                <a:lnTo>
                  <a:pt x="99105" y="24794"/>
                </a:lnTo>
                <a:lnTo>
                  <a:pt x="99123" y="24225"/>
                </a:lnTo>
                <a:lnTo>
                  <a:pt x="99129" y="23645"/>
                </a:lnTo>
                <a:lnTo>
                  <a:pt x="99127" y="23399"/>
                </a:lnTo>
                <a:lnTo>
                  <a:pt x="99123" y="23155"/>
                </a:lnTo>
                <a:lnTo>
                  <a:pt x="99116" y="22911"/>
                </a:lnTo>
                <a:lnTo>
                  <a:pt x="99106" y="22669"/>
                </a:lnTo>
                <a:lnTo>
                  <a:pt x="99093" y="22428"/>
                </a:lnTo>
                <a:lnTo>
                  <a:pt x="99077" y="22188"/>
                </a:lnTo>
                <a:lnTo>
                  <a:pt x="99059" y="21950"/>
                </a:lnTo>
                <a:lnTo>
                  <a:pt x="99037" y="21713"/>
                </a:lnTo>
                <a:lnTo>
                  <a:pt x="99013" y="21477"/>
                </a:lnTo>
                <a:lnTo>
                  <a:pt x="98986" y="21242"/>
                </a:lnTo>
                <a:lnTo>
                  <a:pt x="98956" y="21009"/>
                </a:lnTo>
                <a:lnTo>
                  <a:pt x="98923" y="20776"/>
                </a:lnTo>
                <a:lnTo>
                  <a:pt x="98887" y="20546"/>
                </a:lnTo>
                <a:lnTo>
                  <a:pt x="98849" y="20316"/>
                </a:lnTo>
                <a:lnTo>
                  <a:pt x="98807" y="20087"/>
                </a:lnTo>
                <a:lnTo>
                  <a:pt x="98763" y="19860"/>
                </a:lnTo>
                <a:lnTo>
                  <a:pt x="98716" y="19634"/>
                </a:lnTo>
                <a:lnTo>
                  <a:pt x="98666" y="19410"/>
                </a:lnTo>
                <a:lnTo>
                  <a:pt x="98613" y="19186"/>
                </a:lnTo>
                <a:lnTo>
                  <a:pt x="98557" y="18964"/>
                </a:lnTo>
                <a:lnTo>
                  <a:pt x="98498" y="18743"/>
                </a:lnTo>
                <a:lnTo>
                  <a:pt x="98437" y="18523"/>
                </a:lnTo>
                <a:lnTo>
                  <a:pt x="98373" y="18305"/>
                </a:lnTo>
                <a:lnTo>
                  <a:pt x="98305" y="18088"/>
                </a:lnTo>
                <a:lnTo>
                  <a:pt x="98236" y="17873"/>
                </a:lnTo>
                <a:lnTo>
                  <a:pt x="98164" y="17660"/>
                </a:lnTo>
                <a:lnTo>
                  <a:pt x="98090" y="17450"/>
                </a:lnTo>
                <a:lnTo>
                  <a:pt x="98013" y="17243"/>
                </a:lnTo>
                <a:lnTo>
                  <a:pt x="97935" y="17038"/>
                </a:lnTo>
                <a:lnTo>
                  <a:pt x="97854" y="16836"/>
                </a:lnTo>
                <a:lnTo>
                  <a:pt x="97772" y="16636"/>
                </a:lnTo>
                <a:lnTo>
                  <a:pt x="97686" y="16440"/>
                </a:lnTo>
                <a:lnTo>
                  <a:pt x="97599" y="16245"/>
                </a:lnTo>
                <a:lnTo>
                  <a:pt x="97510" y="16054"/>
                </a:lnTo>
                <a:lnTo>
                  <a:pt x="97418" y="15865"/>
                </a:lnTo>
                <a:lnTo>
                  <a:pt x="97324" y="15679"/>
                </a:lnTo>
                <a:lnTo>
                  <a:pt x="97229" y="15495"/>
                </a:lnTo>
                <a:lnTo>
                  <a:pt x="97130" y="15314"/>
                </a:lnTo>
                <a:lnTo>
                  <a:pt x="97030" y="15136"/>
                </a:lnTo>
                <a:lnTo>
                  <a:pt x="96927" y="14960"/>
                </a:lnTo>
                <a:lnTo>
                  <a:pt x="96823" y="14787"/>
                </a:lnTo>
                <a:lnTo>
                  <a:pt x="96716" y="14617"/>
                </a:lnTo>
                <a:lnTo>
                  <a:pt x="96607" y="14449"/>
                </a:lnTo>
                <a:lnTo>
                  <a:pt x="96495" y="14284"/>
                </a:lnTo>
                <a:lnTo>
                  <a:pt x="96382" y="14121"/>
                </a:lnTo>
                <a:lnTo>
                  <a:pt x="96266" y="13961"/>
                </a:lnTo>
                <a:lnTo>
                  <a:pt x="96148" y="13804"/>
                </a:lnTo>
                <a:lnTo>
                  <a:pt x="96028" y="13649"/>
                </a:lnTo>
                <a:lnTo>
                  <a:pt x="95906" y="13498"/>
                </a:lnTo>
                <a:lnTo>
                  <a:pt x="95781" y="13349"/>
                </a:lnTo>
                <a:lnTo>
                  <a:pt x="95652" y="13202"/>
                </a:lnTo>
                <a:lnTo>
                  <a:pt x="95522" y="13059"/>
                </a:lnTo>
                <a:lnTo>
                  <a:pt x="95388" y="12919"/>
                </a:lnTo>
                <a:lnTo>
                  <a:pt x="95252" y="12781"/>
                </a:lnTo>
                <a:lnTo>
                  <a:pt x="95113" y="12646"/>
                </a:lnTo>
                <a:lnTo>
                  <a:pt x="94971" y="12514"/>
                </a:lnTo>
                <a:lnTo>
                  <a:pt x="94826" y="12385"/>
                </a:lnTo>
                <a:lnTo>
                  <a:pt x="94678" y="12259"/>
                </a:lnTo>
                <a:lnTo>
                  <a:pt x="94528" y="12136"/>
                </a:lnTo>
                <a:lnTo>
                  <a:pt x="94375" y="12016"/>
                </a:lnTo>
                <a:lnTo>
                  <a:pt x="94219" y="11898"/>
                </a:lnTo>
                <a:lnTo>
                  <a:pt x="94061" y="11783"/>
                </a:lnTo>
                <a:lnTo>
                  <a:pt x="93900" y="11671"/>
                </a:lnTo>
                <a:lnTo>
                  <a:pt x="93736" y="11563"/>
                </a:lnTo>
                <a:lnTo>
                  <a:pt x="93569" y="11456"/>
                </a:lnTo>
                <a:lnTo>
                  <a:pt x="93399" y="11353"/>
                </a:lnTo>
                <a:lnTo>
                  <a:pt x="93227" y="11253"/>
                </a:lnTo>
                <a:lnTo>
                  <a:pt x="93052" y="11155"/>
                </a:lnTo>
                <a:lnTo>
                  <a:pt x="92874" y="11060"/>
                </a:lnTo>
                <a:lnTo>
                  <a:pt x="92693" y="10969"/>
                </a:lnTo>
                <a:lnTo>
                  <a:pt x="92510" y="10880"/>
                </a:lnTo>
                <a:lnTo>
                  <a:pt x="92323" y="10793"/>
                </a:lnTo>
                <a:lnTo>
                  <a:pt x="92135" y="10711"/>
                </a:lnTo>
                <a:lnTo>
                  <a:pt x="91946" y="10631"/>
                </a:lnTo>
                <a:lnTo>
                  <a:pt x="91756" y="10555"/>
                </a:lnTo>
                <a:lnTo>
                  <a:pt x="91565" y="10483"/>
                </a:lnTo>
                <a:lnTo>
                  <a:pt x="91374" y="10414"/>
                </a:lnTo>
                <a:lnTo>
                  <a:pt x="91181" y="10349"/>
                </a:lnTo>
                <a:lnTo>
                  <a:pt x="90987" y="10287"/>
                </a:lnTo>
                <a:lnTo>
                  <a:pt x="90792" y="10229"/>
                </a:lnTo>
                <a:lnTo>
                  <a:pt x="90597" y="10174"/>
                </a:lnTo>
                <a:lnTo>
                  <a:pt x="90400" y="10123"/>
                </a:lnTo>
                <a:lnTo>
                  <a:pt x="90203" y="10075"/>
                </a:lnTo>
                <a:lnTo>
                  <a:pt x="90004" y="10031"/>
                </a:lnTo>
                <a:lnTo>
                  <a:pt x="89805" y="9991"/>
                </a:lnTo>
                <a:lnTo>
                  <a:pt x="89605" y="9954"/>
                </a:lnTo>
                <a:lnTo>
                  <a:pt x="89404" y="9920"/>
                </a:lnTo>
                <a:lnTo>
                  <a:pt x="89201" y="9890"/>
                </a:lnTo>
                <a:lnTo>
                  <a:pt x="88998" y="9864"/>
                </a:lnTo>
                <a:lnTo>
                  <a:pt x="88794" y="9841"/>
                </a:lnTo>
                <a:lnTo>
                  <a:pt x="88589" y="9821"/>
                </a:lnTo>
                <a:lnTo>
                  <a:pt x="88384" y="9805"/>
                </a:lnTo>
                <a:lnTo>
                  <a:pt x="88177" y="9793"/>
                </a:lnTo>
                <a:lnTo>
                  <a:pt x="87969" y="9784"/>
                </a:lnTo>
                <a:lnTo>
                  <a:pt x="87760" y="9779"/>
                </a:lnTo>
                <a:lnTo>
                  <a:pt x="87551" y="9777"/>
                </a:lnTo>
                <a:lnTo>
                  <a:pt x="87174" y="9784"/>
                </a:lnTo>
                <a:lnTo>
                  <a:pt x="86803" y="9803"/>
                </a:lnTo>
                <a:lnTo>
                  <a:pt x="86437" y="9835"/>
                </a:lnTo>
                <a:lnTo>
                  <a:pt x="86078" y="9881"/>
                </a:lnTo>
                <a:lnTo>
                  <a:pt x="85723" y="9939"/>
                </a:lnTo>
                <a:lnTo>
                  <a:pt x="85375" y="10010"/>
                </a:lnTo>
                <a:lnTo>
                  <a:pt x="85032" y="10094"/>
                </a:lnTo>
                <a:lnTo>
                  <a:pt x="84695" y="10192"/>
                </a:lnTo>
                <a:lnTo>
                  <a:pt x="84363" y="10302"/>
                </a:lnTo>
                <a:lnTo>
                  <a:pt x="84037" y="10425"/>
                </a:lnTo>
                <a:lnTo>
                  <a:pt x="83716" y="10561"/>
                </a:lnTo>
                <a:lnTo>
                  <a:pt x="83402" y="10709"/>
                </a:lnTo>
                <a:lnTo>
                  <a:pt x="83093" y="10871"/>
                </a:lnTo>
                <a:lnTo>
                  <a:pt x="82789" y="11046"/>
                </a:lnTo>
                <a:lnTo>
                  <a:pt x="82491" y="11234"/>
                </a:lnTo>
                <a:lnTo>
                  <a:pt x="82199" y="11435"/>
                </a:lnTo>
                <a:lnTo>
                  <a:pt x="81912" y="11648"/>
                </a:lnTo>
                <a:lnTo>
                  <a:pt x="81631" y="11875"/>
                </a:lnTo>
                <a:lnTo>
                  <a:pt x="81356" y="12114"/>
                </a:lnTo>
                <a:lnTo>
                  <a:pt x="81086" y="12367"/>
                </a:lnTo>
                <a:lnTo>
                  <a:pt x="80822" y="12632"/>
                </a:lnTo>
                <a:lnTo>
                  <a:pt x="80563" y="12911"/>
                </a:lnTo>
                <a:lnTo>
                  <a:pt x="80311" y="13202"/>
                </a:lnTo>
                <a:lnTo>
                  <a:pt x="80063" y="13506"/>
                </a:lnTo>
                <a:lnTo>
                  <a:pt x="80063" y="0"/>
                </a:lnTo>
                <a:lnTo>
                  <a:pt x="75432" y="0"/>
                </a:lnTo>
                <a:lnTo>
                  <a:pt x="75432" y="37719"/>
                </a:lnTo>
                <a:lnTo>
                  <a:pt x="79729" y="37719"/>
                </a:lnTo>
                <a:lnTo>
                  <a:pt x="79729" y="34246"/>
                </a:lnTo>
                <a:lnTo>
                  <a:pt x="79962" y="34580"/>
                </a:lnTo>
                <a:lnTo>
                  <a:pt x="80202" y="34899"/>
                </a:lnTo>
                <a:lnTo>
                  <a:pt x="80450" y="35205"/>
                </a:lnTo>
                <a:lnTo>
                  <a:pt x="80704" y="35496"/>
                </a:lnTo>
                <a:close/>
                <a:moveTo>
                  <a:pt x="79773" y="21884"/>
                </a:moveTo>
                <a:lnTo>
                  <a:pt x="79816" y="21515"/>
                </a:lnTo>
                <a:lnTo>
                  <a:pt x="79866" y="21154"/>
                </a:lnTo>
                <a:lnTo>
                  <a:pt x="79923" y="20801"/>
                </a:lnTo>
                <a:lnTo>
                  <a:pt x="79989" y="20456"/>
                </a:lnTo>
                <a:lnTo>
                  <a:pt x="80061" y="20120"/>
                </a:lnTo>
                <a:lnTo>
                  <a:pt x="80142" y="19791"/>
                </a:lnTo>
                <a:lnTo>
                  <a:pt x="80231" y="19471"/>
                </a:lnTo>
                <a:lnTo>
                  <a:pt x="80327" y="19159"/>
                </a:lnTo>
                <a:lnTo>
                  <a:pt x="80430" y="18855"/>
                </a:lnTo>
                <a:lnTo>
                  <a:pt x="80542" y="18559"/>
                </a:lnTo>
                <a:lnTo>
                  <a:pt x="80661" y="18271"/>
                </a:lnTo>
                <a:lnTo>
                  <a:pt x="80788" y="17991"/>
                </a:lnTo>
                <a:lnTo>
                  <a:pt x="80922" y="17720"/>
                </a:lnTo>
                <a:lnTo>
                  <a:pt x="81064" y="17456"/>
                </a:lnTo>
                <a:lnTo>
                  <a:pt x="81214" y="17201"/>
                </a:lnTo>
                <a:lnTo>
                  <a:pt x="81371" y="16954"/>
                </a:lnTo>
                <a:lnTo>
                  <a:pt x="81537" y="16715"/>
                </a:lnTo>
                <a:lnTo>
                  <a:pt x="81710" y="16484"/>
                </a:lnTo>
                <a:lnTo>
                  <a:pt x="81890" y="16261"/>
                </a:lnTo>
                <a:lnTo>
                  <a:pt x="82076" y="16047"/>
                </a:lnTo>
                <a:lnTo>
                  <a:pt x="82265" y="15842"/>
                </a:lnTo>
                <a:lnTo>
                  <a:pt x="82456" y="15646"/>
                </a:lnTo>
                <a:lnTo>
                  <a:pt x="82651" y="15459"/>
                </a:lnTo>
                <a:lnTo>
                  <a:pt x="82848" y="15281"/>
                </a:lnTo>
                <a:lnTo>
                  <a:pt x="83048" y="15113"/>
                </a:lnTo>
                <a:lnTo>
                  <a:pt x="83251" y="14953"/>
                </a:lnTo>
                <a:lnTo>
                  <a:pt x="83457" y="14803"/>
                </a:lnTo>
                <a:lnTo>
                  <a:pt x="83665" y="14662"/>
                </a:lnTo>
                <a:lnTo>
                  <a:pt x="83877" y="14530"/>
                </a:lnTo>
                <a:lnTo>
                  <a:pt x="84091" y="14407"/>
                </a:lnTo>
                <a:lnTo>
                  <a:pt x="84309" y="14293"/>
                </a:lnTo>
                <a:lnTo>
                  <a:pt x="84529" y="14188"/>
                </a:lnTo>
                <a:lnTo>
                  <a:pt x="84752" y="14092"/>
                </a:lnTo>
                <a:lnTo>
                  <a:pt x="84978" y="14006"/>
                </a:lnTo>
                <a:lnTo>
                  <a:pt x="85206" y="13928"/>
                </a:lnTo>
                <a:lnTo>
                  <a:pt x="85438" y="13860"/>
                </a:lnTo>
                <a:lnTo>
                  <a:pt x="85672" y="13801"/>
                </a:lnTo>
                <a:lnTo>
                  <a:pt x="85910" y="13750"/>
                </a:lnTo>
                <a:lnTo>
                  <a:pt x="86150" y="13709"/>
                </a:lnTo>
                <a:lnTo>
                  <a:pt x="86393" y="13678"/>
                </a:lnTo>
                <a:lnTo>
                  <a:pt x="86639" y="13655"/>
                </a:lnTo>
                <a:lnTo>
                  <a:pt x="86887" y="13641"/>
                </a:lnTo>
                <a:lnTo>
                  <a:pt x="87139" y="13637"/>
                </a:lnTo>
                <a:lnTo>
                  <a:pt x="87388" y="13641"/>
                </a:lnTo>
                <a:lnTo>
                  <a:pt x="87634" y="13654"/>
                </a:lnTo>
                <a:lnTo>
                  <a:pt x="87878" y="13676"/>
                </a:lnTo>
                <a:lnTo>
                  <a:pt x="88118" y="13707"/>
                </a:lnTo>
                <a:lnTo>
                  <a:pt x="88355" y="13747"/>
                </a:lnTo>
                <a:lnTo>
                  <a:pt x="88589" y="13795"/>
                </a:lnTo>
                <a:lnTo>
                  <a:pt x="88819" y="13852"/>
                </a:lnTo>
                <a:lnTo>
                  <a:pt x="89047" y="13918"/>
                </a:lnTo>
                <a:lnTo>
                  <a:pt x="89272" y="13993"/>
                </a:lnTo>
                <a:lnTo>
                  <a:pt x="89493" y="14077"/>
                </a:lnTo>
                <a:lnTo>
                  <a:pt x="89712" y="14169"/>
                </a:lnTo>
                <a:lnTo>
                  <a:pt x="89927" y="14270"/>
                </a:lnTo>
                <a:lnTo>
                  <a:pt x="90140" y="14380"/>
                </a:lnTo>
                <a:lnTo>
                  <a:pt x="90349" y="14499"/>
                </a:lnTo>
                <a:lnTo>
                  <a:pt x="90555" y="14627"/>
                </a:lnTo>
                <a:lnTo>
                  <a:pt x="90758" y="14763"/>
                </a:lnTo>
                <a:lnTo>
                  <a:pt x="90958" y="14909"/>
                </a:lnTo>
                <a:lnTo>
                  <a:pt x="91155" y="15063"/>
                </a:lnTo>
                <a:lnTo>
                  <a:pt x="91349" y="15225"/>
                </a:lnTo>
                <a:lnTo>
                  <a:pt x="91540" y="15397"/>
                </a:lnTo>
                <a:lnTo>
                  <a:pt x="91727" y="15578"/>
                </a:lnTo>
                <a:lnTo>
                  <a:pt x="91912" y="15767"/>
                </a:lnTo>
                <a:lnTo>
                  <a:pt x="92093" y="15965"/>
                </a:lnTo>
                <a:lnTo>
                  <a:pt x="92272" y="16172"/>
                </a:lnTo>
                <a:lnTo>
                  <a:pt x="92445" y="16388"/>
                </a:lnTo>
                <a:lnTo>
                  <a:pt x="92611" y="16613"/>
                </a:lnTo>
                <a:lnTo>
                  <a:pt x="92769" y="16849"/>
                </a:lnTo>
                <a:lnTo>
                  <a:pt x="92920" y="17094"/>
                </a:lnTo>
                <a:lnTo>
                  <a:pt x="93064" y="17349"/>
                </a:lnTo>
                <a:lnTo>
                  <a:pt x="93201" y="17613"/>
                </a:lnTo>
                <a:lnTo>
                  <a:pt x="93330" y="17888"/>
                </a:lnTo>
                <a:lnTo>
                  <a:pt x="93451" y="18171"/>
                </a:lnTo>
                <a:lnTo>
                  <a:pt x="93565" y="18465"/>
                </a:lnTo>
                <a:lnTo>
                  <a:pt x="93672" y="18768"/>
                </a:lnTo>
                <a:lnTo>
                  <a:pt x="93772" y="19081"/>
                </a:lnTo>
                <a:lnTo>
                  <a:pt x="93864" y="19404"/>
                </a:lnTo>
                <a:lnTo>
                  <a:pt x="93949" y="19736"/>
                </a:lnTo>
                <a:lnTo>
                  <a:pt x="94026" y="20078"/>
                </a:lnTo>
                <a:lnTo>
                  <a:pt x="94096" y="20430"/>
                </a:lnTo>
                <a:lnTo>
                  <a:pt x="94159" y="20791"/>
                </a:lnTo>
                <a:lnTo>
                  <a:pt x="94214" y="21162"/>
                </a:lnTo>
                <a:lnTo>
                  <a:pt x="94262" y="21543"/>
                </a:lnTo>
                <a:lnTo>
                  <a:pt x="94302" y="21934"/>
                </a:lnTo>
                <a:lnTo>
                  <a:pt x="94336" y="22334"/>
                </a:lnTo>
                <a:lnTo>
                  <a:pt x="94361" y="22744"/>
                </a:lnTo>
                <a:lnTo>
                  <a:pt x="94380" y="23163"/>
                </a:lnTo>
                <a:lnTo>
                  <a:pt x="94391" y="23592"/>
                </a:lnTo>
                <a:lnTo>
                  <a:pt x="94395" y="24031"/>
                </a:lnTo>
                <a:lnTo>
                  <a:pt x="94391" y="24460"/>
                </a:lnTo>
                <a:lnTo>
                  <a:pt x="94379" y="24880"/>
                </a:lnTo>
                <a:lnTo>
                  <a:pt x="94360" y="25290"/>
                </a:lnTo>
                <a:lnTo>
                  <a:pt x="94333" y="25692"/>
                </a:lnTo>
                <a:lnTo>
                  <a:pt x="94299" y="26085"/>
                </a:lnTo>
                <a:lnTo>
                  <a:pt x="94256" y="26469"/>
                </a:lnTo>
                <a:lnTo>
                  <a:pt x="94206" y="26844"/>
                </a:lnTo>
                <a:lnTo>
                  <a:pt x="94149" y="27210"/>
                </a:lnTo>
                <a:lnTo>
                  <a:pt x="94083" y="27567"/>
                </a:lnTo>
                <a:lnTo>
                  <a:pt x="94010" y="27916"/>
                </a:lnTo>
                <a:lnTo>
                  <a:pt x="93930" y="28255"/>
                </a:lnTo>
                <a:lnTo>
                  <a:pt x="93841" y="28585"/>
                </a:lnTo>
                <a:lnTo>
                  <a:pt x="93745" y="28907"/>
                </a:lnTo>
                <a:lnTo>
                  <a:pt x="93642" y="29219"/>
                </a:lnTo>
                <a:lnTo>
                  <a:pt x="93530" y="29523"/>
                </a:lnTo>
                <a:lnTo>
                  <a:pt x="93411" y="29818"/>
                </a:lnTo>
                <a:lnTo>
                  <a:pt x="93284" y="30103"/>
                </a:lnTo>
                <a:lnTo>
                  <a:pt x="93150" y="30380"/>
                </a:lnTo>
                <a:lnTo>
                  <a:pt x="93008" y="30648"/>
                </a:lnTo>
                <a:lnTo>
                  <a:pt x="92858" y="30907"/>
                </a:lnTo>
                <a:lnTo>
                  <a:pt x="92700" y="31157"/>
                </a:lnTo>
                <a:lnTo>
                  <a:pt x="92535" y="31398"/>
                </a:lnTo>
                <a:lnTo>
                  <a:pt x="92362" y="31630"/>
                </a:lnTo>
                <a:lnTo>
                  <a:pt x="92182" y="31853"/>
                </a:lnTo>
                <a:lnTo>
                  <a:pt x="91996" y="32067"/>
                </a:lnTo>
                <a:lnTo>
                  <a:pt x="91807" y="32272"/>
                </a:lnTo>
                <a:lnTo>
                  <a:pt x="91616" y="32468"/>
                </a:lnTo>
                <a:lnTo>
                  <a:pt x="91421" y="32655"/>
                </a:lnTo>
                <a:lnTo>
                  <a:pt x="91224" y="32833"/>
                </a:lnTo>
                <a:lnTo>
                  <a:pt x="91024" y="33001"/>
                </a:lnTo>
                <a:lnTo>
                  <a:pt x="90821" y="33161"/>
                </a:lnTo>
                <a:lnTo>
                  <a:pt x="90615" y="33311"/>
                </a:lnTo>
                <a:lnTo>
                  <a:pt x="90406" y="33452"/>
                </a:lnTo>
                <a:lnTo>
                  <a:pt x="90195" y="33584"/>
                </a:lnTo>
                <a:lnTo>
                  <a:pt x="89981" y="33707"/>
                </a:lnTo>
                <a:lnTo>
                  <a:pt x="89763" y="33821"/>
                </a:lnTo>
                <a:lnTo>
                  <a:pt x="89543" y="33926"/>
                </a:lnTo>
                <a:lnTo>
                  <a:pt x="89320" y="34022"/>
                </a:lnTo>
                <a:lnTo>
                  <a:pt x="89094" y="34108"/>
                </a:lnTo>
                <a:lnTo>
                  <a:pt x="88866" y="34186"/>
                </a:lnTo>
                <a:lnTo>
                  <a:pt x="88634" y="34254"/>
                </a:lnTo>
                <a:lnTo>
                  <a:pt x="88400" y="34313"/>
                </a:lnTo>
                <a:lnTo>
                  <a:pt x="88162" y="34363"/>
                </a:lnTo>
                <a:lnTo>
                  <a:pt x="87922" y="34404"/>
                </a:lnTo>
                <a:lnTo>
                  <a:pt x="87679" y="34436"/>
                </a:lnTo>
                <a:lnTo>
                  <a:pt x="87433" y="34459"/>
                </a:lnTo>
                <a:lnTo>
                  <a:pt x="87185" y="34473"/>
                </a:lnTo>
                <a:lnTo>
                  <a:pt x="86933" y="34477"/>
                </a:lnTo>
                <a:lnTo>
                  <a:pt x="86625" y="34471"/>
                </a:lnTo>
                <a:lnTo>
                  <a:pt x="86322" y="34453"/>
                </a:lnTo>
                <a:lnTo>
                  <a:pt x="86024" y="34422"/>
                </a:lnTo>
                <a:lnTo>
                  <a:pt x="85732" y="34379"/>
                </a:lnTo>
                <a:lnTo>
                  <a:pt x="85446" y="34323"/>
                </a:lnTo>
                <a:lnTo>
                  <a:pt x="85164" y="34255"/>
                </a:lnTo>
                <a:lnTo>
                  <a:pt x="84888" y="34175"/>
                </a:lnTo>
                <a:lnTo>
                  <a:pt x="84617" y="34082"/>
                </a:lnTo>
                <a:lnTo>
                  <a:pt x="84352" y="33977"/>
                </a:lnTo>
                <a:lnTo>
                  <a:pt x="84092" y="33860"/>
                </a:lnTo>
                <a:lnTo>
                  <a:pt x="83837" y="33730"/>
                </a:lnTo>
                <a:lnTo>
                  <a:pt x="83588" y="33588"/>
                </a:lnTo>
                <a:lnTo>
                  <a:pt x="83344" y="33433"/>
                </a:lnTo>
                <a:lnTo>
                  <a:pt x="83106" y="33266"/>
                </a:lnTo>
                <a:lnTo>
                  <a:pt x="82873" y="33087"/>
                </a:lnTo>
                <a:lnTo>
                  <a:pt x="82645" y="32896"/>
                </a:lnTo>
                <a:lnTo>
                  <a:pt x="82422" y="32692"/>
                </a:lnTo>
                <a:lnTo>
                  <a:pt x="82205" y="32476"/>
                </a:lnTo>
                <a:lnTo>
                  <a:pt x="81994" y="32247"/>
                </a:lnTo>
                <a:lnTo>
                  <a:pt x="81787" y="32006"/>
                </a:lnTo>
                <a:lnTo>
                  <a:pt x="81586" y="31753"/>
                </a:lnTo>
                <a:lnTo>
                  <a:pt x="81390" y="31487"/>
                </a:lnTo>
                <a:lnTo>
                  <a:pt x="81200" y="31209"/>
                </a:lnTo>
                <a:lnTo>
                  <a:pt x="81015" y="30919"/>
                </a:lnTo>
                <a:lnTo>
                  <a:pt x="80906" y="30733"/>
                </a:lnTo>
                <a:lnTo>
                  <a:pt x="80802" y="30537"/>
                </a:lnTo>
                <a:lnTo>
                  <a:pt x="80702" y="30332"/>
                </a:lnTo>
                <a:lnTo>
                  <a:pt x="80606" y="30118"/>
                </a:lnTo>
                <a:lnTo>
                  <a:pt x="80516" y="29894"/>
                </a:lnTo>
                <a:lnTo>
                  <a:pt x="80430" y="29661"/>
                </a:lnTo>
                <a:lnTo>
                  <a:pt x="80349" y="29418"/>
                </a:lnTo>
                <a:lnTo>
                  <a:pt x="80272" y="29166"/>
                </a:lnTo>
                <a:lnTo>
                  <a:pt x="80200" y="28905"/>
                </a:lnTo>
                <a:lnTo>
                  <a:pt x="80133" y="28634"/>
                </a:lnTo>
                <a:lnTo>
                  <a:pt x="80070" y="28353"/>
                </a:lnTo>
                <a:lnTo>
                  <a:pt x="80012" y="28064"/>
                </a:lnTo>
                <a:lnTo>
                  <a:pt x="79958" y="27765"/>
                </a:lnTo>
                <a:lnTo>
                  <a:pt x="79910" y="27456"/>
                </a:lnTo>
                <a:lnTo>
                  <a:pt x="79865" y="27138"/>
                </a:lnTo>
                <a:lnTo>
                  <a:pt x="79826" y="26811"/>
                </a:lnTo>
                <a:lnTo>
                  <a:pt x="79791" y="26474"/>
                </a:lnTo>
                <a:lnTo>
                  <a:pt x="79761" y="26127"/>
                </a:lnTo>
                <a:lnTo>
                  <a:pt x="79735" y="25772"/>
                </a:lnTo>
                <a:lnTo>
                  <a:pt x="79715" y="25407"/>
                </a:lnTo>
                <a:lnTo>
                  <a:pt x="79698" y="25032"/>
                </a:lnTo>
                <a:lnTo>
                  <a:pt x="79687" y="24648"/>
                </a:lnTo>
                <a:lnTo>
                  <a:pt x="79680" y="24255"/>
                </a:lnTo>
                <a:lnTo>
                  <a:pt x="79677" y="23852"/>
                </a:lnTo>
                <a:lnTo>
                  <a:pt x="79681" y="23442"/>
                </a:lnTo>
                <a:lnTo>
                  <a:pt x="79693" y="23040"/>
                </a:lnTo>
                <a:lnTo>
                  <a:pt x="79712" y="22647"/>
                </a:lnTo>
                <a:lnTo>
                  <a:pt x="79739" y="22261"/>
                </a:lnTo>
                <a:lnTo>
                  <a:pt x="79773" y="21884"/>
                </a:lnTo>
                <a:close/>
                <a:moveTo>
                  <a:pt x="33678" y="22671"/>
                </a:moveTo>
                <a:lnTo>
                  <a:pt x="33688" y="22432"/>
                </a:lnTo>
                <a:lnTo>
                  <a:pt x="33700" y="22194"/>
                </a:lnTo>
                <a:lnTo>
                  <a:pt x="33715" y="21958"/>
                </a:lnTo>
                <a:lnTo>
                  <a:pt x="33732" y="21724"/>
                </a:lnTo>
                <a:lnTo>
                  <a:pt x="33752" y="21492"/>
                </a:lnTo>
                <a:lnTo>
                  <a:pt x="33775" y="21261"/>
                </a:lnTo>
                <a:lnTo>
                  <a:pt x="33800" y="21031"/>
                </a:lnTo>
                <a:lnTo>
                  <a:pt x="33828" y="20803"/>
                </a:lnTo>
                <a:lnTo>
                  <a:pt x="33859" y="20577"/>
                </a:lnTo>
                <a:lnTo>
                  <a:pt x="33893" y="20353"/>
                </a:lnTo>
                <a:lnTo>
                  <a:pt x="33929" y="20130"/>
                </a:lnTo>
                <a:lnTo>
                  <a:pt x="33968" y="19908"/>
                </a:lnTo>
                <a:lnTo>
                  <a:pt x="34009" y="19689"/>
                </a:lnTo>
                <a:lnTo>
                  <a:pt x="34054" y="19471"/>
                </a:lnTo>
                <a:lnTo>
                  <a:pt x="34101" y="19254"/>
                </a:lnTo>
                <a:lnTo>
                  <a:pt x="34150" y="19039"/>
                </a:lnTo>
                <a:lnTo>
                  <a:pt x="34202" y="18826"/>
                </a:lnTo>
                <a:lnTo>
                  <a:pt x="34257" y="18614"/>
                </a:lnTo>
                <a:lnTo>
                  <a:pt x="34315" y="18404"/>
                </a:lnTo>
                <a:lnTo>
                  <a:pt x="34375" y="18196"/>
                </a:lnTo>
                <a:lnTo>
                  <a:pt x="34438" y="17989"/>
                </a:lnTo>
                <a:lnTo>
                  <a:pt x="34482" y="17855"/>
                </a:lnTo>
                <a:lnTo>
                  <a:pt x="34529" y="17723"/>
                </a:lnTo>
                <a:lnTo>
                  <a:pt x="34578" y="17594"/>
                </a:lnTo>
                <a:lnTo>
                  <a:pt x="34629" y="17468"/>
                </a:lnTo>
                <a:lnTo>
                  <a:pt x="34683" y="17344"/>
                </a:lnTo>
                <a:lnTo>
                  <a:pt x="34739" y="17222"/>
                </a:lnTo>
                <a:lnTo>
                  <a:pt x="34797" y="17103"/>
                </a:lnTo>
                <a:lnTo>
                  <a:pt x="34858" y="16986"/>
                </a:lnTo>
                <a:lnTo>
                  <a:pt x="34922" y="16872"/>
                </a:lnTo>
                <a:lnTo>
                  <a:pt x="34988" y="16760"/>
                </a:lnTo>
                <a:lnTo>
                  <a:pt x="35056" y="16650"/>
                </a:lnTo>
                <a:lnTo>
                  <a:pt x="35126" y="16543"/>
                </a:lnTo>
                <a:lnTo>
                  <a:pt x="35200" y="16439"/>
                </a:lnTo>
                <a:lnTo>
                  <a:pt x="35275" y="16337"/>
                </a:lnTo>
                <a:lnTo>
                  <a:pt x="35353" y="16237"/>
                </a:lnTo>
                <a:lnTo>
                  <a:pt x="35433" y="16140"/>
                </a:lnTo>
                <a:lnTo>
                  <a:pt x="35516" y="16046"/>
                </a:lnTo>
                <a:lnTo>
                  <a:pt x="35601" y="15953"/>
                </a:lnTo>
                <a:lnTo>
                  <a:pt x="35688" y="15864"/>
                </a:lnTo>
                <a:lnTo>
                  <a:pt x="35778" y="15777"/>
                </a:lnTo>
                <a:lnTo>
                  <a:pt x="35871" y="15692"/>
                </a:lnTo>
                <a:lnTo>
                  <a:pt x="35965" y="15609"/>
                </a:lnTo>
                <a:lnTo>
                  <a:pt x="36063" y="15530"/>
                </a:lnTo>
                <a:lnTo>
                  <a:pt x="36162" y="15452"/>
                </a:lnTo>
                <a:lnTo>
                  <a:pt x="36263" y="15377"/>
                </a:lnTo>
                <a:lnTo>
                  <a:pt x="36366" y="15306"/>
                </a:lnTo>
                <a:lnTo>
                  <a:pt x="36469" y="15238"/>
                </a:lnTo>
                <a:lnTo>
                  <a:pt x="36574" y="15173"/>
                </a:lnTo>
                <a:lnTo>
                  <a:pt x="36679" y="15111"/>
                </a:lnTo>
                <a:lnTo>
                  <a:pt x="36786" y="15052"/>
                </a:lnTo>
                <a:lnTo>
                  <a:pt x="36894" y="14996"/>
                </a:lnTo>
                <a:lnTo>
                  <a:pt x="37003" y="14944"/>
                </a:lnTo>
                <a:lnTo>
                  <a:pt x="37112" y="14895"/>
                </a:lnTo>
                <a:lnTo>
                  <a:pt x="37223" y="14848"/>
                </a:lnTo>
                <a:lnTo>
                  <a:pt x="37335" y="14806"/>
                </a:lnTo>
                <a:lnTo>
                  <a:pt x="37449" y="14766"/>
                </a:lnTo>
                <a:lnTo>
                  <a:pt x="37563" y="14729"/>
                </a:lnTo>
                <a:lnTo>
                  <a:pt x="37678" y="14696"/>
                </a:lnTo>
                <a:lnTo>
                  <a:pt x="37794" y="14666"/>
                </a:lnTo>
                <a:lnTo>
                  <a:pt x="37912" y="14639"/>
                </a:lnTo>
                <a:lnTo>
                  <a:pt x="38030" y="14615"/>
                </a:lnTo>
                <a:lnTo>
                  <a:pt x="38150" y="14594"/>
                </a:lnTo>
                <a:lnTo>
                  <a:pt x="38270" y="14577"/>
                </a:lnTo>
                <a:lnTo>
                  <a:pt x="38392" y="14563"/>
                </a:lnTo>
                <a:lnTo>
                  <a:pt x="38515" y="14551"/>
                </a:lnTo>
                <a:lnTo>
                  <a:pt x="38639" y="14543"/>
                </a:lnTo>
                <a:lnTo>
                  <a:pt x="38763" y="14539"/>
                </a:lnTo>
                <a:lnTo>
                  <a:pt x="38889" y="14537"/>
                </a:lnTo>
                <a:lnTo>
                  <a:pt x="39031" y="14539"/>
                </a:lnTo>
                <a:lnTo>
                  <a:pt x="39172" y="14544"/>
                </a:lnTo>
                <a:lnTo>
                  <a:pt x="39314" y="14553"/>
                </a:lnTo>
                <a:lnTo>
                  <a:pt x="39455" y="14565"/>
                </a:lnTo>
                <a:lnTo>
                  <a:pt x="39597" y="14581"/>
                </a:lnTo>
                <a:lnTo>
                  <a:pt x="39738" y="14600"/>
                </a:lnTo>
                <a:lnTo>
                  <a:pt x="39880" y="14622"/>
                </a:lnTo>
                <a:lnTo>
                  <a:pt x="40021" y="14649"/>
                </a:lnTo>
                <a:lnTo>
                  <a:pt x="40163" y="14678"/>
                </a:lnTo>
                <a:lnTo>
                  <a:pt x="40305" y="14711"/>
                </a:lnTo>
                <a:lnTo>
                  <a:pt x="40446" y="14748"/>
                </a:lnTo>
                <a:lnTo>
                  <a:pt x="40588" y="14788"/>
                </a:lnTo>
                <a:lnTo>
                  <a:pt x="40729" y="14832"/>
                </a:lnTo>
                <a:lnTo>
                  <a:pt x="40871" y="14879"/>
                </a:lnTo>
                <a:lnTo>
                  <a:pt x="41012" y="14929"/>
                </a:lnTo>
                <a:lnTo>
                  <a:pt x="41154" y="14983"/>
                </a:lnTo>
                <a:lnTo>
                  <a:pt x="41295" y="15041"/>
                </a:lnTo>
                <a:lnTo>
                  <a:pt x="41437" y="15102"/>
                </a:lnTo>
                <a:lnTo>
                  <a:pt x="41578" y="15166"/>
                </a:lnTo>
                <a:lnTo>
                  <a:pt x="41720" y="15234"/>
                </a:lnTo>
                <a:lnTo>
                  <a:pt x="41861" y="15305"/>
                </a:lnTo>
                <a:lnTo>
                  <a:pt x="42003" y="15380"/>
                </a:lnTo>
                <a:lnTo>
                  <a:pt x="42144" y="15459"/>
                </a:lnTo>
                <a:lnTo>
                  <a:pt x="42286" y="15541"/>
                </a:lnTo>
                <a:lnTo>
                  <a:pt x="43881" y="11263"/>
                </a:lnTo>
                <a:lnTo>
                  <a:pt x="43679" y="11142"/>
                </a:lnTo>
                <a:lnTo>
                  <a:pt x="43478" y="11026"/>
                </a:lnTo>
                <a:lnTo>
                  <a:pt x="43277" y="10915"/>
                </a:lnTo>
                <a:lnTo>
                  <a:pt x="43077" y="10809"/>
                </a:lnTo>
                <a:lnTo>
                  <a:pt x="42877" y="10708"/>
                </a:lnTo>
                <a:lnTo>
                  <a:pt x="42676" y="10613"/>
                </a:lnTo>
                <a:lnTo>
                  <a:pt x="42477" y="10523"/>
                </a:lnTo>
                <a:lnTo>
                  <a:pt x="42277" y="10438"/>
                </a:lnTo>
                <a:lnTo>
                  <a:pt x="42078" y="10358"/>
                </a:lnTo>
                <a:lnTo>
                  <a:pt x="41879" y="10283"/>
                </a:lnTo>
                <a:lnTo>
                  <a:pt x="41680" y="10213"/>
                </a:lnTo>
                <a:lnTo>
                  <a:pt x="41482" y="10149"/>
                </a:lnTo>
                <a:lnTo>
                  <a:pt x="41283" y="10089"/>
                </a:lnTo>
                <a:lnTo>
                  <a:pt x="41086" y="10035"/>
                </a:lnTo>
                <a:lnTo>
                  <a:pt x="40888" y="9986"/>
                </a:lnTo>
                <a:lnTo>
                  <a:pt x="40690" y="9942"/>
                </a:lnTo>
                <a:lnTo>
                  <a:pt x="40493" y="9904"/>
                </a:lnTo>
                <a:lnTo>
                  <a:pt x="40296" y="9870"/>
                </a:lnTo>
                <a:lnTo>
                  <a:pt x="40100" y="9842"/>
                </a:lnTo>
                <a:lnTo>
                  <a:pt x="39904" y="9818"/>
                </a:lnTo>
                <a:lnTo>
                  <a:pt x="39708" y="9800"/>
                </a:lnTo>
                <a:lnTo>
                  <a:pt x="39512" y="9787"/>
                </a:lnTo>
                <a:lnTo>
                  <a:pt x="39316" y="9780"/>
                </a:lnTo>
                <a:lnTo>
                  <a:pt x="39121" y="9777"/>
                </a:lnTo>
                <a:lnTo>
                  <a:pt x="38986" y="9779"/>
                </a:lnTo>
                <a:lnTo>
                  <a:pt x="38853" y="9784"/>
                </a:lnTo>
                <a:lnTo>
                  <a:pt x="38720" y="9792"/>
                </a:lnTo>
                <a:lnTo>
                  <a:pt x="38588" y="9803"/>
                </a:lnTo>
                <a:lnTo>
                  <a:pt x="38457" y="9817"/>
                </a:lnTo>
                <a:lnTo>
                  <a:pt x="38327" y="9835"/>
                </a:lnTo>
                <a:lnTo>
                  <a:pt x="38198" y="9856"/>
                </a:lnTo>
                <a:lnTo>
                  <a:pt x="38070" y="9880"/>
                </a:lnTo>
                <a:lnTo>
                  <a:pt x="37943" y="9907"/>
                </a:lnTo>
                <a:lnTo>
                  <a:pt x="37817" y="9937"/>
                </a:lnTo>
                <a:lnTo>
                  <a:pt x="37692" y="9971"/>
                </a:lnTo>
                <a:lnTo>
                  <a:pt x="37568" y="10008"/>
                </a:lnTo>
                <a:lnTo>
                  <a:pt x="37444" y="10048"/>
                </a:lnTo>
                <a:lnTo>
                  <a:pt x="37322" y="10091"/>
                </a:lnTo>
                <a:lnTo>
                  <a:pt x="37200" y="10137"/>
                </a:lnTo>
                <a:lnTo>
                  <a:pt x="37080" y="10187"/>
                </a:lnTo>
                <a:lnTo>
                  <a:pt x="36960" y="10239"/>
                </a:lnTo>
                <a:lnTo>
                  <a:pt x="36841" y="10295"/>
                </a:lnTo>
                <a:lnTo>
                  <a:pt x="36724" y="10355"/>
                </a:lnTo>
                <a:lnTo>
                  <a:pt x="36607" y="10417"/>
                </a:lnTo>
                <a:lnTo>
                  <a:pt x="36491" y="10483"/>
                </a:lnTo>
                <a:lnTo>
                  <a:pt x="36376" y="10551"/>
                </a:lnTo>
                <a:lnTo>
                  <a:pt x="36262" y="10623"/>
                </a:lnTo>
                <a:lnTo>
                  <a:pt x="36149" y="10699"/>
                </a:lnTo>
                <a:lnTo>
                  <a:pt x="36036" y="10779"/>
                </a:lnTo>
                <a:lnTo>
                  <a:pt x="35922" y="10866"/>
                </a:lnTo>
                <a:lnTo>
                  <a:pt x="35808" y="10960"/>
                </a:lnTo>
                <a:lnTo>
                  <a:pt x="35692" y="11060"/>
                </a:lnTo>
                <a:lnTo>
                  <a:pt x="35576" y="11168"/>
                </a:lnTo>
                <a:lnTo>
                  <a:pt x="35459" y="11282"/>
                </a:lnTo>
                <a:lnTo>
                  <a:pt x="35340" y="11404"/>
                </a:lnTo>
                <a:lnTo>
                  <a:pt x="35222" y="11532"/>
                </a:lnTo>
                <a:lnTo>
                  <a:pt x="35102" y="11667"/>
                </a:lnTo>
                <a:lnTo>
                  <a:pt x="34981" y="11808"/>
                </a:lnTo>
                <a:lnTo>
                  <a:pt x="34860" y="11957"/>
                </a:lnTo>
                <a:lnTo>
                  <a:pt x="34737" y="12113"/>
                </a:lnTo>
                <a:lnTo>
                  <a:pt x="34614" y="12275"/>
                </a:lnTo>
                <a:lnTo>
                  <a:pt x="34490" y="12444"/>
                </a:lnTo>
                <a:lnTo>
                  <a:pt x="34365" y="12620"/>
                </a:lnTo>
                <a:lnTo>
                  <a:pt x="34240" y="12803"/>
                </a:lnTo>
                <a:lnTo>
                  <a:pt x="34113" y="12992"/>
                </a:lnTo>
                <a:lnTo>
                  <a:pt x="33986" y="13189"/>
                </a:lnTo>
                <a:lnTo>
                  <a:pt x="33857" y="13392"/>
                </a:lnTo>
                <a:lnTo>
                  <a:pt x="33728" y="13602"/>
                </a:lnTo>
                <a:lnTo>
                  <a:pt x="33598" y="13819"/>
                </a:lnTo>
                <a:lnTo>
                  <a:pt x="33467" y="14043"/>
                </a:lnTo>
                <a:lnTo>
                  <a:pt x="33336" y="14274"/>
                </a:lnTo>
                <a:lnTo>
                  <a:pt x="33203" y="14511"/>
                </a:lnTo>
                <a:lnTo>
                  <a:pt x="33203" y="10395"/>
                </a:lnTo>
                <a:lnTo>
                  <a:pt x="29035" y="10395"/>
                </a:lnTo>
                <a:lnTo>
                  <a:pt x="29035" y="37719"/>
                </a:lnTo>
                <a:lnTo>
                  <a:pt x="33666" y="37719"/>
                </a:lnTo>
                <a:lnTo>
                  <a:pt x="33666" y="23398"/>
                </a:lnTo>
                <a:lnTo>
                  <a:pt x="33668" y="23154"/>
                </a:lnTo>
                <a:lnTo>
                  <a:pt x="33672" y="22911"/>
                </a:lnTo>
                <a:lnTo>
                  <a:pt x="33678" y="22671"/>
                </a:lnTo>
                <a:close/>
                <a:moveTo>
                  <a:pt x="150184" y="22621"/>
                </a:moveTo>
                <a:lnTo>
                  <a:pt x="150193" y="22331"/>
                </a:lnTo>
                <a:lnTo>
                  <a:pt x="150205" y="22047"/>
                </a:lnTo>
                <a:lnTo>
                  <a:pt x="150219" y="21769"/>
                </a:lnTo>
                <a:lnTo>
                  <a:pt x="150236" y="21498"/>
                </a:lnTo>
                <a:lnTo>
                  <a:pt x="150255" y="21232"/>
                </a:lnTo>
                <a:lnTo>
                  <a:pt x="150277" y="20972"/>
                </a:lnTo>
                <a:lnTo>
                  <a:pt x="150302" y="20719"/>
                </a:lnTo>
                <a:lnTo>
                  <a:pt x="150329" y="20472"/>
                </a:lnTo>
                <a:lnTo>
                  <a:pt x="150359" y="20230"/>
                </a:lnTo>
                <a:lnTo>
                  <a:pt x="150391" y="19995"/>
                </a:lnTo>
                <a:lnTo>
                  <a:pt x="150426" y="19766"/>
                </a:lnTo>
                <a:lnTo>
                  <a:pt x="150464" y="19543"/>
                </a:lnTo>
                <a:lnTo>
                  <a:pt x="150504" y="19326"/>
                </a:lnTo>
                <a:lnTo>
                  <a:pt x="150547" y="19115"/>
                </a:lnTo>
                <a:lnTo>
                  <a:pt x="150592" y="18910"/>
                </a:lnTo>
                <a:lnTo>
                  <a:pt x="150640" y="18712"/>
                </a:lnTo>
                <a:lnTo>
                  <a:pt x="150690" y="18519"/>
                </a:lnTo>
                <a:lnTo>
                  <a:pt x="150744" y="18333"/>
                </a:lnTo>
                <a:lnTo>
                  <a:pt x="150799" y="18152"/>
                </a:lnTo>
                <a:lnTo>
                  <a:pt x="150858" y="17978"/>
                </a:lnTo>
                <a:lnTo>
                  <a:pt x="150918" y="17810"/>
                </a:lnTo>
                <a:lnTo>
                  <a:pt x="150982" y="17646"/>
                </a:lnTo>
                <a:lnTo>
                  <a:pt x="151049" y="17486"/>
                </a:lnTo>
                <a:lnTo>
                  <a:pt x="151119" y="17329"/>
                </a:lnTo>
                <a:lnTo>
                  <a:pt x="151193" y="17175"/>
                </a:lnTo>
                <a:lnTo>
                  <a:pt x="151269" y="17024"/>
                </a:lnTo>
                <a:lnTo>
                  <a:pt x="151349" y="16877"/>
                </a:lnTo>
                <a:lnTo>
                  <a:pt x="151431" y="16734"/>
                </a:lnTo>
                <a:lnTo>
                  <a:pt x="151517" y="16593"/>
                </a:lnTo>
                <a:lnTo>
                  <a:pt x="151607" y="16456"/>
                </a:lnTo>
                <a:lnTo>
                  <a:pt x="151699" y="16322"/>
                </a:lnTo>
                <a:lnTo>
                  <a:pt x="151794" y="16192"/>
                </a:lnTo>
                <a:lnTo>
                  <a:pt x="151893" y="16064"/>
                </a:lnTo>
                <a:lnTo>
                  <a:pt x="151995" y="15940"/>
                </a:lnTo>
                <a:lnTo>
                  <a:pt x="152100" y="15820"/>
                </a:lnTo>
                <a:lnTo>
                  <a:pt x="152208" y="15703"/>
                </a:lnTo>
                <a:lnTo>
                  <a:pt x="152319" y="15589"/>
                </a:lnTo>
                <a:lnTo>
                  <a:pt x="152434" y="15478"/>
                </a:lnTo>
                <a:lnTo>
                  <a:pt x="152552" y="15371"/>
                </a:lnTo>
                <a:lnTo>
                  <a:pt x="152672" y="15267"/>
                </a:lnTo>
                <a:lnTo>
                  <a:pt x="152796" y="15166"/>
                </a:lnTo>
                <a:lnTo>
                  <a:pt x="152924" y="15068"/>
                </a:lnTo>
                <a:lnTo>
                  <a:pt x="153054" y="14974"/>
                </a:lnTo>
                <a:lnTo>
                  <a:pt x="153187" y="14883"/>
                </a:lnTo>
                <a:lnTo>
                  <a:pt x="153324" y="14796"/>
                </a:lnTo>
                <a:lnTo>
                  <a:pt x="153463" y="14712"/>
                </a:lnTo>
                <a:lnTo>
                  <a:pt x="153603" y="14631"/>
                </a:lnTo>
                <a:lnTo>
                  <a:pt x="153744" y="14554"/>
                </a:lnTo>
                <a:lnTo>
                  <a:pt x="153886" y="14481"/>
                </a:lnTo>
                <a:lnTo>
                  <a:pt x="154029" y="14411"/>
                </a:lnTo>
                <a:lnTo>
                  <a:pt x="154172" y="14345"/>
                </a:lnTo>
                <a:lnTo>
                  <a:pt x="154317" y="14282"/>
                </a:lnTo>
                <a:lnTo>
                  <a:pt x="154463" y="14223"/>
                </a:lnTo>
                <a:lnTo>
                  <a:pt x="154610" y="14168"/>
                </a:lnTo>
                <a:lnTo>
                  <a:pt x="154759" y="14116"/>
                </a:lnTo>
                <a:lnTo>
                  <a:pt x="154908" y="14068"/>
                </a:lnTo>
                <a:lnTo>
                  <a:pt x="155058" y="14023"/>
                </a:lnTo>
                <a:lnTo>
                  <a:pt x="155209" y="13982"/>
                </a:lnTo>
                <a:lnTo>
                  <a:pt x="155361" y="13944"/>
                </a:lnTo>
                <a:lnTo>
                  <a:pt x="155514" y="13910"/>
                </a:lnTo>
                <a:lnTo>
                  <a:pt x="155668" y="13880"/>
                </a:lnTo>
                <a:lnTo>
                  <a:pt x="155824" y="13853"/>
                </a:lnTo>
                <a:lnTo>
                  <a:pt x="155980" y="13830"/>
                </a:lnTo>
                <a:lnTo>
                  <a:pt x="156137" y="13810"/>
                </a:lnTo>
                <a:lnTo>
                  <a:pt x="156296" y="13794"/>
                </a:lnTo>
                <a:lnTo>
                  <a:pt x="156455" y="13781"/>
                </a:lnTo>
                <a:lnTo>
                  <a:pt x="156615" y="13772"/>
                </a:lnTo>
                <a:lnTo>
                  <a:pt x="156777" y="13767"/>
                </a:lnTo>
                <a:lnTo>
                  <a:pt x="156939" y="13765"/>
                </a:lnTo>
                <a:lnTo>
                  <a:pt x="157151" y="13768"/>
                </a:lnTo>
                <a:lnTo>
                  <a:pt x="157358" y="13776"/>
                </a:lnTo>
                <a:lnTo>
                  <a:pt x="157560" y="13789"/>
                </a:lnTo>
                <a:lnTo>
                  <a:pt x="157757" y="13808"/>
                </a:lnTo>
                <a:lnTo>
                  <a:pt x="157949" y="13832"/>
                </a:lnTo>
                <a:lnTo>
                  <a:pt x="158136" y="13862"/>
                </a:lnTo>
                <a:lnTo>
                  <a:pt x="158317" y="13897"/>
                </a:lnTo>
                <a:lnTo>
                  <a:pt x="158494" y="13937"/>
                </a:lnTo>
                <a:lnTo>
                  <a:pt x="158666" y="13983"/>
                </a:lnTo>
                <a:lnTo>
                  <a:pt x="158833" y="14034"/>
                </a:lnTo>
                <a:lnTo>
                  <a:pt x="158995" y="14090"/>
                </a:lnTo>
                <a:lnTo>
                  <a:pt x="159152" y="14152"/>
                </a:lnTo>
                <a:lnTo>
                  <a:pt x="159304" y="14219"/>
                </a:lnTo>
                <a:lnTo>
                  <a:pt x="159451" y="14291"/>
                </a:lnTo>
                <a:lnTo>
                  <a:pt x="159593" y="14369"/>
                </a:lnTo>
                <a:lnTo>
                  <a:pt x="159729" y="14452"/>
                </a:lnTo>
                <a:lnTo>
                  <a:pt x="159861" y="14541"/>
                </a:lnTo>
                <a:lnTo>
                  <a:pt x="159988" y="14634"/>
                </a:lnTo>
                <a:lnTo>
                  <a:pt x="160110" y="14734"/>
                </a:lnTo>
                <a:lnTo>
                  <a:pt x="160227" y="14838"/>
                </a:lnTo>
                <a:lnTo>
                  <a:pt x="160339" y="14948"/>
                </a:lnTo>
                <a:lnTo>
                  <a:pt x="160446" y="15064"/>
                </a:lnTo>
                <a:lnTo>
                  <a:pt x="160547" y="15184"/>
                </a:lnTo>
                <a:lnTo>
                  <a:pt x="160644" y="15311"/>
                </a:lnTo>
                <a:lnTo>
                  <a:pt x="160737" y="15442"/>
                </a:lnTo>
                <a:lnTo>
                  <a:pt x="160825" y="15579"/>
                </a:lnTo>
                <a:lnTo>
                  <a:pt x="160910" y="15721"/>
                </a:lnTo>
                <a:lnTo>
                  <a:pt x="160990" y="15869"/>
                </a:lnTo>
                <a:lnTo>
                  <a:pt x="161067" y="16022"/>
                </a:lnTo>
                <a:lnTo>
                  <a:pt x="161139" y="16180"/>
                </a:lnTo>
                <a:lnTo>
                  <a:pt x="161208" y="16344"/>
                </a:lnTo>
                <a:lnTo>
                  <a:pt x="161273" y="16513"/>
                </a:lnTo>
                <a:lnTo>
                  <a:pt x="161334" y="16687"/>
                </a:lnTo>
                <a:lnTo>
                  <a:pt x="161391" y="16867"/>
                </a:lnTo>
                <a:lnTo>
                  <a:pt x="161444" y="17052"/>
                </a:lnTo>
                <a:lnTo>
                  <a:pt x="161493" y="17242"/>
                </a:lnTo>
                <a:lnTo>
                  <a:pt x="161538" y="17438"/>
                </a:lnTo>
                <a:lnTo>
                  <a:pt x="161580" y="17639"/>
                </a:lnTo>
                <a:lnTo>
                  <a:pt x="161617" y="17846"/>
                </a:lnTo>
                <a:lnTo>
                  <a:pt x="161651" y="18058"/>
                </a:lnTo>
                <a:lnTo>
                  <a:pt x="161680" y="18275"/>
                </a:lnTo>
                <a:lnTo>
                  <a:pt x="161706" y="18498"/>
                </a:lnTo>
                <a:lnTo>
                  <a:pt x="161727" y="18726"/>
                </a:lnTo>
                <a:lnTo>
                  <a:pt x="161745" y="18959"/>
                </a:lnTo>
                <a:lnTo>
                  <a:pt x="161759" y="19198"/>
                </a:lnTo>
                <a:lnTo>
                  <a:pt x="161768" y="19442"/>
                </a:lnTo>
                <a:lnTo>
                  <a:pt x="161774" y="19692"/>
                </a:lnTo>
                <a:lnTo>
                  <a:pt x="161776" y="19947"/>
                </a:lnTo>
                <a:lnTo>
                  <a:pt x="161776" y="37719"/>
                </a:lnTo>
                <a:lnTo>
                  <a:pt x="166408" y="37719"/>
                </a:lnTo>
                <a:lnTo>
                  <a:pt x="166408" y="21827"/>
                </a:lnTo>
                <a:lnTo>
                  <a:pt x="166411" y="21479"/>
                </a:lnTo>
                <a:lnTo>
                  <a:pt x="166421" y="21139"/>
                </a:lnTo>
                <a:lnTo>
                  <a:pt x="166437" y="20807"/>
                </a:lnTo>
                <a:lnTo>
                  <a:pt x="166460" y="20483"/>
                </a:lnTo>
                <a:lnTo>
                  <a:pt x="166490" y="20167"/>
                </a:lnTo>
                <a:lnTo>
                  <a:pt x="166527" y="19859"/>
                </a:lnTo>
                <a:lnTo>
                  <a:pt x="166570" y="19559"/>
                </a:lnTo>
                <a:lnTo>
                  <a:pt x="166619" y="19267"/>
                </a:lnTo>
                <a:lnTo>
                  <a:pt x="166675" y="18983"/>
                </a:lnTo>
                <a:lnTo>
                  <a:pt x="166738" y="18707"/>
                </a:lnTo>
                <a:lnTo>
                  <a:pt x="166808" y="18439"/>
                </a:lnTo>
                <a:lnTo>
                  <a:pt x="166884" y="18179"/>
                </a:lnTo>
                <a:lnTo>
                  <a:pt x="166966" y="17927"/>
                </a:lnTo>
                <a:lnTo>
                  <a:pt x="167055" y="17684"/>
                </a:lnTo>
                <a:lnTo>
                  <a:pt x="167151" y="17448"/>
                </a:lnTo>
                <a:lnTo>
                  <a:pt x="167254" y="17220"/>
                </a:lnTo>
                <a:lnTo>
                  <a:pt x="167363" y="17000"/>
                </a:lnTo>
                <a:lnTo>
                  <a:pt x="167479" y="16788"/>
                </a:lnTo>
                <a:lnTo>
                  <a:pt x="167601" y="16584"/>
                </a:lnTo>
                <a:lnTo>
                  <a:pt x="167730" y="16388"/>
                </a:lnTo>
                <a:lnTo>
                  <a:pt x="167865" y="16200"/>
                </a:lnTo>
                <a:lnTo>
                  <a:pt x="168007" y="16020"/>
                </a:lnTo>
                <a:lnTo>
                  <a:pt x="168156" y="15848"/>
                </a:lnTo>
                <a:lnTo>
                  <a:pt x="168312" y="15684"/>
                </a:lnTo>
                <a:lnTo>
                  <a:pt x="168472" y="15528"/>
                </a:lnTo>
                <a:lnTo>
                  <a:pt x="168636" y="15378"/>
                </a:lnTo>
                <a:lnTo>
                  <a:pt x="168803" y="15235"/>
                </a:lnTo>
                <a:lnTo>
                  <a:pt x="168973" y="15098"/>
                </a:lnTo>
                <a:lnTo>
                  <a:pt x="169147" y="14968"/>
                </a:lnTo>
                <a:lnTo>
                  <a:pt x="169325" y="14845"/>
                </a:lnTo>
                <a:lnTo>
                  <a:pt x="169505" y="14728"/>
                </a:lnTo>
                <a:lnTo>
                  <a:pt x="169690" y="14618"/>
                </a:lnTo>
                <a:lnTo>
                  <a:pt x="169877" y="14515"/>
                </a:lnTo>
                <a:lnTo>
                  <a:pt x="170068" y="14418"/>
                </a:lnTo>
                <a:lnTo>
                  <a:pt x="170262" y="14328"/>
                </a:lnTo>
                <a:lnTo>
                  <a:pt x="170460" y="14245"/>
                </a:lnTo>
                <a:lnTo>
                  <a:pt x="170661" y="14168"/>
                </a:lnTo>
                <a:lnTo>
                  <a:pt x="170866" y="14098"/>
                </a:lnTo>
                <a:lnTo>
                  <a:pt x="171073" y="14035"/>
                </a:lnTo>
                <a:lnTo>
                  <a:pt x="171285" y="13978"/>
                </a:lnTo>
                <a:lnTo>
                  <a:pt x="171499" y="13928"/>
                </a:lnTo>
                <a:lnTo>
                  <a:pt x="171717" y="13885"/>
                </a:lnTo>
                <a:lnTo>
                  <a:pt x="171939" y="13849"/>
                </a:lnTo>
                <a:lnTo>
                  <a:pt x="172164" y="13819"/>
                </a:lnTo>
                <a:lnTo>
                  <a:pt x="172392" y="13795"/>
                </a:lnTo>
                <a:lnTo>
                  <a:pt x="172624" y="13779"/>
                </a:lnTo>
                <a:lnTo>
                  <a:pt x="172859" y="13769"/>
                </a:lnTo>
                <a:lnTo>
                  <a:pt x="173097" y="13765"/>
                </a:lnTo>
                <a:lnTo>
                  <a:pt x="173229" y="13767"/>
                </a:lnTo>
                <a:lnTo>
                  <a:pt x="173360" y="13770"/>
                </a:lnTo>
                <a:lnTo>
                  <a:pt x="173490" y="13777"/>
                </a:lnTo>
                <a:lnTo>
                  <a:pt x="173618" y="13786"/>
                </a:lnTo>
                <a:lnTo>
                  <a:pt x="173744" y="13798"/>
                </a:lnTo>
                <a:lnTo>
                  <a:pt x="173869" y="13812"/>
                </a:lnTo>
                <a:lnTo>
                  <a:pt x="173993" y="13829"/>
                </a:lnTo>
                <a:lnTo>
                  <a:pt x="174115" y="13848"/>
                </a:lnTo>
                <a:lnTo>
                  <a:pt x="174236" y="13870"/>
                </a:lnTo>
                <a:lnTo>
                  <a:pt x="174355" y="13895"/>
                </a:lnTo>
                <a:lnTo>
                  <a:pt x="174473" y="13922"/>
                </a:lnTo>
                <a:lnTo>
                  <a:pt x="174590" y="13952"/>
                </a:lnTo>
                <a:lnTo>
                  <a:pt x="174705" y="13984"/>
                </a:lnTo>
                <a:lnTo>
                  <a:pt x="174818" y="14019"/>
                </a:lnTo>
                <a:lnTo>
                  <a:pt x="174930" y="14057"/>
                </a:lnTo>
                <a:lnTo>
                  <a:pt x="175041" y="14097"/>
                </a:lnTo>
                <a:lnTo>
                  <a:pt x="175151" y="14140"/>
                </a:lnTo>
                <a:lnTo>
                  <a:pt x="175258" y="14185"/>
                </a:lnTo>
                <a:lnTo>
                  <a:pt x="175365" y="14233"/>
                </a:lnTo>
                <a:lnTo>
                  <a:pt x="175470" y="14284"/>
                </a:lnTo>
                <a:lnTo>
                  <a:pt x="175574" y="14337"/>
                </a:lnTo>
                <a:lnTo>
                  <a:pt x="175676" y="14393"/>
                </a:lnTo>
                <a:lnTo>
                  <a:pt x="175777" y="14451"/>
                </a:lnTo>
                <a:lnTo>
                  <a:pt x="175876" y="14512"/>
                </a:lnTo>
                <a:lnTo>
                  <a:pt x="175973" y="14575"/>
                </a:lnTo>
                <a:lnTo>
                  <a:pt x="176068" y="14640"/>
                </a:lnTo>
                <a:lnTo>
                  <a:pt x="176160" y="14706"/>
                </a:lnTo>
                <a:lnTo>
                  <a:pt x="176250" y="14774"/>
                </a:lnTo>
                <a:lnTo>
                  <a:pt x="176337" y="14844"/>
                </a:lnTo>
                <a:lnTo>
                  <a:pt x="176422" y="14915"/>
                </a:lnTo>
                <a:lnTo>
                  <a:pt x="176504" y="14988"/>
                </a:lnTo>
                <a:lnTo>
                  <a:pt x="176584" y="15063"/>
                </a:lnTo>
                <a:lnTo>
                  <a:pt x="176661" y="15139"/>
                </a:lnTo>
                <a:lnTo>
                  <a:pt x="176735" y="15217"/>
                </a:lnTo>
                <a:lnTo>
                  <a:pt x="176807" y="15297"/>
                </a:lnTo>
                <a:lnTo>
                  <a:pt x="176876" y="15378"/>
                </a:lnTo>
                <a:lnTo>
                  <a:pt x="176943" y="15461"/>
                </a:lnTo>
                <a:lnTo>
                  <a:pt x="177007" y="15546"/>
                </a:lnTo>
                <a:lnTo>
                  <a:pt x="177069" y="15632"/>
                </a:lnTo>
                <a:lnTo>
                  <a:pt x="177128" y="15720"/>
                </a:lnTo>
                <a:lnTo>
                  <a:pt x="177185" y="15810"/>
                </a:lnTo>
                <a:lnTo>
                  <a:pt x="177239" y="15901"/>
                </a:lnTo>
                <a:lnTo>
                  <a:pt x="177290" y="15994"/>
                </a:lnTo>
                <a:lnTo>
                  <a:pt x="177339" y="16088"/>
                </a:lnTo>
                <a:lnTo>
                  <a:pt x="177386" y="16184"/>
                </a:lnTo>
                <a:lnTo>
                  <a:pt x="177430" y="16282"/>
                </a:lnTo>
                <a:lnTo>
                  <a:pt x="177471" y="16382"/>
                </a:lnTo>
                <a:lnTo>
                  <a:pt x="177510" y="16483"/>
                </a:lnTo>
                <a:lnTo>
                  <a:pt x="177547" y="16588"/>
                </a:lnTo>
                <a:lnTo>
                  <a:pt x="177582" y="16698"/>
                </a:lnTo>
                <a:lnTo>
                  <a:pt x="177615" y="16813"/>
                </a:lnTo>
                <a:lnTo>
                  <a:pt x="177647" y="16934"/>
                </a:lnTo>
                <a:lnTo>
                  <a:pt x="177678" y="17060"/>
                </a:lnTo>
                <a:lnTo>
                  <a:pt x="177707" y="17192"/>
                </a:lnTo>
                <a:lnTo>
                  <a:pt x="177734" y="17329"/>
                </a:lnTo>
                <a:lnTo>
                  <a:pt x="177760" y="17471"/>
                </a:lnTo>
                <a:lnTo>
                  <a:pt x="177784" y="17619"/>
                </a:lnTo>
                <a:lnTo>
                  <a:pt x="177807" y="17773"/>
                </a:lnTo>
                <a:lnTo>
                  <a:pt x="177828" y="17931"/>
                </a:lnTo>
                <a:lnTo>
                  <a:pt x="177848" y="18096"/>
                </a:lnTo>
                <a:lnTo>
                  <a:pt x="177865" y="18265"/>
                </a:lnTo>
                <a:lnTo>
                  <a:pt x="177882" y="18440"/>
                </a:lnTo>
                <a:lnTo>
                  <a:pt x="177897" y="18621"/>
                </a:lnTo>
                <a:lnTo>
                  <a:pt x="177910" y="18806"/>
                </a:lnTo>
                <a:lnTo>
                  <a:pt x="177922" y="18998"/>
                </a:lnTo>
                <a:lnTo>
                  <a:pt x="177932" y="19194"/>
                </a:lnTo>
                <a:lnTo>
                  <a:pt x="177941" y="19396"/>
                </a:lnTo>
                <a:lnTo>
                  <a:pt x="177948" y="19604"/>
                </a:lnTo>
                <a:lnTo>
                  <a:pt x="177953" y="19817"/>
                </a:lnTo>
                <a:lnTo>
                  <a:pt x="177957" y="20035"/>
                </a:lnTo>
                <a:lnTo>
                  <a:pt x="177959" y="20259"/>
                </a:lnTo>
                <a:lnTo>
                  <a:pt x="177960" y="20488"/>
                </a:lnTo>
                <a:lnTo>
                  <a:pt x="177960" y="37719"/>
                </a:lnTo>
                <a:lnTo>
                  <a:pt x="182566" y="37719"/>
                </a:lnTo>
                <a:lnTo>
                  <a:pt x="182566" y="18963"/>
                </a:lnTo>
                <a:lnTo>
                  <a:pt x="182562" y="18577"/>
                </a:lnTo>
                <a:lnTo>
                  <a:pt x="182550" y="18199"/>
                </a:lnTo>
                <a:lnTo>
                  <a:pt x="182531" y="17830"/>
                </a:lnTo>
                <a:lnTo>
                  <a:pt x="182505" y="17469"/>
                </a:lnTo>
                <a:lnTo>
                  <a:pt x="182471" y="17117"/>
                </a:lnTo>
                <a:lnTo>
                  <a:pt x="182429" y="16773"/>
                </a:lnTo>
                <a:lnTo>
                  <a:pt x="182380" y="16438"/>
                </a:lnTo>
                <a:lnTo>
                  <a:pt x="182323" y="16111"/>
                </a:lnTo>
                <a:lnTo>
                  <a:pt x="182258" y="15792"/>
                </a:lnTo>
                <a:lnTo>
                  <a:pt x="182186" y="15482"/>
                </a:lnTo>
                <a:lnTo>
                  <a:pt x="182106" y="15181"/>
                </a:lnTo>
                <a:lnTo>
                  <a:pt x="182019" y="14888"/>
                </a:lnTo>
                <a:lnTo>
                  <a:pt x="181924" y="14603"/>
                </a:lnTo>
                <a:lnTo>
                  <a:pt x="181821" y="14327"/>
                </a:lnTo>
                <a:lnTo>
                  <a:pt x="181711" y="14059"/>
                </a:lnTo>
                <a:lnTo>
                  <a:pt x="181594" y="13800"/>
                </a:lnTo>
                <a:lnTo>
                  <a:pt x="181468" y="13549"/>
                </a:lnTo>
                <a:lnTo>
                  <a:pt x="181335" y="13306"/>
                </a:lnTo>
                <a:lnTo>
                  <a:pt x="181195" y="13072"/>
                </a:lnTo>
                <a:lnTo>
                  <a:pt x="181047" y="12846"/>
                </a:lnTo>
                <a:lnTo>
                  <a:pt x="180891" y="12629"/>
                </a:lnTo>
                <a:lnTo>
                  <a:pt x="180728" y="12421"/>
                </a:lnTo>
                <a:lnTo>
                  <a:pt x="180557" y="12220"/>
                </a:lnTo>
                <a:lnTo>
                  <a:pt x="180379" y="12028"/>
                </a:lnTo>
                <a:lnTo>
                  <a:pt x="180193" y="11845"/>
                </a:lnTo>
                <a:lnTo>
                  <a:pt x="180001" y="11669"/>
                </a:lnTo>
                <a:lnTo>
                  <a:pt x="179803" y="11501"/>
                </a:lnTo>
                <a:lnTo>
                  <a:pt x="179597" y="11341"/>
                </a:lnTo>
                <a:lnTo>
                  <a:pt x="179386" y="11188"/>
                </a:lnTo>
                <a:lnTo>
                  <a:pt x="179168" y="11044"/>
                </a:lnTo>
                <a:lnTo>
                  <a:pt x="178943" y="10907"/>
                </a:lnTo>
                <a:lnTo>
                  <a:pt x="178712" y="10778"/>
                </a:lnTo>
                <a:lnTo>
                  <a:pt x="178474" y="10657"/>
                </a:lnTo>
                <a:lnTo>
                  <a:pt x="178230" y="10543"/>
                </a:lnTo>
                <a:lnTo>
                  <a:pt x="177979" y="10438"/>
                </a:lnTo>
                <a:lnTo>
                  <a:pt x="177722" y="10340"/>
                </a:lnTo>
                <a:lnTo>
                  <a:pt x="177458" y="10250"/>
                </a:lnTo>
                <a:lnTo>
                  <a:pt x="177188" y="10168"/>
                </a:lnTo>
                <a:lnTo>
                  <a:pt x="176911" y="10094"/>
                </a:lnTo>
                <a:lnTo>
                  <a:pt x="176628" y="10027"/>
                </a:lnTo>
                <a:lnTo>
                  <a:pt x="176338" y="9969"/>
                </a:lnTo>
                <a:lnTo>
                  <a:pt x="176042" y="9918"/>
                </a:lnTo>
                <a:lnTo>
                  <a:pt x="175739" y="9875"/>
                </a:lnTo>
                <a:lnTo>
                  <a:pt x="175429" y="9840"/>
                </a:lnTo>
                <a:lnTo>
                  <a:pt x="175113" y="9812"/>
                </a:lnTo>
                <a:lnTo>
                  <a:pt x="174791" y="9793"/>
                </a:lnTo>
                <a:lnTo>
                  <a:pt x="174462" y="9781"/>
                </a:lnTo>
                <a:lnTo>
                  <a:pt x="174126" y="9777"/>
                </a:lnTo>
                <a:lnTo>
                  <a:pt x="173697" y="9785"/>
                </a:lnTo>
                <a:lnTo>
                  <a:pt x="173274" y="9810"/>
                </a:lnTo>
                <a:lnTo>
                  <a:pt x="172858" y="9852"/>
                </a:lnTo>
                <a:lnTo>
                  <a:pt x="172448" y="9909"/>
                </a:lnTo>
                <a:lnTo>
                  <a:pt x="172046" y="9984"/>
                </a:lnTo>
                <a:lnTo>
                  <a:pt x="171650" y="10075"/>
                </a:lnTo>
                <a:lnTo>
                  <a:pt x="171261" y="10182"/>
                </a:lnTo>
                <a:lnTo>
                  <a:pt x="170879" y="10306"/>
                </a:lnTo>
                <a:lnTo>
                  <a:pt x="170503" y="10447"/>
                </a:lnTo>
                <a:lnTo>
                  <a:pt x="170135" y="10604"/>
                </a:lnTo>
                <a:lnTo>
                  <a:pt x="169773" y="10777"/>
                </a:lnTo>
                <a:lnTo>
                  <a:pt x="169418" y="10967"/>
                </a:lnTo>
                <a:lnTo>
                  <a:pt x="169070" y="11174"/>
                </a:lnTo>
                <a:lnTo>
                  <a:pt x="168728" y="11397"/>
                </a:lnTo>
                <a:lnTo>
                  <a:pt x="168394" y="11637"/>
                </a:lnTo>
                <a:lnTo>
                  <a:pt x="168066" y="11893"/>
                </a:lnTo>
                <a:lnTo>
                  <a:pt x="167745" y="12165"/>
                </a:lnTo>
                <a:lnTo>
                  <a:pt x="167430" y="12455"/>
                </a:lnTo>
                <a:lnTo>
                  <a:pt x="167123" y="12760"/>
                </a:lnTo>
                <a:lnTo>
                  <a:pt x="166822" y="13083"/>
                </a:lnTo>
                <a:lnTo>
                  <a:pt x="166528" y="13421"/>
                </a:lnTo>
                <a:lnTo>
                  <a:pt x="166241" y="13777"/>
                </a:lnTo>
                <a:lnTo>
                  <a:pt x="165961" y="14149"/>
                </a:lnTo>
                <a:lnTo>
                  <a:pt x="165687" y="14537"/>
                </a:lnTo>
                <a:lnTo>
                  <a:pt x="165619" y="14351"/>
                </a:lnTo>
                <a:lnTo>
                  <a:pt x="165546" y="14169"/>
                </a:lnTo>
                <a:lnTo>
                  <a:pt x="165470" y="13990"/>
                </a:lnTo>
                <a:lnTo>
                  <a:pt x="165389" y="13814"/>
                </a:lnTo>
                <a:lnTo>
                  <a:pt x="165305" y="13642"/>
                </a:lnTo>
                <a:lnTo>
                  <a:pt x="165217" y="13473"/>
                </a:lnTo>
                <a:lnTo>
                  <a:pt x="165124" y="13308"/>
                </a:lnTo>
                <a:lnTo>
                  <a:pt x="165028" y="13147"/>
                </a:lnTo>
                <a:lnTo>
                  <a:pt x="164928" y="12988"/>
                </a:lnTo>
                <a:lnTo>
                  <a:pt x="164824" y="12834"/>
                </a:lnTo>
                <a:lnTo>
                  <a:pt x="164715" y="12682"/>
                </a:lnTo>
                <a:lnTo>
                  <a:pt x="164603" y="12535"/>
                </a:lnTo>
                <a:lnTo>
                  <a:pt x="164487" y="12390"/>
                </a:lnTo>
                <a:lnTo>
                  <a:pt x="164367" y="12249"/>
                </a:lnTo>
                <a:lnTo>
                  <a:pt x="164243" y="12112"/>
                </a:lnTo>
                <a:lnTo>
                  <a:pt x="164115" y="11978"/>
                </a:lnTo>
                <a:lnTo>
                  <a:pt x="163983" y="11848"/>
                </a:lnTo>
                <a:lnTo>
                  <a:pt x="163847" y="11721"/>
                </a:lnTo>
                <a:lnTo>
                  <a:pt x="163707" y="11597"/>
                </a:lnTo>
                <a:lnTo>
                  <a:pt x="163563" y="11477"/>
                </a:lnTo>
                <a:lnTo>
                  <a:pt x="163415" y="11360"/>
                </a:lnTo>
                <a:lnTo>
                  <a:pt x="163263" y="11247"/>
                </a:lnTo>
                <a:lnTo>
                  <a:pt x="163107" y="11138"/>
                </a:lnTo>
                <a:lnTo>
                  <a:pt x="162947" y="11031"/>
                </a:lnTo>
                <a:lnTo>
                  <a:pt x="162783" y="10929"/>
                </a:lnTo>
                <a:lnTo>
                  <a:pt x="162616" y="10831"/>
                </a:lnTo>
                <a:lnTo>
                  <a:pt x="162444" y="10737"/>
                </a:lnTo>
                <a:lnTo>
                  <a:pt x="162269" y="10648"/>
                </a:lnTo>
                <a:lnTo>
                  <a:pt x="162090" y="10563"/>
                </a:lnTo>
                <a:lnTo>
                  <a:pt x="161907" y="10483"/>
                </a:lnTo>
                <a:lnTo>
                  <a:pt x="161721" y="10406"/>
                </a:lnTo>
                <a:lnTo>
                  <a:pt x="161530" y="10335"/>
                </a:lnTo>
                <a:lnTo>
                  <a:pt x="161336" y="10267"/>
                </a:lnTo>
                <a:lnTo>
                  <a:pt x="161138" y="10204"/>
                </a:lnTo>
                <a:lnTo>
                  <a:pt x="160937" y="10145"/>
                </a:lnTo>
                <a:lnTo>
                  <a:pt x="160731" y="10091"/>
                </a:lnTo>
                <a:lnTo>
                  <a:pt x="160522" y="10041"/>
                </a:lnTo>
                <a:lnTo>
                  <a:pt x="160309" y="9995"/>
                </a:lnTo>
                <a:lnTo>
                  <a:pt x="160092" y="9954"/>
                </a:lnTo>
                <a:lnTo>
                  <a:pt x="159871" y="9917"/>
                </a:lnTo>
                <a:lnTo>
                  <a:pt x="159646" y="9884"/>
                </a:lnTo>
                <a:lnTo>
                  <a:pt x="159418" y="9856"/>
                </a:lnTo>
                <a:lnTo>
                  <a:pt x="159186" y="9832"/>
                </a:lnTo>
                <a:lnTo>
                  <a:pt x="158950" y="9812"/>
                </a:lnTo>
                <a:lnTo>
                  <a:pt x="158710" y="9797"/>
                </a:lnTo>
                <a:lnTo>
                  <a:pt x="158467" y="9786"/>
                </a:lnTo>
                <a:lnTo>
                  <a:pt x="158219" y="9779"/>
                </a:lnTo>
                <a:lnTo>
                  <a:pt x="157968" y="9777"/>
                </a:lnTo>
                <a:lnTo>
                  <a:pt x="157742" y="9779"/>
                </a:lnTo>
                <a:lnTo>
                  <a:pt x="157518" y="9786"/>
                </a:lnTo>
                <a:lnTo>
                  <a:pt x="157296" y="9796"/>
                </a:lnTo>
                <a:lnTo>
                  <a:pt x="157076" y="9811"/>
                </a:lnTo>
                <a:lnTo>
                  <a:pt x="156858" y="9830"/>
                </a:lnTo>
                <a:lnTo>
                  <a:pt x="156642" y="9853"/>
                </a:lnTo>
                <a:lnTo>
                  <a:pt x="156428" y="9881"/>
                </a:lnTo>
                <a:lnTo>
                  <a:pt x="156216" y="9912"/>
                </a:lnTo>
                <a:lnTo>
                  <a:pt x="156006" y="9948"/>
                </a:lnTo>
                <a:lnTo>
                  <a:pt x="155798" y="9988"/>
                </a:lnTo>
                <a:lnTo>
                  <a:pt x="155593" y="10032"/>
                </a:lnTo>
                <a:lnTo>
                  <a:pt x="155389" y="10081"/>
                </a:lnTo>
                <a:lnTo>
                  <a:pt x="155187" y="10134"/>
                </a:lnTo>
                <a:lnTo>
                  <a:pt x="154988" y="10191"/>
                </a:lnTo>
                <a:lnTo>
                  <a:pt x="154790" y="10252"/>
                </a:lnTo>
                <a:lnTo>
                  <a:pt x="154595" y="10317"/>
                </a:lnTo>
                <a:lnTo>
                  <a:pt x="154402" y="10387"/>
                </a:lnTo>
                <a:lnTo>
                  <a:pt x="154210" y="10461"/>
                </a:lnTo>
                <a:lnTo>
                  <a:pt x="154021" y="10539"/>
                </a:lnTo>
                <a:lnTo>
                  <a:pt x="153834" y="10621"/>
                </a:lnTo>
                <a:lnTo>
                  <a:pt x="153649" y="10707"/>
                </a:lnTo>
                <a:lnTo>
                  <a:pt x="153466" y="10798"/>
                </a:lnTo>
                <a:lnTo>
                  <a:pt x="153284" y="10893"/>
                </a:lnTo>
                <a:lnTo>
                  <a:pt x="153105" y="10992"/>
                </a:lnTo>
                <a:lnTo>
                  <a:pt x="152929" y="11095"/>
                </a:lnTo>
                <a:lnTo>
                  <a:pt x="152755" y="11200"/>
                </a:lnTo>
                <a:lnTo>
                  <a:pt x="152585" y="11308"/>
                </a:lnTo>
                <a:lnTo>
                  <a:pt x="152417" y="11419"/>
                </a:lnTo>
                <a:lnTo>
                  <a:pt x="152253" y="11532"/>
                </a:lnTo>
                <a:lnTo>
                  <a:pt x="152091" y="11648"/>
                </a:lnTo>
                <a:lnTo>
                  <a:pt x="151932" y="11767"/>
                </a:lnTo>
                <a:lnTo>
                  <a:pt x="151776" y="11889"/>
                </a:lnTo>
                <a:lnTo>
                  <a:pt x="151623" y="12013"/>
                </a:lnTo>
                <a:lnTo>
                  <a:pt x="151473" y="12140"/>
                </a:lnTo>
                <a:lnTo>
                  <a:pt x="151326" y="12270"/>
                </a:lnTo>
                <a:lnTo>
                  <a:pt x="151182" y="12402"/>
                </a:lnTo>
                <a:lnTo>
                  <a:pt x="151041" y="12537"/>
                </a:lnTo>
                <a:lnTo>
                  <a:pt x="150903" y="12675"/>
                </a:lnTo>
                <a:lnTo>
                  <a:pt x="150768" y="12816"/>
                </a:lnTo>
                <a:lnTo>
                  <a:pt x="150635" y="12959"/>
                </a:lnTo>
                <a:lnTo>
                  <a:pt x="150506" y="13105"/>
                </a:lnTo>
                <a:lnTo>
                  <a:pt x="150380" y="13254"/>
                </a:lnTo>
                <a:lnTo>
                  <a:pt x="150256" y="13405"/>
                </a:lnTo>
                <a:lnTo>
                  <a:pt x="150136" y="13559"/>
                </a:lnTo>
                <a:lnTo>
                  <a:pt x="150018" y="13716"/>
                </a:lnTo>
                <a:lnTo>
                  <a:pt x="149904" y="13875"/>
                </a:lnTo>
                <a:lnTo>
                  <a:pt x="149792" y="14038"/>
                </a:lnTo>
                <a:lnTo>
                  <a:pt x="149683" y="14203"/>
                </a:lnTo>
                <a:lnTo>
                  <a:pt x="149683" y="10395"/>
                </a:lnTo>
                <a:lnTo>
                  <a:pt x="145541" y="10395"/>
                </a:lnTo>
                <a:lnTo>
                  <a:pt x="145541" y="37719"/>
                </a:lnTo>
                <a:lnTo>
                  <a:pt x="150172" y="37719"/>
                </a:lnTo>
                <a:lnTo>
                  <a:pt x="150172" y="23527"/>
                </a:lnTo>
                <a:lnTo>
                  <a:pt x="150174" y="23219"/>
                </a:lnTo>
                <a:lnTo>
                  <a:pt x="150178" y="22917"/>
                </a:lnTo>
                <a:lnTo>
                  <a:pt x="150184" y="22621"/>
                </a:lnTo>
                <a:close/>
                <a:moveTo>
                  <a:pt x="292678" y="21519"/>
                </a:moveTo>
                <a:lnTo>
                  <a:pt x="292704" y="21122"/>
                </a:lnTo>
                <a:lnTo>
                  <a:pt x="292738" y="20737"/>
                </a:lnTo>
                <a:lnTo>
                  <a:pt x="292779" y="20364"/>
                </a:lnTo>
                <a:lnTo>
                  <a:pt x="292827" y="20002"/>
                </a:lnTo>
                <a:lnTo>
                  <a:pt x="292883" y="19652"/>
                </a:lnTo>
                <a:lnTo>
                  <a:pt x="292947" y="19314"/>
                </a:lnTo>
                <a:lnTo>
                  <a:pt x="293017" y="18987"/>
                </a:lnTo>
                <a:lnTo>
                  <a:pt x="293096" y="18672"/>
                </a:lnTo>
                <a:lnTo>
                  <a:pt x="293182" y="18369"/>
                </a:lnTo>
                <a:lnTo>
                  <a:pt x="293275" y="18078"/>
                </a:lnTo>
                <a:lnTo>
                  <a:pt x="293375" y="17798"/>
                </a:lnTo>
                <a:lnTo>
                  <a:pt x="293484" y="17530"/>
                </a:lnTo>
                <a:lnTo>
                  <a:pt x="293599" y="17274"/>
                </a:lnTo>
                <a:lnTo>
                  <a:pt x="293722" y="17030"/>
                </a:lnTo>
                <a:lnTo>
                  <a:pt x="293853" y="16797"/>
                </a:lnTo>
                <a:lnTo>
                  <a:pt x="293991" y="16576"/>
                </a:lnTo>
                <a:lnTo>
                  <a:pt x="294136" y="16366"/>
                </a:lnTo>
                <a:lnTo>
                  <a:pt x="294289" y="16169"/>
                </a:lnTo>
                <a:lnTo>
                  <a:pt x="294450" y="15983"/>
                </a:lnTo>
                <a:lnTo>
                  <a:pt x="294618" y="15808"/>
                </a:lnTo>
                <a:lnTo>
                  <a:pt x="294793" y="15646"/>
                </a:lnTo>
                <a:lnTo>
                  <a:pt x="294973" y="15492"/>
                </a:lnTo>
                <a:lnTo>
                  <a:pt x="295157" y="15345"/>
                </a:lnTo>
                <a:lnTo>
                  <a:pt x="295343" y="15205"/>
                </a:lnTo>
                <a:lnTo>
                  <a:pt x="295531" y="15071"/>
                </a:lnTo>
                <a:lnTo>
                  <a:pt x="295723" y="14944"/>
                </a:lnTo>
                <a:lnTo>
                  <a:pt x="295918" y="14823"/>
                </a:lnTo>
                <a:lnTo>
                  <a:pt x="296115" y="14709"/>
                </a:lnTo>
                <a:lnTo>
                  <a:pt x="296315" y="14601"/>
                </a:lnTo>
                <a:lnTo>
                  <a:pt x="296518" y="14500"/>
                </a:lnTo>
                <a:lnTo>
                  <a:pt x="296724" y="14405"/>
                </a:lnTo>
                <a:lnTo>
                  <a:pt x="296932" y="14317"/>
                </a:lnTo>
                <a:lnTo>
                  <a:pt x="297144" y="14235"/>
                </a:lnTo>
                <a:lnTo>
                  <a:pt x="297358" y="14160"/>
                </a:lnTo>
                <a:lnTo>
                  <a:pt x="297575" y="14092"/>
                </a:lnTo>
                <a:lnTo>
                  <a:pt x="297795" y="14030"/>
                </a:lnTo>
                <a:lnTo>
                  <a:pt x="298018" y="13974"/>
                </a:lnTo>
                <a:lnTo>
                  <a:pt x="298243" y="13925"/>
                </a:lnTo>
                <a:lnTo>
                  <a:pt x="298471" y="13883"/>
                </a:lnTo>
                <a:lnTo>
                  <a:pt x="298702" y="13847"/>
                </a:lnTo>
                <a:lnTo>
                  <a:pt x="298936" y="13817"/>
                </a:lnTo>
                <a:lnTo>
                  <a:pt x="299173" y="13795"/>
                </a:lnTo>
                <a:lnTo>
                  <a:pt x="299413" y="13778"/>
                </a:lnTo>
                <a:lnTo>
                  <a:pt x="299655" y="13768"/>
                </a:lnTo>
                <a:lnTo>
                  <a:pt x="299900" y="13765"/>
                </a:lnTo>
                <a:lnTo>
                  <a:pt x="300054" y="13767"/>
                </a:lnTo>
                <a:lnTo>
                  <a:pt x="300206" y="13771"/>
                </a:lnTo>
                <a:lnTo>
                  <a:pt x="300356" y="13778"/>
                </a:lnTo>
                <a:lnTo>
                  <a:pt x="300504" y="13788"/>
                </a:lnTo>
                <a:lnTo>
                  <a:pt x="300651" y="13802"/>
                </a:lnTo>
                <a:lnTo>
                  <a:pt x="300797" y="13818"/>
                </a:lnTo>
                <a:lnTo>
                  <a:pt x="300940" y="13836"/>
                </a:lnTo>
                <a:lnTo>
                  <a:pt x="301082" y="13858"/>
                </a:lnTo>
                <a:lnTo>
                  <a:pt x="301223" y="13883"/>
                </a:lnTo>
                <a:lnTo>
                  <a:pt x="301361" y="13911"/>
                </a:lnTo>
                <a:lnTo>
                  <a:pt x="301498" y="13941"/>
                </a:lnTo>
                <a:lnTo>
                  <a:pt x="301634" y="13974"/>
                </a:lnTo>
                <a:lnTo>
                  <a:pt x="301767" y="14011"/>
                </a:lnTo>
                <a:lnTo>
                  <a:pt x="301899" y="14050"/>
                </a:lnTo>
                <a:lnTo>
                  <a:pt x="302030" y="14092"/>
                </a:lnTo>
                <a:lnTo>
                  <a:pt x="302159" y="14137"/>
                </a:lnTo>
                <a:lnTo>
                  <a:pt x="302286" y="14185"/>
                </a:lnTo>
                <a:lnTo>
                  <a:pt x="302411" y="14236"/>
                </a:lnTo>
                <a:lnTo>
                  <a:pt x="302535" y="14290"/>
                </a:lnTo>
                <a:lnTo>
                  <a:pt x="302657" y="14346"/>
                </a:lnTo>
                <a:lnTo>
                  <a:pt x="302778" y="14406"/>
                </a:lnTo>
                <a:lnTo>
                  <a:pt x="302896" y="14469"/>
                </a:lnTo>
                <a:lnTo>
                  <a:pt x="303014" y="14534"/>
                </a:lnTo>
                <a:lnTo>
                  <a:pt x="303129" y="14602"/>
                </a:lnTo>
                <a:lnTo>
                  <a:pt x="303242" y="14673"/>
                </a:lnTo>
                <a:lnTo>
                  <a:pt x="303353" y="14746"/>
                </a:lnTo>
                <a:lnTo>
                  <a:pt x="303460" y="14820"/>
                </a:lnTo>
                <a:lnTo>
                  <a:pt x="303565" y="14897"/>
                </a:lnTo>
                <a:lnTo>
                  <a:pt x="303666" y="14976"/>
                </a:lnTo>
                <a:lnTo>
                  <a:pt x="303765" y="15056"/>
                </a:lnTo>
                <a:lnTo>
                  <a:pt x="303861" y="15139"/>
                </a:lnTo>
                <a:lnTo>
                  <a:pt x="303954" y="15223"/>
                </a:lnTo>
                <a:lnTo>
                  <a:pt x="304044" y="15310"/>
                </a:lnTo>
                <a:lnTo>
                  <a:pt x="304131" y="15398"/>
                </a:lnTo>
                <a:lnTo>
                  <a:pt x="304215" y="15489"/>
                </a:lnTo>
                <a:lnTo>
                  <a:pt x="304297" y="15581"/>
                </a:lnTo>
                <a:lnTo>
                  <a:pt x="304375" y="15675"/>
                </a:lnTo>
                <a:lnTo>
                  <a:pt x="304451" y="15772"/>
                </a:lnTo>
                <a:lnTo>
                  <a:pt x="304523" y="15870"/>
                </a:lnTo>
                <a:lnTo>
                  <a:pt x="304593" y="15970"/>
                </a:lnTo>
                <a:lnTo>
                  <a:pt x="304660" y="16072"/>
                </a:lnTo>
                <a:lnTo>
                  <a:pt x="304724" y="16177"/>
                </a:lnTo>
                <a:lnTo>
                  <a:pt x="304785" y="16283"/>
                </a:lnTo>
                <a:lnTo>
                  <a:pt x="304843" y="16391"/>
                </a:lnTo>
                <a:lnTo>
                  <a:pt x="304898" y="16501"/>
                </a:lnTo>
                <a:lnTo>
                  <a:pt x="304950" y="16613"/>
                </a:lnTo>
                <a:lnTo>
                  <a:pt x="305000" y="16727"/>
                </a:lnTo>
                <a:lnTo>
                  <a:pt x="305046" y="16843"/>
                </a:lnTo>
                <a:lnTo>
                  <a:pt x="305090" y="16963"/>
                </a:lnTo>
                <a:lnTo>
                  <a:pt x="305132" y="17087"/>
                </a:lnTo>
                <a:lnTo>
                  <a:pt x="305173" y="17216"/>
                </a:lnTo>
                <a:lnTo>
                  <a:pt x="305211" y="17351"/>
                </a:lnTo>
                <a:lnTo>
                  <a:pt x="305248" y="17490"/>
                </a:lnTo>
                <a:lnTo>
                  <a:pt x="305282" y="17634"/>
                </a:lnTo>
                <a:lnTo>
                  <a:pt x="305315" y="17784"/>
                </a:lnTo>
                <a:lnTo>
                  <a:pt x="305346" y="17938"/>
                </a:lnTo>
                <a:lnTo>
                  <a:pt x="305375" y="18097"/>
                </a:lnTo>
                <a:lnTo>
                  <a:pt x="305402" y="18261"/>
                </a:lnTo>
                <a:lnTo>
                  <a:pt x="305428" y="18430"/>
                </a:lnTo>
                <a:lnTo>
                  <a:pt x="305451" y="18604"/>
                </a:lnTo>
                <a:lnTo>
                  <a:pt x="305473" y="18783"/>
                </a:lnTo>
                <a:lnTo>
                  <a:pt x="305493" y="18967"/>
                </a:lnTo>
                <a:lnTo>
                  <a:pt x="305510" y="19156"/>
                </a:lnTo>
                <a:lnTo>
                  <a:pt x="305526" y="19350"/>
                </a:lnTo>
                <a:lnTo>
                  <a:pt x="305540" y="19549"/>
                </a:lnTo>
                <a:lnTo>
                  <a:pt x="305553" y="19753"/>
                </a:lnTo>
                <a:lnTo>
                  <a:pt x="305563" y="19962"/>
                </a:lnTo>
                <a:lnTo>
                  <a:pt x="305571" y="20176"/>
                </a:lnTo>
                <a:lnTo>
                  <a:pt x="305578" y="20394"/>
                </a:lnTo>
                <a:lnTo>
                  <a:pt x="305583" y="20618"/>
                </a:lnTo>
                <a:lnTo>
                  <a:pt x="305585" y="20847"/>
                </a:lnTo>
                <a:lnTo>
                  <a:pt x="305586" y="21080"/>
                </a:lnTo>
                <a:lnTo>
                  <a:pt x="305586" y="37719"/>
                </a:lnTo>
                <a:lnTo>
                  <a:pt x="310218" y="37719"/>
                </a:lnTo>
                <a:lnTo>
                  <a:pt x="310218" y="20918"/>
                </a:lnTo>
                <a:lnTo>
                  <a:pt x="310217" y="20653"/>
                </a:lnTo>
                <a:lnTo>
                  <a:pt x="310216" y="20395"/>
                </a:lnTo>
                <a:lnTo>
                  <a:pt x="310214" y="20144"/>
                </a:lnTo>
                <a:lnTo>
                  <a:pt x="310210" y="19900"/>
                </a:lnTo>
                <a:lnTo>
                  <a:pt x="310206" y="19662"/>
                </a:lnTo>
                <a:lnTo>
                  <a:pt x="310202" y="19431"/>
                </a:lnTo>
                <a:lnTo>
                  <a:pt x="310196" y="19206"/>
                </a:lnTo>
                <a:lnTo>
                  <a:pt x="310189" y="18988"/>
                </a:lnTo>
                <a:lnTo>
                  <a:pt x="310181" y="18777"/>
                </a:lnTo>
                <a:lnTo>
                  <a:pt x="310173" y="18573"/>
                </a:lnTo>
                <a:lnTo>
                  <a:pt x="310164" y="18375"/>
                </a:lnTo>
                <a:lnTo>
                  <a:pt x="310153" y="18184"/>
                </a:lnTo>
                <a:lnTo>
                  <a:pt x="310142" y="18000"/>
                </a:lnTo>
                <a:lnTo>
                  <a:pt x="310130" y="17822"/>
                </a:lnTo>
                <a:lnTo>
                  <a:pt x="310117" y="17652"/>
                </a:lnTo>
                <a:lnTo>
                  <a:pt x="310103" y="17487"/>
                </a:lnTo>
                <a:lnTo>
                  <a:pt x="310089" y="17330"/>
                </a:lnTo>
                <a:lnTo>
                  <a:pt x="310073" y="17179"/>
                </a:lnTo>
                <a:lnTo>
                  <a:pt x="310056" y="17035"/>
                </a:lnTo>
                <a:lnTo>
                  <a:pt x="310039" y="16898"/>
                </a:lnTo>
                <a:lnTo>
                  <a:pt x="310021" y="16767"/>
                </a:lnTo>
                <a:lnTo>
                  <a:pt x="310001" y="16643"/>
                </a:lnTo>
                <a:lnTo>
                  <a:pt x="309981" y="16526"/>
                </a:lnTo>
                <a:lnTo>
                  <a:pt x="309960" y="16415"/>
                </a:lnTo>
                <a:lnTo>
                  <a:pt x="309925" y="16251"/>
                </a:lnTo>
                <a:lnTo>
                  <a:pt x="309887" y="16089"/>
                </a:lnTo>
                <a:lnTo>
                  <a:pt x="309848" y="15929"/>
                </a:lnTo>
                <a:lnTo>
                  <a:pt x="309806" y="15770"/>
                </a:lnTo>
                <a:lnTo>
                  <a:pt x="309762" y="15613"/>
                </a:lnTo>
                <a:lnTo>
                  <a:pt x="309716" y="15459"/>
                </a:lnTo>
                <a:lnTo>
                  <a:pt x="309668" y="15306"/>
                </a:lnTo>
                <a:lnTo>
                  <a:pt x="309617" y="15155"/>
                </a:lnTo>
                <a:lnTo>
                  <a:pt x="309565" y="15005"/>
                </a:lnTo>
                <a:lnTo>
                  <a:pt x="309510" y="14858"/>
                </a:lnTo>
                <a:lnTo>
                  <a:pt x="309453" y="14713"/>
                </a:lnTo>
                <a:lnTo>
                  <a:pt x="309394" y="14569"/>
                </a:lnTo>
                <a:lnTo>
                  <a:pt x="309333" y="14428"/>
                </a:lnTo>
                <a:lnTo>
                  <a:pt x="309270" y="14288"/>
                </a:lnTo>
                <a:lnTo>
                  <a:pt x="309205" y="14150"/>
                </a:lnTo>
                <a:lnTo>
                  <a:pt x="309137" y="14014"/>
                </a:lnTo>
                <a:lnTo>
                  <a:pt x="309067" y="13880"/>
                </a:lnTo>
                <a:lnTo>
                  <a:pt x="308995" y="13748"/>
                </a:lnTo>
                <a:lnTo>
                  <a:pt x="308921" y="13617"/>
                </a:lnTo>
                <a:lnTo>
                  <a:pt x="308845" y="13489"/>
                </a:lnTo>
                <a:lnTo>
                  <a:pt x="308767" y="13362"/>
                </a:lnTo>
                <a:lnTo>
                  <a:pt x="308687" y="13237"/>
                </a:lnTo>
                <a:lnTo>
                  <a:pt x="308604" y="13114"/>
                </a:lnTo>
                <a:lnTo>
                  <a:pt x="308519" y="12993"/>
                </a:lnTo>
                <a:lnTo>
                  <a:pt x="308432" y="12874"/>
                </a:lnTo>
                <a:lnTo>
                  <a:pt x="308341" y="12757"/>
                </a:lnTo>
                <a:lnTo>
                  <a:pt x="308246" y="12642"/>
                </a:lnTo>
                <a:lnTo>
                  <a:pt x="308147" y="12528"/>
                </a:lnTo>
                <a:lnTo>
                  <a:pt x="308045" y="12417"/>
                </a:lnTo>
                <a:lnTo>
                  <a:pt x="307940" y="12307"/>
                </a:lnTo>
                <a:lnTo>
                  <a:pt x="307830" y="12200"/>
                </a:lnTo>
                <a:lnTo>
                  <a:pt x="307718" y="12094"/>
                </a:lnTo>
                <a:lnTo>
                  <a:pt x="307601" y="11990"/>
                </a:lnTo>
                <a:lnTo>
                  <a:pt x="307481" y="11889"/>
                </a:lnTo>
                <a:lnTo>
                  <a:pt x="307357" y="11789"/>
                </a:lnTo>
                <a:lnTo>
                  <a:pt x="307230" y="11691"/>
                </a:lnTo>
                <a:lnTo>
                  <a:pt x="307099" y="11595"/>
                </a:lnTo>
                <a:lnTo>
                  <a:pt x="306964" y="11501"/>
                </a:lnTo>
                <a:lnTo>
                  <a:pt x="306826" y="11408"/>
                </a:lnTo>
                <a:lnTo>
                  <a:pt x="306684" y="11318"/>
                </a:lnTo>
                <a:lnTo>
                  <a:pt x="306539" y="11230"/>
                </a:lnTo>
                <a:lnTo>
                  <a:pt x="306390" y="11143"/>
                </a:lnTo>
                <a:lnTo>
                  <a:pt x="306237" y="11059"/>
                </a:lnTo>
                <a:lnTo>
                  <a:pt x="306081" y="10976"/>
                </a:lnTo>
                <a:lnTo>
                  <a:pt x="305921" y="10895"/>
                </a:lnTo>
                <a:lnTo>
                  <a:pt x="305757" y="10817"/>
                </a:lnTo>
                <a:lnTo>
                  <a:pt x="305590" y="10740"/>
                </a:lnTo>
                <a:lnTo>
                  <a:pt x="305419" y="10665"/>
                </a:lnTo>
                <a:lnTo>
                  <a:pt x="305246" y="10592"/>
                </a:lnTo>
                <a:lnTo>
                  <a:pt x="305071" y="10523"/>
                </a:lnTo>
                <a:lnTo>
                  <a:pt x="304895" y="10457"/>
                </a:lnTo>
                <a:lnTo>
                  <a:pt x="304718" y="10394"/>
                </a:lnTo>
                <a:lnTo>
                  <a:pt x="304539" y="10333"/>
                </a:lnTo>
                <a:lnTo>
                  <a:pt x="304359" y="10276"/>
                </a:lnTo>
                <a:lnTo>
                  <a:pt x="304177" y="10223"/>
                </a:lnTo>
                <a:lnTo>
                  <a:pt x="303994" y="10172"/>
                </a:lnTo>
                <a:lnTo>
                  <a:pt x="303810" y="10124"/>
                </a:lnTo>
                <a:lnTo>
                  <a:pt x="303624" y="10079"/>
                </a:lnTo>
                <a:lnTo>
                  <a:pt x="303437" y="10038"/>
                </a:lnTo>
                <a:lnTo>
                  <a:pt x="303248" y="9999"/>
                </a:lnTo>
                <a:lnTo>
                  <a:pt x="303058" y="9964"/>
                </a:lnTo>
                <a:lnTo>
                  <a:pt x="302867" y="9931"/>
                </a:lnTo>
                <a:lnTo>
                  <a:pt x="302674" y="9902"/>
                </a:lnTo>
                <a:lnTo>
                  <a:pt x="302480" y="9876"/>
                </a:lnTo>
                <a:lnTo>
                  <a:pt x="302285" y="9853"/>
                </a:lnTo>
                <a:lnTo>
                  <a:pt x="302088" y="9833"/>
                </a:lnTo>
                <a:lnTo>
                  <a:pt x="301890" y="9816"/>
                </a:lnTo>
                <a:lnTo>
                  <a:pt x="301690" y="9802"/>
                </a:lnTo>
                <a:lnTo>
                  <a:pt x="301489" y="9791"/>
                </a:lnTo>
                <a:lnTo>
                  <a:pt x="301287" y="9783"/>
                </a:lnTo>
                <a:lnTo>
                  <a:pt x="301083" y="9779"/>
                </a:lnTo>
                <a:lnTo>
                  <a:pt x="300878" y="9777"/>
                </a:lnTo>
                <a:lnTo>
                  <a:pt x="300409" y="9785"/>
                </a:lnTo>
                <a:lnTo>
                  <a:pt x="299949" y="9808"/>
                </a:lnTo>
                <a:lnTo>
                  <a:pt x="299498" y="9847"/>
                </a:lnTo>
                <a:lnTo>
                  <a:pt x="299057" y="9902"/>
                </a:lnTo>
                <a:lnTo>
                  <a:pt x="298625" y="9971"/>
                </a:lnTo>
                <a:lnTo>
                  <a:pt x="298202" y="10057"/>
                </a:lnTo>
                <a:lnTo>
                  <a:pt x="297789" y="10158"/>
                </a:lnTo>
                <a:lnTo>
                  <a:pt x="297384" y="10275"/>
                </a:lnTo>
                <a:lnTo>
                  <a:pt x="296989" y="10407"/>
                </a:lnTo>
                <a:lnTo>
                  <a:pt x="296604" y="10554"/>
                </a:lnTo>
                <a:lnTo>
                  <a:pt x="296228" y="10718"/>
                </a:lnTo>
                <a:lnTo>
                  <a:pt x="295861" y="10896"/>
                </a:lnTo>
                <a:lnTo>
                  <a:pt x="295503" y="11091"/>
                </a:lnTo>
                <a:lnTo>
                  <a:pt x="295154" y="11301"/>
                </a:lnTo>
                <a:lnTo>
                  <a:pt x="294815" y="11526"/>
                </a:lnTo>
                <a:lnTo>
                  <a:pt x="294486" y="11767"/>
                </a:lnTo>
                <a:lnTo>
                  <a:pt x="294165" y="12023"/>
                </a:lnTo>
                <a:lnTo>
                  <a:pt x="293854" y="12295"/>
                </a:lnTo>
                <a:lnTo>
                  <a:pt x="293552" y="12583"/>
                </a:lnTo>
                <a:lnTo>
                  <a:pt x="293259" y="12886"/>
                </a:lnTo>
                <a:lnTo>
                  <a:pt x="292976" y="13205"/>
                </a:lnTo>
                <a:lnTo>
                  <a:pt x="292702" y="13539"/>
                </a:lnTo>
                <a:lnTo>
                  <a:pt x="292437" y="13889"/>
                </a:lnTo>
                <a:lnTo>
                  <a:pt x="292181" y="14254"/>
                </a:lnTo>
                <a:lnTo>
                  <a:pt x="292181" y="10395"/>
                </a:lnTo>
                <a:lnTo>
                  <a:pt x="288013" y="10395"/>
                </a:lnTo>
                <a:lnTo>
                  <a:pt x="288013" y="37719"/>
                </a:lnTo>
                <a:lnTo>
                  <a:pt x="292644" y="37719"/>
                </a:lnTo>
                <a:lnTo>
                  <a:pt x="292644" y="22780"/>
                </a:lnTo>
                <a:lnTo>
                  <a:pt x="292648" y="22348"/>
                </a:lnTo>
                <a:lnTo>
                  <a:pt x="292659" y="21928"/>
                </a:lnTo>
                <a:lnTo>
                  <a:pt x="292678" y="21519"/>
                </a:lnTo>
                <a:close/>
                <a:moveTo>
                  <a:pt x="350787" y="22432"/>
                </a:moveTo>
                <a:lnTo>
                  <a:pt x="350799" y="22194"/>
                </a:lnTo>
                <a:lnTo>
                  <a:pt x="350814" y="21958"/>
                </a:lnTo>
                <a:lnTo>
                  <a:pt x="350832" y="21724"/>
                </a:lnTo>
                <a:lnTo>
                  <a:pt x="350852" y="21492"/>
                </a:lnTo>
                <a:lnTo>
                  <a:pt x="350875" y="21261"/>
                </a:lnTo>
                <a:lnTo>
                  <a:pt x="350900" y="21031"/>
                </a:lnTo>
                <a:lnTo>
                  <a:pt x="350928" y="20803"/>
                </a:lnTo>
                <a:lnTo>
                  <a:pt x="350959" y="20577"/>
                </a:lnTo>
                <a:lnTo>
                  <a:pt x="350992" y="20353"/>
                </a:lnTo>
                <a:lnTo>
                  <a:pt x="351029" y="20130"/>
                </a:lnTo>
                <a:lnTo>
                  <a:pt x="351067" y="19908"/>
                </a:lnTo>
                <a:lnTo>
                  <a:pt x="351109" y="19689"/>
                </a:lnTo>
                <a:lnTo>
                  <a:pt x="351153" y="19471"/>
                </a:lnTo>
                <a:lnTo>
                  <a:pt x="351200" y="19254"/>
                </a:lnTo>
                <a:lnTo>
                  <a:pt x="351250" y="19039"/>
                </a:lnTo>
                <a:lnTo>
                  <a:pt x="351302" y="18826"/>
                </a:lnTo>
                <a:lnTo>
                  <a:pt x="351357" y="18614"/>
                </a:lnTo>
                <a:lnTo>
                  <a:pt x="351415" y="18404"/>
                </a:lnTo>
                <a:lnTo>
                  <a:pt x="351475" y="18196"/>
                </a:lnTo>
                <a:lnTo>
                  <a:pt x="351538" y="17989"/>
                </a:lnTo>
                <a:lnTo>
                  <a:pt x="351582" y="17855"/>
                </a:lnTo>
                <a:lnTo>
                  <a:pt x="351628" y="17723"/>
                </a:lnTo>
                <a:lnTo>
                  <a:pt x="351677" y="17594"/>
                </a:lnTo>
                <a:lnTo>
                  <a:pt x="351729" y="17468"/>
                </a:lnTo>
                <a:lnTo>
                  <a:pt x="351782" y="17344"/>
                </a:lnTo>
                <a:lnTo>
                  <a:pt x="351839" y="17222"/>
                </a:lnTo>
                <a:lnTo>
                  <a:pt x="351897" y="17103"/>
                </a:lnTo>
                <a:lnTo>
                  <a:pt x="351958" y="16986"/>
                </a:lnTo>
                <a:lnTo>
                  <a:pt x="352021" y="16872"/>
                </a:lnTo>
                <a:lnTo>
                  <a:pt x="352087" y="16760"/>
                </a:lnTo>
                <a:lnTo>
                  <a:pt x="352155" y="16650"/>
                </a:lnTo>
                <a:lnTo>
                  <a:pt x="352226" y="16543"/>
                </a:lnTo>
                <a:lnTo>
                  <a:pt x="352299" y="16439"/>
                </a:lnTo>
                <a:lnTo>
                  <a:pt x="352375" y="16337"/>
                </a:lnTo>
                <a:lnTo>
                  <a:pt x="352452" y="16237"/>
                </a:lnTo>
                <a:lnTo>
                  <a:pt x="352533" y="16140"/>
                </a:lnTo>
                <a:lnTo>
                  <a:pt x="352615" y="16046"/>
                </a:lnTo>
                <a:lnTo>
                  <a:pt x="352700" y="15953"/>
                </a:lnTo>
                <a:lnTo>
                  <a:pt x="352788" y="15864"/>
                </a:lnTo>
                <a:lnTo>
                  <a:pt x="352878" y="15777"/>
                </a:lnTo>
                <a:lnTo>
                  <a:pt x="352970" y="15692"/>
                </a:lnTo>
                <a:lnTo>
                  <a:pt x="353065" y="15609"/>
                </a:lnTo>
                <a:lnTo>
                  <a:pt x="353162" y="15530"/>
                </a:lnTo>
                <a:lnTo>
                  <a:pt x="353262" y="15452"/>
                </a:lnTo>
                <a:lnTo>
                  <a:pt x="353363" y="15377"/>
                </a:lnTo>
                <a:lnTo>
                  <a:pt x="353465" y="15306"/>
                </a:lnTo>
                <a:lnTo>
                  <a:pt x="353569" y="15238"/>
                </a:lnTo>
                <a:lnTo>
                  <a:pt x="353673" y="15173"/>
                </a:lnTo>
                <a:lnTo>
                  <a:pt x="353779" y="15111"/>
                </a:lnTo>
                <a:lnTo>
                  <a:pt x="353886" y="15052"/>
                </a:lnTo>
                <a:lnTo>
                  <a:pt x="353993" y="14996"/>
                </a:lnTo>
                <a:lnTo>
                  <a:pt x="354102" y="14944"/>
                </a:lnTo>
                <a:lnTo>
                  <a:pt x="354212" y="14895"/>
                </a:lnTo>
                <a:lnTo>
                  <a:pt x="354323" y="14848"/>
                </a:lnTo>
                <a:lnTo>
                  <a:pt x="354435" y="14806"/>
                </a:lnTo>
                <a:lnTo>
                  <a:pt x="354548" y="14766"/>
                </a:lnTo>
                <a:lnTo>
                  <a:pt x="354662" y="14729"/>
                </a:lnTo>
                <a:lnTo>
                  <a:pt x="354778" y="14696"/>
                </a:lnTo>
                <a:lnTo>
                  <a:pt x="354894" y="14666"/>
                </a:lnTo>
                <a:lnTo>
                  <a:pt x="355011" y="14639"/>
                </a:lnTo>
                <a:lnTo>
                  <a:pt x="355130" y="14615"/>
                </a:lnTo>
                <a:lnTo>
                  <a:pt x="355249" y="14594"/>
                </a:lnTo>
                <a:lnTo>
                  <a:pt x="355370" y="14577"/>
                </a:lnTo>
                <a:lnTo>
                  <a:pt x="355492" y="14563"/>
                </a:lnTo>
                <a:lnTo>
                  <a:pt x="355614" y="14551"/>
                </a:lnTo>
                <a:lnTo>
                  <a:pt x="355738" y="14543"/>
                </a:lnTo>
                <a:lnTo>
                  <a:pt x="355863" y="14539"/>
                </a:lnTo>
                <a:lnTo>
                  <a:pt x="355989" y="14537"/>
                </a:lnTo>
                <a:lnTo>
                  <a:pt x="356131" y="14539"/>
                </a:lnTo>
                <a:lnTo>
                  <a:pt x="356272" y="14544"/>
                </a:lnTo>
                <a:lnTo>
                  <a:pt x="356414" y="14553"/>
                </a:lnTo>
                <a:lnTo>
                  <a:pt x="356555" y="14565"/>
                </a:lnTo>
                <a:lnTo>
                  <a:pt x="356697" y="14581"/>
                </a:lnTo>
                <a:lnTo>
                  <a:pt x="356838" y="14600"/>
                </a:lnTo>
                <a:lnTo>
                  <a:pt x="356980" y="14622"/>
                </a:lnTo>
                <a:lnTo>
                  <a:pt x="357121" y="14649"/>
                </a:lnTo>
                <a:lnTo>
                  <a:pt x="357263" y="14678"/>
                </a:lnTo>
                <a:lnTo>
                  <a:pt x="357404" y="14711"/>
                </a:lnTo>
                <a:lnTo>
                  <a:pt x="357546" y="14748"/>
                </a:lnTo>
                <a:lnTo>
                  <a:pt x="357687" y="14788"/>
                </a:lnTo>
                <a:lnTo>
                  <a:pt x="357829" y="14832"/>
                </a:lnTo>
                <a:lnTo>
                  <a:pt x="357970" y="14879"/>
                </a:lnTo>
                <a:lnTo>
                  <a:pt x="358112" y="14929"/>
                </a:lnTo>
                <a:lnTo>
                  <a:pt x="358253" y="14983"/>
                </a:lnTo>
                <a:lnTo>
                  <a:pt x="358395" y="15041"/>
                </a:lnTo>
                <a:lnTo>
                  <a:pt x="358536" y="15102"/>
                </a:lnTo>
                <a:lnTo>
                  <a:pt x="358678" y="15166"/>
                </a:lnTo>
                <a:lnTo>
                  <a:pt x="358819" y="15234"/>
                </a:lnTo>
                <a:lnTo>
                  <a:pt x="358961" y="15305"/>
                </a:lnTo>
                <a:lnTo>
                  <a:pt x="359102" y="15380"/>
                </a:lnTo>
                <a:lnTo>
                  <a:pt x="359244" y="15459"/>
                </a:lnTo>
                <a:lnTo>
                  <a:pt x="359385" y="15541"/>
                </a:lnTo>
                <a:lnTo>
                  <a:pt x="360981" y="11263"/>
                </a:lnTo>
                <a:lnTo>
                  <a:pt x="360779" y="11142"/>
                </a:lnTo>
                <a:lnTo>
                  <a:pt x="360578" y="11026"/>
                </a:lnTo>
                <a:lnTo>
                  <a:pt x="360377" y="10915"/>
                </a:lnTo>
                <a:lnTo>
                  <a:pt x="360176" y="10809"/>
                </a:lnTo>
                <a:lnTo>
                  <a:pt x="359976" y="10708"/>
                </a:lnTo>
                <a:lnTo>
                  <a:pt x="359776" y="10613"/>
                </a:lnTo>
                <a:lnTo>
                  <a:pt x="359576" y="10523"/>
                </a:lnTo>
                <a:lnTo>
                  <a:pt x="359377" y="10438"/>
                </a:lnTo>
                <a:lnTo>
                  <a:pt x="359177" y="10358"/>
                </a:lnTo>
                <a:lnTo>
                  <a:pt x="358978" y="10283"/>
                </a:lnTo>
                <a:lnTo>
                  <a:pt x="358780" y="10213"/>
                </a:lnTo>
                <a:lnTo>
                  <a:pt x="358581" y="10149"/>
                </a:lnTo>
                <a:lnTo>
                  <a:pt x="358383" y="10089"/>
                </a:lnTo>
                <a:lnTo>
                  <a:pt x="358185" y="10035"/>
                </a:lnTo>
                <a:lnTo>
                  <a:pt x="357987" y="9986"/>
                </a:lnTo>
                <a:lnTo>
                  <a:pt x="357790" y="9942"/>
                </a:lnTo>
                <a:lnTo>
                  <a:pt x="357593" y="9904"/>
                </a:lnTo>
                <a:lnTo>
                  <a:pt x="357396" y="9870"/>
                </a:lnTo>
                <a:lnTo>
                  <a:pt x="357200" y="9842"/>
                </a:lnTo>
                <a:lnTo>
                  <a:pt x="357003" y="9818"/>
                </a:lnTo>
                <a:lnTo>
                  <a:pt x="356807" y="9800"/>
                </a:lnTo>
                <a:lnTo>
                  <a:pt x="356611" y="9787"/>
                </a:lnTo>
                <a:lnTo>
                  <a:pt x="356416" y="9780"/>
                </a:lnTo>
                <a:lnTo>
                  <a:pt x="356221" y="9777"/>
                </a:lnTo>
                <a:lnTo>
                  <a:pt x="356086" y="9779"/>
                </a:lnTo>
                <a:lnTo>
                  <a:pt x="355952" y="9784"/>
                </a:lnTo>
                <a:lnTo>
                  <a:pt x="355820" y="9792"/>
                </a:lnTo>
                <a:lnTo>
                  <a:pt x="355688" y="9803"/>
                </a:lnTo>
                <a:lnTo>
                  <a:pt x="355557" y="9817"/>
                </a:lnTo>
                <a:lnTo>
                  <a:pt x="355427" y="9835"/>
                </a:lnTo>
                <a:lnTo>
                  <a:pt x="355298" y="9856"/>
                </a:lnTo>
                <a:lnTo>
                  <a:pt x="355170" y="9880"/>
                </a:lnTo>
                <a:lnTo>
                  <a:pt x="355043" y="9907"/>
                </a:lnTo>
                <a:lnTo>
                  <a:pt x="354917" y="9937"/>
                </a:lnTo>
                <a:lnTo>
                  <a:pt x="354791" y="9971"/>
                </a:lnTo>
                <a:lnTo>
                  <a:pt x="354667" y="10008"/>
                </a:lnTo>
                <a:lnTo>
                  <a:pt x="354544" y="10048"/>
                </a:lnTo>
                <a:lnTo>
                  <a:pt x="354421" y="10091"/>
                </a:lnTo>
                <a:lnTo>
                  <a:pt x="354300" y="10137"/>
                </a:lnTo>
                <a:lnTo>
                  <a:pt x="354179" y="10187"/>
                </a:lnTo>
                <a:lnTo>
                  <a:pt x="354060" y="10239"/>
                </a:lnTo>
                <a:lnTo>
                  <a:pt x="353941" y="10295"/>
                </a:lnTo>
                <a:lnTo>
                  <a:pt x="353823" y="10355"/>
                </a:lnTo>
                <a:lnTo>
                  <a:pt x="353707" y="10417"/>
                </a:lnTo>
                <a:lnTo>
                  <a:pt x="353591" y="10483"/>
                </a:lnTo>
                <a:lnTo>
                  <a:pt x="353476" y="10551"/>
                </a:lnTo>
                <a:lnTo>
                  <a:pt x="353362" y="10623"/>
                </a:lnTo>
                <a:lnTo>
                  <a:pt x="353249" y="10699"/>
                </a:lnTo>
                <a:lnTo>
                  <a:pt x="353136" y="10779"/>
                </a:lnTo>
                <a:lnTo>
                  <a:pt x="353022" y="10866"/>
                </a:lnTo>
                <a:lnTo>
                  <a:pt x="352907" y="10960"/>
                </a:lnTo>
                <a:lnTo>
                  <a:pt x="352792" y="11060"/>
                </a:lnTo>
                <a:lnTo>
                  <a:pt x="352675" y="11168"/>
                </a:lnTo>
                <a:lnTo>
                  <a:pt x="352558" y="11282"/>
                </a:lnTo>
                <a:lnTo>
                  <a:pt x="352440" y="11404"/>
                </a:lnTo>
                <a:lnTo>
                  <a:pt x="352321" y="11532"/>
                </a:lnTo>
                <a:lnTo>
                  <a:pt x="352201" y="11667"/>
                </a:lnTo>
                <a:lnTo>
                  <a:pt x="352081" y="11808"/>
                </a:lnTo>
                <a:lnTo>
                  <a:pt x="351959" y="11957"/>
                </a:lnTo>
                <a:lnTo>
                  <a:pt x="351837" y="12113"/>
                </a:lnTo>
                <a:lnTo>
                  <a:pt x="351714" y="12275"/>
                </a:lnTo>
                <a:lnTo>
                  <a:pt x="351590" y="12444"/>
                </a:lnTo>
                <a:lnTo>
                  <a:pt x="351465" y="12620"/>
                </a:lnTo>
                <a:lnTo>
                  <a:pt x="351339" y="12803"/>
                </a:lnTo>
                <a:lnTo>
                  <a:pt x="351213" y="12992"/>
                </a:lnTo>
                <a:lnTo>
                  <a:pt x="351085" y="13189"/>
                </a:lnTo>
                <a:lnTo>
                  <a:pt x="350957" y="13392"/>
                </a:lnTo>
                <a:lnTo>
                  <a:pt x="350828" y="13602"/>
                </a:lnTo>
                <a:lnTo>
                  <a:pt x="350698" y="13819"/>
                </a:lnTo>
                <a:lnTo>
                  <a:pt x="350567" y="14043"/>
                </a:lnTo>
                <a:lnTo>
                  <a:pt x="350435" y="14274"/>
                </a:lnTo>
                <a:lnTo>
                  <a:pt x="350303" y="14511"/>
                </a:lnTo>
                <a:lnTo>
                  <a:pt x="350303" y="10395"/>
                </a:lnTo>
                <a:lnTo>
                  <a:pt x="346135" y="10395"/>
                </a:lnTo>
                <a:lnTo>
                  <a:pt x="346135" y="37719"/>
                </a:lnTo>
                <a:lnTo>
                  <a:pt x="350766" y="37719"/>
                </a:lnTo>
                <a:lnTo>
                  <a:pt x="350766" y="23398"/>
                </a:lnTo>
                <a:lnTo>
                  <a:pt x="350767" y="23154"/>
                </a:lnTo>
                <a:lnTo>
                  <a:pt x="350771" y="22911"/>
                </a:lnTo>
                <a:lnTo>
                  <a:pt x="350778" y="22671"/>
                </a:lnTo>
                <a:lnTo>
                  <a:pt x="350787" y="22432"/>
                </a:lnTo>
                <a:close/>
                <a:moveTo>
                  <a:pt x="44868" y="27315"/>
                </a:moveTo>
                <a:lnTo>
                  <a:pt x="44948" y="27819"/>
                </a:lnTo>
                <a:lnTo>
                  <a:pt x="45040" y="28311"/>
                </a:lnTo>
                <a:lnTo>
                  <a:pt x="45145" y="28792"/>
                </a:lnTo>
                <a:lnTo>
                  <a:pt x="45261" y="29262"/>
                </a:lnTo>
                <a:lnTo>
                  <a:pt x="45390" y="29720"/>
                </a:lnTo>
                <a:lnTo>
                  <a:pt x="45532" y="30168"/>
                </a:lnTo>
                <a:lnTo>
                  <a:pt x="45685" y="30604"/>
                </a:lnTo>
                <a:lnTo>
                  <a:pt x="45851" y="31029"/>
                </a:lnTo>
                <a:lnTo>
                  <a:pt x="46029" y="31442"/>
                </a:lnTo>
                <a:lnTo>
                  <a:pt x="46219" y="31844"/>
                </a:lnTo>
                <a:lnTo>
                  <a:pt x="46422" y="32235"/>
                </a:lnTo>
                <a:lnTo>
                  <a:pt x="46637" y="32615"/>
                </a:lnTo>
                <a:lnTo>
                  <a:pt x="46864" y="32984"/>
                </a:lnTo>
                <a:lnTo>
                  <a:pt x="47104" y="33341"/>
                </a:lnTo>
                <a:lnTo>
                  <a:pt x="47356" y="33687"/>
                </a:lnTo>
                <a:lnTo>
                  <a:pt x="47620" y="34022"/>
                </a:lnTo>
                <a:lnTo>
                  <a:pt x="47896" y="34345"/>
                </a:lnTo>
                <a:lnTo>
                  <a:pt x="48185" y="34657"/>
                </a:lnTo>
                <a:lnTo>
                  <a:pt x="48483" y="34958"/>
                </a:lnTo>
                <a:lnTo>
                  <a:pt x="48790" y="35245"/>
                </a:lnTo>
                <a:lnTo>
                  <a:pt x="49104" y="35520"/>
                </a:lnTo>
                <a:lnTo>
                  <a:pt x="49425" y="35782"/>
                </a:lnTo>
                <a:lnTo>
                  <a:pt x="49754" y="36031"/>
                </a:lnTo>
                <a:lnTo>
                  <a:pt x="50091" y="36267"/>
                </a:lnTo>
                <a:lnTo>
                  <a:pt x="50436" y="36491"/>
                </a:lnTo>
                <a:lnTo>
                  <a:pt x="50788" y="36702"/>
                </a:lnTo>
                <a:lnTo>
                  <a:pt x="51148" y="36900"/>
                </a:lnTo>
                <a:lnTo>
                  <a:pt x="51515" y="37085"/>
                </a:lnTo>
                <a:lnTo>
                  <a:pt x="51890" y="37257"/>
                </a:lnTo>
                <a:lnTo>
                  <a:pt x="52273" y="37417"/>
                </a:lnTo>
                <a:lnTo>
                  <a:pt x="52663" y="37564"/>
                </a:lnTo>
                <a:lnTo>
                  <a:pt x="53061" y="37698"/>
                </a:lnTo>
                <a:lnTo>
                  <a:pt x="53466" y="37819"/>
                </a:lnTo>
                <a:lnTo>
                  <a:pt x="53880" y="37928"/>
                </a:lnTo>
                <a:lnTo>
                  <a:pt x="54300" y="38024"/>
                </a:lnTo>
                <a:lnTo>
                  <a:pt x="54729" y="38107"/>
                </a:lnTo>
                <a:lnTo>
                  <a:pt x="55165" y="38177"/>
                </a:lnTo>
                <a:lnTo>
                  <a:pt x="55609" y="38235"/>
                </a:lnTo>
                <a:lnTo>
                  <a:pt x="56060" y="38279"/>
                </a:lnTo>
                <a:lnTo>
                  <a:pt x="56519" y="38311"/>
                </a:lnTo>
                <a:lnTo>
                  <a:pt x="56986" y="38330"/>
                </a:lnTo>
                <a:lnTo>
                  <a:pt x="57460" y="38337"/>
                </a:lnTo>
                <a:lnTo>
                  <a:pt x="57757" y="38334"/>
                </a:lnTo>
                <a:lnTo>
                  <a:pt x="58053" y="38325"/>
                </a:lnTo>
                <a:lnTo>
                  <a:pt x="58346" y="38311"/>
                </a:lnTo>
                <a:lnTo>
                  <a:pt x="58637" y="38290"/>
                </a:lnTo>
                <a:lnTo>
                  <a:pt x="58926" y="38264"/>
                </a:lnTo>
                <a:lnTo>
                  <a:pt x="59214" y="38232"/>
                </a:lnTo>
                <a:lnTo>
                  <a:pt x="59499" y="38195"/>
                </a:lnTo>
                <a:lnTo>
                  <a:pt x="59783" y="38151"/>
                </a:lnTo>
                <a:lnTo>
                  <a:pt x="60065" y="38102"/>
                </a:lnTo>
                <a:lnTo>
                  <a:pt x="60345" y="38046"/>
                </a:lnTo>
                <a:lnTo>
                  <a:pt x="60622" y="37985"/>
                </a:lnTo>
                <a:lnTo>
                  <a:pt x="60898" y="37919"/>
                </a:lnTo>
                <a:lnTo>
                  <a:pt x="61172" y="37846"/>
                </a:lnTo>
                <a:lnTo>
                  <a:pt x="61445" y="37768"/>
                </a:lnTo>
                <a:lnTo>
                  <a:pt x="61715" y="37684"/>
                </a:lnTo>
                <a:lnTo>
                  <a:pt x="61983" y="37593"/>
                </a:lnTo>
                <a:lnTo>
                  <a:pt x="62249" y="37498"/>
                </a:lnTo>
                <a:lnTo>
                  <a:pt x="62514" y="37396"/>
                </a:lnTo>
                <a:lnTo>
                  <a:pt x="62776" y="37289"/>
                </a:lnTo>
                <a:lnTo>
                  <a:pt x="63037" y="37175"/>
                </a:lnTo>
                <a:lnTo>
                  <a:pt x="63295" y="37056"/>
                </a:lnTo>
                <a:lnTo>
                  <a:pt x="63552" y="36931"/>
                </a:lnTo>
                <a:lnTo>
                  <a:pt x="63807" y="36801"/>
                </a:lnTo>
                <a:lnTo>
                  <a:pt x="64060" y="36664"/>
                </a:lnTo>
                <a:lnTo>
                  <a:pt x="64309" y="36523"/>
                </a:lnTo>
                <a:lnTo>
                  <a:pt x="64554" y="36376"/>
                </a:lnTo>
                <a:lnTo>
                  <a:pt x="64793" y="36225"/>
                </a:lnTo>
                <a:lnTo>
                  <a:pt x="65028" y="36069"/>
                </a:lnTo>
                <a:lnTo>
                  <a:pt x="65257" y="35909"/>
                </a:lnTo>
                <a:lnTo>
                  <a:pt x="65481" y="35744"/>
                </a:lnTo>
                <a:lnTo>
                  <a:pt x="65701" y="35574"/>
                </a:lnTo>
                <a:lnTo>
                  <a:pt x="65915" y="35399"/>
                </a:lnTo>
                <a:lnTo>
                  <a:pt x="66125" y="35220"/>
                </a:lnTo>
                <a:lnTo>
                  <a:pt x="66329" y="35036"/>
                </a:lnTo>
                <a:lnTo>
                  <a:pt x="66528" y="34848"/>
                </a:lnTo>
                <a:lnTo>
                  <a:pt x="66723" y="34654"/>
                </a:lnTo>
                <a:lnTo>
                  <a:pt x="66912" y="34456"/>
                </a:lnTo>
                <a:lnTo>
                  <a:pt x="67097" y="34254"/>
                </a:lnTo>
                <a:lnTo>
                  <a:pt x="67276" y="34046"/>
                </a:lnTo>
                <a:lnTo>
                  <a:pt x="67450" y="33834"/>
                </a:lnTo>
                <a:lnTo>
                  <a:pt x="67620" y="33617"/>
                </a:lnTo>
                <a:lnTo>
                  <a:pt x="67784" y="33396"/>
                </a:lnTo>
                <a:lnTo>
                  <a:pt x="67944" y="33170"/>
                </a:lnTo>
                <a:lnTo>
                  <a:pt x="68098" y="32939"/>
                </a:lnTo>
                <a:lnTo>
                  <a:pt x="68247" y="32703"/>
                </a:lnTo>
                <a:lnTo>
                  <a:pt x="68392" y="32463"/>
                </a:lnTo>
                <a:lnTo>
                  <a:pt x="68531" y="32218"/>
                </a:lnTo>
                <a:lnTo>
                  <a:pt x="68665" y="31969"/>
                </a:lnTo>
                <a:lnTo>
                  <a:pt x="68795" y="31713"/>
                </a:lnTo>
                <a:lnTo>
                  <a:pt x="68918" y="31449"/>
                </a:lnTo>
                <a:lnTo>
                  <a:pt x="69036" y="31178"/>
                </a:lnTo>
                <a:lnTo>
                  <a:pt x="69149" y="30898"/>
                </a:lnTo>
                <a:lnTo>
                  <a:pt x="69256" y="30611"/>
                </a:lnTo>
                <a:lnTo>
                  <a:pt x="69358" y="30316"/>
                </a:lnTo>
                <a:lnTo>
                  <a:pt x="69454" y="30014"/>
                </a:lnTo>
                <a:lnTo>
                  <a:pt x="69545" y="29703"/>
                </a:lnTo>
                <a:lnTo>
                  <a:pt x="69630" y="29385"/>
                </a:lnTo>
                <a:lnTo>
                  <a:pt x="69709" y="29059"/>
                </a:lnTo>
                <a:lnTo>
                  <a:pt x="69784" y="28725"/>
                </a:lnTo>
                <a:lnTo>
                  <a:pt x="69852" y="28383"/>
                </a:lnTo>
                <a:lnTo>
                  <a:pt x="69915" y="28033"/>
                </a:lnTo>
                <a:lnTo>
                  <a:pt x="69973" y="27676"/>
                </a:lnTo>
                <a:lnTo>
                  <a:pt x="70025" y="27310"/>
                </a:lnTo>
                <a:lnTo>
                  <a:pt x="70072" y="26937"/>
                </a:lnTo>
                <a:lnTo>
                  <a:pt x="70113" y="26556"/>
                </a:lnTo>
                <a:lnTo>
                  <a:pt x="70149" y="26168"/>
                </a:lnTo>
                <a:lnTo>
                  <a:pt x="70179" y="25771"/>
                </a:lnTo>
                <a:lnTo>
                  <a:pt x="70204" y="25367"/>
                </a:lnTo>
                <a:lnTo>
                  <a:pt x="70223" y="24954"/>
                </a:lnTo>
                <a:lnTo>
                  <a:pt x="70237" y="24534"/>
                </a:lnTo>
                <a:lnTo>
                  <a:pt x="70245" y="24107"/>
                </a:lnTo>
                <a:lnTo>
                  <a:pt x="70248" y="23671"/>
                </a:lnTo>
                <a:lnTo>
                  <a:pt x="70242" y="23133"/>
                </a:lnTo>
                <a:lnTo>
                  <a:pt x="70223" y="22606"/>
                </a:lnTo>
                <a:lnTo>
                  <a:pt x="70192" y="22088"/>
                </a:lnTo>
                <a:lnTo>
                  <a:pt x="70148" y="21579"/>
                </a:lnTo>
                <a:lnTo>
                  <a:pt x="70093" y="21081"/>
                </a:lnTo>
                <a:lnTo>
                  <a:pt x="70024" y="20592"/>
                </a:lnTo>
                <a:lnTo>
                  <a:pt x="69944" y="20113"/>
                </a:lnTo>
                <a:lnTo>
                  <a:pt x="69850" y="19644"/>
                </a:lnTo>
                <a:lnTo>
                  <a:pt x="69745" y="19185"/>
                </a:lnTo>
                <a:lnTo>
                  <a:pt x="69627" y="18736"/>
                </a:lnTo>
                <a:lnTo>
                  <a:pt x="69497" y="18296"/>
                </a:lnTo>
                <a:lnTo>
                  <a:pt x="69354" y="17866"/>
                </a:lnTo>
                <a:lnTo>
                  <a:pt x="69198" y="17446"/>
                </a:lnTo>
                <a:lnTo>
                  <a:pt x="69031" y="17035"/>
                </a:lnTo>
                <a:lnTo>
                  <a:pt x="68851" y="16635"/>
                </a:lnTo>
                <a:lnTo>
                  <a:pt x="68658" y="16244"/>
                </a:lnTo>
                <a:lnTo>
                  <a:pt x="68453" y="15863"/>
                </a:lnTo>
                <a:lnTo>
                  <a:pt x="68236" y="15492"/>
                </a:lnTo>
                <a:lnTo>
                  <a:pt x="68006" y="15130"/>
                </a:lnTo>
                <a:lnTo>
                  <a:pt x="67764" y="14778"/>
                </a:lnTo>
                <a:lnTo>
                  <a:pt x="67510" y="14436"/>
                </a:lnTo>
                <a:lnTo>
                  <a:pt x="67243" y="14104"/>
                </a:lnTo>
                <a:lnTo>
                  <a:pt x="66963" y="13782"/>
                </a:lnTo>
                <a:lnTo>
                  <a:pt x="66671" y="13469"/>
                </a:lnTo>
                <a:lnTo>
                  <a:pt x="66370" y="13168"/>
                </a:lnTo>
                <a:lnTo>
                  <a:pt x="66061" y="12880"/>
                </a:lnTo>
                <a:lnTo>
                  <a:pt x="65745" y="12604"/>
                </a:lnTo>
                <a:lnTo>
                  <a:pt x="65422" y="12341"/>
                </a:lnTo>
                <a:lnTo>
                  <a:pt x="65092" y="12091"/>
                </a:lnTo>
                <a:lnTo>
                  <a:pt x="64755" y="11854"/>
                </a:lnTo>
                <a:lnTo>
                  <a:pt x="64410" y="11630"/>
                </a:lnTo>
                <a:lnTo>
                  <a:pt x="64058" y="11418"/>
                </a:lnTo>
                <a:lnTo>
                  <a:pt x="63700" y="11219"/>
                </a:lnTo>
                <a:lnTo>
                  <a:pt x="63334" y="11034"/>
                </a:lnTo>
                <a:lnTo>
                  <a:pt x="62961" y="10860"/>
                </a:lnTo>
                <a:lnTo>
                  <a:pt x="62580" y="10700"/>
                </a:lnTo>
                <a:lnTo>
                  <a:pt x="62193" y="10553"/>
                </a:lnTo>
                <a:lnTo>
                  <a:pt x="61799" y="10418"/>
                </a:lnTo>
                <a:lnTo>
                  <a:pt x="61397" y="10296"/>
                </a:lnTo>
                <a:lnTo>
                  <a:pt x="60988" y="10187"/>
                </a:lnTo>
                <a:lnTo>
                  <a:pt x="60572" y="10091"/>
                </a:lnTo>
                <a:lnTo>
                  <a:pt x="60149" y="10008"/>
                </a:lnTo>
                <a:lnTo>
                  <a:pt x="59719" y="9937"/>
                </a:lnTo>
                <a:lnTo>
                  <a:pt x="59281" y="9880"/>
                </a:lnTo>
                <a:lnTo>
                  <a:pt x="58837" y="9835"/>
                </a:lnTo>
                <a:lnTo>
                  <a:pt x="58385" y="9803"/>
                </a:lnTo>
                <a:lnTo>
                  <a:pt x="57926" y="9784"/>
                </a:lnTo>
                <a:lnTo>
                  <a:pt x="57460" y="9777"/>
                </a:lnTo>
                <a:lnTo>
                  <a:pt x="57041" y="9782"/>
                </a:lnTo>
                <a:lnTo>
                  <a:pt x="56626" y="9798"/>
                </a:lnTo>
                <a:lnTo>
                  <a:pt x="56217" y="9825"/>
                </a:lnTo>
                <a:lnTo>
                  <a:pt x="55814" y="9862"/>
                </a:lnTo>
                <a:lnTo>
                  <a:pt x="55415" y="9909"/>
                </a:lnTo>
                <a:lnTo>
                  <a:pt x="55022" y="9967"/>
                </a:lnTo>
                <a:lnTo>
                  <a:pt x="54635" y="10035"/>
                </a:lnTo>
                <a:lnTo>
                  <a:pt x="54253" y="10115"/>
                </a:lnTo>
                <a:lnTo>
                  <a:pt x="53876" y="10204"/>
                </a:lnTo>
                <a:lnTo>
                  <a:pt x="53504" y="10304"/>
                </a:lnTo>
                <a:lnTo>
                  <a:pt x="53138" y="10415"/>
                </a:lnTo>
                <a:lnTo>
                  <a:pt x="52778" y="10536"/>
                </a:lnTo>
                <a:lnTo>
                  <a:pt x="52422" y="10668"/>
                </a:lnTo>
                <a:lnTo>
                  <a:pt x="52072" y="10810"/>
                </a:lnTo>
                <a:lnTo>
                  <a:pt x="51727" y="10963"/>
                </a:lnTo>
                <a:lnTo>
                  <a:pt x="51388" y="11127"/>
                </a:lnTo>
                <a:lnTo>
                  <a:pt x="51054" y="11300"/>
                </a:lnTo>
                <a:lnTo>
                  <a:pt x="50726" y="11485"/>
                </a:lnTo>
                <a:lnTo>
                  <a:pt x="50402" y="11680"/>
                </a:lnTo>
                <a:lnTo>
                  <a:pt x="50085" y="11886"/>
                </a:lnTo>
                <a:lnTo>
                  <a:pt x="49772" y="12102"/>
                </a:lnTo>
                <a:lnTo>
                  <a:pt x="49465" y="12328"/>
                </a:lnTo>
                <a:lnTo>
                  <a:pt x="49163" y="12565"/>
                </a:lnTo>
                <a:lnTo>
                  <a:pt x="48867" y="12813"/>
                </a:lnTo>
                <a:lnTo>
                  <a:pt x="48522" y="13125"/>
                </a:lnTo>
                <a:lnTo>
                  <a:pt x="48193" y="13450"/>
                </a:lnTo>
                <a:lnTo>
                  <a:pt x="47878" y="13788"/>
                </a:lnTo>
                <a:lnTo>
                  <a:pt x="47577" y="14140"/>
                </a:lnTo>
                <a:lnTo>
                  <a:pt x="47292" y="14506"/>
                </a:lnTo>
                <a:lnTo>
                  <a:pt x="47021" y="14886"/>
                </a:lnTo>
                <a:lnTo>
                  <a:pt x="46764" y="15279"/>
                </a:lnTo>
                <a:lnTo>
                  <a:pt x="46522" y="15686"/>
                </a:lnTo>
                <a:lnTo>
                  <a:pt x="46295" y="16107"/>
                </a:lnTo>
                <a:lnTo>
                  <a:pt x="46083" y="16541"/>
                </a:lnTo>
                <a:lnTo>
                  <a:pt x="45885" y="16989"/>
                </a:lnTo>
                <a:lnTo>
                  <a:pt x="45702" y="17451"/>
                </a:lnTo>
                <a:lnTo>
                  <a:pt x="45533" y="17926"/>
                </a:lnTo>
                <a:lnTo>
                  <a:pt x="45380" y="18415"/>
                </a:lnTo>
                <a:lnTo>
                  <a:pt x="45240" y="18918"/>
                </a:lnTo>
                <a:lnTo>
                  <a:pt x="45116" y="19434"/>
                </a:lnTo>
                <a:lnTo>
                  <a:pt x="45006" y="19964"/>
                </a:lnTo>
                <a:lnTo>
                  <a:pt x="44911" y="20508"/>
                </a:lnTo>
                <a:lnTo>
                  <a:pt x="44830" y="21065"/>
                </a:lnTo>
                <a:lnTo>
                  <a:pt x="44764" y="21636"/>
                </a:lnTo>
                <a:lnTo>
                  <a:pt x="44713" y="22221"/>
                </a:lnTo>
                <a:lnTo>
                  <a:pt x="44676" y="22819"/>
                </a:lnTo>
                <a:lnTo>
                  <a:pt x="44654" y="23431"/>
                </a:lnTo>
                <a:lnTo>
                  <a:pt x="44647" y="24057"/>
                </a:lnTo>
                <a:lnTo>
                  <a:pt x="44653" y="24628"/>
                </a:lnTo>
                <a:lnTo>
                  <a:pt x="44672" y="25188"/>
                </a:lnTo>
                <a:lnTo>
                  <a:pt x="44702" y="25737"/>
                </a:lnTo>
                <a:lnTo>
                  <a:pt x="44745" y="26274"/>
                </a:lnTo>
                <a:lnTo>
                  <a:pt x="44801" y="26800"/>
                </a:lnTo>
                <a:lnTo>
                  <a:pt x="44868" y="27315"/>
                </a:lnTo>
                <a:close/>
                <a:moveTo>
                  <a:pt x="49550" y="21594"/>
                </a:moveTo>
                <a:lnTo>
                  <a:pt x="49602" y="21218"/>
                </a:lnTo>
                <a:lnTo>
                  <a:pt x="49661" y="20851"/>
                </a:lnTo>
                <a:lnTo>
                  <a:pt x="49729" y="20493"/>
                </a:lnTo>
                <a:lnTo>
                  <a:pt x="49805" y="20145"/>
                </a:lnTo>
                <a:lnTo>
                  <a:pt x="49888" y="19805"/>
                </a:lnTo>
                <a:lnTo>
                  <a:pt x="49979" y="19475"/>
                </a:lnTo>
                <a:lnTo>
                  <a:pt x="50079" y="19154"/>
                </a:lnTo>
                <a:lnTo>
                  <a:pt x="50186" y="18842"/>
                </a:lnTo>
                <a:lnTo>
                  <a:pt x="50302" y="18539"/>
                </a:lnTo>
                <a:lnTo>
                  <a:pt x="50425" y="18245"/>
                </a:lnTo>
                <a:lnTo>
                  <a:pt x="50556" y="17960"/>
                </a:lnTo>
                <a:lnTo>
                  <a:pt x="50695" y="17685"/>
                </a:lnTo>
                <a:lnTo>
                  <a:pt x="50842" y="17419"/>
                </a:lnTo>
                <a:lnTo>
                  <a:pt x="50997" y="17162"/>
                </a:lnTo>
                <a:lnTo>
                  <a:pt x="51160" y="16914"/>
                </a:lnTo>
                <a:lnTo>
                  <a:pt x="51331" y="16675"/>
                </a:lnTo>
                <a:lnTo>
                  <a:pt x="51510" y="16446"/>
                </a:lnTo>
                <a:lnTo>
                  <a:pt x="51697" y="16226"/>
                </a:lnTo>
                <a:lnTo>
                  <a:pt x="51890" y="16014"/>
                </a:lnTo>
                <a:lnTo>
                  <a:pt x="52087" y="15812"/>
                </a:lnTo>
                <a:lnTo>
                  <a:pt x="52288" y="15619"/>
                </a:lnTo>
                <a:lnTo>
                  <a:pt x="52493" y="15435"/>
                </a:lnTo>
                <a:lnTo>
                  <a:pt x="52702" y="15259"/>
                </a:lnTo>
                <a:lnTo>
                  <a:pt x="52916" y="15093"/>
                </a:lnTo>
                <a:lnTo>
                  <a:pt x="53133" y="14936"/>
                </a:lnTo>
                <a:lnTo>
                  <a:pt x="53355" y="14787"/>
                </a:lnTo>
                <a:lnTo>
                  <a:pt x="53581" y="14648"/>
                </a:lnTo>
                <a:lnTo>
                  <a:pt x="53811" y="14518"/>
                </a:lnTo>
                <a:lnTo>
                  <a:pt x="54045" y="14396"/>
                </a:lnTo>
                <a:lnTo>
                  <a:pt x="54283" y="14284"/>
                </a:lnTo>
                <a:lnTo>
                  <a:pt x="54525" y="14180"/>
                </a:lnTo>
                <a:lnTo>
                  <a:pt x="54771" y="14086"/>
                </a:lnTo>
                <a:lnTo>
                  <a:pt x="55022" y="14001"/>
                </a:lnTo>
                <a:lnTo>
                  <a:pt x="55276" y="13924"/>
                </a:lnTo>
                <a:lnTo>
                  <a:pt x="55535" y="13857"/>
                </a:lnTo>
                <a:lnTo>
                  <a:pt x="55798" y="13798"/>
                </a:lnTo>
                <a:lnTo>
                  <a:pt x="56064" y="13749"/>
                </a:lnTo>
                <a:lnTo>
                  <a:pt x="56335" y="13708"/>
                </a:lnTo>
                <a:lnTo>
                  <a:pt x="56610" y="13677"/>
                </a:lnTo>
                <a:lnTo>
                  <a:pt x="56890" y="13655"/>
                </a:lnTo>
                <a:lnTo>
                  <a:pt x="57173" y="13641"/>
                </a:lnTo>
                <a:lnTo>
                  <a:pt x="57460" y="13637"/>
                </a:lnTo>
                <a:lnTo>
                  <a:pt x="57744" y="13641"/>
                </a:lnTo>
                <a:lnTo>
                  <a:pt x="58023" y="13655"/>
                </a:lnTo>
                <a:lnTo>
                  <a:pt x="58298" y="13677"/>
                </a:lnTo>
                <a:lnTo>
                  <a:pt x="58570" y="13709"/>
                </a:lnTo>
                <a:lnTo>
                  <a:pt x="58838" y="13750"/>
                </a:lnTo>
                <a:lnTo>
                  <a:pt x="59101" y="13799"/>
                </a:lnTo>
                <a:lnTo>
                  <a:pt x="59361" y="13858"/>
                </a:lnTo>
                <a:lnTo>
                  <a:pt x="59617" y="13926"/>
                </a:lnTo>
                <a:lnTo>
                  <a:pt x="59869" y="14002"/>
                </a:lnTo>
                <a:lnTo>
                  <a:pt x="60118" y="14088"/>
                </a:lnTo>
                <a:lnTo>
                  <a:pt x="60362" y="14183"/>
                </a:lnTo>
                <a:lnTo>
                  <a:pt x="60603" y="14287"/>
                </a:lnTo>
                <a:lnTo>
                  <a:pt x="60839" y="14400"/>
                </a:lnTo>
                <a:lnTo>
                  <a:pt x="61072" y="14522"/>
                </a:lnTo>
                <a:lnTo>
                  <a:pt x="61301" y="14653"/>
                </a:lnTo>
                <a:lnTo>
                  <a:pt x="61526" y="14793"/>
                </a:lnTo>
                <a:lnTo>
                  <a:pt x="61747" y="14942"/>
                </a:lnTo>
                <a:lnTo>
                  <a:pt x="61964" y="15100"/>
                </a:lnTo>
                <a:lnTo>
                  <a:pt x="62177" y="15267"/>
                </a:lnTo>
                <a:lnTo>
                  <a:pt x="62386" y="15443"/>
                </a:lnTo>
                <a:lnTo>
                  <a:pt x="62592" y="15629"/>
                </a:lnTo>
                <a:lnTo>
                  <a:pt x="62794" y="15823"/>
                </a:lnTo>
                <a:lnTo>
                  <a:pt x="62991" y="16026"/>
                </a:lnTo>
                <a:lnTo>
                  <a:pt x="63185" y="16238"/>
                </a:lnTo>
                <a:lnTo>
                  <a:pt x="63373" y="16460"/>
                </a:lnTo>
                <a:lnTo>
                  <a:pt x="63553" y="16689"/>
                </a:lnTo>
                <a:lnTo>
                  <a:pt x="63725" y="16927"/>
                </a:lnTo>
                <a:lnTo>
                  <a:pt x="63889" y="17174"/>
                </a:lnTo>
                <a:lnTo>
                  <a:pt x="64045" y="17429"/>
                </a:lnTo>
                <a:lnTo>
                  <a:pt x="64193" y="17692"/>
                </a:lnTo>
                <a:lnTo>
                  <a:pt x="64332" y="17965"/>
                </a:lnTo>
                <a:lnTo>
                  <a:pt x="64464" y="18245"/>
                </a:lnTo>
                <a:lnTo>
                  <a:pt x="64588" y="18534"/>
                </a:lnTo>
                <a:lnTo>
                  <a:pt x="64704" y="18832"/>
                </a:lnTo>
                <a:lnTo>
                  <a:pt x="64812" y="19138"/>
                </a:lnTo>
                <a:lnTo>
                  <a:pt x="64912" y="19452"/>
                </a:lnTo>
                <a:lnTo>
                  <a:pt x="65004" y="19776"/>
                </a:lnTo>
                <a:lnTo>
                  <a:pt x="65088" y="20107"/>
                </a:lnTo>
                <a:lnTo>
                  <a:pt x="65164" y="20447"/>
                </a:lnTo>
                <a:lnTo>
                  <a:pt x="65232" y="20796"/>
                </a:lnTo>
                <a:lnTo>
                  <a:pt x="65292" y="21153"/>
                </a:lnTo>
                <a:lnTo>
                  <a:pt x="65344" y="21518"/>
                </a:lnTo>
                <a:lnTo>
                  <a:pt x="65388" y="21893"/>
                </a:lnTo>
                <a:lnTo>
                  <a:pt x="65424" y="22275"/>
                </a:lnTo>
                <a:lnTo>
                  <a:pt x="65452" y="22666"/>
                </a:lnTo>
                <a:lnTo>
                  <a:pt x="65472" y="23066"/>
                </a:lnTo>
                <a:lnTo>
                  <a:pt x="65484" y="23474"/>
                </a:lnTo>
                <a:lnTo>
                  <a:pt x="65488" y="23891"/>
                </a:lnTo>
                <a:lnTo>
                  <a:pt x="65484" y="24332"/>
                </a:lnTo>
                <a:lnTo>
                  <a:pt x="65472" y="24764"/>
                </a:lnTo>
                <a:lnTo>
                  <a:pt x="65452" y="25187"/>
                </a:lnTo>
                <a:lnTo>
                  <a:pt x="65424" y="25600"/>
                </a:lnTo>
                <a:lnTo>
                  <a:pt x="65388" y="26004"/>
                </a:lnTo>
                <a:lnTo>
                  <a:pt x="65345" y="26398"/>
                </a:lnTo>
                <a:lnTo>
                  <a:pt x="65293" y="26782"/>
                </a:lnTo>
                <a:lnTo>
                  <a:pt x="65233" y="27157"/>
                </a:lnTo>
                <a:lnTo>
                  <a:pt x="65166" y="27523"/>
                </a:lnTo>
                <a:lnTo>
                  <a:pt x="65090" y="27879"/>
                </a:lnTo>
                <a:lnTo>
                  <a:pt x="65007" y="28225"/>
                </a:lnTo>
                <a:lnTo>
                  <a:pt x="64915" y="28562"/>
                </a:lnTo>
                <a:lnTo>
                  <a:pt x="64816" y="28890"/>
                </a:lnTo>
                <a:lnTo>
                  <a:pt x="64709" y="29208"/>
                </a:lnTo>
                <a:lnTo>
                  <a:pt x="64593" y="29516"/>
                </a:lnTo>
                <a:lnTo>
                  <a:pt x="64470" y="29815"/>
                </a:lnTo>
                <a:lnTo>
                  <a:pt x="64339" y="30104"/>
                </a:lnTo>
                <a:lnTo>
                  <a:pt x="64200" y="30384"/>
                </a:lnTo>
                <a:lnTo>
                  <a:pt x="64053" y="30654"/>
                </a:lnTo>
                <a:lnTo>
                  <a:pt x="63898" y="30915"/>
                </a:lnTo>
                <a:lnTo>
                  <a:pt x="63735" y="31166"/>
                </a:lnTo>
                <a:lnTo>
                  <a:pt x="63564" y="31408"/>
                </a:lnTo>
                <a:lnTo>
                  <a:pt x="63385" y="31640"/>
                </a:lnTo>
                <a:lnTo>
                  <a:pt x="63198" y="31863"/>
                </a:lnTo>
                <a:lnTo>
                  <a:pt x="63005" y="32076"/>
                </a:lnTo>
                <a:lnTo>
                  <a:pt x="62808" y="32280"/>
                </a:lnTo>
                <a:lnTo>
                  <a:pt x="62607" y="32475"/>
                </a:lnTo>
                <a:lnTo>
                  <a:pt x="62402" y="32662"/>
                </a:lnTo>
                <a:lnTo>
                  <a:pt x="62194" y="32839"/>
                </a:lnTo>
                <a:lnTo>
                  <a:pt x="61981" y="33007"/>
                </a:lnTo>
                <a:lnTo>
                  <a:pt x="61764" y="33165"/>
                </a:lnTo>
                <a:lnTo>
                  <a:pt x="61543" y="33315"/>
                </a:lnTo>
                <a:lnTo>
                  <a:pt x="61318" y="33456"/>
                </a:lnTo>
                <a:lnTo>
                  <a:pt x="61089" y="33588"/>
                </a:lnTo>
                <a:lnTo>
                  <a:pt x="60856" y="33710"/>
                </a:lnTo>
                <a:lnTo>
                  <a:pt x="60619" y="33824"/>
                </a:lnTo>
                <a:lnTo>
                  <a:pt x="60378" y="33928"/>
                </a:lnTo>
                <a:lnTo>
                  <a:pt x="60132" y="34023"/>
                </a:lnTo>
                <a:lnTo>
                  <a:pt x="59883" y="34110"/>
                </a:lnTo>
                <a:lnTo>
                  <a:pt x="59630" y="34187"/>
                </a:lnTo>
                <a:lnTo>
                  <a:pt x="59373" y="34255"/>
                </a:lnTo>
                <a:lnTo>
                  <a:pt x="59112" y="34314"/>
                </a:lnTo>
                <a:lnTo>
                  <a:pt x="58847" y="34364"/>
                </a:lnTo>
                <a:lnTo>
                  <a:pt x="58577" y="34405"/>
                </a:lnTo>
                <a:lnTo>
                  <a:pt x="58304" y="34437"/>
                </a:lnTo>
                <a:lnTo>
                  <a:pt x="58027" y="34459"/>
                </a:lnTo>
                <a:lnTo>
                  <a:pt x="57746" y="34473"/>
                </a:lnTo>
                <a:lnTo>
                  <a:pt x="57460" y="34477"/>
                </a:lnTo>
                <a:lnTo>
                  <a:pt x="57173" y="34473"/>
                </a:lnTo>
                <a:lnTo>
                  <a:pt x="56890" y="34459"/>
                </a:lnTo>
                <a:lnTo>
                  <a:pt x="56610" y="34437"/>
                </a:lnTo>
                <a:lnTo>
                  <a:pt x="56335" y="34405"/>
                </a:lnTo>
                <a:lnTo>
                  <a:pt x="56064" y="34364"/>
                </a:lnTo>
                <a:lnTo>
                  <a:pt x="55798" y="34315"/>
                </a:lnTo>
                <a:lnTo>
                  <a:pt x="55535" y="34256"/>
                </a:lnTo>
                <a:lnTo>
                  <a:pt x="55276" y="34188"/>
                </a:lnTo>
                <a:lnTo>
                  <a:pt x="55022" y="34111"/>
                </a:lnTo>
                <a:lnTo>
                  <a:pt x="54771" y="34026"/>
                </a:lnTo>
                <a:lnTo>
                  <a:pt x="54525" y="33931"/>
                </a:lnTo>
                <a:lnTo>
                  <a:pt x="54283" y="33827"/>
                </a:lnTo>
                <a:lnTo>
                  <a:pt x="54045" y="33714"/>
                </a:lnTo>
                <a:lnTo>
                  <a:pt x="53811" y="33592"/>
                </a:lnTo>
                <a:lnTo>
                  <a:pt x="53581" y="33461"/>
                </a:lnTo>
                <a:lnTo>
                  <a:pt x="53355" y="33321"/>
                </a:lnTo>
                <a:lnTo>
                  <a:pt x="53133" y="33172"/>
                </a:lnTo>
                <a:lnTo>
                  <a:pt x="52916" y="33014"/>
                </a:lnTo>
                <a:lnTo>
                  <a:pt x="52702" y="32847"/>
                </a:lnTo>
                <a:lnTo>
                  <a:pt x="52493" y="32671"/>
                </a:lnTo>
                <a:lnTo>
                  <a:pt x="52288" y="32485"/>
                </a:lnTo>
                <a:lnTo>
                  <a:pt x="52087" y="32291"/>
                </a:lnTo>
                <a:lnTo>
                  <a:pt x="51890" y="32088"/>
                </a:lnTo>
                <a:lnTo>
                  <a:pt x="51697" y="31875"/>
                </a:lnTo>
                <a:lnTo>
                  <a:pt x="51510" y="31654"/>
                </a:lnTo>
                <a:lnTo>
                  <a:pt x="51331" y="31424"/>
                </a:lnTo>
                <a:lnTo>
                  <a:pt x="51160" y="31184"/>
                </a:lnTo>
                <a:lnTo>
                  <a:pt x="50997" y="30935"/>
                </a:lnTo>
                <a:lnTo>
                  <a:pt x="50842" y="30677"/>
                </a:lnTo>
                <a:lnTo>
                  <a:pt x="50695" y="30410"/>
                </a:lnTo>
                <a:lnTo>
                  <a:pt x="50556" y="30134"/>
                </a:lnTo>
                <a:lnTo>
                  <a:pt x="50425" y="29849"/>
                </a:lnTo>
                <a:lnTo>
                  <a:pt x="50302" y="29555"/>
                </a:lnTo>
                <a:lnTo>
                  <a:pt x="50186" y="29251"/>
                </a:lnTo>
                <a:lnTo>
                  <a:pt x="50079" y="28938"/>
                </a:lnTo>
                <a:lnTo>
                  <a:pt x="49979" y="28617"/>
                </a:lnTo>
                <a:lnTo>
                  <a:pt x="49888" y="28286"/>
                </a:lnTo>
                <a:lnTo>
                  <a:pt x="49805" y="27946"/>
                </a:lnTo>
                <a:lnTo>
                  <a:pt x="49729" y="27597"/>
                </a:lnTo>
                <a:lnTo>
                  <a:pt x="49661" y="27238"/>
                </a:lnTo>
                <a:lnTo>
                  <a:pt x="49602" y="26871"/>
                </a:lnTo>
                <a:lnTo>
                  <a:pt x="49550" y="26495"/>
                </a:lnTo>
                <a:lnTo>
                  <a:pt x="49506" y="26109"/>
                </a:lnTo>
                <a:lnTo>
                  <a:pt x="49471" y="25714"/>
                </a:lnTo>
                <a:lnTo>
                  <a:pt x="49443" y="25310"/>
                </a:lnTo>
                <a:lnTo>
                  <a:pt x="49423" y="24897"/>
                </a:lnTo>
                <a:lnTo>
                  <a:pt x="49411" y="24475"/>
                </a:lnTo>
                <a:lnTo>
                  <a:pt x="49407" y="24044"/>
                </a:lnTo>
                <a:lnTo>
                  <a:pt x="49411" y="23613"/>
                </a:lnTo>
                <a:lnTo>
                  <a:pt x="49423" y="23191"/>
                </a:lnTo>
                <a:lnTo>
                  <a:pt x="49443" y="22778"/>
                </a:lnTo>
                <a:lnTo>
                  <a:pt x="49471" y="22374"/>
                </a:lnTo>
                <a:lnTo>
                  <a:pt x="49506" y="21980"/>
                </a:lnTo>
                <a:lnTo>
                  <a:pt x="49550" y="21594"/>
                </a:lnTo>
                <a:close/>
                <a:moveTo>
                  <a:pt x="134476" y="30062"/>
                </a:moveTo>
                <a:lnTo>
                  <a:pt x="134374" y="30274"/>
                </a:lnTo>
                <a:lnTo>
                  <a:pt x="134270" y="30481"/>
                </a:lnTo>
                <a:lnTo>
                  <a:pt x="134162" y="30682"/>
                </a:lnTo>
                <a:lnTo>
                  <a:pt x="134052" y="30878"/>
                </a:lnTo>
                <a:lnTo>
                  <a:pt x="133940" y="31068"/>
                </a:lnTo>
                <a:lnTo>
                  <a:pt x="133825" y="31252"/>
                </a:lnTo>
                <a:lnTo>
                  <a:pt x="133707" y="31431"/>
                </a:lnTo>
                <a:lnTo>
                  <a:pt x="133587" y="31605"/>
                </a:lnTo>
                <a:lnTo>
                  <a:pt x="133464" y="31773"/>
                </a:lnTo>
                <a:lnTo>
                  <a:pt x="133338" y="31936"/>
                </a:lnTo>
                <a:lnTo>
                  <a:pt x="133210" y="32093"/>
                </a:lnTo>
                <a:lnTo>
                  <a:pt x="133080" y="32244"/>
                </a:lnTo>
                <a:lnTo>
                  <a:pt x="132946" y="32391"/>
                </a:lnTo>
                <a:lnTo>
                  <a:pt x="132810" y="32531"/>
                </a:lnTo>
                <a:lnTo>
                  <a:pt x="132672" y="32666"/>
                </a:lnTo>
                <a:lnTo>
                  <a:pt x="132531" y="32796"/>
                </a:lnTo>
                <a:lnTo>
                  <a:pt x="132387" y="32920"/>
                </a:lnTo>
                <a:lnTo>
                  <a:pt x="132241" y="33039"/>
                </a:lnTo>
                <a:lnTo>
                  <a:pt x="132092" y="33152"/>
                </a:lnTo>
                <a:lnTo>
                  <a:pt x="131941" y="33260"/>
                </a:lnTo>
                <a:lnTo>
                  <a:pt x="131787" y="33364"/>
                </a:lnTo>
                <a:lnTo>
                  <a:pt x="131630" y="33463"/>
                </a:lnTo>
                <a:lnTo>
                  <a:pt x="131471" y="33557"/>
                </a:lnTo>
                <a:lnTo>
                  <a:pt x="131310" y="33647"/>
                </a:lnTo>
                <a:lnTo>
                  <a:pt x="131145" y="33732"/>
                </a:lnTo>
                <a:lnTo>
                  <a:pt x="130978" y="33813"/>
                </a:lnTo>
                <a:lnTo>
                  <a:pt x="130809" y="33888"/>
                </a:lnTo>
                <a:lnTo>
                  <a:pt x="130637" y="33960"/>
                </a:lnTo>
                <a:lnTo>
                  <a:pt x="130462" y="34026"/>
                </a:lnTo>
                <a:lnTo>
                  <a:pt x="130285" y="34089"/>
                </a:lnTo>
                <a:lnTo>
                  <a:pt x="130105" y="34146"/>
                </a:lnTo>
                <a:lnTo>
                  <a:pt x="129922" y="34199"/>
                </a:lnTo>
                <a:lnTo>
                  <a:pt x="129737" y="34247"/>
                </a:lnTo>
                <a:lnTo>
                  <a:pt x="129550" y="34291"/>
                </a:lnTo>
                <a:lnTo>
                  <a:pt x="129359" y="34330"/>
                </a:lnTo>
                <a:lnTo>
                  <a:pt x="129167" y="34365"/>
                </a:lnTo>
                <a:lnTo>
                  <a:pt x="128971" y="34395"/>
                </a:lnTo>
                <a:lnTo>
                  <a:pt x="128773" y="34420"/>
                </a:lnTo>
                <a:lnTo>
                  <a:pt x="128572" y="34441"/>
                </a:lnTo>
                <a:lnTo>
                  <a:pt x="128369" y="34457"/>
                </a:lnTo>
                <a:lnTo>
                  <a:pt x="128163" y="34468"/>
                </a:lnTo>
                <a:lnTo>
                  <a:pt x="127955" y="34475"/>
                </a:lnTo>
                <a:lnTo>
                  <a:pt x="127744" y="34477"/>
                </a:lnTo>
                <a:lnTo>
                  <a:pt x="127461" y="34473"/>
                </a:lnTo>
                <a:lnTo>
                  <a:pt x="127182" y="34461"/>
                </a:lnTo>
                <a:lnTo>
                  <a:pt x="126906" y="34440"/>
                </a:lnTo>
                <a:lnTo>
                  <a:pt x="126635" y="34411"/>
                </a:lnTo>
                <a:lnTo>
                  <a:pt x="126367" y="34374"/>
                </a:lnTo>
                <a:lnTo>
                  <a:pt x="126104" y="34328"/>
                </a:lnTo>
                <a:lnTo>
                  <a:pt x="125844" y="34274"/>
                </a:lnTo>
                <a:lnTo>
                  <a:pt x="125589" y="34212"/>
                </a:lnTo>
                <a:lnTo>
                  <a:pt x="125337" y="34142"/>
                </a:lnTo>
                <a:lnTo>
                  <a:pt x="125089" y="34063"/>
                </a:lnTo>
                <a:lnTo>
                  <a:pt x="124845" y="33976"/>
                </a:lnTo>
                <a:lnTo>
                  <a:pt x="124605" y="33881"/>
                </a:lnTo>
                <a:lnTo>
                  <a:pt x="124369" y="33777"/>
                </a:lnTo>
                <a:lnTo>
                  <a:pt x="124137" y="33665"/>
                </a:lnTo>
                <a:lnTo>
                  <a:pt x="123909" y="33545"/>
                </a:lnTo>
                <a:lnTo>
                  <a:pt x="123685" y="33417"/>
                </a:lnTo>
                <a:lnTo>
                  <a:pt x="123464" y="33280"/>
                </a:lnTo>
                <a:lnTo>
                  <a:pt x="123248" y="33135"/>
                </a:lnTo>
                <a:lnTo>
                  <a:pt x="123035" y="32982"/>
                </a:lnTo>
                <a:lnTo>
                  <a:pt x="122827" y="32820"/>
                </a:lnTo>
                <a:lnTo>
                  <a:pt x="122622" y="32650"/>
                </a:lnTo>
                <a:lnTo>
                  <a:pt x="122422" y="32472"/>
                </a:lnTo>
                <a:lnTo>
                  <a:pt x="122225" y="32286"/>
                </a:lnTo>
                <a:lnTo>
                  <a:pt x="122032" y="32091"/>
                </a:lnTo>
                <a:lnTo>
                  <a:pt x="121845" y="31888"/>
                </a:lnTo>
                <a:lnTo>
                  <a:pt x="121665" y="31679"/>
                </a:lnTo>
                <a:lnTo>
                  <a:pt x="121491" y="31462"/>
                </a:lnTo>
                <a:lnTo>
                  <a:pt x="121325" y="31237"/>
                </a:lnTo>
                <a:lnTo>
                  <a:pt x="121166" y="31005"/>
                </a:lnTo>
                <a:lnTo>
                  <a:pt x="121014" y="30766"/>
                </a:lnTo>
                <a:lnTo>
                  <a:pt x="120869" y="30520"/>
                </a:lnTo>
                <a:lnTo>
                  <a:pt x="120731" y="30266"/>
                </a:lnTo>
                <a:lnTo>
                  <a:pt x="120601" y="30005"/>
                </a:lnTo>
                <a:lnTo>
                  <a:pt x="120477" y="29737"/>
                </a:lnTo>
                <a:lnTo>
                  <a:pt x="120360" y="29462"/>
                </a:lnTo>
                <a:lnTo>
                  <a:pt x="120250" y="29179"/>
                </a:lnTo>
                <a:lnTo>
                  <a:pt x="120148" y="28889"/>
                </a:lnTo>
                <a:lnTo>
                  <a:pt x="120052" y="28591"/>
                </a:lnTo>
                <a:lnTo>
                  <a:pt x="119964" y="28286"/>
                </a:lnTo>
                <a:lnTo>
                  <a:pt x="119882" y="27974"/>
                </a:lnTo>
                <a:lnTo>
                  <a:pt x="119808" y="27655"/>
                </a:lnTo>
                <a:lnTo>
                  <a:pt x="119741" y="27328"/>
                </a:lnTo>
                <a:lnTo>
                  <a:pt x="119680" y="26994"/>
                </a:lnTo>
                <a:lnTo>
                  <a:pt x="119627" y="26653"/>
                </a:lnTo>
                <a:lnTo>
                  <a:pt x="119581" y="26304"/>
                </a:lnTo>
                <a:lnTo>
                  <a:pt x="119542" y="25948"/>
                </a:lnTo>
                <a:lnTo>
                  <a:pt x="119510" y="25585"/>
                </a:lnTo>
                <a:lnTo>
                  <a:pt x="119485" y="25215"/>
                </a:lnTo>
                <a:lnTo>
                  <a:pt x="139863" y="25215"/>
                </a:lnTo>
                <a:lnTo>
                  <a:pt x="139865" y="25147"/>
                </a:lnTo>
                <a:lnTo>
                  <a:pt x="139867" y="25081"/>
                </a:lnTo>
                <a:lnTo>
                  <a:pt x="139869" y="25016"/>
                </a:lnTo>
                <a:lnTo>
                  <a:pt x="139871" y="24952"/>
                </a:lnTo>
                <a:lnTo>
                  <a:pt x="139872" y="24890"/>
                </a:lnTo>
                <a:lnTo>
                  <a:pt x="139874" y="24830"/>
                </a:lnTo>
                <a:lnTo>
                  <a:pt x="139875" y="24770"/>
                </a:lnTo>
                <a:lnTo>
                  <a:pt x="139877" y="24713"/>
                </a:lnTo>
                <a:lnTo>
                  <a:pt x="139878" y="24656"/>
                </a:lnTo>
                <a:lnTo>
                  <a:pt x="139880" y="24601"/>
                </a:lnTo>
                <a:lnTo>
                  <a:pt x="139881" y="24548"/>
                </a:lnTo>
                <a:lnTo>
                  <a:pt x="139882" y="24496"/>
                </a:lnTo>
                <a:lnTo>
                  <a:pt x="139883" y="24445"/>
                </a:lnTo>
                <a:lnTo>
                  <a:pt x="139884" y="24396"/>
                </a:lnTo>
                <a:lnTo>
                  <a:pt x="139885" y="24348"/>
                </a:lnTo>
                <a:lnTo>
                  <a:pt x="139886" y="24302"/>
                </a:lnTo>
                <a:lnTo>
                  <a:pt x="139886" y="24257"/>
                </a:lnTo>
                <a:lnTo>
                  <a:pt x="139887" y="24213"/>
                </a:lnTo>
                <a:lnTo>
                  <a:pt x="139887" y="24171"/>
                </a:lnTo>
                <a:lnTo>
                  <a:pt x="139888" y="24131"/>
                </a:lnTo>
                <a:lnTo>
                  <a:pt x="139888" y="24091"/>
                </a:lnTo>
                <a:lnTo>
                  <a:pt x="139888" y="24054"/>
                </a:lnTo>
                <a:lnTo>
                  <a:pt x="139888" y="24017"/>
                </a:lnTo>
                <a:lnTo>
                  <a:pt x="139888" y="23982"/>
                </a:lnTo>
                <a:lnTo>
                  <a:pt x="139882" y="23425"/>
                </a:lnTo>
                <a:lnTo>
                  <a:pt x="139864" y="22877"/>
                </a:lnTo>
                <a:lnTo>
                  <a:pt x="139834" y="22341"/>
                </a:lnTo>
                <a:lnTo>
                  <a:pt x="139792" y="21815"/>
                </a:lnTo>
                <a:lnTo>
                  <a:pt x="139738" y="21299"/>
                </a:lnTo>
                <a:lnTo>
                  <a:pt x="139671" y="20794"/>
                </a:lnTo>
                <a:lnTo>
                  <a:pt x="139593" y="20299"/>
                </a:lnTo>
                <a:lnTo>
                  <a:pt x="139502" y="19815"/>
                </a:lnTo>
                <a:lnTo>
                  <a:pt x="139400" y="19342"/>
                </a:lnTo>
                <a:lnTo>
                  <a:pt x="139285" y="18879"/>
                </a:lnTo>
                <a:lnTo>
                  <a:pt x="139159" y="18426"/>
                </a:lnTo>
                <a:lnTo>
                  <a:pt x="139020" y="17984"/>
                </a:lnTo>
                <a:lnTo>
                  <a:pt x="138869" y="17553"/>
                </a:lnTo>
                <a:lnTo>
                  <a:pt x="138706" y="17132"/>
                </a:lnTo>
                <a:lnTo>
                  <a:pt x="138532" y="16722"/>
                </a:lnTo>
                <a:lnTo>
                  <a:pt x="138345" y="16322"/>
                </a:lnTo>
                <a:lnTo>
                  <a:pt x="138146" y="15933"/>
                </a:lnTo>
                <a:lnTo>
                  <a:pt x="137935" y="15554"/>
                </a:lnTo>
                <a:lnTo>
                  <a:pt x="137711" y="15186"/>
                </a:lnTo>
                <a:lnTo>
                  <a:pt x="137476" y="14828"/>
                </a:lnTo>
                <a:lnTo>
                  <a:pt x="137229" y="14481"/>
                </a:lnTo>
                <a:lnTo>
                  <a:pt x="136970" y="14144"/>
                </a:lnTo>
                <a:lnTo>
                  <a:pt x="136698" y="13818"/>
                </a:lnTo>
                <a:lnTo>
                  <a:pt x="136415" y="13502"/>
                </a:lnTo>
                <a:lnTo>
                  <a:pt x="136122" y="13198"/>
                </a:lnTo>
                <a:lnTo>
                  <a:pt x="135822" y="12907"/>
                </a:lnTo>
                <a:lnTo>
                  <a:pt x="135515" y="12629"/>
                </a:lnTo>
                <a:lnTo>
                  <a:pt x="135201" y="12364"/>
                </a:lnTo>
                <a:lnTo>
                  <a:pt x="134881" y="12112"/>
                </a:lnTo>
                <a:lnTo>
                  <a:pt x="134553" y="11873"/>
                </a:lnTo>
                <a:lnTo>
                  <a:pt x="134218" y="11646"/>
                </a:lnTo>
                <a:lnTo>
                  <a:pt x="133876" y="11433"/>
                </a:lnTo>
                <a:lnTo>
                  <a:pt x="133528" y="11232"/>
                </a:lnTo>
                <a:lnTo>
                  <a:pt x="133172" y="11045"/>
                </a:lnTo>
                <a:lnTo>
                  <a:pt x="132809" y="10870"/>
                </a:lnTo>
                <a:lnTo>
                  <a:pt x="132440" y="10708"/>
                </a:lnTo>
                <a:lnTo>
                  <a:pt x="132063" y="10560"/>
                </a:lnTo>
                <a:lnTo>
                  <a:pt x="131680" y="10424"/>
                </a:lnTo>
                <a:lnTo>
                  <a:pt x="131289" y="10301"/>
                </a:lnTo>
                <a:lnTo>
                  <a:pt x="130892" y="10191"/>
                </a:lnTo>
                <a:lnTo>
                  <a:pt x="130487" y="10094"/>
                </a:lnTo>
                <a:lnTo>
                  <a:pt x="130076" y="10010"/>
                </a:lnTo>
                <a:lnTo>
                  <a:pt x="129657" y="9939"/>
                </a:lnTo>
                <a:lnTo>
                  <a:pt x="129232" y="9881"/>
                </a:lnTo>
                <a:lnTo>
                  <a:pt x="128800" y="9835"/>
                </a:lnTo>
                <a:lnTo>
                  <a:pt x="128361" y="9803"/>
                </a:lnTo>
                <a:lnTo>
                  <a:pt x="127914" y="9784"/>
                </a:lnTo>
                <a:lnTo>
                  <a:pt x="127461" y="9777"/>
                </a:lnTo>
                <a:lnTo>
                  <a:pt x="126993" y="9784"/>
                </a:lnTo>
                <a:lnTo>
                  <a:pt x="126532" y="9804"/>
                </a:lnTo>
                <a:lnTo>
                  <a:pt x="126079" y="9837"/>
                </a:lnTo>
                <a:lnTo>
                  <a:pt x="125633" y="9883"/>
                </a:lnTo>
                <a:lnTo>
                  <a:pt x="125194" y="9942"/>
                </a:lnTo>
                <a:lnTo>
                  <a:pt x="124763" y="10015"/>
                </a:lnTo>
                <a:lnTo>
                  <a:pt x="124339" y="10101"/>
                </a:lnTo>
                <a:lnTo>
                  <a:pt x="123922" y="10200"/>
                </a:lnTo>
                <a:lnTo>
                  <a:pt x="123512" y="10313"/>
                </a:lnTo>
                <a:lnTo>
                  <a:pt x="123110" y="10438"/>
                </a:lnTo>
                <a:lnTo>
                  <a:pt x="122716" y="10577"/>
                </a:lnTo>
                <a:lnTo>
                  <a:pt x="122328" y="10729"/>
                </a:lnTo>
                <a:lnTo>
                  <a:pt x="121948" y="10894"/>
                </a:lnTo>
                <a:lnTo>
                  <a:pt x="121575" y="11073"/>
                </a:lnTo>
                <a:lnTo>
                  <a:pt x="121210" y="11265"/>
                </a:lnTo>
                <a:lnTo>
                  <a:pt x="120852" y="11470"/>
                </a:lnTo>
                <a:lnTo>
                  <a:pt x="120501" y="11688"/>
                </a:lnTo>
                <a:lnTo>
                  <a:pt x="120157" y="11919"/>
                </a:lnTo>
                <a:lnTo>
                  <a:pt x="119821" y="12164"/>
                </a:lnTo>
                <a:lnTo>
                  <a:pt x="119492" y="12422"/>
                </a:lnTo>
                <a:lnTo>
                  <a:pt x="119171" y="12693"/>
                </a:lnTo>
                <a:lnTo>
                  <a:pt x="118856" y="12977"/>
                </a:lnTo>
                <a:lnTo>
                  <a:pt x="118550" y="13274"/>
                </a:lnTo>
                <a:lnTo>
                  <a:pt x="118250" y="13585"/>
                </a:lnTo>
                <a:lnTo>
                  <a:pt x="117960" y="13908"/>
                </a:lnTo>
                <a:lnTo>
                  <a:pt x="117683" y="14241"/>
                </a:lnTo>
                <a:lnTo>
                  <a:pt x="117418" y="14585"/>
                </a:lnTo>
                <a:lnTo>
                  <a:pt x="117165" y="14940"/>
                </a:lnTo>
                <a:lnTo>
                  <a:pt x="116925" y="15306"/>
                </a:lnTo>
                <a:lnTo>
                  <a:pt x="116697" y="15682"/>
                </a:lnTo>
                <a:lnTo>
                  <a:pt x="116481" y="16069"/>
                </a:lnTo>
                <a:lnTo>
                  <a:pt x="116277" y="16467"/>
                </a:lnTo>
                <a:lnTo>
                  <a:pt x="116086" y="16875"/>
                </a:lnTo>
                <a:lnTo>
                  <a:pt x="115908" y="17294"/>
                </a:lnTo>
                <a:lnTo>
                  <a:pt x="115741" y="17724"/>
                </a:lnTo>
                <a:lnTo>
                  <a:pt x="115587" y="18165"/>
                </a:lnTo>
                <a:lnTo>
                  <a:pt x="115445" y="18616"/>
                </a:lnTo>
                <a:lnTo>
                  <a:pt x="115316" y="19078"/>
                </a:lnTo>
                <a:lnTo>
                  <a:pt x="115199" y="19551"/>
                </a:lnTo>
                <a:lnTo>
                  <a:pt x="115094" y="20035"/>
                </a:lnTo>
                <a:lnTo>
                  <a:pt x="115001" y="20529"/>
                </a:lnTo>
                <a:lnTo>
                  <a:pt x="114921" y="21034"/>
                </a:lnTo>
                <a:lnTo>
                  <a:pt x="114853" y="21549"/>
                </a:lnTo>
                <a:lnTo>
                  <a:pt x="114798" y="22076"/>
                </a:lnTo>
                <a:lnTo>
                  <a:pt x="114755" y="22613"/>
                </a:lnTo>
                <a:lnTo>
                  <a:pt x="114724" y="23161"/>
                </a:lnTo>
                <a:lnTo>
                  <a:pt x="114706" y="23719"/>
                </a:lnTo>
                <a:lnTo>
                  <a:pt x="114699" y="24289"/>
                </a:lnTo>
                <a:lnTo>
                  <a:pt x="114705" y="24839"/>
                </a:lnTo>
                <a:lnTo>
                  <a:pt x="114724" y="25379"/>
                </a:lnTo>
                <a:lnTo>
                  <a:pt x="114754" y="25908"/>
                </a:lnTo>
                <a:lnTo>
                  <a:pt x="114797" y="26427"/>
                </a:lnTo>
                <a:lnTo>
                  <a:pt x="114852" y="26936"/>
                </a:lnTo>
                <a:lnTo>
                  <a:pt x="114919" y="27435"/>
                </a:lnTo>
                <a:lnTo>
                  <a:pt x="114998" y="27923"/>
                </a:lnTo>
                <a:lnTo>
                  <a:pt x="115090" y="28401"/>
                </a:lnTo>
                <a:lnTo>
                  <a:pt x="115193" y="28869"/>
                </a:lnTo>
                <a:lnTo>
                  <a:pt x="115309" y="29326"/>
                </a:lnTo>
                <a:lnTo>
                  <a:pt x="115437" y="29773"/>
                </a:lnTo>
                <a:lnTo>
                  <a:pt x="115577" y="30210"/>
                </a:lnTo>
                <a:lnTo>
                  <a:pt x="115730" y="30636"/>
                </a:lnTo>
                <a:lnTo>
                  <a:pt x="115894" y="31052"/>
                </a:lnTo>
                <a:lnTo>
                  <a:pt x="116071" y="31458"/>
                </a:lnTo>
                <a:lnTo>
                  <a:pt x="116260" y="31853"/>
                </a:lnTo>
                <a:lnTo>
                  <a:pt x="116461" y="32238"/>
                </a:lnTo>
                <a:lnTo>
                  <a:pt x="116675" y="32613"/>
                </a:lnTo>
                <a:lnTo>
                  <a:pt x="116900" y="32977"/>
                </a:lnTo>
                <a:lnTo>
                  <a:pt x="117138" y="33331"/>
                </a:lnTo>
                <a:lnTo>
                  <a:pt x="117388" y="33675"/>
                </a:lnTo>
                <a:lnTo>
                  <a:pt x="117650" y="34009"/>
                </a:lnTo>
                <a:lnTo>
                  <a:pt x="117925" y="34332"/>
                </a:lnTo>
                <a:lnTo>
                  <a:pt x="118211" y="34645"/>
                </a:lnTo>
                <a:lnTo>
                  <a:pt x="118508" y="34946"/>
                </a:lnTo>
                <a:lnTo>
                  <a:pt x="118814" y="35234"/>
                </a:lnTo>
                <a:lnTo>
                  <a:pt x="119128" y="35510"/>
                </a:lnTo>
                <a:lnTo>
                  <a:pt x="119451" y="35773"/>
                </a:lnTo>
                <a:lnTo>
                  <a:pt x="119783" y="36023"/>
                </a:lnTo>
                <a:lnTo>
                  <a:pt x="120123" y="36260"/>
                </a:lnTo>
                <a:lnTo>
                  <a:pt x="120471" y="36484"/>
                </a:lnTo>
                <a:lnTo>
                  <a:pt x="120829" y="36696"/>
                </a:lnTo>
                <a:lnTo>
                  <a:pt x="121195" y="36895"/>
                </a:lnTo>
                <a:lnTo>
                  <a:pt x="121569" y="37080"/>
                </a:lnTo>
                <a:lnTo>
                  <a:pt x="121952" y="37253"/>
                </a:lnTo>
                <a:lnTo>
                  <a:pt x="122344" y="37414"/>
                </a:lnTo>
                <a:lnTo>
                  <a:pt x="122745" y="37561"/>
                </a:lnTo>
                <a:lnTo>
                  <a:pt x="123154" y="37696"/>
                </a:lnTo>
                <a:lnTo>
                  <a:pt x="123571" y="37818"/>
                </a:lnTo>
                <a:lnTo>
                  <a:pt x="123998" y="37927"/>
                </a:lnTo>
                <a:lnTo>
                  <a:pt x="124433" y="38023"/>
                </a:lnTo>
                <a:lnTo>
                  <a:pt x="124876" y="38106"/>
                </a:lnTo>
                <a:lnTo>
                  <a:pt x="125328" y="38177"/>
                </a:lnTo>
                <a:lnTo>
                  <a:pt x="125789" y="38234"/>
                </a:lnTo>
                <a:lnTo>
                  <a:pt x="126258" y="38279"/>
                </a:lnTo>
                <a:lnTo>
                  <a:pt x="126736" y="38311"/>
                </a:lnTo>
                <a:lnTo>
                  <a:pt x="127223" y="38330"/>
                </a:lnTo>
                <a:lnTo>
                  <a:pt x="127718" y="38337"/>
                </a:lnTo>
                <a:lnTo>
                  <a:pt x="128112" y="38333"/>
                </a:lnTo>
                <a:lnTo>
                  <a:pt x="128500" y="38321"/>
                </a:lnTo>
                <a:lnTo>
                  <a:pt x="128882" y="38301"/>
                </a:lnTo>
                <a:lnTo>
                  <a:pt x="129258" y="38272"/>
                </a:lnTo>
                <a:lnTo>
                  <a:pt x="129628" y="38236"/>
                </a:lnTo>
                <a:lnTo>
                  <a:pt x="129992" y="38192"/>
                </a:lnTo>
                <a:lnTo>
                  <a:pt x="130351" y="38140"/>
                </a:lnTo>
                <a:lnTo>
                  <a:pt x="130703" y="38079"/>
                </a:lnTo>
                <a:lnTo>
                  <a:pt x="131050" y="38011"/>
                </a:lnTo>
                <a:lnTo>
                  <a:pt x="131390" y="37935"/>
                </a:lnTo>
                <a:lnTo>
                  <a:pt x="131725" y="37850"/>
                </a:lnTo>
                <a:lnTo>
                  <a:pt x="132054" y="37758"/>
                </a:lnTo>
                <a:lnTo>
                  <a:pt x="132377" y="37657"/>
                </a:lnTo>
                <a:lnTo>
                  <a:pt x="132694" y="37549"/>
                </a:lnTo>
                <a:lnTo>
                  <a:pt x="133005" y="37432"/>
                </a:lnTo>
                <a:lnTo>
                  <a:pt x="133310" y="37308"/>
                </a:lnTo>
                <a:lnTo>
                  <a:pt x="133610" y="37175"/>
                </a:lnTo>
                <a:lnTo>
                  <a:pt x="133903" y="37034"/>
                </a:lnTo>
                <a:lnTo>
                  <a:pt x="134191" y="36885"/>
                </a:lnTo>
                <a:lnTo>
                  <a:pt x="134472" y="36729"/>
                </a:lnTo>
                <a:lnTo>
                  <a:pt x="134748" y="36564"/>
                </a:lnTo>
                <a:lnTo>
                  <a:pt x="135018" y="36391"/>
                </a:lnTo>
                <a:lnTo>
                  <a:pt x="135282" y="36210"/>
                </a:lnTo>
                <a:lnTo>
                  <a:pt x="135540" y="36021"/>
                </a:lnTo>
                <a:lnTo>
                  <a:pt x="135792" y="35825"/>
                </a:lnTo>
                <a:lnTo>
                  <a:pt x="136037" y="35622"/>
                </a:lnTo>
                <a:lnTo>
                  <a:pt x="136275" y="35413"/>
                </a:lnTo>
                <a:lnTo>
                  <a:pt x="136507" y="35197"/>
                </a:lnTo>
                <a:lnTo>
                  <a:pt x="136732" y="34975"/>
                </a:lnTo>
                <a:lnTo>
                  <a:pt x="136950" y="34746"/>
                </a:lnTo>
                <a:lnTo>
                  <a:pt x="137162" y="34511"/>
                </a:lnTo>
                <a:lnTo>
                  <a:pt x="137367" y="34269"/>
                </a:lnTo>
                <a:lnTo>
                  <a:pt x="137565" y="34020"/>
                </a:lnTo>
                <a:lnTo>
                  <a:pt x="137757" y="33765"/>
                </a:lnTo>
                <a:lnTo>
                  <a:pt x="137941" y="33504"/>
                </a:lnTo>
                <a:lnTo>
                  <a:pt x="138120" y="33236"/>
                </a:lnTo>
                <a:lnTo>
                  <a:pt x="138291" y="32961"/>
                </a:lnTo>
                <a:lnTo>
                  <a:pt x="138456" y="32680"/>
                </a:lnTo>
                <a:lnTo>
                  <a:pt x="138614" y="32393"/>
                </a:lnTo>
                <a:lnTo>
                  <a:pt x="138765" y="32099"/>
                </a:lnTo>
                <a:lnTo>
                  <a:pt x="138909" y="31798"/>
                </a:lnTo>
                <a:lnTo>
                  <a:pt x="139047" y="31491"/>
                </a:lnTo>
                <a:lnTo>
                  <a:pt x="139179" y="31178"/>
                </a:lnTo>
                <a:lnTo>
                  <a:pt x="139303" y="30857"/>
                </a:lnTo>
                <a:lnTo>
                  <a:pt x="139421" y="30531"/>
                </a:lnTo>
                <a:lnTo>
                  <a:pt x="139532" y="30198"/>
                </a:lnTo>
                <a:lnTo>
                  <a:pt x="139636" y="29858"/>
                </a:lnTo>
                <a:lnTo>
                  <a:pt x="139734" y="29512"/>
                </a:lnTo>
                <a:lnTo>
                  <a:pt x="134948" y="28920"/>
                </a:lnTo>
                <a:lnTo>
                  <a:pt x="134859" y="29159"/>
                </a:lnTo>
                <a:lnTo>
                  <a:pt x="134767" y="29393"/>
                </a:lnTo>
                <a:lnTo>
                  <a:pt x="134673" y="29622"/>
                </a:lnTo>
                <a:lnTo>
                  <a:pt x="134576" y="29845"/>
                </a:lnTo>
                <a:lnTo>
                  <a:pt x="134476" y="30062"/>
                </a:lnTo>
                <a:close/>
                <a:moveTo>
                  <a:pt x="119923" y="19951"/>
                </a:moveTo>
                <a:lnTo>
                  <a:pt x="119979" y="19685"/>
                </a:lnTo>
                <a:lnTo>
                  <a:pt x="120043" y="19424"/>
                </a:lnTo>
                <a:lnTo>
                  <a:pt x="120113" y="19168"/>
                </a:lnTo>
                <a:lnTo>
                  <a:pt x="120189" y="18916"/>
                </a:lnTo>
                <a:lnTo>
                  <a:pt x="120273" y="18670"/>
                </a:lnTo>
                <a:lnTo>
                  <a:pt x="120363" y="18429"/>
                </a:lnTo>
                <a:lnTo>
                  <a:pt x="120460" y="18192"/>
                </a:lnTo>
                <a:lnTo>
                  <a:pt x="120563" y="17960"/>
                </a:lnTo>
                <a:lnTo>
                  <a:pt x="120673" y="17734"/>
                </a:lnTo>
                <a:lnTo>
                  <a:pt x="120791" y="17512"/>
                </a:lnTo>
                <a:lnTo>
                  <a:pt x="120914" y="17295"/>
                </a:lnTo>
                <a:lnTo>
                  <a:pt x="121045" y="17083"/>
                </a:lnTo>
                <a:lnTo>
                  <a:pt x="121182" y="16876"/>
                </a:lnTo>
                <a:lnTo>
                  <a:pt x="121326" y="16674"/>
                </a:lnTo>
                <a:lnTo>
                  <a:pt x="121477" y="16477"/>
                </a:lnTo>
                <a:lnTo>
                  <a:pt x="121635" y="16285"/>
                </a:lnTo>
                <a:lnTo>
                  <a:pt x="121799" y="16097"/>
                </a:lnTo>
                <a:lnTo>
                  <a:pt x="121970" y="15915"/>
                </a:lnTo>
                <a:lnTo>
                  <a:pt x="122148" y="15738"/>
                </a:lnTo>
                <a:lnTo>
                  <a:pt x="122331" y="15566"/>
                </a:lnTo>
                <a:lnTo>
                  <a:pt x="122517" y="15402"/>
                </a:lnTo>
                <a:lnTo>
                  <a:pt x="122707" y="15245"/>
                </a:lnTo>
                <a:lnTo>
                  <a:pt x="122901" y="15096"/>
                </a:lnTo>
                <a:lnTo>
                  <a:pt x="123098" y="14953"/>
                </a:lnTo>
                <a:lnTo>
                  <a:pt x="123299" y="14818"/>
                </a:lnTo>
                <a:lnTo>
                  <a:pt x="123503" y="14691"/>
                </a:lnTo>
                <a:lnTo>
                  <a:pt x="123710" y="14570"/>
                </a:lnTo>
                <a:lnTo>
                  <a:pt x="123922" y="14457"/>
                </a:lnTo>
                <a:lnTo>
                  <a:pt x="124136" y="14351"/>
                </a:lnTo>
                <a:lnTo>
                  <a:pt x="124354" y="14253"/>
                </a:lnTo>
                <a:lnTo>
                  <a:pt x="124576" y="14162"/>
                </a:lnTo>
                <a:lnTo>
                  <a:pt x="124801" y="14078"/>
                </a:lnTo>
                <a:lnTo>
                  <a:pt x="125030" y="14001"/>
                </a:lnTo>
                <a:lnTo>
                  <a:pt x="125263" y="13932"/>
                </a:lnTo>
                <a:lnTo>
                  <a:pt x="125499" y="13870"/>
                </a:lnTo>
                <a:lnTo>
                  <a:pt x="125738" y="13815"/>
                </a:lnTo>
                <a:lnTo>
                  <a:pt x="125981" y="13768"/>
                </a:lnTo>
                <a:lnTo>
                  <a:pt x="126227" y="13728"/>
                </a:lnTo>
                <a:lnTo>
                  <a:pt x="126477" y="13695"/>
                </a:lnTo>
                <a:lnTo>
                  <a:pt x="126731" y="13669"/>
                </a:lnTo>
                <a:lnTo>
                  <a:pt x="126988" y="13651"/>
                </a:lnTo>
                <a:lnTo>
                  <a:pt x="127248" y="13640"/>
                </a:lnTo>
                <a:lnTo>
                  <a:pt x="127513" y="13637"/>
                </a:lnTo>
                <a:lnTo>
                  <a:pt x="127804" y="13641"/>
                </a:lnTo>
                <a:lnTo>
                  <a:pt x="128091" y="13655"/>
                </a:lnTo>
                <a:lnTo>
                  <a:pt x="128373" y="13678"/>
                </a:lnTo>
                <a:lnTo>
                  <a:pt x="128651" y="13710"/>
                </a:lnTo>
                <a:lnTo>
                  <a:pt x="128924" y="13751"/>
                </a:lnTo>
                <a:lnTo>
                  <a:pt x="129193" y="13801"/>
                </a:lnTo>
                <a:lnTo>
                  <a:pt x="129457" y="13860"/>
                </a:lnTo>
                <a:lnTo>
                  <a:pt x="129717" y="13929"/>
                </a:lnTo>
                <a:lnTo>
                  <a:pt x="129972" y="14007"/>
                </a:lnTo>
                <a:lnTo>
                  <a:pt x="130222" y="14093"/>
                </a:lnTo>
                <a:lnTo>
                  <a:pt x="130468" y="14189"/>
                </a:lnTo>
                <a:lnTo>
                  <a:pt x="130709" y="14294"/>
                </a:lnTo>
                <a:lnTo>
                  <a:pt x="130946" y="14409"/>
                </a:lnTo>
                <a:lnTo>
                  <a:pt x="131178" y="14532"/>
                </a:lnTo>
                <a:lnTo>
                  <a:pt x="131406" y="14665"/>
                </a:lnTo>
                <a:lnTo>
                  <a:pt x="131629" y="14806"/>
                </a:lnTo>
                <a:lnTo>
                  <a:pt x="131848" y="14957"/>
                </a:lnTo>
                <a:lnTo>
                  <a:pt x="132062" y="15117"/>
                </a:lnTo>
                <a:lnTo>
                  <a:pt x="132271" y="15286"/>
                </a:lnTo>
                <a:lnTo>
                  <a:pt x="132476" y="15464"/>
                </a:lnTo>
                <a:lnTo>
                  <a:pt x="132677" y="15651"/>
                </a:lnTo>
                <a:lnTo>
                  <a:pt x="132872" y="15848"/>
                </a:lnTo>
                <a:lnTo>
                  <a:pt x="133064" y="16053"/>
                </a:lnTo>
                <a:lnTo>
                  <a:pt x="133250" y="16268"/>
                </a:lnTo>
                <a:lnTo>
                  <a:pt x="133368" y="16412"/>
                </a:lnTo>
                <a:lnTo>
                  <a:pt x="133483" y="16563"/>
                </a:lnTo>
                <a:lnTo>
                  <a:pt x="133593" y="16719"/>
                </a:lnTo>
                <a:lnTo>
                  <a:pt x="133699" y="16881"/>
                </a:lnTo>
                <a:lnTo>
                  <a:pt x="133801" y="17048"/>
                </a:lnTo>
                <a:lnTo>
                  <a:pt x="133900" y="17222"/>
                </a:lnTo>
                <a:lnTo>
                  <a:pt x="133994" y="17402"/>
                </a:lnTo>
                <a:lnTo>
                  <a:pt x="134085" y="17587"/>
                </a:lnTo>
                <a:lnTo>
                  <a:pt x="134172" y="17778"/>
                </a:lnTo>
                <a:lnTo>
                  <a:pt x="134254" y="17976"/>
                </a:lnTo>
                <a:lnTo>
                  <a:pt x="134333" y="18179"/>
                </a:lnTo>
                <a:lnTo>
                  <a:pt x="134408" y="18388"/>
                </a:lnTo>
                <a:lnTo>
                  <a:pt x="134479" y="18603"/>
                </a:lnTo>
                <a:lnTo>
                  <a:pt x="134546" y="18824"/>
                </a:lnTo>
                <a:lnTo>
                  <a:pt x="134609" y="19050"/>
                </a:lnTo>
                <a:lnTo>
                  <a:pt x="134668" y="19283"/>
                </a:lnTo>
                <a:lnTo>
                  <a:pt x="134723" y="19521"/>
                </a:lnTo>
                <a:lnTo>
                  <a:pt x="134775" y="19766"/>
                </a:lnTo>
                <a:lnTo>
                  <a:pt x="134822" y="20016"/>
                </a:lnTo>
                <a:lnTo>
                  <a:pt x="134865" y="20272"/>
                </a:lnTo>
                <a:lnTo>
                  <a:pt x="134905" y="20534"/>
                </a:lnTo>
                <a:lnTo>
                  <a:pt x="134941" y="20802"/>
                </a:lnTo>
                <a:lnTo>
                  <a:pt x="134972" y="21076"/>
                </a:lnTo>
                <a:lnTo>
                  <a:pt x="135000" y="21355"/>
                </a:lnTo>
                <a:lnTo>
                  <a:pt x="119742" y="21355"/>
                </a:lnTo>
                <a:lnTo>
                  <a:pt x="119765" y="21065"/>
                </a:lnTo>
                <a:lnTo>
                  <a:pt x="119794" y="20779"/>
                </a:lnTo>
                <a:lnTo>
                  <a:pt x="119831" y="20498"/>
                </a:lnTo>
                <a:lnTo>
                  <a:pt x="119873" y="20222"/>
                </a:lnTo>
                <a:lnTo>
                  <a:pt x="119923" y="19951"/>
                </a:lnTo>
                <a:close/>
                <a:moveTo>
                  <a:pt x="204790" y="31262"/>
                </a:moveTo>
                <a:lnTo>
                  <a:pt x="204893" y="31584"/>
                </a:lnTo>
                <a:lnTo>
                  <a:pt x="205003" y="31899"/>
                </a:lnTo>
                <a:lnTo>
                  <a:pt x="205120" y="32207"/>
                </a:lnTo>
                <a:lnTo>
                  <a:pt x="205244" y="32507"/>
                </a:lnTo>
                <a:lnTo>
                  <a:pt x="205375" y="32800"/>
                </a:lnTo>
                <a:lnTo>
                  <a:pt x="205513" y="33085"/>
                </a:lnTo>
                <a:lnTo>
                  <a:pt x="205658" y="33363"/>
                </a:lnTo>
                <a:lnTo>
                  <a:pt x="205809" y="33633"/>
                </a:lnTo>
                <a:lnTo>
                  <a:pt x="205968" y="33896"/>
                </a:lnTo>
                <a:lnTo>
                  <a:pt x="206135" y="34152"/>
                </a:lnTo>
                <a:lnTo>
                  <a:pt x="206308" y="34400"/>
                </a:lnTo>
                <a:lnTo>
                  <a:pt x="206488" y="34641"/>
                </a:lnTo>
                <a:lnTo>
                  <a:pt x="206675" y="34874"/>
                </a:lnTo>
                <a:lnTo>
                  <a:pt x="206869" y="35100"/>
                </a:lnTo>
                <a:lnTo>
                  <a:pt x="207070" y="35318"/>
                </a:lnTo>
                <a:lnTo>
                  <a:pt x="207278" y="35529"/>
                </a:lnTo>
                <a:lnTo>
                  <a:pt x="207493" y="35733"/>
                </a:lnTo>
                <a:lnTo>
                  <a:pt x="207715" y="35929"/>
                </a:lnTo>
                <a:lnTo>
                  <a:pt x="207944" y="36118"/>
                </a:lnTo>
                <a:lnTo>
                  <a:pt x="208181" y="36299"/>
                </a:lnTo>
                <a:lnTo>
                  <a:pt x="208427" y="36472"/>
                </a:lnTo>
                <a:lnTo>
                  <a:pt x="208682" y="36638"/>
                </a:lnTo>
                <a:lnTo>
                  <a:pt x="208945" y="36796"/>
                </a:lnTo>
                <a:lnTo>
                  <a:pt x="209217" y="36946"/>
                </a:lnTo>
                <a:lnTo>
                  <a:pt x="209498" y="37089"/>
                </a:lnTo>
                <a:lnTo>
                  <a:pt x="209788" y="37223"/>
                </a:lnTo>
                <a:lnTo>
                  <a:pt x="210087" y="37350"/>
                </a:lnTo>
                <a:lnTo>
                  <a:pt x="210394" y="37470"/>
                </a:lnTo>
                <a:lnTo>
                  <a:pt x="210711" y="37582"/>
                </a:lnTo>
                <a:lnTo>
                  <a:pt x="211036" y="37686"/>
                </a:lnTo>
                <a:lnTo>
                  <a:pt x="211369" y="37782"/>
                </a:lnTo>
                <a:lnTo>
                  <a:pt x="211712" y="37871"/>
                </a:lnTo>
                <a:lnTo>
                  <a:pt x="212064" y="37952"/>
                </a:lnTo>
                <a:lnTo>
                  <a:pt x="212424" y="38025"/>
                </a:lnTo>
                <a:lnTo>
                  <a:pt x="212793" y="38090"/>
                </a:lnTo>
                <a:lnTo>
                  <a:pt x="213171" y="38148"/>
                </a:lnTo>
                <a:lnTo>
                  <a:pt x="213557" y="38198"/>
                </a:lnTo>
                <a:lnTo>
                  <a:pt x="213953" y="38240"/>
                </a:lnTo>
                <a:lnTo>
                  <a:pt x="214357" y="38275"/>
                </a:lnTo>
                <a:lnTo>
                  <a:pt x="214770" y="38302"/>
                </a:lnTo>
                <a:lnTo>
                  <a:pt x="215192" y="38321"/>
                </a:lnTo>
                <a:lnTo>
                  <a:pt x="215622" y="38333"/>
                </a:lnTo>
                <a:lnTo>
                  <a:pt x="216062" y="38337"/>
                </a:lnTo>
                <a:lnTo>
                  <a:pt x="216329" y="38335"/>
                </a:lnTo>
                <a:lnTo>
                  <a:pt x="216593" y="38329"/>
                </a:lnTo>
                <a:lnTo>
                  <a:pt x="216855" y="38319"/>
                </a:lnTo>
                <a:lnTo>
                  <a:pt x="217115" y="38306"/>
                </a:lnTo>
                <a:lnTo>
                  <a:pt x="217373" y="38288"/>
                </a:lnTo>
                <a:lnTo>
                  <a:pt x="217628" y="38267"/>
                </a:lnTo>
                <a:lnTo>
                  <a:pt x="217881" y="38242"/>
                </a:lnTo>
                <a:lnTo>
                  <a:pt x="218132" y="38213"/>
                </a:lnTo>
                <a:lnTo>
                  <a:pt x="218380" y="38180"/>
                </a:lnTo>
                <a:lnTo>
                  <a:pt x="218626" y="38143"/>
                </a:lnTo>
                <a:lnTo>
                  <a:pt x="218869" y="38102"/>
                </a:lnTo>
                <a:lnTo>
                  <a:pt x="219111" y="38057"/>
                </a:lnTo>
                <a:lnTo>
                  <a:pt x="219350" y="38009"/>
                </a:lnTo>
                <a:lnTo>
                  <a:pt x="219586" y="37956"/>
                </a:lnTo>
                <a:lnTo>
                  <a:pt x="219821" y="37900"/>
                </a:lnTo>
                <a:lnTo>
                  <a:pt x="220053" y="37840"/>
                </a:lnTo>
                <a:lnTo>
                  <a:pt x="220282" y="37776"/>
                </a:lnTo>
                <a:lnTo>
                  <a:pt x="220510" y="37708"/>
                </a:lnTo>
                <a:lnTo>
                  <a:pt x="220735" y="37636"/>
                </a:lnTo>
                <a:lnTo>
                  <a:pt x="220958" y="37560"/>
                </a:lnTo>
                <a:lnTo>
                  <a:pt x="221178" y="37480"/>
                </a:lnTo>
                <a:lnTo>
                  <a:pt x="221396" y="37397"/>
                </a:lnTo>
                <a:lnTo>
                  <a:pt x="221612" y="37310"/>
                </a:lnTo>
                <a:lnTo>
                  <a:pt x="221825" y="37218"/>
                </a:lnTo>
                <a:lnTo>
                  <a:pt x="222035" y="37124"/>
                </a:lnTo>
                <a:lnTo>
                  <a:pt x="222241" y="37026"/>
                </a:lnTo>
                <a:lnTo>
                  <a:pt x="222443" y="36924"/>
                </a:lnTo>
                <a:lnTo>
                  <a:pt x="222641" y="36820"/>
                </a:lnTo>
                <a:lnTo>
                  <a:pt x="222835" y="36712"/>
                </a:lnTo>
                <a:lnTo>
                  <a:pt x="223024" y="36601"/>
                </a:lnTo>
                <a:lnTo>
                  <a:pt x="223209" y="36487"/>
                </a:lnTo>
                <a:lnTo>
                  <a:pt x="223390" y="36370"/>
                </a:lnTo>
                <a:lnTo>
                  <a:pt x="223567" y="36250"/>
                </a:lnTo>
                <a:lnTo>
                  <a:pt x="223740" y="36126"/>
                </a:lnTo>
                <a:lnTo>
                  <a:pt x="223909" y="35999"/>
                </a:lnTo>
                <a:lnTo>
                  <a:pt x="224073" y="35869"/>
                </a:lnTo>
                <a:lnTo>
                  <a:pt x="224234" y="35735"/>
                </a:lnTo>
                <a:lnTo>
                  <a:pt x="224390" y="35599"/>
                </a:lnTo>
                <a:lnTo>
                  <a:pt x="224542" y="35459"/>
                </a:lnTo>
                <a:lnTo>
                  <a:pt x="224690" y="35316"/>
                </a:lnTo>
                <a:lnTo>
                  <a:pt x="224833" y="35170"/>
                </a:lnTo>
                <a:lnTo>
                  <a:pt x="224973" y="35021"/>
                </a:lnTo>
                <a:lnTo>
                  <a:pt x="225108" y="34868"/>
                </a:lnTo>
                <a:lnTo>
                  <a:pt x="225240" y="34712"/>
                </a:lnTo>
                <a:lnTo>
                  <a:pt x="225367" y="34553"/>
                </a:lnTo>
                <a:lnTo>
                  <a:pt x="225490" y="34391"/>
                </a:lnTo>
                <a:lnTo>
                  <a:pt x="225609" y="34226"/>
                </a:lnTo>
                <a:lnTo>
                  <a:pt x="225723" y="34057"/>
                </a:lnTo>
                <a:lnTo>
                  <a:pt x="225833" y="33886"/>
                </a:lnTo>
                <a:lnTo>
                  <a:pt x="225939" y="33714"/>
                </a:lnTo>
                <a:lnTo>
                  <a:pt x="226040" y="33542"/>
                </a:lnTo>
                <a:lnTo>
                  <a:pt x="226136" y="33368"/>
                </a:lnTo>
                <a:lnTo>
                  <a:pt x="226227" y="33194"/>
                </a:lnTo>
                <a:lnTo>
                  <a:pt x="226314" y="33018"/>
                </a:lnTo>
                <a:lnTo>
                  <a:pt x="226396" y="32842"/>
                </a:lnTo>
                <a:lnTo>
                  <a:pt x="226474" y="32664"/>
                </a:lnTo>
                <a:lnTo>
                  <a:pt x="226546" y="32486"/>
                </a:lnTo>
                <a:lnTo>
                  <a:pt x="226614" y="32307"/>
                </a:lnTo>
                <a:lnTo>
                  <a:pt x="226678" y="32127"/>
                </a:lnTo>
                <a:lnTo>
                  <a:pt x="226736" y="31945"/>
                </a:lnTo>
                <a:lnTo>
                  <a:pt x="226790" y="31763"/>
                </a:lnTo>
                <a:lnTo>
                  <a:pt x="226839" y="31580"/>
                </a:lnTo>
                <a:lnTo>
                  <a:pt x="226884" y="31396"/>
                </a:lnTo>
                <a:lnTo>
                  <a:pt x="226924" y="31212"/>
                </a:lnTo>
                <a:lnTo>
                  <a:pt x="226959" y="31026"/>
                </a:lnTo>
                <a:lnTo>
                  <a:pt x="226990" y="30839"/>
                </a:lnTo>
                <a:lnTo>
                  <a:pt x="227015" y="30651"/>
                </a:lnTo>
                <a:lnTo>
                  <a:pt x="227036" y="30463"/>
                </a:lnTo>
                <a:lnTo>
                  <a:pt x="227053" y="30273"/>
                </a:lnTo>
                <a:lnTo>
                  <a:pt x="227065" y="30083"/>
                </a:lnTo>
                <a:lnTo>
                  <a:pt x="227072" y="29891"/>
                </a:lnTo>
                <a:lnTo>
                  <a:pt x="227074" y="29699"/>
                </a:lnTo>
                <a:lnTo>
                  <a:pt x="227072" y="29503"/>
                </a:lnTo>
                <a:lnTo>
                  <a:pt x="227066" y="29310"/>
                </a:lnTo>
                <a:lnTo>
                  <a:pt x="227057" y="29120"/>
                </a:lnTo>
                <a:lnTo>
                  <a:pt x="227043" y="28932"/>
                </a:lnTo>
                <a:lnTo>
                  <a:pt x="227026" y="28747"/>
                </a:lnTo>
                <a:lnTo>
                  <a:pt x="227005" y="28565"/>
                </a:lnTo>
                <a:lnTo>
                  <a:pt x="226980" y="28385"/>
                </a:lnTo>
                <a:lnTo>
                  <a:pt x="226951" y="28208"/>
                </a:lnTo>
                <a:lnTo>
                  <a:pt x="226918" y="28034"/>
                </a:lnTo>
                <a:lnTo>
                  <a:pt x="226882" y="27862"/>
                </a:lnTo>
                <a:lnTo>
                  <a:pt x="226842" y="27693"/>
                </a:lnTo>
                <a:lnTo>
                  <a:pt x="226797" y="27527"/>
                </a:lnTo>
                <a:lnTo>
                  <a:pt x="226749" y="27363"/>
                </a:lnTo>
                <a:lnTo>
                  <a:pt x="226698" y="27203"/>
                </a:lnTo>
                <a:lnTo>
                  <a:pt x="226642" y="27044"/>
                </a:lnTo>
                <a:lnTo>
                  <a:pt x="226582" y="26889"/>
                </a:lnTo>
                <a:lnTo>
                  <a:pt x="226519" y="26736"/>
                </a:lnTo>
                <a:lnTo>
                  <a:pt x="226452" y="26586"/>
                </a:lnTo>
                <a:lnTo>
                  <a:pt x="226381" y="26438"/>
                </a:lnTo>
                <a:lnTo>
                  <a:pt x="226306" y="26293"/>
                </a:lnTo>
                <a:lnTo>
                  <a:pt x="226227" y="26151"/>
                </a:lnTo>
                <a:lnTo>
                  <a:pt x="226144" y="26012"/>
                </a:lnTo>
                <a:lnTo>
                  <a:pt x="226058" y="25875"/>
                </a:lnTo>
                <a:lnTo>
                  <a:pt x="225968" y="25741"/>
                </a:lnTo>
                <a:lnTo>
                  <a:pt x="225874" y="25609"/>
                </a:lnTo>
                <a:lnTo>
                  <a:pt x="225777" y="25480"/>
                </a:lnTo>
                <a:lnTo>
                  <a:pt x="225678" y="25354"/>
                </a:lnTo>
                <a:lnTo>
                  <a:pt x="225576" y="25230"/>
                </a:lnTo>
                <a:lnTo>
                  <a:pt x="225470" y="25109"/>
                </a:lnTo>
                <a:lnTo>
                  <a:pt x="225362" y="24991"/>
                </a:lnTo>
                <a:lnTo>
                  <a:pt x="225251" y="24875"/>
                </a:lnTo>
                <a:lnTo>
                  <a:pt x="225137" y="24762"/>
                </a:lnTo>
                <a:lnTo>
                  <a:pt x="225020" y="24652"/>
                </a:lnTo>
                <a:lnTo>
                  <a:pt x="224901" y="24544"/>
                </a:lnTo>
                <a:lnTo>
                  <a:pt x="224778" y="24439"/>
                </a:lnTo>
                <a:lnTo>
                  <a:pt x="224652" y="24336"/>
                </a:lnTo>
                <a:lnTo>
                  <a:pt x="224524" y="24236"/>
                </a:lnTo>
                <a:lnTo>
                  <a:pt x="224392" y="24139"/>
                </a:lnTo>
                <a:lnTo>
                  <a:pt x="224258" y="24044"/>
                </a:lnTo>
                <a:lnTo>
                  <a:pt x="224121" y="23952"/>
                </a:lnTo>
                <a:lnTo>
                  <a:pt x="223981" y="23863"/>
                </a:lnTo>
                <a:lnTo>
                  <a:pt x="223838" y="23776"/>
                </a:lnTo>
                <a:lnTo>
                  <a:pt x="223692" y="23692"/>
                </a:lnTo>
                <a:lnTo>
                  <a:pt x="223543" y="23610"/>
                </a:lnTo>
                <a:lnTo>
                  <a:pt x="223391" y="23532"/>
                </a:lnTo>
                <a:lnTo>
                  <a:pt x="223237" y="23455"/>
                </a:lnTo>
                <a:lnTo>
                  <a:pt x="223079" y="23382"/>
                </a:lnTo>
                <a:lnTo>
                  <a:pt x="222919" y="23311"/>
                </a:lnTo>
                <a:lnTo>
                  <a:pt x="222752" y="23240"/>
                </a:lnTo>
                <a:lnTo>
                  <a:pt x="222574" y="23168"/>
                </a:lnTo>
                <a:lnTo>
                  <a:pt x="222387" y="23095"/>
                </a:lnTo>
                <a:lnTo>
                  <a:pt x="222189" y="23019"/>
                </a:lnTo>
                <a:lnTo>
                  <a:pt x="221980" y="22942"/>
                </a:lnTo>
                <a:lnTo>
                  <a:pt x="221762" y="22863"/>
                </a:lnTo>
                <a:lnTo>
                  <a:pt x="221533" y="22783"/>
                </a:lnTo>
                <a:lnTo>
                  <a:pt x="221293" y="22701"/>
                </a:lnTo>
                <a:lnTo>
                  <a:pt x="221044" y="22617"/>
                </a:lnTo>
                <a:lnTo>
                  <a:pt x="220784" y="22532"/>
                </a:lnTo>
                <a:lnTo>
                  <a:pt x="220514" y="22445"/>
                </a:lnTo>
                <a:lnTo>
                  <a:pt x="220233" y="22356"/>
                </a:lnTo>
                <a:lnTo>
                  <a:pt x="219942" y="22266"/>
                </a:lnTo>
                <a:lnTo>
                  <a:pt x="219641" y="22174"/>
                </a:lnTo>
                <a:lnTo>
                  <a:pt x="219330" y="22081"/>
                </a:lnTo>
                <a:lnTo>
                  <a:pt x="219008" y="21985"/>
                </a:lnTo>
                <a:lnTo>
                  <a:pt x="218676" y="21889"/>
                </a:lnTo>
                <a:lnTo>
                  <a:pt x="218333" y="21790"/>
                </a:lnTo>
                <a:lnTo>
                  <a:pt x="217980" y="21690"/>
                </a:lnTo>
                <a:lnTo>
                  <a:pt x="217617" y="21588"/>
                </a:lnTo>
                <a:lnTo>
                  <a:pt x="217244" y="21484"/>
                </a:lnTo>
                <a:lnTo>
                  <a:pt x="216860" y="21379"/>
                </a:lnTo>
                <a:lnTo>
                  <a:pt x="216466" y="21272"/>
                </a:lnTo>
                <a:lnTo>
                  <a:pt x="216062" y="21164"/>
                </a:lnTo>
                <a:lnTo>
                  <a:pt x="215783" y="21088"/>
                </a:lnTo>
                <a:lnTo>
                  <a:pt x="215515" y="21015"/>
                </a:lnTo>
                <a:lnTo>
                  <a:pt x="215255" y="20944"/>
                </a:lnTo>
                <a:lnTo>
                  <a:pt x="215005" y="20875"/>
                </a:lnTo>
                <a:lnTo>
                  <a:pt x="214764" y="20809"/>
                </a:lnTo>
                <a:lnTo>
                  <a:pt x="214533" y="20745"/>
                </a:lnTo>
                <a:lnTo>
                  <a:pt x="214310" y="20683"/>
                </a:lnTo>
                <a:lnTo>
                  <a:pt x="214098" y="20624"/>
                </a:lnTo>
                <a:lnTo>
                  <a:pt x="213895" y="20566"/>
                </a:lnTo>
                <a:lnTo>
                  <a:pt x="213701" y="20512"/>
                </a:lnTo>
                <a:lnTo>
                  <a:pt x="213516" y="20459"/>
                </a:lnTo>
                <a:lnTo>
                  <a:pt x="213341" y="20409"/>
                </a:lnTo>
                <a:lnTo>
                  <a:pt x="213175" y="20361"/>
                </a:lnTo>
                <a:lnTo>
                  <a:pt x="213019" y="20315"/>
                </a:lnTo>
                <a:lnTo>
                  <a:pt x="212872" y="20272"/>
                </a:lnTo>
                <a:lnTo>
                  <a:pt x="212734" y="20231"/>
                </a:lnTo>
                <a:lnTo>
                  <a:pt x="212606" y="20192"/>
                </a:lnTo>
                <a:lnTo>
                  <a:pt x="212487" y="20156"/>
                </a:lnTo>
                <a:lnTo>
                  <a:pt x="212378" y="20122"/>
                </a:lnTo>
                <a:lnTo>
                  <a:pt x="212277" y="20090"/>
                </a:lnTo>
                <a:lnTo>
                  <a:pt x="212187" y="20061"/>
                </a:lnTo>
                <a:lnTo>
                  <a:pt x="212105" y="20033"/>
                </a:lnTo>
                <a:lnTo>
                  <a:pt x="212033" y="20009"/>
                </a:lnTo>
                <a:lnTo>
                  <a:pt x="211971" y="19986"/>
                </a:lnTo>
                <a:lnTo>
                  <a:pt x="211871" y="19945"/>
                </a:lnTo>
                <a:lnTo>
                  <a:pt x="211774" y="19903"/>
                </a:lnTo>
                <a:lnTo>
                  <a:pt x="211679" y="19860"/>
                </a:lnTo>
                <a:lnTo>
                  <a:pt x="211586" y="19817"/>
                </a:lnTo>
                <a:lnTo>
                  <a:pt x="211495" y="19772"/>
                </a:lnTo>
                <a:lnTo>
                  <a:pt x="211406" y="19727"/>
                </a:lnTo>
                <a:lnTo>
                  <a:pt x="211320" y="19681"/>
                </a:lnTo>
                <a:lnTo>
                  <a:pt x="211236" y="19633"/>
                </a:lnTo>
                <a:lnTo>
                  <a:pt x="211154" y="19585"/>
                </a:lnTo>
                <a:lnTo>
                  <a:pt x="211075" y="19536"/>
                </a:lnTo>
                <a:lnTo>
                  <a:pt x="210997" y="19486"/>
                </a:lnTo>
                <a:lnTo>
                  <a:pt x="210922" y="19436"/>
                </a:lnTo>
                <a:lnTo>
                  <a:pt x="210850" y="19384"/>
                </a:lnTo>
                <a:lnTo>
                  <a:pt x="210779" y="19332"/>
                </a:lnTo>
                <a:lnTo>
                  <a:pt x="210711" y="19278"/>
                </a:lnTo>
                <a:lnTo>
                  <a:pt x="210644" y="19224"/>
                </a:lnTo>
                <a:lnTo>
                  <a:pt x="210580" y="19169"/>
                </a:lnTo>
                <a:lnTo>
                  <a:pt x="210519" y="19113"/>
                </a:lnTo>
                <a:lnTo>
                  <a:pt x="210459" y="19056"/>
                </a:lnTo>
                <a:lnTo>
                  <a:pt x="210402" y="18998"/>
                </a:lnTo>
                <a:lnTo>
                  <a:pt x="210347" y="18939"/>
                </a:lnTo>
                <a:lnTo>
                  <a:pt x="210294" y="18879"/>
                </a:lnTo>
                <a:lnTo>
                  <a:pt x="210244" y="18819"/>
                </a:lnTo>
                <a:lnTo>
                  <a:pt x="210196" y="18758"/>
                </a:lnTo>
                <a:lnTo>
                  <a:pt x="210149" y="18697"/>
                </a:lnTo>
                <a:lnTo>
                  <a:pt x="210105" y="18637"/>
                </a:lnTo>
                <a:lnTo>
                  <a:pt x="210063" y="18575"/>
                </a:lnTo>
                <a:lnTo>
                  <a:pt x="210023" y="18514"/>
                </a:lnTo>
                <a:lnTo>
                  <a:pt x="209984" y="18451"/>
                </a:lnTo>
                <a:lnTo>
                  <a:pt x="209948" y="18388"/>
                </a:lnTo>
                <a:lnTo>
                  <a:pt x="209913" y="18324"/>
                </a:lnTo>
                <a:lnTo>
                  <a:pt x="209881" y="18260"/>
                </a:lnTo>
                <a:lnTo>
                  <a:pt x="209851" y="18195"/>
                </a:lnTo>
                <a:lnTo>
                  <a:pt x="209822" y="18129"/>
                </a:lnTo>
                <a:lnTo>
                  <a:pt x="209796" y="18063"/>
                </a:lnTo>
                <a:lnTo>
                  <a:pt x="209771" y="17996"/>
                </a:lnTo>
                <a:lnTo>
                  <a:pt x="209748" y="17928"/>
                </a:lnTo>
                <a:lnTo>
                  <a:pt x="209728" y="17860"/>
                </a:lnTo>
                <a:lnTo>
                  <a:pt x="209709" y="17791"/>
                </a:lnTo>
                <a:lnTo>
                  <a:pt x="209692" y="17722"/>
                </a:lnTo>
                <a:lnTo>
                  <a:pt x="209678" y="17652"/>
                </a:lnTo>
                <a:lnTo>
                  <a:pt x="209665" y="17581"/>
                </a:lnTo>
                <a:lnTo>
                  <a:pt x="209654" y="17510"/>
                </a:lnTo>
                <a:lnTo>
                  <a:pt x="209645" y="17438"/>
                </a:lnTo>
                <a:lnTo>
                  <a:pt x="209638" y="17366"/>
                </a:lnTo>
                <a:lnTo>
                  <a:pt x="209633" y="17293"/>
                </a:lnTo>
                <a:lnTo>
                  <a:pt x="209630" y="17219"/>
                </a:lnTo>
                <a:lnTo>
                  <a:pt x="209629" y="17145"/>
                </a:lnTo>
                <a:lnTo>
                  <a:pt x="209632" y="17028"/>
                </a:lnTo>
                <a:lnTo>
                  <a:pt x="209639" y="16912"/>
                </a:lnTo>
                <a:lnTo>
                  <a:pt x="209651" y="16798"/>
                </a:lnTo>
                <a:lnTo>
                  <a:pt x="209667" y="16685"/>
                </a:lnTo>
                <a:lnTo>
                  <a:pt x="209689" y="16573"/>
                </a:lnTo>
                <a:lnTo>
                  <a:pt x="209715" y="16463"/>
                </a:lnTo>
                <a:lnTo>
                  <a:pt x="209745" y="16353"/>
                </a:lnTo>
                <a:lnTo>
                  <a:pt x="209781" y="16245"/>
                </a:lnTo>
                <a:lnTo>
                  <a:pt x="209821" y="16139"/>
                </a:lnTo>
                <a:lnTo>
                  <a:pt x="209866" y="16033"/>
                </a:lnTo>
                <a:lnTo>
                  <a:pt x="209916" y="15929"/>
                </a:lnTo>
                <a:lnTo>
                  <a:pt x="209970" y="15826"/>
                </a:lnTo>
                <a:lnTo>
                  <a:pt x="210030" y="15724"/>
                </a:lnTo>
                <a:lnTo>
                  <a:pt x="210094" y="15623"/>
                </a:lnTo>
                <a:lnTo>
                  <a:pt x="210162" y="15524"/>
                </a:lnTo>
                <a:lnTo>
                  <a:pt x="210236" y="15426"/>
                </a:lnTo>
                <a:lnTo>
                  <a:pt x="210314" y="15329"/>
                </a:lnTo>
                <a:lnTo>
                  <a:pt x="210397" y="15234"/>
                </a:lnTo>
                <a:lnTo>
                  <a:pt x="210484" y="15139"/>
                </a:lnTo>
                <a:lnTo>
                  <a:pt x="210576" y="15046"/>
                </a:lnTo>
                <a:lnTo>
                  <a:pt x="210674" y="14955"/>
                </a:lnTo>
                <a:lnTo>
                  <a:pt x="210775" y="14864"/>
                </a:lnTo>
                <a:lnTo>
                  <a:pt x="210882" y="14775"/>
                </a:lnTo>
                <a:lnTo>
                  <a:pt x="210993" y="14687"/>
                </a:lnTo>
                <a:lnTo>
                  <a:pt x="211110" y="14601"/>
                </a:lnTo>
                <a:lnTo>
                  <a:pt x="211233" y="14519"/>
                </a:lnTo>
                <a:lnTo>
                  <a:pt x="211363" y="14441"/>
                </a:lnTo>
                <a:lnTo>
                  <a:pt x="211498" y="14366"/>
                </a:lnTo>
                <a:lnTo>
                  <a:pt x="211641" y="14295"/>
                </a:lnTo>
                <a:lnTo>
                  <a:pt x="211789" y="14227"/>
                </a:lnTo>
                <a:lnTo>
                  <a:pt x="211944" y="14163"/>
                </a:lnTo>
                <a:lnTo>
                  <a:pt x="212105" y="14103"/>
                </a:lnTo>
                <a:lnTo>
                  <a:pt x="212273" y="14047"/>
                </a:lnTo>
                <a:lnTo>
                  <a:pt x="212447" y="13994"/>
                </a:lnTo>
                <a:lnTo>
                  <a:pt x="212627" y="13945"/>
                </a:lnTo>
                <a:lnTo>
                  <a:pt x="212813" y="13899"/>
                </a:lnTo>
                <a:lnTo>
                  <a:pt x="213006" y="13857"/>
                </a:lnTo>
                <a:lnTo>
                  <a:pt x="213206" y="13819"/>
                </a:lnTo>
                <a:lnTo>
                  <a:pt x="213411" y="13784"/>
                </a:lnTo>
                <a:lnTo>
                  <a:pt x="213623" y="13753"/>
                </a:lnTo>
                <a:lnTo>
                  <a:pt x="213842" y="13726"/>
                </a:lnTo>
                <a:lnTo>
                  <a:pt x="214066" y="13702"/>
                </a:lnTo>
                <a:lnTo>
                  <a:pt x="214297" y="13682"/>
                </a:lnTo>
                <a:lnTo>
                  <a:pt x="214535" y="13666"/>
                </a:lnTo>
                <a:lnTo>
                  <a:pt x="214778" y="13653"/>
                </a:lnTo>
                <a:lnTo>
                  <a:pt x="215028" y="13644"/>
                </a:lnTo>
                <a:lnTo>
                  <a:pt x="215285" y="13638"/>
                </a:lnTo>
                <a:lnTo>
                  <a:pt x="215547" y="13637"/>
                </a:lnTo>
                <a:lnTo>
                  <a:pt x="215770" y="13639"/>
                </a:lnTo>
                <a:lnTo>
                  <a:pt x="215989" y="13645"/>
                </a:lnTo>
                <a:lnTo>
                  <a:pt x="216204" y="13655"/>
                </a:lnTo>
                <a:lnTo>
                  <a:pt x="216414" y="13669"/>
                </a:lnTo>
                <a:lnTo>
                  <a:pt x="216620" y="13688"/>
                </a:lnTo>
                <a:lnTo>
                  <a:pt x="216822" y="13711"/>
                </a:lnTo>
                <a:lnTo>
                  <a:pt x="217019" y="13737"/>
                </a:lnTo>
                <a:lnTo>
                  <a:pt x="217213" y="13768"/>
                </a:lnTo>
                <a:lnTo>
                  <a:pt x="217402" y="13803"/>
                </a:lnTo>
                <a:lnTo>
                  <a:pt x="217586" y="13842"/>
                </a:lnTo>
                <a:lnTo>
                  <a:pt x="217767" y="13885"/>
                </a:lnTo>
                <a:lnTo>
                  <a:pt x="217943" y="13932"/>
                </a:lnTo>
                <a:lnTo>
                  <a:pt x="218115" y="13984"/>
                </a:lnTo>
                <a:lnTo>
                  <a:pt x="218283" y="14039"/>
                </a:lnTo>
                <a:lnTo>
                  <a:pt x="218447" y="14099"/>
                </a:lnTo>
                <a:lnTo>
                  <a:pt x="218606" y="14163"/>
                </a:lnTo>
                <a:lnTo>
                  <a:pt x="218761" y="14230"/>
                </a:lnTo>
                <a:lnTo>
                  <a:pt x="218912" y="14302"/>
                </a:lnTo>
                <a:lnTo>
                  <a:pt x="219059" y="14378"/>
                </a:lnTo>
                <a:lnTo>
                  <a:pt x="219201" y="14458"/>
                </a:lnTo>
                <a:lnTo>
                  <a:pt x="219339" y="14543"/>
                </a:lnTo>
                <a:lnTo>
                  <a:pt x="219473" y="14631"/>
                </a:lnTo>
                <a:lnTo>
                  <a:pt x="219603" y="14724"/>
                </a:lnTo>
                <a:lnTo>
                  <a:pt x="219728" y="14820"/>
                </a:lnTo>
                <a:lnTo>
                  <a:pt x="219850" y="14920"/>
                </a:lnTo>
                <a:lnTo>
                  <a:pt x="219967" y="15024"/>
                </a:lnTo>
                <a:lnTo>
                  <a:pt x="220080" y="15130"/>
                </a:lnTo>
                <a:lnTo>
                  <a:pt x="220189" y="15240"/>
                </a:lnTo>
                <a:lnTo>
                  <a:pt x="220294" y="15353"/>
                </a:lnTo>
                <a:lnTo>
                  <a:pt x="220395" y="15470"/>
                </a:lnTo>
                <a:lnTo>
                  <a:pt x="220492" y="15589"/>
                </a:lnTo>
                <a:lnTo>
                  <a:pt x="220584" y="15712"/>
                </a:lnTo>
                <a:lnTo>
                  <a:pt x="220673" y="15838"/>
                </a:lnTo>
                <a:lnTo>
                  <a:pt x="220758" y="15967"/>
                </a:lnTo>
                <a:lnTo>
                  <a:pt x="220838" y="16100"/>
                </a:lnTo>
                <a:lnTo>
                  <a:pt x="220915" y="16235"/>
                </a:lnTo>
                <a:lnTo>
                  <a:pt x="220988" y="16374"/>
                </a:lnTo>
                <a:lnTo>
                  <a:pt x="221056" y="16516"/>
                </a:lnTo>
                <a:lnTo>
                  <a:pt x="221120" y="16661"/>
                </a:lnTo>
                <a:lnTo>
                  <a:pt x="221181" y="16810"/>
                </a:lnTo>
                <a:lnTo>
                  <a:pt x="221237" y="16962"/>
                </a:lnTo>
                <a:lnTo>
                  <a:pt x="221289" y="17116"/>
                </a:lnTo>
                <a:lnTo>
                  <a:pt x="221337" y="17275"/>
                </a:lnTo>
                <a:lnTo>
                  <a:pt x="221381" y="17436"/>
                </a:lnTo>
                <a:lnTo>
                  <a:pt x="221421" y="17601"/>
                </a:lnTo>
                <a:lnTo>
                  <a:pt x="221457" y="17768"/>
                </a:lnTo>
                <a:lnTo>
                  <a:pt x="221489" y="17939"/>
                </a:lnTo>
                <a:lnTo>
                  <a:pt x="221516" y="18113"/>
                </a:lnTo>
                <a:lnTo>
                  <a:pt x="226045" y="17496"/>
                </a:lnTo>
                <a:lnTo>
                  <a:pt x="226007" y="17276"/>
                </a:lnTo>
                <a:lnTo>
                  <a:pt x="225967" y="17059"/>
                </a:lnTo>
                <a:lnTo>
                  <a:pt x="225924" y="16846"/>
                </a:lnTo>
                <a:lnTo>
                  <a:pt x="225879" y="16637"/>
                </a:lnTo>
                <a:lnTo>
                  <a:pt x="225831" y="16431"/>
                </a:lnTo>
                <a:lnTo>
                  <a:pt x="225781" y="16229"/>
                </a:lnTo>
                <a:lnTo>
                  <a:pt x="225728" y="16031"/>
                </a:lnTo>
                <a:lnTo>
                  <a:pt x="225673" y="15837"/>
                </a:lnTo>
                <a:lnTo>
                  <a:pt x="225615" y="15646"/>
                </a:lnTo>
                <a:lnTo>
                  <a:pt x="225555" y="15459"/>
                </a:lnTo>
                <a:lnTo>
                  <a:pt x="225493" y="15276"/>
                </a:lnTo>
                <a:lnTo>
                  <a:pt x="225427" y="15097"/>
                </a:lnTo>
                <a:lnTo>
                  <a:pt x="225360" y="14921"/>
                </a:lnTo>
                <a:lnTo>
                  <a:pt x="225289" y="14749"/>
                </a:lnTo>
                <a:lnTo>
                  <a:pt x="225217" y="14581"/>
                </a:lnTo>
                <a:lnTo>
                  <a:pt x="225141" y="14417"/>
                </a:lnTo>
                <a:lnTo>
                  <a:pt x="225064" y="14256"/>
                </a:lnTo>
                <a:lnTo>
                  <a:pt x="224983" y="14099"/>
                </a:lnTo>
                <a:lnTo>
                  <a:pt x="224901" y="13946"/>
                </a:lnTo>
                <a:lnTo>
                  <a:pt x="224816" y="13796"/>
                </a:lnTo>
                <a:lnTo>
                  <a:pt x="224728" y="13650"/>
                </a:lnTo>
                <a:lnTo>
                  <a:pt x="224638" y="13508"/>
                </a:lnTo>
                <a:lnTo>
                  <a:pt x="224545" y="13370"/>
                </a:lnTo>
                <a:lnTo>
                  <a:pt x="224450" y="13235"/>
                </a:lnTo>
                <a:lnTo>
                  <a:pt x="224351" y="13104"/>
                </a:lnTo>
                <a:lnTo>
                  <a:pt x="224248" y="12974"/>
                </a:lnTo>
                <a:lnTo>
                  <a:pt x="224140" y="12847"/>
                </a:lnTo>
                <a:lnTo>
                  <a:pt x="224028" y="12723"/>
                </a:lnTo>
                <a:lnTo>
                  <a:pt x="223912" y="12600"/>
                </a:lnTo>
                <a:lnTo>
                  <a:pt x="223791" y="12480"/>
                </a:lnTo>
                <a:lnTo>
                  <a:pt x="223666" y="12362"/>
                </a:lnTo>
                <a:lnTo>
                  <a:pt x="223536" y="12246"/>
                </a:lnTo>
                <a:lnTo>
                  <a:pt x="223402" y="12133"/>
                </a:lnTo>
                <a:lnTo>
                  <a:pt x="223264" y="12022"/>
                </a:lnTo>
                <a:lnTo>
                  <a:pt x="223121" y="11914"/>
                </a:lnTo>
                <a:lnTo>
                  <a:pt x="222973" y="11807"/>
                </a:lnTo>
                <a:lnTo>
                  <a:pt x="222822" y="11703"/>
                </a:lnTo>
                <a:lnTo>
                  <a:pt x="222665" y="11601"/>
                </a:lnTo>
                <a:lnTo>
                  <a:pt x="222505" y="11502"/>
                </a:lnTo>
                <a:lnTo>
                  <a:pt x="222340" y="11405"/>
                </a:lnTo>
                <a:lnTo>
                  <a:pt x="222170" y="11310"/>
                </a:lnTo>
                <a:lnTo>
                  <a:pt x="221996" y="11217"/>
                </a:lnTo>
                <a:lnTo>
                  <a:pt x="221818" y="11127"/>
                </a:lnTo>
                <a:lnTo>
                  <a:pt x="221635" y="11039"/>
                </a:lnTo>
                <a:lnTo>
                  <a:pt x="221448" y="10953"/>
                </a:lnTo>
                <a:lnTo>
                  <a:pt x="221257" y="10870"/>
                </a:lnTo>
                <a:lnTo>
                  <a:pt x="221061" y="10789"/>
                </a:lnTo>
                <a:lnTo>
                  <a:pt x="220860" y="10710"/>
                </a:lnTo>
                <a:lnTo>
                  <a:pt x="220656" y="10634"/>
                </a:lnTo>
                <a:lnTo>
                  <a:pt x="220450" y="10561"/>
                </a:lnTo>
                <a:lnTo>
                  <a:pt x="220240" y="10491"/>
                </a:lnTo>
                <a:lnTo>
                  <a:pt x="220028" y="10425"/>
                </a:lnTo>
                <a:lnTo>
                  <a:pt x="219813" y="10362"/>
                </a:lnTo>
                <a:lnTo>
                  <a:pt x="219596" y="10302"/>
                </a:lnTo>
                <a:lnTo>
                  <a:pt x="219375" y="10245"/>
                </a:lnTo>
                <a:lnTo>
                  <a:pt x="219152" y="10192"/>
                </a:lnTo>
                <a:lnTo>
                  <a:pt x="218926" y="10141"/>
                </a:lnTo>
                <a:lnTo>
                  <a:pt x="218698" y="10095"/>
                </a:lnTo>
                <a:lnTo>
                  <a:pt x="218467" y="10051"/>
                </a:lnTo>
                <a:lnTo>
                  <a:pt x="218233" y="10010"/>
                </a:lnTo>
                <a:lnTo>
                  <a:pt x="217996" y="9973"/>
                </a:lnTo>
                <a:lnTo>
                  <a:pt x="217757" y="9939"/>
                </a:lnTo>
                <a:lnTo>
                  <a:pt x="217515" y="9908"/>
                </a:lnTo>
                <a:lnTo>
                  <a:pt x="217270" y="9881"/>
                </a:lnTo>
                <a:lnTo>
                  <a:pt x="217022" y="9857"/>
                </a:lnTo>
                <a:lnTo>
                  <a:pt x="216772" y="9835"/>
                </a:lnTo>
                <a:lnTo>
                  <a:pt x="216519" y="9818"/>
                </a:lnTo>
                <a:lnTo>
                  <a:pt x="216263" y="9803"/>
                </a:lnTo>
                <a:lnTo>
                  <a:pt x="216005" y="9792"/>
                </a:lnTo>
                <a:lnTo>
                  <a:pt x="215743" y="9784"/>
                </a:lnTo>
                <a:lnTo>
                  <a:pt x="215479" y="9779"/>
                </a:lnTo>
                <a:lnTo>
                  <a:pt x="215213" y="9777"/>
                </a:lnTo>
                <a:lnTo>
                  <a:pt x="215035" y="9778"/>
                </a:lnTo>
                <a:lnTo>
                  <a:pt x="214859" y="9781"/>
                </a:lnTo>
                <a:lnTo>
                  <a:pt x="214683" y="9786"/>
                </a:lnTo>
                <a:lnTo>
                  <a:pt x="214508" y="9793"/>
                </a:lnTo>
                <a:lnTo>
                  <a:pt x="214335" y="9801"/>
                </a:lnTo>
                <a:lnTo>
                  <a:pt x="214162" y="9812"/>
                </a:lnTo>
                <a:lnTo>
                  <a:pt x="213990" y="9824"/>
                </a:lnTo>
                <a:lnTo>
                  <a:pt x="213819" y="9839"/>
                </a:lnTo>
                <a:lnTo>
                  <a:pt x="213649" y="9855"/>
                </a:lnTo>
                <a:lnTo>
                  <a:pt x="213480" y="9873"/>
                </a:lnTo>
                <a:lnTo>
                  <a:pt x="213312" y="9894"/>
                </a:lnTo>
                <a:lnTo>
                  <a:pt x="213145" y="9916"/>
                </a:lnTo>
                <a:lnTo>
                  <a:pt x="212979" y="9940"/>
                </a:lnTo>
                <a:lnTo>
                  <a:pt x="212813" y="9966"/>
                </a:lnTo>
                <a:lnTo>
                  <a:pt x="212649" y="9994"/>
                </a:lnTo>
                <a:lnTo>
                  <a:pt x="212485" y="10023"/>
                </a:lnTo>
                <a:lnTo>
                  <a:pt x="212323" y="10055"/>
                </a:lnTo>
                <a:lnTo>
                  <a:pt x="212161" y="10089"/>
                </a:lnTo>
                <a:lnTo>
                  <a:pt x="212001" y="10124"/>
                </a:lnTo>
                <a:lnTo>
                  <a:pt x="211841" y="10162"/>
                </a:lnTo>
                <a:lnTo>
                  <a:pt x="211682" y="10201"/>
                </a:lnTo>
                <a:lnTo>
                  <a:pt x="211525" y="10243"/>
                </a:lnTo>
                <a:lnTo>
                  <a:pt x="211368" y="10286"/>
                </a:lnTo>
                <a:lnTo>
                  <a:pt x="211212" y="10331"/>
                </a:lnTo>
                <a:lnTo>
                  <a:pt x="211058" y="10378"/>
                </a:lnTo>
                <a:lnTo>
                  <a:pt x="210906" y="10425"/>
                </a:lnTo>
                <a:lnTo>
                  <a:pt x="210758" y="10473"/>
                </a:lnTo>
                <a:lnTo>
                  <a:pt x="210612" y="10522"/>
                </a:lnTo>
                <a:lnTo>
                  <a:pt x="210469" y="10572"/>
                </a:lnTo>
                <a:lnTo>
                  <a:pt x="210328" y="10623"/>
                </a:lnTo>
                <a:lnTo>
                  <a:pt x="210190" y="10675"/>
                </a:lnTo>
                <a:lnTo>
                  <a:pt x="210055" y="10727"/>
                </a:lnTo>
                <a:lnTo>
                  <a:pt x="209923" y="10781"/>
                </a:lnTo>
                <a:lnTo>
                  <a:pt x="209794" y="10835"/>
                </a:lnTo>
                <a:lnTo>
                  <a:pt x="209667" y="10890"/>
                </a:lnTo>
                <a:lnTo>
                  <a:pt x="209543" y="10946"/>
                </a:lnTo>
                <a:lnTo>
                  <a:pt x="209421" y="11002"/>
                </a:lnTo>
                <a:lnTo>
                  <a:pt x="209303" y="11060"/>
                </a:lnTo>
                <a:lnTo>
                  <a:pt x="209187" y="11118"/>
                </a:lnTo>
                <a:lnTo>
                  <a:pt x="209073" y="11178"/>
                </a:lnTo>
                <a:lnTo>
                  <a:pt x="208963" y="11238"/>
                </a:lnTo>
                <a:lnTo>
                  <a:pt x="208855" y="11299"/>
                </a:lnTo>
                <a:lnTo>
                  <a:pt x="208750" y="11361"/>
                </a:lnTo>
                <a:lnTo>
                  <a:pt x="208648" y="11423"/>
                </a:lnTo>
                <a:lnTo>
                  <a:pt x="208548" y="11487"/>
                </a:lnTo>
                <a:lnTo>
                  <a:pt x="208451" y="11551"/>
                </a:lnTo>
                <a:lnTo>
                  <a:pt x="208357" y="11617"/>
                </a:lnTo>
                <a:lnTo>
                  <a:pt x="208266" y="11683"/>
                </a:lnTo>
                <a:lnTo>
                  <a:pt x="208147" y="11769"/>
                </a:lnTo>
                <a:lnTo>
                  <a:pt x="208030" y="11858"/>
                </a:lnTo>
                <a:lnTo>
                  <a:pt x="207915" y="11948"/>
                </a:lnTo>
                <a:lnTo>
                  <a:pt x="207802" y="12041"/>
                </a:lnTo>
                <a:lnTo>
                  <a:pt x="207692" y="12135"/>
                </a:lnTo>
                <a:lnTo>
                  <a:pt x="207583" y="12231"/>
                </a:lnTo>
                <a:lnTo>
                  <a:pt x="207477" y="12329"/>
                </a:lnTo>
                <a:lnTo>
                  <a:pt x="207372" y="12428"/>
                </a:lnTo>
                <a:lnTo>
                  <a:pt x="207270" y="12530"/>
                </a:lnTo>
                <a:lnTo>
                  <a:pt x="207170" y="12633"/>
                </a:lnTo>
                <a:lnTo>
                  <a:pt x="207072" y="12738"/>
                </a:lnTo>
                <a:lnTo>
                  <a:pt x="206976" y="12845"/>
                </a:lnTo>
                <a:lnTo>
                  <a:pt x="206882" y="12954"/>
                </a:lnTo>
                <a:lnTo>
                  <a:pt x="206791" y="13064"/>
                </a:lnTo>
                <a:lnTo>
                  <a:pt x="206701" y="13177"/>
                </a:lnTo>
                <a:lnTo>
                  <a:pt x="206613" y="13291"/>
                </a:lnTo>
                <a:lnTo>
                  <a:pt x="206528" y="13407"/>
                </a:lnTo>
                <a:lnTo>
                  <a:pt x="206445" y="13525"/>
                </a:lnTo>
                <a:lnTo>
                  <a:pt x="206363" y="13645"/>
                </a:lnTo>
                <a:lnTo>
                  <a:pt x="206284" y="13766"/>
                </a:lnTo>
                <a:lnTo>
                  <a:pt x="206207" y="13890"/>
                </a:lnTo>
                <a:lnTo>
                  <a:pt x="206132" y="14015"/>
                </a:lnTo>
                <a:lnTo>
                  <a:pt x="206060" y="14142"/>
                </a:lnTo>
                <a:lnTo>
                  <a:pt x="205989" y="14271"/>
                </a:lnTo>
                <a:lnTo>
                  <a:pt x="205921" y="14401"/>
                </a:lnTo>
                <a:lnTo>
                  <a:pt x="205855" y="14533"/>
                </a:lnTo>
                <a:lnTo>
                  <a:pt x="205793" y="14665"/>
                </a:lnTo>
                <a:lnTo>
                  <a:pt x="205733" y="14798"/>
                </a:lnTo>
                <a:lnTo>
                  <a:pt x="205677" y="14932"/>
                </a:lnTo>
                <a:lnTo>
                  <a:pt x="205623" y="15067"/>
                </a:lnTo>
                <a:lnTo>
                  <a:pt x="205572" y="15203"/>
                </a:lnTo>
                <a:lnTo>
                  <a:pt x="205524" y="15340"/>
                </a:lnTo>
                <a:lnTo>
                  <a:pt x="205479" y="15478"/>
                </a:lnTo>
                <a:lnTo>
                  <a:pt x="205437" y="15616"/>
                </a:lnTo>
                <a:lnTo>
                  <a:pt x="205398" y="15756"/>
                </a:lnTo>
                <a:lnTo>
                  <a:pt x="205362" y="15897"/>
                </a:lnTo>
                <a:lnTo>
                  <a:pt x="205328" y="16038"/>
                </a:lnTo>
                <a:lnTo>
                  <a:pt x="205298" y="16181"/>
                </a:lnTo>
                <a:lnTo>
                  <a:pt x="205270" y="16324"/>
                </a:lnTo>
                <a:lnTo>
                  <a:pt x="205245" y="16469"/>
                </a:lnTo>
                <a:lnTo>
                  <a:pt x="205224" y="16614"/>
                </a:lnTo>
                <a:lnTo>
                  <a:pt x="205205" y="16760"/>
                </a:lnTo>
                <a:lnTo>
                  <a:pt x="205189" y="16907"/>
                </a:lnTo>
                <a:lnTo>
                  <a:pt x="205176" y="17056"/>
                </a:lnTo>
                <a:lnTo>
                  <a:pt x="205166" y="17205"/>
                </a:lnTo>
                <a:lnTo>
                  <a:pt x="205158" y="17355"/>
                </a:lnTo>
                <a:lnTo>
                  <a:pt x="205154" y="17506"/>
                </a:lnTo>
                <a:lnTo>
                  <a:pt x="205153" y="17658"/>
                </a:lnTo>
                <a:lnTo>
                  <a:pt x="205154" y="17824"/>
                </a:lnTo>
                <a:lnTo>
                  <a:pt x="205160" y="17990"/>
                </a:lnTo>
                <a:lnTo>
                  <a:pt x="205168" y="18154"/>
                </a:lnTo>
                <a:lnTo>
                  <a:pt x="205181" y="18317"/>
                </a:lnTo>
                <a:lnTo>
                  <a:pt x="205197" y="18479"/>
                </a:lnTo>
                <a:lnTo>
                  <a:pt x="205216" y="18640"/>
                </a:lnTo>
                <a:lnTo>
                  <a:pt x="205239" y="18800"/>
                </a:lnTo>
                <a:lnTo>
                  <a:pt x="205265" y="18958"/>
                </a:lnTo>
                <a:lnTo>
                  <a:pt x="205295" y="19115"/>
                </a:lnTo>
                <a:lnTo>
                  <a:pt x="205329" y="19271"/>
                </a:lnTo>
                <a:lnTo>
                  <a:pt x="205366" y="19426"/>
                </a:lnTo>
                <a:lnTo>
                  <a:pt x="205407" y="19579"/>
                </a:lnTo>
                <a:lnTo>
                  <a:pt x="205451" y="19732"/>
                </a:lnTo>
                <a:lnTo>
                  <a:pt x="205498" y="19883"/>
                </a:lnTo>
                <a:lnTo>
                  <a:pt x="205550" y="20033"/>
                </a:lnTo>
                <a:lnTo>
                  <a:pt x="205604" y="20181"/>
                </a:lnTo>
                <a:lnTo>
                  <a:pt x="205662" y="20329"/>
                </a:lnTo>
                <a:lnTo>
                  <a:pt x="205724" y="20475"/>
                </a:lnTo>
                <a:lnTo>
                  <a:pt x="205790" y="20620"/>
                </a:lnTo>
                <a:lnTo>
                  <a:pt x="205858" y="20764"/>
                </a:lnTo>
                <a:lnTo>
                  <a:pt x="205931" y="20907"/>
                </a:lnTo>
                <a:lnTo>
                  <a:pt x="206007" y="21048"/>
                </a:lnTo>
                <a:lnTo>
                  <a:pt x="206086" y="21188"/>
                </a:lnTo>
                <a:lnTo>
                  <a:pt x="206169" y="21327"/>
                </a:lnTo>
                <a:lnTo>
                  <a:pt x="206255" y="21464"/>
                </a:lnTo>
                <a:lnTo>
                  <a:pt x="206345" y="21599"/>
                </a:lnTo>
                <a:lnTo>
                  <a:pt x="206438" y="21731"/>
                </a:lnTo>
                <a:lnTo>
                  <a:pt x="206534" y="21861"/>
                </a:lnTo>
                <a:lnTo>
                  <a:pt x="206634" y="21988"/>
                </a:lnTo>
                <a:lnTo>
                  <a:pt x="206737" y="22113"/>
                </a:lnTo>
                <a:lnTo>
                  <a:pt x="206843" y="22235"/>
                </a:lnTo>
                <a:lnTo>
                  <a:pt x="206952" y="22355"/>
                </a:lnTo>
                <a:lnTo>
                  <a:pt x="207065" y="22472"/>
                </a:lnTo>
                <a:lnTo>
                  <a:pt x="207181" y="22586"/>
                </a:lnTo>
                <a:lnTo>
                  <a:pt x="207300" y="22698"/>
                </a:lnTo>
                <a:lnTo>
                  <a:pt x="207423" y="22808"/>
                </a:lnTo>
                <a:lnTo>
                  <a:pt x="207549" y="22915"/>
                </a:lnTo>
                <a:lnTo>
                  <a:pt x="207679" y="23020"/>
                </a:lnTo>
                <a:lnTo>
                  <a:pt x="207811" y="23122"/>
                </a:lnTo>
                <a:lnTo>
                  <a:pt x="207947" y="23222"/>
                </a:lnTo>
                <a:lnTo>
                  <a:pt x="208086" y="23319"/>
                </a:lnTo>
                <a:lnTo>
                  <a:pt x="208229" y="23413"/>
                </a:lnTo>
                <a:lnTo>
                  <a:pt x="208375" y="23505"/>
                </a:lnTo>
                <a:lnTo>
                  <a:pt x="208524" y="23595"/>
                </a:lnTo>
                <a:lnTo>
                  <a:pt x="208676" y="23682"/>
                </a:lnTo>
                <a:lnTo>
                  <a:pt x="208832" y="23767"/>
                </a:lnTo>
                <a:lnTo>
                  <a:pt x="208991" y="23849"/>
                </a:lnTo>
                <a:lnTo>
                  <a:pt x="209153" y="23928"/>
                </a:lnTo>
                <a:lnTo>
                  <a:pt x="209323" y="24007"/>
                </a:lnTo>
                <a:lnTo>
                  <a:pt x="209503" y="24087"/>
                </a:lnTo>
                <a:lnTo>
                  <a:pt x="209694" y="24169"/>
                </a:lnTo>
                <a:lnTo>
                  <a:pt x="209896" y="24251"/>
                </a:lnTo>
                <a:lnTo>
                  <a:pt x="210109" y="24335"/>
                </a:lnTo>
                <a:lnTo>
                  <a:pt x="210333" y="24420"/>
                </a:lnTo>
                <a:lnTo>
                  <a:pt x="210568" y="24506"/>
                </a:lnTo>
                <a:lnTo>
                  <a:pt x="210813" y="24594"/>
                </a:lnTo>
                <a:lnTo>
                  <a:pt x="211069" y="24682"/>
                </a:lnTo>
                <a:lnTo>
                  <a:pt x="211336" y="24772"/>
                </a:lnTo>
                <a:lnTo>
                  <a:pt x="211614" y="24863"/>
                </a:lnTo>
                <a:lnTo>
                  <a:pt x="211903" y="24955"/>
                </a:lnTo>
                <a:lnTo>
                  <a:pt x="212203" y="25048"/>
                </a:lnTo>
                <a:lnTo>
                  <a:pt x="212514" y="25143"/>
                </a:lnTo>
                <a:lnTo>
                  <a:pt x="212835" y="25239"/>
                </a:lnTo>
                <a:lnTo>
                  <a:pt x="213167" y="25336"/>
                </a:lnTo>
                <a:lnTo>
                  <a:pt x="213510" y="25434"/>
                </a:lnTo>
                <a:lnTo>
                  <a:pt x="213864" y="25534"/>
                </a:lnTo>
                <a:lnTo>
                  <a:pt x="214229" y="25634"/>
                </a:lnTo>
                <a:lnTo>
                  <a:pt x="214605" y="25736"/>
                </a:lnTo>
                <a:lnTo>
                  <a:pt x="214991" y="25839"/>
                </a:lnTo>
                <a:lnTo>
                  <a:pt x="215389" y="25943"/>
                </a:lnTo>
                <a:lnTo>
                  <a:pt x="215797" y="26049"/>
                </a:lnTo>
                <a:lnTo>
                  <a:pt x="216216" y="26156"/>
                </a:lnTo>
                <a:lnTo>
                  <a:pt x="216526" y="26234"/>
                </a:lnTo>
                <a:lnTo>
                  <a:pt x="216827" y="26311"/>
                </a:lnTo>
                <a:lnTo>
                  <a:pt x="217118" y="26387"/>
                </a:lnTo>
                <a:lnTo>
                  <a:pt x="217398" y="26461"/>
                </a:lnTo>
                <a:lnTo>
                  <a:pt x="217669" y="26535"/>
                </a:lnTo>
                <a:lnTo>
                  <a:pt x="217930" y="26607"/>
                </a:lnTo>
                <a:lnTo>
                  <a:pt x="218182" y="26678"/>
                </a:lnTo>
                <a:lnTo>
                  <a:pt x="218423" y="26748"/>
                </a:lnTo>
                <a:lnTo>
                  <a:pt x="218655" y="26817"/>
                </a:lnTo>
                <a:lnTo>
                  <a:pt x="218877" y="26885"/>
                </a:lnTo>
                <a:lnTo>
                  <a:pt x="219089" y="26952"/>
                </a:lnTo>
                <a:lnTo>
                  <a:pt x="219291" y="27017"/>
                </a:lnTo>
                <a:lnTo>
                  <a:pt x="219483" y="27082"/>
                </a:lnTo>
                <a:lnTo>
                  <a:pt x="219666" y="27145"/>
                </a:lnTo>
                <a:lnTo>
                  <a:pt x="219838" y="27207"/>
                </a:lnTo>
                <a:lnTo>
                  <a:pt x="220001" y="27268"/>
                </a:lnTo>
                <a:lnTo>
                  <a:pt x="220154" y="27327"/>
                </a:lnTo>
                <a:lnTo>
                  <a:pt x="220298" y="27386"/>
                </a:lnTo>
                <a:lnTo>
                  <a:pt x="220431" y="27443"/>
                </a:lnTo>
                <a:lnTo>
                  <a:pt x="220554" y="27500"/>
                </a:lnTo>
                <a:lnTo>
                  <a:pt x="220668" y="27555"/>
                </a:lnTo>
                <a:lnTo>
                  <a:pt x="220772" y="27609"/>
                </a:lnTo>
                <a:lnTo>
                  <a:pt x="220866" y="27661"/>
                </a:lnTo>
                <a:lnTo>
                  <a:pt x="220950" y="27713"/>
                </a:lnTo>
                <a:lnTo>
                  <a:pt x="221062" y="27789"/>
                </a:lnTo>
                <a:lnTo>
                  <a:pt x="221168" y="27866"/>
                </a:lnTo>
                <a:lnTo>
                  <a:pt x="221270" y="27947"/>
                </a:lnTo>
                <a:lnTo>
                  <a:pt x="221367" y="28029"/>
                </a:lnTo>
                <a:lnTo>
                  <a:pt x="221459" y="28114"/>
                </a:lnTo>
                <a:lnTo>
                  <a:pt x="221547" y="28201"/>
                </a:lnTo>
                <a:lnTo>
                  <a:pt x="221630" y="28291"/>
                </a:lnTo>
                <a:lnTo>
                  <a:pt x="221708" y="28382"/>
                </a:lnTo>
                <a:lnTo>
                  <a:pt x="221781" y="28476"/>
                </a:lnTo>
                <a:lnTo>
                  <a:pt x="221850" y="28573"/>
                </a:lnTo>
                <a:lnTo>
                  <a:pt x="221914" y="28671"/>
                </a:lnTo>
                <a:lnTo>
                  <a:pt x="221973" y="28772"/>
                </a:lnTo>
                <a:lnTo>
                  <a:pt x="222028" y="28876"/>
                </a:lnTo>
                <a:lnTo>
                  <a:pt x="222077" y="28981"/>
                </a:lnTo>
                <a:lnTo>
                  <a:pt x="222122" y="29089"/>
                </a:lnTo>
                <a:lnTo>
                  <a:pt x="222163" y="29199"/>
                </a:lnTo>
                <a:lnTo>
                  <a:pt x="222198" y="29312"/>
                </a:lnTo>
                <a:lnTo>
                  <a:pt x="222229" y="29426"/>
                </a:lnTo>
                <a:lnTo>
                  <a:pt x="222255" y="29544"/>
                </a:lnTo>
                <a:lnTo>
                  <a:pt x="222276" y="29663"/>
                </a:lnTo>
                <a:lnTo>
                  <a:pt x="222293" y="29785"/>
                </a:lnTo>
                <a:lnTo>
                  <a:pt x="222305" y="29909"/>
                </a:lnTo>
                <a:lnTo>
                  <a:pt x="222312" y="30035"/>
                </a:lnTo>
                <a:lnTo>
                  <a:pt x="222314" y="30164"/>
                </a:lnTo>
                <a:lnTo>
                  <a:pt x="222311" y="30308"/>
                </a:lnTo>
                <a:lnTo>
                  <a:pt x="222303" y="30450"/>
                </a:lnTo>
                <a:lnTo>
                  <a:pt x="222290" y="30591"/>
                </a:lnTo>
                <a:lnTo>
                  <a:pt x="222271" y="30730"/>
                </a:lnTo>
                <a:lnTo>
                  <a:pt x="222247" y="30867"/>
                </a:lnTo>
                <a:lnTo>
                  <a:pt x="222218" y="31003"/>
                </a:lnTo>
                <a:lnTo>
                  <a:pt x="222183" y="31138"/>
                </a:lnTo>
                <a:lnTo>
                  <a:pt x="222143" y="31271"/>
                </a:lnTo>
                <a:lnTo>
                  <a:pt x="222097" y="31402"/>
                </a:lnTo>
                <a:lnTo>
                  <a:pt x="222046" y="31532"/>
                </a:lnTo>
                <a:lnTo>
                  <a:pt x="221990" y="31661"/>
                </a:lnTo>
                <a:lnTo>
                  <a:pt x="221928" y="31787"/>
                </a:lnTo>
                <a:lnTo>
                  <a:pt x="221861" y="31913"/>
                </a:lnTo>
                <a:lnTo>
                  <a:pt x="221789" y="32036"/>
                </a:lnTo>
                <a:lnTo>
                  <a:pt x="221711" y="32159"/>
                </a:lnTo>
                <a:lnTo>
                  <a:pt x="221628" y="32279"/>
                </a:lnTo>
                <a:lnTo>
                  <a:pt x="221540" y="32398"/>
                </a:lnTo>
                <a:lnTo>
                  <a:pt x="221446" y="32516"/>
                </a:lnTo>
                <a:lnTo>
                  <a:pt x="221347" y="32632"/>
                </a:lnTo>
                <a:lnTo>
                  <a:pt x="221242" y="32746"/>
                </a:lnTo>
                <a:lnTo>
                  <a:pt x="221132" y="32859"/>
                </a:lnTo>
                <a:lnTo>
                  <a:pt x="221017" y="32970"/>
                </a:lnTo>
                <a:lnTo>
                  <a:pt x="220896" y="33080"/>
                </a:lnTo>
                <a:lnTo>
                  <a:pt x="220770" y="33188"/>
                </a:lnTo>
                <a:lnTo>
                  <a:pt x="220639" y="33294"/>
                </a:lnTo>
                <a:lnTo>
                  <a:pt x="220502" y="33394"/>
                </a:lnTo>
                <a:lnTo>
                  <a:pt x="220359" y="33491"/>
                </a:lnTo>
                <a:lnTo>
                  <a:pt x="220210" y="33582"/>
                </a:lnTo>
                <a:lnTo>
                  <a:pt x="220056" y="33670"/>
                </a:lnTo>
                <a:lnTo>
                  <a:pt x="219896" y="33752"/>
                </a:lnTo>
                <a:lnTo>
                  <a:pt x="219730" y="33831"/>
                </a:lnTo>
                <a:lnTo>
                  <a:pt x="219558" y="33905"/>
                </a:lnTo>
                <a:lnTo>
                  <a:pt x="219381" y="33974"/>
                </a:lnTo>
                <a:lnTo>
                  <a:pt x="219198" y="34039"/>
                </a:lnTo>
                <a:lnTo>
                  <a:pt x="219009" y="34099"/>
                </a:lnTo>
                <a:lnTo>
                  <a:pt x="218815" y="34155"/>
                </a:lnTo>
                <a:lnTo>
                  <a:pt x="218615" y="34207"/>
                </a:lnTo>
                <a:lnTo>
                  <a:pt x="218409" y="34254"/>
                </a:lnTo>
                <a:lnTo>
                  <a:pt x="218197" y="34296"/>
                </a:lnTo>
                <a:lnTo>
                  <a:pt x="217980" y="34334"/>
                </a:lnTo>
                <a:lnTo>
                  <a:pt x="217757" y="34368"/>
                </a:lnTo>
                <a:lnTo>
                  <a:pt x="217528" y="34397"/>
                </a:lnTo>
                <a:lnTo>
                  <a:pt x="217294" y="34421"/>
                </a:lnTo>
                <a:lnTo>
                  <a:pt x="217054" y="34442"/>
                </a:lnTo>
                <a:lnTo>
                  <a:pt x="216808" y="34457"/>
                </a:lnTo>
                <a:lnTo>
                  <a:pt x="216556" y="34468"/>
                </a:lnTo>
                <a:lnTo>
                  <a:pt x="216299" y="34475"/>
                </a:lnTo>
                <a:lnTo>
                  <a:pt x="216036" y="34477"/>
                </a:lnTo>
                <a:lnTo>
                  <a:pt x="215775" y="34475"/>
                </a:lnTo>
                <a:lnTo>
                  <a:pt x="215518" y="34467"/>
                </a:lnTo>
                <a:lnTo>
                  <a:pt x="215267" y="34455"/>
                </a:lnTo>
                <a:lnTo>
                  <a:pt x="215020" y="34437"/>
                </a:lnTo>
                <a:lnTo>
                  <a:pt x="214778" y="34414"/>
                </a:lnTo>
                <a:lnTo>
                  <a:pt x="214541" y="34386"/>
                </a:lnTo>
                <a:lnTo>
                  <a:pt x="214309" y="34353"/>
                </a:lnTo>
                <a:lnTo>
                  <a:pt x="214082" y="34315"/>
                </a:lnTo>
                <a:lnTo>
                  <a:pt x="213860" y="34272"/>
                </a:lnTo>
                <a:lnTo>
                  <a:pt x="213642" y="34224"/>
                </a:lnTo>
                <a:lnTo>
                  <a:pt x="213430" y="34171"/>
                </a:lnTo>
                <a:lnTo>
                  <a:pt x="213222" y="34113"/>
                </a:lnTo>
                <a:lnTo>
                  <a:pt x="213019" y="34049"/>
                </a:lnTo>
                <a:lnTo>
                  <a:pt x="212821" y="33981"/>
                </a:lnTo>
                <a:lnTo>
                  <a:pt x="212628" y="33907"/>
                </a:lnTo>
                <a:lnTo>
                  <a:pt x="212440" y="33829"/>
                </a:lnTo>
                <a:lnTo>
                  <a:pt x="212256" y="33745"/>
                </a:lnTo>
                <a:lnTo>
                  <a:pt x="212078" y="33657"/>
                </a:lnTo>
                <a:lnTo>
                  <a:pt x="211904" y="33563"/>
                </a:lnTo>
                <a:lnTo>
                  <a:pt x="211735" y="33464"/>
                </a:lnTo>
                <a:lnTo>
                  <a:pt x="211571" y="33360"/>
                </a:lnTo>
                <a:lnTo>
                  <a:pt x="211412" y="33251"/>
                </a:lnTo>
                <a:lnTo>
                  <a:pt x="211258" y="33137"/>
                </a:lnTo>
                <a:lnTo>
                  <a:pt x="211109" y="33018"/>
                </a:lnTo>
                <a:lnTo>
                  <a:pt x="210964" y="32894"/>
                </a:lnTo>
                <a:lnTo>
                  <a:pt x="210825" y="32766"/>
                </a:lnTo>
                <a:lnTo>
                  <a:pt x="210690" y="32633"/>
                </a:lnTo>
                <a:lnTo>
                  <a:pt x="210560" y="32496"/>
                </a:lnTo>
                <a:lnTo>
                  <a:pt x="210434" y="32354"/>
                </a:lnTo>
                <a:lnTo>
                  <a:pt x="210314" y="32208"/>
                </a:lnTo>
                <a:lnTo>
                  <a:pt x="210198" y="32057"/>
                </a:lnTo>
                <a:lnTo>
                  <a:pt x="210087" y="31902"/>
                </a:lnTo>
                <a:lnTo>
                  <a:pt x="209981" y="31743"/>
                </a:lnTo>
                <a:lnTo>
                  <a:pt x="209879" y="31579"/>
                </a:lnTo>
                <a:lnTo>
                  <a:pt x="209782" y="31411"/>
                </a:lnTo>
                <a:lnTo>
                  <a:pt x="209691" y="31238"/>
                </a:lnTo>
                <a:lnTo>
                  <a:pt x="209603" y="31060"/>
                </a:lnTo>
                <a:lnTo>
                  <a:pt x="209521" y="30879"/>
                </a:lnTo>
                <a:lnTo>
                  <a:pt x="209444" y="30693"/>
                </a:lnTo>
                <a:lnTo>
                  <a:pt x="209371" y="30502"/>
                </a:lnTo>
                <a:lnTo>
                  <a:pt x="209303" y="30307"/>
                </a:lnTo>
                <a:lnTo>
                  <a:pt x="209240" y="30107"/>
                </a:lnTo>
                <a:lnTo>
                  <a:pt x="209181" y="29903"/>
                </a:lnTo>
                <a:lnTo>
                  <a:pt x="209127" y="29695"/>
                </a:lnTo>
                <a:lnTo>
                  <a:pt x="209079" y="29482"/>
                </a:lnTo>
                <a:lnTo>
                  <a:pt x="209034" y="29265"/>
                </a:lnTo>
                <a:lnTo>
                  <a:pt x="208995" y="29043"/>
                </a:lnTo>
                <a:lnTo>
                  <a:pt x="208961" y="28817"/>
                </a:lnTo>
                <a:lnTo>
                  <a:pt x="204381" y="29537"/>
                </a:lnTo>
                <a:lnTo>
                  <a:pt x="204449" y="29897"/>
                </a:lnTo>
                <a:lnTo>
                  <a:pt x="204523" y="30249"/>
                </a:lnTo>
                <a:lnTo>
                  <a:pt x="204605" y="30594"/>
                </a:lnTo>
                <a:lnTo>
                  <a:pt x="204694" y="30932"/>
                </a:lnTo>
                <a:lnTo>
                  <a:pt x="204790" y="31262"/>
                </a:lnTo>
                <a:close/>
                <a:moveTo>
                  <a:pt x="250148" y="29049"/>
                </a:moveTo>
                <a:lnTo>
                  <a:pt x="250081" y="29303"/>
                </a:lnTo>
                <a:lnTo>
                  <a:pt x="250011" y="29551"/>
                </a:lnTo>
                <a:lnTo>
                  <a:pt x="249935" y="29792"/>
                </a:lnTo>
                <a:lnTo>
                  <a:pt x="249855" y="30028"/>
                </a:lnTo>
                <a:lnTo>
                  <a:pt x="249770" y="30257"/>
                </a:lnTo>
                <a:lnTo>
                  <a:pt x="249680" y="30480"/>
                </a:lnTo>
                <a:lnTo>
                  <a:pt x="249586" y="30697"/>
                </a:lnTo>
                <a:lnTo>
                  <a:pt x="249487" y="30907"/>
                </a:lnTo>
                <a:lnTo>
                  <a:pt x="249384" y="31112"/>
                </a:lnTo>
                <a:lnTo>
                  <a:pt x="249276" y="31310"/>
                </a:lnTo>
                <a:lnTo>
                  <a:pt x="249163" y="31501"/>
                </a:lnTo>
                <a:lnTo>
                  <a:pt x="249046" y="31687"/>
                </a:lnTo>
                <a:lnTo>
                  <a:pt x="248924" y="31866"/>
                </a:lnTo>
                <a:lnTo>
                  <a:pt x="248797" y="32039"/>
                </a:lnTo>
                <a:lnTo>
                  <a:pt x="248666" y="32206"/>
                </a:lnTo>
                <a:lnTo>
                  <a:pt x="248530" y="32367"/>
                </a:lnTo>
                <a:lnTo>
                  <a:pt x="248389" y="32521"/>
                </a:lnTo>
                <a:lnTo>
                  <a:pt x="248244" y="32669"/>
                </a:lnTo>
                <a:lnTo>
                  <a:pt x="248094" y="32811"/>
                </a:lnTo>
                <a:lnTo>
                  <a:pt x="247940" y="32947"/>
                </a:lnTo>
                <a:lnTo>
                  <a:pt x="247783" y="33077"/>
                </a:lnTo>
                <a:lnTo>
                  <a:pt x="247623" y="33202"/>
                </a:lnTo>
                <a:lnTo>
                  <a:pt x="247460" y="33320"/>
                </a:lnTo>
                <a:lnTo>
                  <a:pt x="247294" y="33433"/>
                </a:lnTo>
                <a:lnTo>
                  <a:pt x="247124" y="33540"/>
                </a:lnTo>
                <a:lnTo>
                  <a:pt x="246952" y="33641"/>
                </a:lnTo>
                <a:lnTo>
                  <a:pt x="246776" y="33737"/>
                </a:lnTo>
                <a:lnTo>
                  <a:pt x="246597" y="33827"/>
                </a:lnTo>
                <a:lnTo>
                  <a:pt x="246415" y="33910"/>
                </a:lnTo>
                <a:lnTo>
                  <a:pt x="246230" y="33989"/>
                </a:lnTo>
                <a:lnTo>
                  <a:pt x="246042" y="34061"/>
                </a:lnTo>
                <a:lnTo>
                  <a:pt x="245851" y="34127"/>
                </a:lnTo>
                <a:lnTo>
                  <a:pt x="245656" y="34188"/>
                </a:lnTo>
                <a:lnTo>
                  <a:pt x="245459" y="34243"/>
                </a:lnTo>
                <a:lnTo>
                  <a:pt x="245258" y="34292"/>
                </a:lnTo>
                <a:lnTo>
                  <a:pt x="245054" y="34336"/>
                </a:lnTo>
                <a:lnTo>
                  <a:pt x="244847" y="34373"/>
                </a:lnTo>
                <a:lnTo>
                  <a:pt x="244637" y="34405"/>
                </a:lnTo>
                <a:lnTo>
                  <a:pt x="244424" y="34431"/>
                </a:lnTo>
                <a:lnTo>
                  <a:pt x="244208" y="34451"/>
                </a:lnTo>
                <a:lnTo>
                  <a:pt x="243988" y="34466"/>
                </a:lnTo>
                <a:lnTo>
                  <a:pt x="243766" y="34474"/>
                </a:lnTo>
                <a:lnTo>
                  <a:pt x="243540" y="34477"/>
                </a:lnTo>
                <a:lnTo>
                  <a:pt x="243259" y="34473"/>
                </a:lnTo>
                <a:lnTo>
                  <a:pt x="242983" y="34460"/>
                </a:lnTo>
                <a:lnTo>
                  <a:pt x="242711" y="34439"/>
                </a:lnTo>
                <a:lnTo>
                  <a:pt x="242443" y="34408"/>
                </a:lnTo>
                <a:lnTo>
                  <a:pt x="242181" y="34370"/>
                </a:lnTo>
                <a:lnTo>
                  <a:pt x="241922" y="34322"/>
                </a:lnTo>
                <a:lnTo>
                  <a:pt x="241668" y="34266"/>
                </a:lnTo>
                <a:lnTo>
                  <a:pt x="241419" y="34202"/>
                </a:lnTo>
                <a:lnTo>
                  <a:pt x="241173" y="34128"/>
                </a:lnTo>
                <a:lnTo>
                  <a:pt x="240933" y="34046"/>
                </a:lnTo>
                <a:lnTo>
                  <a:pt x="240697" y="33956"/>
                </a:lnTo>
                <a:lnTo>
                  <a:pt x="240465" y="33857"/>
                </a:lnTo>
                <a:lnTo>
                  <a:pt x="240238" y="33749"/>
                </a:lnTo>
                <a:lnTo>
                  <a:pt x="240015" y="33633"/>
                </a:lnTo>
                <a:lnTo>
                  <a:pt x="239797" y="33508"/>
                </a:lnTo>
                <a:lnTo>
                  <a:pt x="239583" y="33374"/>
                </a:lnTo>
                <a:lnTo>
                  <a:pt x="239374" y="33232"/>
                </a:lnTo>
                <a:lnTo>
                  <a:pt x="239169" y="33081"/>
                </a:lnTo>
                <a:lnTo>
                  <a:pt x="238969" y="32921"/>
                </a:lnTo>
                <a:lnTo>
                  <a:pt x="238773" y="32753"/>
                </a:lnTo>
                <a:lnTo>
                  <a:pt x="238581" y="32576"/>
                </a:lnTo>
                <a:lnTo>
                  <a:pt x="238394" y="32391"/>
                </a:lnTo>
                <a:lnTo>
                  <a:pt x="238212" y="32197"/>
                </a:lnTo>
                <a:lnTo>
                  <a:pt x="238034" y="31994"/>
                </a:lnTo>
                <a:lnTo>
                  <a:pt x="237862" y="31782"/>
                </a:lnTo>
                <a:lnTo>
                  <a:pt x="237697" y="31560"/>
                </a:lnTo>
                <a:lnTo>
                  <a:pt x="237539" y="31327"/>
                </a:lnTo>
                <a:lnTo>
                  <a:pt x="237389" y="31083"/>
                </a:lnTo>
                <a:lnTo>
                  <a:pt x="237246" y="30830"/>
                </a:lnTo>
                <a:lnTo>
                  <a:pt x="237111" y="30565"/>
                </a:lnTo>
                <a:lnTo>
                  <a:pt x="236982" y="30291"/>
                </a:lnTo>
                <a:lnTo>
                  <a:pt x="236862" y="30006"/>
                </a:lnTo>
                <a:lnTo>
                  <a:pt x="236748" y="29710"/>
                </a:lnTo>
                <a:lnTo>
                  <a:pt x="236642" y="29405"/>
                </a:lnTo>
                <a:lnTo>
                  <a:pt x="236543" y="29088"/>
                </a:lnTo>
                <a:lnTo>
                  <a:pt x="236451" y="28762"/>
                </a:lnTo>
                <a:lnTo>
                  <a:pt x="236367" y="28425"/>
                </a:lnTo>
                <a:lnTo>
                  <a:pt x="236290" y="28077"/>
                </a:lnTo>
                <a:lnTo>
                  <a:pt x="236221" y="27720"/>
                </a:lnTo>
                <a:lnTo>
                  <a:pt x="236158" y="27351"/>
                </a:lnTo>
                <a:lnTo>
                  <a:pt x="236103" y="26973"/>
                </a:lnTo>
                <a:lnTo>
                  <a:pt x="236056" y="26584"/>
                </a:lnTo>
                <a:lnTo>
                  <a:pt x="236015" y="26184"/>
                </a:lnTo>
                <a:lnTo>
                  <a:pt x="235982" y="25775"/>
                </a:lnTo>
                <a:lnTo>
                  <a:pt x="235957" y="25354"/>
                </a:lnTo>
                <a:lnTo>
                  <a:pt x="235939" y="24924"/>
                </a:lnTo>
                <a:lnTo>
                  <a:pt x="235928" y="24483"/>
                </a:lnTo>
                <a:lnTo>
                  <a:pt x="235924" y="24031"/>
                </a:lnTo>
                <a:lnTo>
                  <a:pt x="235928" y="23586"/>
                </a:lnTo>
                <a:lnTo>
                  <a:pt x="235939" y="23151"/>
                </a:lnTo>
                <a:lnTo>
                  <a:pt x="235958" y="22726"/>
                </a:lnTo>
                <a:lnTo>
                  <a:pt x="235985" y="22311"/>
                </a:lnTo>
                <a:lnTo>
                  <a:pt x="236019" y="21906"/>
                </a:lnTo>
                <a:lnTo>
                  <a:pt x="236061" y="21512"/>
                </a:lnTo>
                <a:lnTo>
                  <a:pt x="236110" y="21127"/>
                </a:lnTo>
                <a:lnTo>
                  <a:pt x="236167" y="20753"/>
                </a:lnTo>
                <a:lnTo>
                  <a:pt x="236231" y="20388"/>
                </a:lnTo>
                <a:lnTo>
                  <a:pt x="236304" y="20034"/>
                </a:lnTo>
                <a:lnTo>
                  <a:pt x="236383" y="19690"/>
                </a:lnTo>
                <a:lnTo>
                  <a:pt x="236471" y="19356"/>
                </a:lnTo>
                <a:lnTo>
                  <a:pt x="236566" y="19031"/>
                </a:lnTo>
                <a:lnTo>
                  <a:pt x="236668" y="18718"/>
                </a:lnTo>
                <a:lnTo>
                  <a:pt x="236778" y="18414"/>
                </a:lnTo>
                <a:lnTo>
                  <a:pt x="236896" y="18120"/>
                </a:lnTo>
                <a:lnTo>
                  <a:pt x="237021" y="17836"/>
                </a:lnTo>
                <a:lnTo>
                  <a:pt x="237154" y="17563"/>
                </a:lnTo>
                <a:lnTo>
                  <a:pt x="237295" y="17299"/>
                </a:lnTo>
                <a:lnTo>
                  <a:pt x="237443" y="17046"/>
                </a:lnTo>
                <a:lnTo>
                  <a:pt x="237598" y="16802"/>
                </a:lnTo>
                <a:lnTo>
                  <a:pt x="237762" y="16569"/>
                </a:lnTo>
                <a:lnTo>
                  <a:pt x="237932" y="16346"/>
                </a:lnTo>
                <a:lnTo>
                  <a:pt x="238111" y="16133"/>
                </a:lnTo>
                <a:lnTo>
                  <a:pt x="238295" y="15929"/>
                </a:lnTo>
                <a:lnTo>
                  <a:pt x="238484" y="15734"/>
                </a:lnTo>
                <a:lnTo>
                  <a:pt x="238678" y="15548"/>
                </a:lnTo>
                <a:lnTo>
                  <a:pt x="238876" y="15370"/>
                </a:lnTo>
                <a:lnTo>
                  <a:pt x="239079" y="15201"/>
                </a:lnTo>
                <a:lnTo>
                  <a:pt x="239286" y="15041"/>
                </a:lnTo>
                <a:lnTo>
                  <a:pt x="239498" y="14889"/>
                </a:lnTo>
                <a:lnTo>
                  <a:pt x="239715" y="14746"/>
                </a:lnTo>
                <a:lnTo>
                  <a:pt x="239936" y="14612"/>
                </a:lnTo>
                <a:lnTo>
                  <a:pt x="240161" y="14486"/>
                </a:lnTo>
                <a:lnTo>
                  <a:pt x="240391" y="14369"/>
                </a:lnTo>
                <a:lnTo>
                  <a:pt x="240626" y="14261"/>
                </a:lnTo>
                <a:lnTo>
                  <a:pt x="240865" y="14161"/>
                </a:lnTo>
                <a:lnTo>
                  <a:pt x="241109" y="14070"/>
                </a:lnTo>
                <a:lnTo>
                  <a:pt x="241357" y="13988"/>
                </a:lnTo>
                <a:lnTo>
                  <a:pt x="241610" y="13914"/>
                </a:lnTo>
                <a:lnTo>
                  <a:pt x="241868" y="13849"/>
                </a:lnTo>
                <a:lnTo>
                  <a:pt x="242129" y="13793"/>
                </a:lnTo>
                <a:lnTo>
                  <a:pt x="242396" y="13745"/>
                </a:lnTo>
                <a:lnTo>
                  <a:pt x="242667" y="13706"/>
                </a:lnTo>
                <a:lnTo>
                  <a:pt x="242943" y="13676"/>
                </a:lnTo>
                <a:lnTo>
                  <a:pt x="243223" y="13654"/>
                </a:lnTo>
                <a:lnTo>
                  <a:pt x="243508" y="13641"/>
                </a:lnTo>
                <a:lnTo>
                  <a:pt x="243797" y="13637"/>
                </a:lnTo>
                <a:lnTo>
                  <a:pt x="243989" y="13639"/>
                </a:lnTo>
                <a:lnTo>
                  <a:pt x="244178" y="13646"/>
                </a:lnTo>
                <a:lnTo>
                  <a:pt x="244365" y="13658"/>
                </a:lnTo>
                <a:lnTo>
                  <a:pt x="244550" y="13675"/>
                </a:lnTo>
                <a:lnTo>
                  <a:pt x="244732" y="13697"/>
                </a:lnTo>
                <a:lnTo>
                  <a:pt x="244912" y="13723"/>
                </a:lnTo>
                <a:lnTo>
                  <a:pt x="245090" y="13754"/>
                </a:lnTo>
                <a:lnTo>
                  <a:pt x="245265" y="13790"/>
                </a:lnTo>
                <a:lnTo>
                  <a:pt x="245438" y="13831"/>
                </a:lnTo>
                <a:lnTo>
                  <a:pt x="245608" y="13877"/>
                </a:lnTo>
                <a:lnTo>
                  <a:pt x="245777" y="13927"/>
                </a:lnTo>
                <a:lnTo>
                  <a:pt x="245942" y="13982"/>
                </a:lnTo>
                <a:lnTo>
                  <a:pt x="246106" y="14042"/>
                </a:lnTo>
                <a:lnTo>
                  <a:pt x="246267" y="14107"/>
                </a:lnTo>
                <a:lnTo>
                  <a:pt x="246425" y="14177"/>
                </a:lnTo>
                <a:lnTo>
                  <a:pt x="246582" y="14251"/>
                </a:lnTo>
                <a:lnTo>
                  <a:pt x="246735" y="14330"/>
                </a:lnTo>
                <a:lnTo>
                  <a:pt x="246887" y="14414"/>
                </a:lnTo>
                <a:lnTo>
                  <a:pt x="247036" y="14503"/>
                </a:lnTo>
                <a:lnTo>
                  <a:pt x="247183" y="14597"/>
                </a:lnTo>
                <a:lnTo>
                  <a:pt x="247327" y="14695"/>
                </a:lnTo>
                <a:lnTo>
                  <a:pt x="247470" y="14799"/>
                </a:lnTo>
                <a:lnTo>
                  <a:pt x="247609" y="14907"/>
                </a:lnTo>
                <a:lnTo>
                  <a:pt x="247747" y="15020"/>
                </a:lnTo>
                <a:lnTo>
                  <a:pt x="247881" y="15137"/>
                </a:lnTo>
                <a:lnTo>
                  <a:pt x="248012" y="15259"/>
                </a:lnTo>
                <a:lnTo>
                  <a:pt x="248140" y="15386"/>
                </a:lnTo>
                <a:lnTo>
                  <a:pt x="248264" y="15518"/>
                </a:lnTo>
                <a:lnTo>
                  <a:pt x="248384" y="15655"/>
                </a:lnTo>
                <a:lnTo>
                  <a:pt x="248502" y="15796"/>
                </a:lnTo>
                <a:lnTo>
                  <a:pt x="248615" y="15942"/>
                </a:lnTo>
                <a:lnTo>
                  <a:pt x="248726" y="16092"/>
                </a:lnTo>
                <a:lnTo>
                  <a:pt x="248833" y="16248"/>
                </a:lnTo>
                <a:lnTo>
                  <a:pt x="248936" y="16408"/>
                </a:lnTo>
                <a:lnTo>
                  <a:pt x="249036" y="16572"/>
                </a:lnTo>
                <a:lnTo>
                  <a:pt x="249133" y="16742"/>
                </a:lnTo>
                <a:lnTo>
                  <a:pt x="249226" y="16916"/>
                </a:lnTo>
                <a:lnTo>
                  <a:pt x="249316" y="17095"/>
                </a:lnTo>
                <a:lnTo>
                  <a:pt x="249402" y="17278"/>
                </a:lnTo>
                <a:lnTo>
                  <a:pt x="249485" y="17467"/>
                </a:lnTo>
                <a:lnTo>
                  <a:pt x="249564" y="17660"/>
                </a:lnTo>
                <a:lnTo>
                  <a:pt x="249640" y="17857"/>
                </a:lnTo>
                <a:lnTo>
                  <a:pt x="249713" y="18060"/>
                </a:lnTo>
                <a:lnTo>
                  <a:pt x="249782" y="18267"/>
                </a:lnTo>
                <a:lnTo>
                  <a:pt x="249847" y="18479"/>
                </a:lnTo>
                <a:lnTo>
                  <a:pt x="249910" y="18695"/>
                </a:lnTo>
                <a:lnTo>
                  <a:pt x="249968" y="18917"/>
                </a:lnTo>
                <a:lnTo>
                  <a:pt x="250024" y="19143"/>
                </a:lnTo>
                <a:lnTo>
                  <a:pt x="254526" y="18448"/>
                </a:lnTo>
                <a:lnTo>
                  <a:pt x="254456" y="18105"/>
                </a:lnTo>
                <a:lnTo>
                  <a:pt x="254379" y="17769"/>
                </a:lnTo>
                <a:lnTo>
                  <a:pt x="254295" y="17439"/>
                </a:lnTo>
                <a:lnTo>
                  <a:pt x="254204" y="17116"/>
                </a:lnTo>
                <a:lnTo>
                  <a:pt x="254106" y="16799"/>
                </a:lnTo>
                <a:lnTo>
                  <a:pt x="254000" y="16489"/>
                </a:lnTo>
                <a:lnTo>
                  <a:pt x="253888" y="16186"/>
                </a:lnTo>
                <a:lnTo>
                  <a:pt x="253769" y="15889"/>
                </a:lnTo>
                <a:lnTo>
                  <a:pt x="253642" y="15599"/>
                </a:lnTo>
                <a:lnTo>
                  <a:pt x="253509" y="15315"/>
                </a:lnTo>
                <a:lnTo>
                  <a:pt x="253368" y="15038"/>
                </a:lnTo>
                <a:lnTo>
                  <a:pt x="253220" y="14768"/>
                </a:lnTo>
                <a:lnTo>
                  <a:pt x="253066" y="14504"/>
                </a:lnTo>
                <a:lnTo>
                  <a:pt x="252904" y="14246"/>
                </a:lnTo>
                <a:lnTo>
                  <a:pt x="252735" y="13996"/>
                </a:lnTo>
                <a:lnTo>
                  <a:pt x="252559" y="13752"/>
                </a:lnTo>
                <a:lnTo>
                  <a:pt x="252376" y="13514"/>
                </a:lnTo>
                <a:lnTo>
                  <a:pt x="252186" y="13283"/>
                </a:lnTo>
                <a:lnTo>
                  <a:pt x="251989" y="13059"/>
                </a:lnTo>
                <a:lnTo>
                  <a:pt x="251785" y="12841"/>
                </a:lnTo>
                <a:lnTo>
                  <a:pt x="251574" y="12630"/>
                </a:lnTo>
                <a:lnTo>
                  <a:pt x="251356" y="12425"/>
                </a:lnTo>
                <a:lnTo>
                  <a:pt x="251131" y="12227"/>
                </a:lnTo>
                <a:lnTo>
                  <a:pt x="250898" y="12036"/>
                </a:lnTo>
                <a:lnTo>
                  <a:pt x="250660" y="11851"/>
                </a:lnTo>
                <a:lnTo>
                  <a:pt x="250415" y="11675"/>
                </a:lnTo>
                <a:lnTo>
                  <a:pt x="250166" y="11506"/>
                </a:lnTo>
                <a:lnTo>
                  <a:pt x="249910" y="11346"/>
                </a:lnTo>
                <a:lnTo>
                  <a:pt x="249649" y="11193"/>
                </a:lnTo>
                <a:lnTo>
                  <a:pt x="249382" y="11048"/>
                </a:lnTo>
                <a:lnTo>
                  <a:pt x="249110" y="10910"/>
                </a:lnTo>
                <a:lnTo>
                  <a:pt x="248831" y="10781"/>
                </a:lnTo>
                <a:lnTo>
                  <a:pt x="248548" y="10659"/>
                </a:lnTo>
                <a:lnTo>
                  <a:pt x="248258" y="10546"/>
                </a:lnTo>
                <a:lnTo>
                  <a:pt x="247964" y="10440"/>
                </a:lnTo>
                <a:lnTo>
                  <a:pt x="247663" y="10342"/>
                </a:lnTo>
                <a:lnTo>
                  <a:pt x="247357" y="10252"/>
                </a:lnTo>
                <a:lnTo>
                  <a:pt x="247045" y="10169"/>
                </a:lnTo>
                <a:lnTo>
                  <a:pt x="246727" y="10095"/>
                </a:lnTo>
                <a:lnTo>
                  <a:pt x="246404" y="10028"/>
                </a:lnTo>
                <a:lnTo>
                  <a:pt x="246076" y="9969"/>
                </a:lnTo>
                <a:lnTo>
                  <a:pt x="245741" y="9918"/>
                </a:lnTo>
                <a:lnTo>
                  <a:pt x="245401" y="9875"/>
                </a:lnTo>
                <a:lnTo>
                  <a:pt x="245056" y="9840"/>
                </a:lnTo>
                <a:lnTo>
                  <a:pt x="244704" y="9812"/>
                </a:lnTo>
                <a:lnTo>
                  <a:pt x="244348" y="9793"/>
                </a:lnTo>
                <a:lnTo>
                  <a:pt x="243985" y="9781"/>
                </a:lnTo>
                <a:lnTo>
                  <a:pt x="243617" y="9777"/>
                </a:lnTo>
                <a:lnTo>
                  <a:pt x="243324" y="9780"/>
                </a:lnTo>
                <a:lnTo>
                  <a:pt x="243033" y="9789"/>
                </a:lnTo>
                <a:lnTo>
                  <a:pt x="242744" y="9803"/>
                </a:lnTo>
                <a:lnTo>
                  <a:pt x="242457" y="9823"/>
                </a:lnTo>
                <a:lnTo>
                  <a:pt x="242171" y="9849"/>
                </a:lnTo>
                <a:lnTo>
                  <a:pt x="241887" y="9881"/>
                </a:lnTo>
                <a:lnTo>
                  <a:pt x="241606" y="9918"/>
                </a:lnTo>
                <a:lnTo>
                  <a:pt x="241326" y="9962"/>
                </a:lnTo>
                <a:lnTo>
                  <a:pt x="241047" y="10011"/>
                </a:lnTo>
                <a:lnTo>
                  <a:pt x="240771" y="10065"/>
                </a:lnTo>
                <a:lnTo>
                  <a:pt x="240497" y="10126"/>
                </a:lnTo>
                <a:lnTo>
                  <a:pt x="240224" y="10192"/>
                </a:lnTo>
                <a:lnTo>
                  <a:pt x="239953" y="10264"/>
                </a:lnTo>
                <a:lnTo>
                  <a:pt x="239684" y="10342"/>
                </a:lnTo>
                <a:lnTo>
                  <a:pt x="239417" y="10425"/>
                </a:lnTo>
                <a:lnTo>
                  <a:pt x="239151" y="10515"/>
                </a:lnTo>
                <a:lnTo>
                  <a:pt x="238888" y="10610"/>
                </a:lnTo>
                <a:lnTo>
                  <a:pt x="238626" y="10711"/>
                </a:lnTo>
                <a:lnTo>
                  <a:pt x="238366" y="10817"/>
                </a:lnTo>
                <a:lnTo>
                  <a:pt x="238108" y="10930"/>
                </a:lnTo>
                <a:lnTo>
                  <a:pt x="237852" y="11048"/>
                </a:lnTo>
                <a:lnTo>
                  <a:pt x="237598" y="11172"/>
                </a:lnTo>
                <a:lnTo>
                  <a:pt x="237345" y="11301"/>
                </a:lnTo>
                <a:lnTo>
                  <a:pt x="237095" y="11437"/>
                </a:lnTo>
                <a:lnTo>
                  <a:pt x="236847" y="11578"/>
                </a:lnTo>
                <a:lnTo>
                  <a:pt x="236606" y="11725"/>
                </a:lnTo>
                <a:lnTo>
                  <a:pt x="236369" y="11878"/>
                </a:lnTo>
                <a:lnTo>
                  <a:pt x="236138" y="12036"/>
                </a:lnTo>
                <a:lnTo>
                  <a:pt x="235912" y="12200"/>
                </a:lnTo>
                <a:lnTo>
                  <a:pt x="235692" y="12370"/>
                </a:lnTo>
                <a:lnTo>
                  <a:pt x="235476" y="12546"/>
                </a:lnTo>
                <a:lnTo>
                  <a:pt x="235266" y="12727"/>
                </a:lnTo>
                <a:lnTo>
                  <a:pt x="235062" y="12915"/>
                </a:lnTo>
                <a:lnTo>
                  <a:pt x="234862" y="13108"/>
                </a:lnTo>
                <a:lnTo>
                  <a:pt x="234668" y="13307"/>
                </a:lnTo>
                <a:lnTo>
                  <a:pt x="234480" y="13511"/>
                </a:lnTo>
                <a:lnTo>
                  <a:pt x="234296" y="13721"/>
                </a:lnTo>
                <a:lnTo>
                  <a:pt x="234118" y="13938"/>
                </a:lnTo>
                <a:lnTo>
                  <a:pt x="233946" y="14159"/>
                </a:lnTo>
                <a:lnTo>
                  <a:pt x="233778" y="14387"/>
                </a:lnTo>
                <a:lnTo>
                  <a:pt x="233616" y="14620"/>
                </a:lnTo>
                <a:lnTo>
                  <a:pt x="233459" y="14860"/>
                </a:lnTo>
                <a:lnTo>
                  <a:pt x="233308" y="15104"/>
                </a:lnTo>
                <a:lnTo>
                  <a:pt x="233162" y="15355"/>
                </a:lnTo>
                <a:lnTo>
                  <a:pt x="233021" y="15612"/>
                </a:lnTo>
                <a:lnTo>
                  <a:pt x="232886" y="15874"/>
                </a:lnTo>
                <a:lnTo>
                  <a:pt x="232755" y="16142"/>
                </a:lnTo>
                <a:lnTo>
                  <a:pt x="232631" y="16415"/>
                </a:lnTo>
                <a:lnTo>
                  <a:pt x="232511" y="16694"/>
                </a:lnTo>
                <a:lnTo>
                  <a:pt x="232396" y="16976"/>
                </a:lnTo>
                <a:lnTo>
                  <a:pt x="232287" y="17262"/>
                </a:lnTo>
                <a:lnTo>
                  <a:pt x="232182" y="17552"/>
                </a:lnTo>
                <a:lnTo>
                  <a:pt x="232083" y="17846"/>
                </a:lnTo>
                <a:lnTo>
                  <a:pt x="231989" y="18144"/>
                </a:lnTo>
                <a:lnTo>
                  <a:pt x="231900" y="18446"/>
                </a:lnTo>
                <a:lnTo>
                  <a:pt x="231816" y="18751"/>
                </a:lnTo>
                <a:lnTo>
                  <a:pt x="231737" y="19060"/>
                </a:lnTo>
                <a:lnTo>
                  <a:pt x="231663" y="19373"/>
                </a:lnTo>
                <a:lnTo>
                  <a:pt x="231594" y="19690"/>
                </a:lnTo>
                <a:lnTo>
                  <a:pt x="231531" y="20011"/>
                </a:lnTo>
                <a:lnTo>
                  <a:pt x="231472" y="20336"/>
                </a:lnTo>
                <a:lnTo>
                  <a:pt x="231419" y="20664"/>
                </a:lnTo>
                <a:lnTo>
                  <a:pt x="231370" y="20996"/>
                </a:lnTo>
                <a:lnTo>
                  <a:pt x="231327" y="21333"/>
                </a:lnTo>
                <a:lnTo>
                  <a:pt x="231289" y="21672"/>
                </a:lnTo>
                <a:lnTo>
                  <a:pt x="231256" y="22016"/>
                </a:lnTo>
                <a:lnTo>
                  <a:pt x="231228" y="22364"/>
                </a:lnTo>
                <a:lnTo>
                  <a:pt x="231205" y="22715"/>
                </a:lnTo>
                <a:lnTo>
                  <a:pt x="231187" y="23071"/>
                </a:lnTo>
                <a:lnTo>
                  <a:pt x="231174" y="23430"/>
                </a:lnTo>
                <a:lnTo>
                  <a:pt x="231166" y="23793"/>
                </a:lnTo>
                <a:lnTo>
                  <a:pt x="231164" y="24160"/>
                </a:lnTo>
                <a:lnTo>
                  <a:pt x="231170" y="24725"/>
                </a:lnTo>
                <a:lnTo>
                  <a:pt x="231188" y="25278"/>
                </a:lnTo>
                <a:lnTo>
                  <a:pt x="231217" y="25821"/>
                </a:lnTo>
                <a:lnTo>
                  <a:pt x="231259" y="26353"/>
                </a:lnTo>
                <a:lnTo>
                  <a:pt x="231312" y="26874"/>
                </a:lnTo>
                <a:lnTo>
                  <a:pt x="231377" y="27383"/>
                </a:lnTo>
                <a:lnTo>
                  <a:pt x="231454" y="27882"/>
                </a:lnTo>
                <a:lnTo>
                  <a:pt x="231543" y="28370"/>
                </a:lnTo>
                <a:lnTo>
                  <a:pt x="231643" y="28846"/>
                </a:lnTo>
                <a:lnTo>
                  <a:pt x="231756" y="29312"/>
                </a:lnTo>
                <a:lnTo>
                  <a:pt x="231880" y="29766"/>
                </a:lnTo>
                <a:lnTo>
                  <a:pt x="232016" y="30210"/>
                </a:lnTo>
                <a:lnTo>
                  <a:pt x="232164" y="30642"/>
                </a:lnTo>
                <a:lnTo>
                  <a:pt x="232324" y="31063"/>
                </a:lnTo>
                <a:lnTo>
                  <a:pt x="232496" y="31474"/>
                </a:lnTo>
                <a:lnTo>
                  <a:pt x="232679" y="31873"/>
                </a:lnTo>
                <a:lnTo>
                  <a:pt x="232874" y="32261"/>
                </a:lnTo>
                <a:lnTo>
                  <a:pt x="233082" y="32639"/>
                </a:lnTo>
                <a:lnTo>
                  <a:pt x="233301" y="33005"/>
                </a:lnTo>
                <a:lnTo>
                  <a:pt x="233531" y="33360"/>
                </a:lnTo>
                <a:lnTo>
                  <a:pt x="233774" y="33704"/>
                </a:lnTo>
                <a:lnTo>
                  <a:pt x="234029" y="34037"/>
                </a:lnTo>
                <a:lnTo>
                  <a:pt x="234295" y="34359"/>
                </a:lnTo>
                <a:lnTo>
                  <a:pt x="234573" y="34670"/>
                </a:lnTo>
                <a:lnTo>
                  <a:pt x="234861" y="34970"/>
                </a:lnTo>
                <a:lnTo>
                  <a:pt x="235157" y="35256"/>
                </a:lnTo>
                <a:lnTo>
                  <a:pt x="235460" y="35530"/>
                </a:lnTo>
                <a:lnTo>
                  <a:pt x="235771" y="35791"/>
                </a:lnTo>
                <a:lnTo>
                  <a:pt x="236089" y="36039"/>
                </a:lnTo>
                <a:lnTo>
                  <a:pt x="236415" y="36274"/>
                </a:lnTo>
                <a:lnTo>
                  <a:pt x="236749" y="36497"/>
                </a:lnTo>
                <a:lnTo>
                  <a:pt x="237090" y="36707"/>
                </a:lnTo>
                <a:lnTo>
                  <a:pt x="237439" y="36905"/>
                </a:lnTo>
                <a:lnTo>
                  <a:pt x="237796" y="37089"/>
                </a:lnTo>
                <a:lnTo>
                  <a:pt x="238160" y="37261"/>
                </a:lnTo>
                <a:lnTo>
                  <a:pt x="238532" y="37420"/>
                </a:lnTo>
                <a:lnTo>
                  <a:pt x="238912" y="37567"/>
                </a:lnTo>
                <a:lnTo>
                  <a:pt x="239299" y="37700"/>
                </a:lnTo>
                <a:lnTo>
                  <a:pt x="239694" y="37821"/>
                </a:lnTo>
                <a:lnTo>
                  <a:pt x="240096" y="37929"/>
                </a:lnTo>
                <a:lnTo>
                  <a:pt x="240506" y="38025"/>
                </a:lnTo>
                <a:lnTo>
                  <a:pt x="240924" y="38108"/>
                </a:lnTo>
                <a:lnTo>
                  <a:pt x="241350" y="38178"/>
                </a:lnTo>
                <a:lnTo>
                  <a:pt x="241783" y="38235"/>
                </a:lnTo>
                <a:lnTo>
                  <a:pt x="242223" y="38280"/>
                </a:lnTo>
                <a:lnTo>
                  <a:pt x="242672" y="38311"/>
                </a:lnTo>
                <a:lnTo>
                  <a:pt x="243128" y="38330"/>
                </a:lnTo>
                <a:lnTo>
                  <a:pt x="243591" y="38337"/>
                </a:lnTo>
                <a:lnTo>
                  <a:pt x="243962" y="38332"/>
                </a:lnTo>
                <a:lnTo>
                  <a:pt x="244328" y="38318"/>
                </a:lnTo>
                <a:lnTo>
                  <a:pt x="244689" y="38295"/>
                </a:lnTo>
                <a:lnTo>
                  <a:pt x="245045" y="38263"/>
                </a:lnTo>
                <a:lnTo>
                  <a:pt x="245396" y="38221"/>
                </a:lnTo>
                <a:lnTo>
                  <a:pt x="245742" y="38170"/>
                </a:lnTo>
                <a:lnTo>
                  <a:pt x="246083" y="38110"/>
                </a:lnTo>
                <a:lnTo>
                  <a:pt x="246420" y="38040"/>
                </a:lnTo>
                <a:lnTo>
                  <a:pt x="246752" y="37961"/>
                </a:lnTo>
                <a:lnTo>
                  <a:pt x="247079" y="37873"/>
                </a:lnTo>
                <a:lnTo>
                  <a:pt x="247401" y="37776"/>
                </a:lnTo>
                <a:lnTo>
                  <a:pt x="247718" y="37669"/>
                </a:lnTo>
                <a:lnTo>
                  <a:pt x="248030" y="37554"/>
                </a:lnTo>
                <a:lnTo>
                  <a:pt x="248337" y="37428"/>
                </a:lnTo>
                <a:lnTo>
                  <a:pt x="248640" y="37294"/>
                </a:lnTo>
                <a:lnTo>
                  <a:pt x="248937" y="37150"/>
                </a:lnTo>
                <a:lnTo>
                  <a:pt x="249230" y="36997"/>
                </a:lnTo>
                <a:lnTo>
                  <a:pt x="249518" y="36835"/>
                </a:lnTo>
                <a:lnTo>
                  <a:pt x="249801" y="36664"/>
                </a:lnTo>
                <a:lnTo>
                  <a:pt x="250079" y="36483"/>
                </a:lnTo>
                <a:lnTo>
                  <a:pt x="250352" y="36293"/>
                </a:lnTo>
                <a:lnTo>
                  <a:pt x="250621" y="36094"/>
                </a:lnTo>
                <a:lnTo>
                  <a:pt x="250884" y="35885"/>
                </a:lnTo>
                <a:lnTo>
                  <a:pt x="251143" y="35667"/>
                </a:lnTo>
                <a:lnTo>
                  <a:pt x="251395" y="35441"/>
                </a:lnTo>
                <a:lnTo>
                  <a:pt x="251639" y="35208"/>
                </a:lnTo>
                <a:lnTo>
                  <a:pt x="251875" y="34968"/>
                </a:lnTo>
                <a:lnTo>
                  <a:pt x="252103" y="34720"/>
                </a:lnTo>
                <a:lnTo>
                  <a:pt x="252323" y="34466"/>
                </a:lnTo>
                <a:lnTo>
                  <a:pt x="252535" y="34204"/>
                </a:lnTo>
                <a:lnTo>
                  <a:pt x="252738" y="33935"/>
                </a:lnTo>
                <a:lnTo>
                  <a:pt x="252934" y="33659"/>
                </a:lnTo>
                <a:lnTo>
                  <a:pt x="253121" y="33376"/>
                </a:lnTo>
                <a:lnTo>
                  <a:pt x="253301" y="33086"/>
                </a:lnTo>
                <a:lnTo>
                  <a:pt x="253472" y="32789"/>
                </a:lnTo>
                <a:lnTo>
                  <a:pt x="253635" y="32485"/>
                </a:lnTo>
                <a:lnTo>
                  <a:pt x="253791" y="32173"/>
                </a:lnTo>
                <a:lnTo>
                  <a:pt x="253938" y="31854"/>
                </a:lnTo>
                <a:lnTo>
                  <a:pt x="254077" y="31529"/>
                </a:lnTo>
                <a:lnTo>
                  <a:pt x="254207" y="31196"/>
                </a:lnTo>
                <a:lnTo>
                  <a:pt x="254330" y="30856"/>
                </a:lnTo>
                <a:lnTo>
                  <a:pt x="254445" y="30509"/>
                </a:lnTo>
                <a:lnTo>
                  <a:pt x="254552" y="30154"/>
                </a:lnTo>
                <a:lnTo>
                  <a:pt x="254650" y="29793"/>
                </a:lnTo>
                <a:lnTo>
                  <a:pt x="254741" y="29425"/>
                </a:lnTo>
                <a:lnTo>
                  <a:pt x="254823" y="29049"/>
                </a:lnTo>
                <a:lnTo>
                  <a:pt x="254897" y="28666"/>
                </a:lnTo>
                <a:lnTo>
                  <a:pt x="254964" y="28277"/>
                </a:lnTo>
                <a:lnTo>
                  <a:pt x="250410" y="27685"/>
                </a:lnTo>
                <a:lnTo>
                  <a:pt x="250366" y="27970"/>
                </a:lnTo>
                <a:lnTo>
                  <a:pt x="250319" y="28249"/>
                </a:lnTo>
                <a:lnTo>
                  <a:pt x="250266" y="28522"/>
                </a:lnTo>
                <a:lnTo>
                  <a:pt x="250209" y="28789"/>
                </a:lnTo>
                <a:lnTo>
                  <a:pt x="250148" y="29049"/>
                </a:lnTo>
                <a:close/>
                <a:moveTo>
                  <a:pt x="277159" y="30062"/>
                </a:moveTo>
                <a:lnTo>
                  <a:pt x="277057" y="30274"/>
                </a:lnTo>
                <a:lnTo>
                  <a:pt x="276953" y="30481"/>
                </a:lnTo>
                <a:lnTo>
                  <a:pt x="276845" y="30682"/>
                </a:lnTo>
                <a:lnTo>
                  <a:pt x="276735" y="30878"/>
                </a:lnTo>
                <a:lnTo>
                  <a:pt x="276623" y="31068"/>
                </a:lnTo>
                <a:lnTo>
                  <a:pt x="276508" y="31252"/>
                </a:lnTo>
                <a:lnTo>
                  <a:pt x="276390" y="31431"/>
                </a:lnTo>
                <a:lnTo>
                  <a:pt x="276270" y="31605"/>
                </a:lnTo>
                <a:lnTo>
                  <a:pt x="276147" y="31773"/>
                </a:lnTo>
                <a:lnTo>
                  <a:pt x="276021" y="31936"/>
                </a:lnTo>
                <a:lnTo>
                  <a:pt x="275893" y="32093"/>
                </a:lnTo>
                <a:lnTo>
                  <a:pt x="275763" y="32244"/>
                </a:lnTo>
                <a:lnTo>
                  <a:pt x="275629" y="32391"/>
                </a:lnTo>
                <a:lnTo>
                  <a:pt x="275493" y="32531"/>
                </a:lnTo>
                <a:lnTo>
                  <a:pt x="275355" y="32666"/>
                </a:lnTo>
                <a:lnTo>
                  <a:pt x="275214" y="32796"/>
                </a:lnTo>
                <a:lnTo>
                  <a:pt x="275070" y="32920"/>
                </a:lnTo>
                <a:lnTo>
                  <a:pt x="274924" y="33039"/>
                </a:lnTo>
                <a:lnTo>
                  <a:pt x="274775" y="33152"/>
                </a:lnTo>
                <a:lnTo>
                  <a:pt x="274624" y="33260"/>
                </a:lnTo>
                <a:lnTo>
                  <a:pt x="274470" y="33364"/>
                </a:lnTo>
                <a:lnTo>
                  <a:pt x="274313" y="33463"/>
                </a:lnTo>
                <a:lnTo>
                  <a:pt x="274154" y="33557"/>
                </a:lnTo>
                <a:lnTo>
                  <a:pt x="273993" y="33647"/>
                </a:lnTo>
                <a:lnTo>
                  <a:pt x="273828" y="33732"/>
                </a:lnTo>
                <a:lnTo>
                  <a:pt x="273661" y="33813"/>
                </a:lnTo>
                <a:lnTo>
                  <a:pt x="273492" y="33888"/>
                </a:lnTo>
                <a:lnTo>
                  <a:pt x="273320" y="33960"/>
                </a:lnTo>
                <a:lnTo>
                  <a:pt x="273145" y="34026"/>
                </a:lnTo>
                <a:lnTo>
                  <a:pt x="272968" y="34089"/>
                </a:lnTo>
                <a:lnTo>
                  <a:pt x="272788" y="34146"/>
                </a:lnTo>
                <a:lnTo>
                  <a:pt x="272605" y="34199"/>
                </a:lnTo>
                <a:lnTo>
                  <a:pt x="272420" y="34247"/>
                </a:lnTo>
                <a:lnTo>
                  <a:pt x="272233" y="34291"/>
                </a:lnTo>
                <a:lnTo>
                  <a:pt x="272042" y="34330"/>
                </a:lnTo>
                <a:lnTo>
                  <a:pt x="271850" y="34365"/>
                </a:lnTo>
                <a:lnTo>
                  <a:pt x="271654" y="34395"/>
                </a:lnTo>
                <a:lnTo>
                  <a:pt x="271456" y="34420"/>
                </a:lnTo>
                <a:lnTo>
                  <a:pt x="271255" y="34441"/>
                </a:lnTo>
                <a:lnTo>
                  <a:pt x="271052" y="34457"/>
                </a:lnTo>
                <a:lnTo>
                  <a:pt x="270846" y="34468"/>
                </a:lnTo>
                <a:lnTo>
                  <a:pt x="270638" y="34475"/>
                </a:lnTo>
                <a:lnTo>
                  <a:pt x="270427" y="34477"/>
                </a:lnTo>
                <a:lnTo>
                  <a:pt x="270144" y="34473"/>
                </a:lnTo>
                <a:lnTo>
                  <a:pt x="269865" y="34461"/>
                </a:lnTo>
                <a:lnTo>
                  <a:pt x="269589" y="34440"/>
                </a:lnTo>
                <a:lnTo>
                  <a:pt x="269318" y="34411"/>
                </a:lnTo>
                <a:lnTo>
                  <a:pt x="269050" y="34374"/>
                </a:lnTo>
                <a:lnTo>
                  <a:pt x="268787" y="34328"/>
                </a:lnTo>
                <a:lnTo>
                  <a:pt x="268527" y="34274"/>
                </a:lnTo>
                <a:lnTo>
                  <a:pt x="268272" y="34212"/>
                </a:lnTo>
                <a:lnTo>
                  <a:pt x="268020" y="34142"/>
                </a:lnTo>
                <a:lnTo>
                  <a:pt x="267772" y="34063"/>
                </a:lnTo>
                <a:lnTo>
                  <a:pt x="267528" y="33976"/>
                </a:lnTo>
                <a:lnTo>
                  <a:pt x="267288" y="33881"/>
                </a:lnTo>
                <a:lnTo>
                  <a:pt x="267052" y="33777"/>
                </a:lnTo>
                <a:lnTo>
                  <a:pt x="266820" y="33665"/>
                </a:lnTo>
                <a:lnTo>
                  <a:pt x="266592" y="33545"/>
                </a:lnTo>
                <a:lnTo>
                  <a:pt x="266368" y="33417"/>
                </a:lnTo>
                <a:lnTo>
                  <a:pt x="266147" y="33280"/>
                </a:lnTo>
                <a:lnTo>
                  <a:pt x="265931" y="33135"/>
                </a:lnTo>
                <a:lnTo>
                  <a:pt x="265718" y="32982"/>
                </a:lnTo>
                <a:lnTo>
                  <a:pt x="265510" y="32820"/>
                </a:lnTo>
                <a:lnTo>
                  <a:pt x="265305" y="32650"/>
                </a:lnTo>
                <a:lnTo>
                  <a:pt x="265105" y="32472"/>
                </a:lnTo>
                <a:lnTo>
                  <a:pt x="264908" y="32286"/>
                </a:lnTo>
                <a:lnTo>
                  <a:pt x="264715" y="32091"/>
                </a:lnTo>
                <a:lnTo>
                  <a:pt x="264528" y="31888"/>
                </a:lnTo>
                <a:lnTo>
                  <a:pt x="264348" y="31679"/>
                </a:lnTo>
                <a:lnTo>
                  <a:pt x="264174" y="31462"/>
                </a:lnTo>
                <a:lnTo>
                  <a:pt x="264008" y="31237"/>
                </a:lnTo>
                <a:lnTo>
                  <a:pt x="263849" y="31005"/>
                </a:lnTo>
                <a:lnTo>
                  <a:pt x="263697" y="30766"/>
                </a:lnTo>
                <a:lnTo>
                  <a:pt x="263552" y="30520"/>
                </a:lnTo>
                <a:lnTo>
                  <a:pt x="263414" y="30266"/>
                </a:lnTo>
                <a:lnTo>
                  <a:pt x="263284" y="30005"/>
                </a:lnTo>
                <a:lnTo>
                  <a:pt x="263160" y="29737"/>
                </a:lnTo>
                <a:lnTo>
                  <a:pt x="263043" y="29462"/>
                </a:lnTo>
                <a:lnTo>
                  <a:pt x="262933" y="29179"/>
                </a:lnTo>
                <a:lnTo>
                  <a:pt x="262831" y="28889"/>
                </a:lnTo>
                <a:lnTo>
                  <a:pt x="262735" y="28591"/>
                </a:lnTo>
                <a:lnTo>
                  <a:pt x="262647" y="28286"/>
                </a:lnTo>
                <a:lnTo>
                  <a:pt x="262565" y="27974"/>
                </a:lnTo>
                <a:lnTo>
                  <a:pt x="262491" y="27655"/>
                </a:lnTo>
                <a:lnTo>
                  <a:pt x="262424" y="27328"/>
                </a:lnTo>
                <a:lnTo>
                  <a:pt x="262363" y="26994"/>
                </a:lnTo>
                <a:lnTo>
                  <a:pt x="262310" y="26653"/>
                </a:lnTo>
                <a:lnTo>
                  <a:pt x="262264" y="26304"/>
                </a:lnTo>
                <a:lnTo>
                  <a:pt x="262225" y="25948"/>
                </a:lnTo>
                <a:lnTo>
                  <a:pt x="262193" y="25585"/>
                </a:lnTo>
                <a:lnTo>
                  <a:pt x="262168" y="25215"/>
                </a:lnTo>
                <a:lnTo>
                  <a:pt x="282546" y="25215"/>
                </a:lnTo>
                <a:lnTo>
                  <a:pt x="282548" y="25147"/>
                </a:lnTo>
                <a:lnTo>
                  <a:pt x="282550" y="25081"/>
                </a:lnTo>
                <a:lnTo>
                  <a:pt x="282552" y="25016"/>
                </a:lnTo>
                <a:lnTo>
                  <a:pt x="282554" y="24952"/>
                </a:lnTo>
                <a:lnTo>
                  <a:pt x="282555" y="24890"/>
                </a:lnTo>
                <a:lnTo>
                  <a:pt x="282557" y="24830"/>
                </a:lnTo>
                <a:lnTo>
                  <a:pt x="282558" y="24770"/>
                </a:lnTo>
                <a:lnTo>
                  <a:pt x="282560" y="24713"/>
                </a:lnTo>
                <a:lnTo>
                  <a:pt x="282561" y="24656"/>
                </a:lnTo>
                <a:lnTo>
                  <a:pt x="282563" y="24601"/>
                </a:lnTo>
                <a:lnTo>
                  <a:pt x="282564" y="24548"/>
                </a:lnTo>
                <a:lnTo>
                  <a:pt x="282565" y="24496"/>
                </a:lnTo>
                <a:lnTo>
                  <a:pt x="282566" y="24445"/>
                </a:lnTo>
                <a:lnTo>
                  <a:pt x="282567" y="24396"/>
                </a:lnTo>
                <a:lnTo>
                  <a:pt x="282568" y="24348"/>
                </a:lnTo>
                <a:lnTo>
                  <a:pt x="282569" y="24302"/>
                </a:lnTo>
                <a:lnTo>
                  <a:pt x="282569" y="24257"/>
                </a:lnTo>
                <a:lnTo>
                  <a:pt x="282570" y="24213"/>
                </a:lnTo>
                <a:lnTo>
                  <a:pt x="282570" y="24171"/>
                </a:lnTo>
                <a:lnTo>
                  <a:pt x="282571" y="24131"/>
                </a:lnTo>
                <a:lnTo>
                  <a:pt x="282571" y="24091"/>
                </a:lnTo>
                <a:lnTo>
                  <a:pt x="282571" y="24054"/>
                </a:lnTo>
                <a:lnTo>
                  <a:pt x="282571" y="24017"/>
                </a:lnTo>
                <a:lnTo>
                  <a:pt x="282571" y="23982"/>
                </a:lnTo>
                <a:lnTo>
                  <a:pt x="282565" y="23425"/>
                </a:lnTo>
                <a:lnTo>
                  <a:pt x="282547" y="22877"/>
                </a:lnTo>
                <a:lnTo>
                  <a:pt x="282517" y="22341"/>
                </a:lnTo>
                <a:lnTo>
                  <a:pt x="282475" y="21815"/>
                </a:lnTo>
                <a:lnTo>
                  <a:pt x="282421" y="21299"/>
                </a:lnTo>
                <a:lnTo>
                  <a:pt x="282354" y="20794"/>
                </a:lnTo>
                <a:lnTo>
                  <a:pt x="282276" y="20299"/>
                </a:lnTo>
                <a:lnTo>
                  <a:pt x="282185" y="19815"/>
                </a:lnTo>
                <a:lnTo>
                  <a:pt x="282083" y="19342"/>
                </a:lnTo>
                <a:lnTo>
                  <a:pt x="281968" y="18879"/>
                </a:lnTo>
                <a:lnTo>
                  <a:pt x="281842" y="18426"/>
                </a:lnTo>
                <a:lnTo>
                  <a:pt x="281703" y="17984"/>
                </a:lnTo>
                <a:lnTo>
                  <a:pt x="281552" y="17553"/>
                </a:lnTo>
                <a:lnTo>
                  <a:pt x="281389" y="17132"/>
                </a:lnTo>
                <a:lnTo>
                  <a:pt x="281215" y="16722"/>
                </a:lnTo>
                <a:lnTo>
                  <a:pt x="281028" y="16322"/>
                </a:lnTo>
                <a:lnTo>
                  <a:pt x="280829" y="15933"/>
                </a:lnTo>
                <a:lnTo>
                  <a:pt x="280618" y="15554"/>
                </a:lnTo>
                <a:lnTo>
                  <a:pt x="280394" y="15186"/>
                </a:lnTo>
                <a:lnTo>
                  <a:pt x="280159" y="14828"/>
                </a:lnTo>
                <a:lnTo>
                  <a:pt x="279912" y="14481"/>
                </a:lnTo>
                <a:lnTo>
                  <a:pt x="279653" y="14144"/>
                </a:lnTo>
                <a:lnTo>
                  <a:pt x="279381" y="13818"/>
                </a:lnTo>
                <a:lnTo>
                  <a:pt x="279098" y="13502"/>
                </a:lnTo>
                <a:lnTo>
                  <a:pt x="278805" y="13198"/>
                </a:lnTo>
                <a:lnTo>
                  <a:pt x="278505" y="12907"/>
                </a:lnTo>
                <a:lnTo>
                  <a:pt x="278198" y="12629"/>
                </a:lnTo>
                <a:lnTo>
                  <a:pt x="277884" y="12364"/>
                </a:lnTo>
                <a:lnTo>
                  <a:pt x="277564" y="12112"/>
                </a:lnTo>
                <a:lnTo>
                  <a:pt x="277236" y="11873"/>
                </a:lnTo>
                <a:lnTo>
                  <a:pt x="276901" y="11646"/>
                </a:lnTo>
                <a:lnTo>
                  <a:pt x="276559" y="11433"/>
                </a:lnTo>
                <a:lnTo>
                  <a:pt x="276211" y="11232"/>
                </a:lnTo>
                <a:lnTo>
                  <a:pt x="275855" y="11045"/>
                </a:lnTo>
                <a:lnTo>
                  <a:pt x="275492" y="10870"/>
                </a:lnTo>
                <a:lnTo>
                  <a:pt x="275123" y="10708"/>
                </a:lnTo>
                <a:lnTo>
                  <a:pt x="274746" y="10560"/>
                </a:lnTo>
                <a:lnTo>
                  <a:pt x="274363" y="10424"/>
                </a:lnTo>
                <a:lnTo>
                  <a:pt x="273972" y="10301"/>
                </a:lnTo>
                <a:lnTo>
                  <a:pt x="273575" y="10191"/>
                </a:lnTo>
                <a:lnTo>
                  <a:pt x="273170" y="10094"/>
                </a:lnTo>
                <a:lnTo>
                  <a:pt x="272759" y="10010"/>
                </a:lnTo>
                <a:lnTo>
                  <a:pt x="272340" y="9939"/>
                </a:lnTo>
                <a:lnTo>
                  <a:pt x="271915" y="9881"/>
                </a:lnTo>
                <a:lnTo>
                  <a:pt x="271483" y="9835"/>
                </a:lnTo>
                <a:lnTo>
                  <a:pt x="271044" y="9803"/>
                </a:lnTo>
                <a:lnTo>
                  <a:pt x="270597" y="9784"/>
                </a:lnTo>
                <a:lnTo>
                  <a:pt x="270144" y="9777"/>
                </a:lnTo>
                <a:lnTo>
                  <a:pt x="269676" y="9784"/>
                </a:lnTo>
                <a:lnTo>
                  <a:pt x="269215" y="9804"/>
                </a:lnTo>
                <a:lnTo>
                  <a:pt x="268762" y="9837"/>
                </a:lnTo>
                <a:lnTo>
                  <a:pt x="268316" y="9883"/>
                </a:lnTo>
                <a:lnTo>
                  <a:pt x="267877" y="9942"/>
                </a:lnTo>
                <a:lnTo>
                  <a:pt x="267446" y="10015"/>
                </a:lnTo>
                <a:lnTo>
                  <a:pt x="267022" y="10101"/>
                </a:lnTo>
                <a:lnTo>
                  <a:pt x="266605" y="10200"/>
                </a:lnTo>
                <a:lnTo>
                  <a:pt x="266195" y="10313"/>
                </a:lnTo>
                <a:lnTo>
                  <a:pt x="265793" y="10438"/>
                </a:lnTo>
                <a:lnTo>
                  <a:pt x="265399" y="10577"/>
                </a:lnTo>
                <a:lnTo>
                  <a:pt x="265011" y="10729"/>
                </a:lnTo>
                <a:lnTo>
                  <a:pt x="264631" y="10894"/>
                </a:lnTo>
                <a:lnTo>
                  <a:pt x="264258" y="11073"/>
                </a:lnTo>
                <a:lnTo>
                  <a:pt x="263893" y="11265"/>
                </a:lnTo>
                <a:lnTo>
                  <a:pt x="263534" y="11470"/>
                </a:lnTo>
                <a:lnTo>
                  <a:pt x="263184" y="11688"/>
                </a:lnTo>
                <a:lnTo>
                  <a:pt x="262840" y="11919"/>
                </a:lnTo>
                <a:lnTo>
                  <a:pt x="262504" y="12164"/>
                </a:lnTo>
                <a:lnTo>
                  <a:pt x="262175" y="12422"/>
                </a:lnTo>
                <a:lnTo>
                  <a:pt x="261854" y="12693"/>
                </a:lnTo>
                <a:lnTo>
                  <a:pt x="261539" y="12977"/>
                </a:lnTo>
                <a:lnTo>
                  <a:pt x="261233" y="13274"/>
                </a:lnTo>
                <a:lnTo>
                  <a:pt x="260933" y="13585"/>
                </a:lnTo>
                <a:lnTo>
                  <a:pt x="260643" y="13908"/>
                </a:lnTo>
                <a:lnTo>
                  <a:pt x="260366" y="14241"/>
                </a:lnTo>
                <a:lnTo>
                  <a:pt x="260101" y="14585"/>
                </a:lnTo>
                <a:lnTo>
                  <a:pt x="259848" y="14940"/>
                </a:lnTo>
                <a:lnTo>
                  <a:pt x="259608" y="15306"/>
                </a:lnTo>
                <a:lnTo>
                  <a:pt x="259380" y="15682"/>
                </a:lnTo>
                <a:lnTo>
                  <a:pt x="259164" y="16069"/>
                </a:lnTo>
                <a:lnTo>
                  <a:pt x="258960" y="16467"/>
                </a:lnTo>
                <a:lnTo>
                  <a:pt x="258769" y="16875"/>
                </a:lnTo>
                <a:lnTo>
                  <a:pt x="258591" y="17294"/>
                </a:lnTo>
                <a:lnTo>
                  <a:pt x="258424" y="17724"/>
                </a:lnTo>
                <a:lnTo>
                  <a:pt x="258270" y="18165"/>
                </a:lnTo>
                <a:lnTo>
                  <a:pt x="258128" y="18616"/>
                </a:lnTo>
                <a:lnTo>
                  <a:pt x="257999" y="19078"/>
                </a:lnTo>
                <a:lnTo>
                  <a:pt x="257882" y="19551"/>
                </a:lnTo>
                <a:lnTo>
                  <a:pt x="257777" y="20035"/>
                </a:lnTo>
                <a:lnTo>
                  <a:pt x="257684" y="20529"/>
                </a:lnTo>
                <a:lnTo>
                  <a:pt x="257604" y="21034"/>
                </a:lnTo>
                <a:lnTo>
                  <a:pt x="257536" y="21549"/>
                </a:lnTo>
                <a:lnTo>
                  <a:pt x="257481" y="22076"/>
                </a:lnTo>
                <a:lnTo>
                  <a:pt x="257438" y="22613"/>
                </a:lnTo>
                <a:lnTo>
                  <a:pt x="257407" y="23161"/>
                </a:lnTo>
                <a:lnTo>
                  <a:pt x="257388" y="23719"/>
                </a:lnTo>
                <a:lnTo>
                  <a:pt x="257382" y="24289"/>
                </a:lnTo>
                <a:lnTo>
                  <a:pt x="257388" y="24839"/>
                </a:lnTo>
                <a:lnTo>
                  <a:pt x="257407" y="25379"/>
                </a:lnTo>
                <a:lnTo>
                  <a:pt x="257437" y="25908"/>
                </a:lnTo>
                <a:lnTo>
                  <a:pt x="257480" y="26427"/>
                </a:lnTo>
                <a:lnTo>
                  <a:pt x="257535" y="26936"/>
                </a:lnTo>
                <a:lnTo>
                  <a:pt x="257602" y="27435"/>
                </a:lnTo>
                <a:lnTo>
                  <a:pt x="257681" y="27923"/>
                </a:lnTo>
                <a:lnTo>
                  <a:pt x="257773" y="28401"/>
                </a:lnTo>
                <a:lnTo>
                  <a:pt x="257876" y="28869"/>
                </a:lnTo>
                <a:lnTo>
                  <a:pt x="257992" y="29326"/>
                </a:lnTo>
                <a:lnTo>
                  <a:pt x="258120" y="29773"/>
                </a:lnTo>
                <a:lnTo>
                  <a:pt x="258260" y="30210"/>
                </a:lnTo>
                <a:lnTo>
                  <a:pt x="258413" y="30636"/>
                </a:lnTo>
                <a:lnTo>
                  <a:pt x="258577" y="31052"/>
                </a:lnTo>
                <a:lnTo>
                  <a:pt x="258754" y="31458"/>
                </a:lnTo>
                <a:lnTo>
                  <a:pt x="258943" y="31853"/>
                </a:lnTo>
                <a:lnTo>
                  <a:pt x="259144" y="32238"/>
                </a:lnTo>
                <a:lnTo>
                  <a:pt x="259358" y="32613"/>
                </a:lnTo>
                <a:lnTo>
                  <a:pt x="259583" y="32977"/>
                </a:lnTo>
                <a:lnTo>
                  <a:pt x="259821" y="33331"/>
                </a:lnTo>
                <a:lnTo>
                  <a:pt x="260071" y="33675"/>
                </a:lnTo>
                <a:lnTo>
                  <a:pt x="260333" y="34009"/>
                </a:lnTo>
                <a:lnTo>
                  <a:pt x="260608" y="34332"/>
                </a:lnTo>
                <a:lnTo>
                  <a:pt x="260894" y="34645"/>
                </a:lnTo>
                <a:lnTo>
                  <a:pt x="261191" y="34946"/>
                </a:lnTo>
                <a:lnTo>
                  <a:pt x="261497" y="35234"/>
                </a:lnTo>
                <a:lnTo>
                  <a:pt x="261811" y="35510"/>
                </a:lnTo>
                <a:lnTo>
                  <a:pt x="262134" y="35773"/>
                </a:lnTo>
                <a:lnTo>
                  <a:pt x="262465" y="36023"/>
                </a:lnTo>
                <a:lnTo>
                  <a:pt x="262806" y="36260"/>
                </a:lnTo>
                <a:lnTo>
                  <a:pt x="263154" y="36484"/>
                </a:lnTo>
                <a:lnTo>
                  <a:pt x="263512" y="36696"/>
                </a:lnTo>
                <a:lnTo>
                  <a:pt x="263878" y="36895"/>
                </a:lnTo>
                <a:lnTo>
                  <a:pt x="264252" y="37080"/>
                </a:lnTo>
                <a:lnTo>
                  <a:pt x="264635" y="37253"/>
                </a:lnTo>
                <a:lnTo>
                  <a:pt x="265027" y="37414"/>
                </a:lnTo>
                <a:lnTo>
                  <a:pt x="265428" y="37561"/>
                </a:lnTo>
                <a:lnTo>
                  <a:pt x="265837" y="37696"/>
                </a:lnTo>
                <a:lnTo>
                  <a:pt x="266254" y="37818"/>
                </a:lnTo>
                <a:lnTo>
                  <a:pt x="266681" y="37927"/>
                </a:lnTo>
                <a:lnTo>
                  <a:pt x="267116" y="38023"/>
                </a:lnTo>
                <a:lnTo>
                  <a:pt x="267559" y="38106"/>
                </a:lnTo>
                <a:lnTo>
                  <a:pt x="268011" y="38177"/>
                </a:lnTo>
                <a:lnTo>
                  <a:pt x="268472" y="38234"/>
                </a:lnTo>
                <a:lnTo>
                  <a:pt x="268941" y="38279"/>
                </a:lnTo>
                <a:lnTo>
                  <a:pt x="269419" y="38311"/>
                </a:lnTo>
                <a:lnTo>
                  <a:pt x="269906" y="38330"/>
                </a:lnTo>
                <a:lnTo>
                  <a:pt x="270401" y="38337"/>
                </a:lnTo>
                <a:lnTo>
                  <a:pt x="270795" y="38333"/>
                </a:lnTo>
                <a:lnTo>
                  <a:pt x="271183" y="38321"/>
                </a:lnTo>
                <a:lnTo>
                  <a:pt x="271565" y="38301"/>
                </a:lnTo>
                <a:lnTo>
                  <a:pt x="271941" y="38272"/>
                </a:lnTo>
                <a:lnTo>
                  <a:pt x="272311" y="38236"/>
                </a:lnTo>
                <a:lnTo>
                  <a:pt x="272675" y="38192"/>
                </a:lnTo>
                <a:lnTo>
                  <a:pt x="273034" y="38140"/>
                </a:lnTo>
                <a:lnTo>
                  <a:pt x="273386" y="38079"/>
                </a:lnTo>
                <a:lnTo>
                  <a:pt x="273733" y="38011"/>
                </a:lnTo>
                <a:lnTo>
                  <a:pt x="274073" y="37935"/>
                </a:lnTo>
                <a:lnTo>
                  <a:pt x="274408" y="37850"/>
                </a:lnTo>
                <a:lnTo>
                  <a:pt x="274737" y="37758"/>
                </a:lnTo>
                <a:lnTo>
                  <a:pt x="275060" y="37657"/>
                </a:lnTo>
                <a:lnTo>
                  <a:pt x="275377" y="37549"/>
                </a:lnTo>
                <a:lnTo>
                  <a:pt x="275688" y="37432"/>
                </a:lnTo>
                <a:lnTo>
                  <a:pt x="275993" y="37308"/>
                </a:lnTo>
                <a:lnTo>
                  <a:pt x="276293" y="37175"/>
                </a:lnTo>
                <a:lnTo>
                  <a:pt x="276586" y="37034"/>
                </a:lnTo>
                <a:lnTo>
                  <a:pt x="276874" y="36885"/>
                </a:lnTo>
                <a:lnTo>
                  <a:pt x="277155" y="36729"/>
                </a:lnTo>
                <a:lnTo>
                  <a:pt x="277431" y="36564"/>
                </a:lnTo>
                <a:lnTo>
                  <a:pt x="277701" y="36391"/>
                </a:lnTo>
                <a:lnTo>
                  <a:pt x="277965" y="36210"/>
                </a:lnTo>
                <a:lnTo>
                  <a:pt x="278223" y="36021"/>
                </a:lnTo>
                <a:lnTo>
                  <a:pt x="278475" y="35825"/>
                </a:lnTo>
                <a:lnTo>
                  <a:pt x="278720" y="35622"/>
                </a:lnTo>
                <a:lnTo>
                  <a:pt x="278958" y="35413"/>
                </a:lnTo>
                <a:lnTo>
                  <a:pt x="279190" y="35197"/>
                </a:lnTo>
                <a:lnTo>
                  <a:pt x="279415" y="34975"/>
                </a:lnTo>
                <a:lnTo>
                  <a:pt x="279633" y="34746"/>
                </a:lnTo>
                <a:lnTo>
                  <a:pt x="279845" y="34511"/>
                </a:lnTo>
                <a:lnTo>
                  <a:pt x="280050" y="34269"/>
                </a:lnTo>
                <a:lnTo>
                  <a:pt x="280248" y="34020"/>
                </a:lnTo>
                <a:lnTo>
                  <a:pt x="280440" y="33765"/>
                </a:lnTo>
                <a:lnTo>
                  <a:pt x="280624" y="33504"/>
                </a:lnTo>
                <a:lnTo>
                  <a:pt x="280802" y="33236"/>
                </a:lnTo>
                <a:lnTo>
                  <a:pt x="280974" y="32961"/>
                </a:lnTo>
                <a:lnTo>
                  <a:pt x="281139" y="32680"/>
                </a:lnTo>
                <a:lnTo>
                  <a:pt x="281297" y="32393"/>
                </a:lnTo>
                <a:lnTo>
                  <a:pt x="281448" y="32099"/>
                </a:lnTo>
                <a:lnTo>
                  <a:pt x="281592" y="31798"/>
                </a:lnTo>
                <a:lnTo>
                  <a:pt x="281730" y="31491"/>
                </a:lnTo>
                <a:lnTo>
                  <a:pt x="281862" y="31178"/>
                </a:lnTo>
                <a:lnTo>
                  <a:pt x="281986" y="30857"/>
                </a:lnTo>
                <a:lnTo>
                  <a:pt x="282104" y="30531"/>
                </a:lnTo>
                <a:lnTo>
                  <a:pt x="282215" y="30198"/>
                </a:lnTo>
                <a:lnTo>
                  <a:pt x="282319" y="29858"/>
                </a:lnTo>
                <a:lnTo>
                  <a:pt x="282417" y="29512"/>
                </a:lnTo>
                <a:lnTo>
                  <a:pt x="277631" y="28920"/>
                </a:lnTo>
                <a:lnTo>
                  <a:pt x="277542" y="29159"/>
                </a:lnTo>
                <a:lnTo>
                  <a:pt x="277450" y="29393"/>
                </a:lnTo>
                <a:lnTo>
                  <a:pt x="277356" y="29622"/>
                </a:lnTo>
                <a:lnTo>
                  <a:pt x="277259" y="29845"/>
                </a:lnTo>
                <a:lnTo>
                  <a:pt x="277159" y="30062"/>
                </a:lnTo>
                <a:close/>
                <a:moveTo>
                  <a:pt x="262606" y="19951"/>
                </a:moveTo>
                <a:lnTo>
                  <a:pt x="262662" y="19685"/>
                </a:lnTo>
                <a:lnTo>
                  <a:pt x="262726" y="19424"/>
                </a:lnTo>
                <a:lnTo>
                  <a:pt x="262795" y="19168"/>
                </a:lnTo>
                <a:lnTo>
                  <a:pt x="262872" y="18916"/>
                </a:lnTo>
                <a:lnTo>
                  <a:pt x="262955" y="18670"/>
                </a:lnTo>
                <a:lnTo>
                  <a:pt x="263046" y="18429"/>
                </a:lnTo>
                <a:lnTo>
                  <a:pt x="263142" y="18192"/>
                </a:lnTo>
                <a:lnTo>
                  <a:pt x="263246" y="17960"/>
                </a:lnTo>
                <a:lnTo>
                  <a:pt x="263356" y="17734"/>
                </a:lnTo>
                <a:lnTo>
                  <a:pt x="263474" y="17512"/>
                </a:lnTo>
                <a:lnTo>
                  <a:pt x="263597" y="17295"/>
                </a:lnTo>
                <a:lnTo>
                  <a:pt x="263728" y="17083"/>
                </a:lnTo>
                <a:lnTo>
                  <a:pt x="263865" y="16876"/>
                </a:lnTo>
                <a:lnTo>
                  <a:pt x="264009" y="16674"/>
                </a:lnTo>
                <a:lnTo>
                  <a:pt x="264160" y="16477"/>
                </a:lnTo>
                <a:lnTo>
                  <a:pt x="264318" y="16285"/>
                </a:lnTo>
                <a:lnTo>
                  <a:pt x="264482" y="16097"/>
                </a:lnTo>
                <a:lnTo>
                  <a:pt x="264653" y="15915"/>
                </a:lnTo>
                <a:lnTo>
                  <a:pt x="264831" y="15738"/>
                </a:lnTo>
                <a:lnTo>
                  <a:pt x="265014" y="15566"/>
                </a:lnTo>
                <a:lnTo>
                  <a:pt x="265200" y="15402"/>
                </a:lnTo>
                <a:lnTo>
                  <a:pt x="265390" y="15245"/>
                </a:lnTo>
                <a:lnTo>
                  <a:pt x="265584" y="15096"/>
                </a:lnTo>
                <a:lnTo>
                  <a:pt x="265781" y="14953"/>
                </a:lnTo>
                <a:lnTo>
                  <a:pt x="265982" y="14818"/>
                </a:lnTo>
                <a:lnTo>
                  <a:pt x="266186" y="14691"/>
                </a:lnTo>
                <a:lnTo>
                  <a:pt x="266393" y="14570"/>
                </a:lnTo>
                <a:lnTo>
                  <a:pt x="266604" y="14457"/>
                </a:lnTo>
                <a:lnTo>
                  <a:pt x="266819" y="14351"/>
                </a:lnTo>
                <a:lnTo>
                  <a:pt x="267037" y="14253"/>
                </a:lnTo>
                <a:lnTo>
                  <a:pt x="267259" y="14162"/>
                </a:lnTo>
                <a:lnTo>
                  <a:pt x="267484" y="14078"/>
                </a:lnTo>
                <a:lnTo>
                  <a:pt x="267713" y="14001"/>
                </a:lnTo>
                <a:lnTo>
                  <a:pt x="267946" y="13932"/>
                </a:lnTo>
                <a:lnTo>
                  <a:pt x="268182" y="13870"/>
                </a:lnTo>
                <a:lnTo>
                  <a:pt x="268421" y="13815"/>
                </a:lnTo>
                <a:lnTo>
                  <a:pt x="268664" y="13768"/>
                </a:lnTo>
                <a:lnTo>
                  <a:pt x="268910" y="13728"/>
                </a:lnTo>
                <a:lnTo>
                  <a:pt x="269160" y="13695"/>
                </a:lnTo>
                <a:lnTo>
                  <a:pt x="269414" y="13669"/>
                </a:lnTo>
                <a:lnTo>
                  <a:pt x="269671" y="13651"/>
                </a:lnTo>
                <a:lnTo>
                  <a:pt x="269931" y="13640"/>
                </a:lnTo>
                <a:lnTo>
                  <a:pt x="270196" y="13637"/>
                </a:lnTo>
                <a:lnTo>
                  <a:pt x="270487" y="13641"/>
                </a:lnTo>
                <a:lnTo>
                  <a:pt x="270774" y="13655"/>
                </a:lnTo>
                <a:lnTo>
                  <a:pt x="271056" y="13678"/>
                </a:lnTo>
                <a:lnTo>
                  <a:pt x="271334" y="13710"/>
                </a:lnTo>
                <a:lnTo>
                  <a:pt x="271607" y="13751"/>
                </a:lnTo>
                <a:lnTo>
                  <a:pt x="271876" y="13801"/>
                </a:lnTo>
                <a:lnTo>
                  <a:pt x="272140" y="13860"/>
                </a:lnTo>
                <a:lnTo>
                  <a:pt x="272400" y="13929"/>
                </a:lnTo>
                <a:lnTo>
                  <a:pt x="272655" y="14007"/>
                </a:lnTo>
                <a:lnTo>
                  <a:pt x="272905" y="14093"/>
                </a:lnTo>
                <a:lnTo>
                  <a:pt x="273151" y="14189"/>
                </a:lnTo>
                <a:lnTo>
                  <a:pt x="273392" y="14294"/>
                </a:lnTo>
                <a:lnTo>
                  <a:pt x="273629" y="14409"/>
                </a:lnTo>
                <a:lnTo>
                  <a:pt x="273861" y="14532"/>
                </a:lnTo>
                <a:lnTo>
                  <a:pt x="274089" y="14665"/>
                </a:lnTo>
                <a:lnTo>
                  <a:pt x="274312" y="14806"/>
                </a:lnTo>
                <a:lnTo>
                  <a:pt x="274531" y="14957"/>
                </a:lnTo>
                <a:lnTo>
                  <a:pt x="274745" y="15117"/>
                </a:lnTo>
                <a:lnTo>
                  <a:pt x="274954" y="15286"/>
                </a:lnTo>
                <a:lnTo>
                  <a:pt x="275159" y="15464"/>
                </a:lnTo>
                <a:lnTo>
                  <a:pt x="275360" y="15651"/>
                </a:lnTo>
                <a:lnTo>
                  <a:pt x="275555" y="15848"/>
                </a:lnTo>
                <a:lnTo>
                  <a:pt x="275747" y="16053"/>
                </a:lnTo>
                <a:lnTo>
                  <a:pt x="275933" y="16268"/>
                </a:lnTo>
                <a:lnTo>
                  <a:pt x="276051" y="16412"/>
                </a:lnTo>
                <a:lnTo>
                  <a:pt x="276165" y="16563"/>
                </a:lnTo>
                <a:lnTo>
                  <a:pt x="276276" y="16719"/>
                </a:lnTo>
                <a:lnTo>
                  <a:pt x="276382" y="16881"/>
                </a:lnTo>
                <a:lnTo>
                  <a:pt x="276484" y="17048"/>
                </a:lnTo>
                <a:lnTo>
                  <a:pt x="276583" y="17222"/>
                </a:lnTo>
                <a:lnTo>
                  <a:pt x="276677" y="17402"/>
                </a:lnTo>
                <a:lnTo>
                  <a:pt x="276768" y="17587"/>
                </a:lnTo>
                <a:lnTo>
                  <a:pt x="276855" y="17778"/>
                </a:lnTo>
                <a:lnTo>
                  <a:pt x="276937" y="17976"/>
                </a:lnTo>
                <a:lnTo>
                  <a:pt x="277016" y="18179"/>
                </a:lnTo>
                <a:lnTo>
                  <a:pt x="277091" y="18388"/>
                </a:lnTo>
                <a:lnTo>
                  <a:pt x="277162" y="18603"/>
                </a:lnTo>
                <a:lnTo>
                  <a:pt x="277229" y="18824"/>
                </a:lnTo>
                <a:lnTo>
                  <a:pt x="277292" y="19050"/>
                </a:lnTo>
                <a:lnTo>
                  <a:pt x="277351" y="19283"/>
                </a:lnTo>
                <a:lnTo>
                  <a:pt x="277406" y="19521"/>
                </a:lnTo>
                <a:lnTo>
                  <a:pt x="277458" y="19766"/>
                </a:lnTo>
                <a:lnTo>
                  <a:pt x="277505" y="20016"/>
                </a:lnTo>
                <a:lnTo>
                  <a:pt x="277548" y="20272"/>
                </a:lnTo>
                <a:lnTo>
                  <a:pt x="277588" y="20534"/>
                </a:lnTo>
                <a:lnTo>
                  <a:pt x="277623" y="20802"/>
                </a:lnTo>
                <a:lnTo>
                  <a:pt x="277655" y="21076"/>
                </a:lnTo>
                <a:lnTo>
                  <a:pt x="277683" y="21355"/>
                </a:lnTo>
                <a:lnTo>
                  <a:pt x="262425" y="21355"/>
                </a:lnTo>
                <a:lnTo>
                  <a:pt x="262448" y="21065"/>
                </a:lnTo>
                <a:lnTo>
                  <a:pt x="262477" y="20779"/>
                </a:lnTo>
                <a:lnTo>
                  <a:pt x="262514" y="20498"/>
                </a:lnTo>
                <a:lnTo>
                  <a:pt x="262556" y="20222"/>
                </a:lnTo>
                <a:lnTo>
                  <a:pt x="262606" y="19951"/>
                </a:lnTo>
                <a:close/>
                <a:moveTo>
                  <a:pt x="335038" y="35129"/>
                </a:moveTo>
                <a:lnTo>
                  <a:pt x="335065" y="35281"/>
                </a:lnTo>
                <a:lnTo>
                  <a:pt x="335094" y="35431"/>
                </a:lnTo>
                <a:lnTo>
                  <a:pt x="335124" y="35579"/>
                </a:lnTo>
                <a:lnTo>
                  <a:pt x="335157" y="35725"/>
                </a:lnTo>
                <a:lnTo>
                  <a:pt x="335191" y="35870"/>
                </a:lnTo>
                <a:lnTo>
                  <a:pt x="335227" y="36013"/>
                </a:lnTo>
                <a:lnTo>
                  <a:pt x="335265" y="36155"/>
                </a:lnTo>
                <a:lnTo>
                  <a:pt x="335304" y="36294"/>
                </a:lnTo>
                <a:lnTo>
                  <a:pt x="335345" y="36432"/>
                </a:lnTo>
                <a:lnTo>
                  <a:pt x="335388" y="36569"/>
                </a:lnTo>
                <a:lnTo>
                  <a:pt x="335433" y="36703"/>
                </a:lnTo>
                <a:lnTo>
                  <a:pt x="335480" y="36836"/>
                </a:lnTo>
                <a:lnTo>
                  <a:pt x="335528" y="36968"/>
                </a:lnTo>
                <a:lnTo>
                  <a:pt x="335579" y="37097"/>
                </a:lnTo>
                <a:lnTo>
                  <a:pt x="335631" y="37225"/>
                </a:lnTo>
                <a:lnTo>
                  <a:pt x="335684" y="37351"/>
                </a:lnTo>
                <a:lnTo>
                  <a:pt x="335740" y="37475"/>
                </a:lnTo>
                <a:lnTo>
                  <a:pt x="335797" y="37598"/>
                </a:lnTo>
                <a:lnTo>
                  <a:pt x="335856" y="37719"/>
                </a:lnTo>
                <a:lnTo>
                  <a:pt x="340693" y="37719"/>
                </a:lnTo>
                <a:lnTo>
                  <a:pt x="340622" y="37588"/>
                </a:lnTo>
                <a:lnTo>
                  <a:pt x="340552" y="37457"/>
                </a:lnTo>
                <a:lnTo>
                  <a:pt x="340484" y="37325"/>
                </a:lnTo>
                <a:lnTo>
                  <a:pt x="340418" y="37192"/>
                </a:lnTo>
                <a:lnTo>
                  <a:pt x="340354" y="37059"/>
                </a:lnTo>
                <a:lnTo>
                  <a:pt x="340292" y="36926"/>
                </a:lnTo>
                <a:lnTo>
                  <a:pt x="340232" y="36792"/>
                </a:lnTo>
                <a:lnTo>
                  <a:pt x="340175" y="36657"/>
                </a:lnTo>
                <a:lnTo>
                  <a:pt x="340119" y="36522"/>
                </a:lnTo>
                <a:lnTo>
                  <a:pt x="340065" y="36387"/>
                </a:lnTo>
                <a:lnTo>
                  <a:pt x="340013" y="36251"/>
                </a:lnTo>
                <a:lnTo>
                  <a:pt x="339963" y="36114"/>
                </a:lnTo>
                <a:lnTo>
                  <a:pt x="339916" y="35977"/>
                </a:lnTo>
                <a:lnTo>
                  <a:pt x="339870" y="35840"/>
                </a:lnTo>
                <a:lnTo>
                  <a:pt x="339826" y="35702"/>
                </a:lnTo>
                <a:lnTo>
                  <a:pt x="339784" y="35564"/>
                </a:lnTo>
                <a:lnTo>
                  <a:pt x="339745" y="35425"/>
                </a:lnTo>
                <a:lnTo>
                  <a:pt x="339707" y="35285"/>
                </a:lnTo>
                <a:lnTo>
                  <a:pt x="339671" y="35146"/>
                </a:lnTo>
                <a:lnTo>
                  <a:pt x="339638" y="35005"/>
                </a:lnTo>
                <a:lnTo>
                  <a:pt x="339606" y="34864"/>
                </a:lnTo>
                <a:lnTo>
                  <a:pt x="339576" y="34723"/>
                </a:lnTo>
                <a:lnTo>
                  <a:pt x="339548" y="34581"/>
                </a:lnTo>
                <a:lnTo>
                  <a:pt x="339523" y="34439"/>
                </a:lnTo>
                <a:lnTo>
                  <a:pt x="339499" y="34288"/>
                </a:lnTo>
                <a:lnTo>
                  <a:pt x="339476" y="34121"/>
                </a:lnTo>
                <a:lnTo>
                  <a:pt x="339453" y="33937"/>
                </a:lnTo>
                <a:lnTo>
                  <a:pt x="339432" y="33737"/>
                </a:lnTo>
                <a:lnTo>
                  <a:pt x="339412" y="33520"/>
                </a:lnTo>
                <a:lnTo>
                  <a:pt x="339393" y="33287"/>
                </a:lnTo>
                <a:lnTo>
                  <a:pt x="339375" y="33037"/>
                </a:lnTo>
                <a:lnTo>
                  <a:pt x="339358" y="32771"/>
                </a:lnTo>
                <a:lnTo>
                  <a:pt x="339342" y="32488"/>
                </a:lnTo>
                <a:lnTo>
                  <a:pt x="339328" y="32189"/>
                </a:lnTo>
                <a:lnTo>
                  <a:pt x="339314" y="31873"/>
                </a:lnTo>
                <a:lnTo>
                  <a:pt x="339301" y="31541"/>
                </a:lnTo>
                <a:lnTo>
                  <a:pt x="339289" y="31192"/>
                </a:lnTo>
                <a:lnTo>
                  <a:pt x="339278" y="30827"/>
                </a:lnTo>
                <a:lnTo>
                  <a:pt x="339269" y="30446"/>
                </a:lnTo>
                <a:lnTo>
                  <a:pt x="339260" y="30048"/>
                </a:lnTo>
                <a:lnTo>
                  <a:pt x="339252" y="29633"/>
                </a:lnTo>
                <a:lnTo>
                  <a:pt x="339245" y="29202"/>
                </a:lnTo>
                <a:lnTo>
                  <a:pt x="339240" y="28755"/>
                </a:lnTo>
                <a:lnTo>
                  <a:pt x="339235" y="28291"/>
                </a:lnTo>
                <a:lnTo>
                  <a:pt x="339232" y="27810"/>
                </a:lnTo>
                <a:lnTo>
                  <a:pt x="339229" y="27313"/>
                </a:lnTo>
                <a:lnTo>
                  <a:pt x="339227" y="26800"/>
                </a:lnTo>
                <a:lnTo>
                  <a:pt x="339227" y="26270"/>
                </a:lnTo>
                <a:lnTo>
                  <a:pt x="339227" y="20095"/>
                </a:lnTo>
                <a:lnTo>
                  <a:pt x="339227" y="19841"/>
                </a:lnTo>
                <a:lnTo>
                  <a:pt x="339225" y="19593"/>
                </a:lnTo>
                <a:lnTo>
                  <a:pt x="339223" y="19353"/>
                </a:lnTo>
                <a:lnTo>
                  <a:pt x="339220" y="19118"/>
                </a:lnTo>
                <a:lnTo>
                  <a:pt x="339217" y="18891"/>
                </a:lnTo>
                <a:lnTo>
                  <a:pt x="339212" y="18670"/>
                </a:lnTo>
                <a:lnTo>
                  <a:pt x="339207" y="18456"/>
                </a:lnTo>
                <a:lnTo>
                  <a:pt x="339201" y="18248"/>
                </a:lnTo>
                <a:lnTo>
                  <a:pt x="339194" y="18047"/>
                </a:lnTo>
                <a:lnTo>
                  <a:pt x="339187" y="17852"/>
                </a:lnTo>
                <a:lnTo>
                  <a:pt x="339178" y="17664"/>
                </a:lnTo>
                <a:lnTo>
                  <a:pt x="339169" y="17483"/>
                </a:lnTo>
                <a:lnTo>
                  <a:pt x="339159" y="17308"/>
                </a:lnTo>
                <a:lnTo>
                  <a:pt x="339148" y="17140"/>
                </a:lnTo>
                <a:lnTo>
                  <a:pt x="339136" y="16979"/>
                </a:lnTo>
                <a:lnTo>
                  <a:pt x="339124" y="16824"/>
                </a:lnTo>
                <a:lnTo>
                  <a:pt x="339111" y="16676"/>
                </a:lnTo>
                <a:lnTo>
                  <a:pt x="339097" y="16534"/>
                </a:lnTo>
                <a:lnTo>
                  <a:pt x="339082" y="16399"/>
                </a:lnTo>
                <a:lnTo>
                  <a:pt x="339066" y="16271"/>
                </a:lnTo>
                <a:lnTo>
                  <a:pt x="339050" y="16149"/>
                </a:lnTo>
                <a:lnTo>
                  <a:pt x="339032" y="16034"/>
                </a:lnTo>
                <a:lnTo>
                  <a:pt x="339014" y="15926"/>
                </a:lnTo>
                <a:lnTo>
                  <a:pt x="338995" y="15824"/>
                </a:lnTo>
                <a:lnTo>
                  <a:pt x="338960" y="15666"/>
                </a:lnTo>
                <a:lnTo>
                  <a:pt x="338922" y="15511"/>
                </a:lnTo>
                <a:lnTo>
                  <a:pt x="338883" y="15358"/>
                </a:lnTo>
                <a:lnTo>
                  <a:pt x="338841" y="15207"/>
                </a:lnTo>
                <a:lnTo>
                  <a:pt x="338797" y="15059"/>
                </a:lnTo>
                <a:lnTo>
                  <a:pt x="338751" y="14913"/>
                </a:lnTo>
                <a:lnTo>
                  <a:pt x="338703" y="14769"/>
                </a:lnTo>
                <a:lnTo>
                  <a:pt x="338652" y="14627"/>
                </a:lnTo>
                <a:lnTo>
                  <a:pt x="338600" y="14488"/>
                </a:lnTo>
                <a:lnTo>
                  <a:pt x="338545" y="14351"/>
                </a:lnTo>
                <a:lnTo>
                  <a:pt x="338488" y="14216"/>
                </a:lnTo>
                <a:lnTo>
                  <a:pt x="338429" y="14084"/>
                </a:lnTo>
                <a:lnTo>
                  <a:pt x="338368" y="13953"/>
                </a:lnTo>
                <a:lnTo>
                  <a:pt x="338305" y="13826"/>
                </a:lnTo>
                <a:lnTo>
                  <a:pt x="338240" y="13700"/>
                </a:lnTo>
                <a:lnTo>
                  <a:pt x="338172" y="13577"/>
                </a:lnTo>
                <a:lnTo>
                  <a:pt x="338102" y="13455"/>
                </a:lnTo>
                <a:lnTo>
                  <a:pt x="338030" y="13337"/>
                </a:lnTo>
                <a:lnTo>
                  <a:pt x="337957" y="13220"/>
                </a:lnTo>
                <a:lnTo>
                  <a:pt x="337880" y="13106"/>
                </a:lnTo>
                <a:lnTo>
                  <a:pt x="337802" y="12994"/>
                </a:lnTo>
                <a:lnTo>
                  <a:pt x="337722" y="12884"/>
                </a:lnTo>
                <a:lnTo>
                  <a:pt x="337639" y="12777"/>
                </a:lnTo>
                <a:lnTo>
                  <a:pt x="337554" y="12672"/>
                </a:lnTo>
                <a:lnTo>
                  <a:pt x="337467" y="12568"/>
                </a:lnTo>
                <a:lnTo>
                  <a:pt x="337375" y="12467"/>
                </a:lnTo>
                <a:lnTo>
                  <a:pt x="337279" y="12366"/>
                </a:lnTo>
                <a:lnTo>
                  <a:pt x="337179" y="12268"/>
                </a:lnTo>
                <a:lnTo>
                  <a:pt x="337075" y="12170"/>
                </a:lnTo>
                <a:lnTo>
                  <a:pt x="336968" y="12074"/>
                </a:lnTo>
                <a:lnTo>
                  <a:pt x="336856" y="11980"/>
                </a:lnTo>
                <a:lnTo>
                  <a:pt x="336740" y="11887"/>
                </a:lnTo>
                <a:lnTo>
                  <a:pt x="336620" y="11796"/>
                </a:lnTo>
                <a:lnTo>
                  <a:pt x="336496" y="11706"/>
                </a:lnTo>
                <a:lnTo>
                  <a:pt x="336368" y="11617"/>
                </a:lnTo>
                <a:lnTo>
                  <a:pt x="336236" y="11530"/>
                </a:lnTo>
                <a:lnTo>
                  <a:pt x="336100" y="11444"/>
                </a:lnTo>
                <a:lnTo>
                  <a:pt x="335960" y="11360"/>
                </a:lnTo>
                <a:lnTo>
                  <a:pt x="335816" y="11278"/>
                </a:lnTo>
                <a:lnTo>
                  <a:pt x="335668" y="11197"/>
                </a:lnTo>
                <a:lnTo>
                  <a:pt x="335516" y="11117"/>
                </a:lnTo>
                <a:lnTo>
                  <a:pt x="335359" y="11039"/>
                </a:lnTo>
                <a:lnTo>
                  <a:pt x="335199" y="10962"/>
                </a:lnTo>
                <a:lnTo>
                  <a:pt x="335035" y="10887"/>
                </a:lnTo>
                <a:lnTo>
                  <a:pt x="334867" y="10813"/>
                </a:lnTo>
                <a:lnTo>
                  <a:pt x="334695" y="10741"/>
                </a:lnTo>
                <a:lnTo>
                  <a:pt x="334519" y="10670"/>
                </a:lnTo>
                <a:lnTo>
                  <a:pt x="334338" y="10601"/>
                </a:lnTo>
                <a:lnTo>
                  <a:pt x="334154" y="10533"/>
                </a:lnTo>
                <a:lnTo>
                  <a:pt x="333965" y="10469"/>
                </a:lnTo>
                <a:lnTo>
                  <a:pt x="333771" y="10408"/>
                </a:lnTo>
                <a:lnTo>
                  <a:pt x="333573" y="10349"/>
                </a:lnTo>
                <a:lnTo>
                  <a:pt x="333370" y="10293"/>
                </a:lnTo>
                <a:lnTo>
                  <a:pt x="333163" y="10240"/>
                </a:lnTo>
                <a:lnTo>
                  <a:pt x="332951" y="10190"/>
                </a:lnTo>
                <a:lnTo>
                  <a:pt x="332735" y="10143"/>
                </a:lnTo>
                <a:lnTo>
                  <a:pt x="332514" y="10099"/>
                </a:lnTo>
                <a:lnTo>
                  <a:pt x="332288" y="10057"/>
                </a:lnTo>
                <a:lnTo>
                  <a:pt x="332058" y="10019"/>
                </a:lnTo>
                <a:lnTo>
                  <a:pt x="331823" y="9983"/>
                </a:lnTo>
                <a:lnTo>
                  <a:pt x="331584" y="9950"/>
                </a:lnTo>
                <a:lnTo>
                  <a:pt x="331340" y="9920"/>
                </a:lnTo>
                <a:lnTo>
                  <a:pt x="331092" y="9893"/>
                </a:lnTo>
                <a:lnTo>
                  <a:pt x="330839" y="9869"/>
                </a:lnTo>
                <a:lnTo>
                  <a:pt x="330582" y="9847"/>
                </a:lnTo>
                <a:lnTo>
                  <a:pt x="330320" y="9829"/>
                </a:lnTo>
                <a:lnTo>
                  <a:pt x="330053" y="9813"/>
                </a:lnTo>
                <a:lnTo>
                  <a:pt x="329782" y="9800"/>
                </a:lnTo>
                <a:lnTo>
                  <a:pt x="329506" y="9790"/>
                </a:lnTo>
                <a:lnTo>
                  <a:pt x="329226" y="9783"/>
                </a:lnTo>
                <a:lnTo>
                  <a:pt x="328941" y="9779"/>
                </a:lnTo>
                <a:lnTo>
                  <a:pt x="328652" y="9777"/>
                </a:lnTo>
                <a:lnTo>
                  <a:pt x="328360" y="9779"/>
                </a:lnTo>
                <a:lnTo>
                  <a:pt x="328071" y="9784"/>
                </a:lnTo>
                <a:lnTo>
                  <a:pt x="327784" y="9792"/>
                </a:lnTo>
                <a:lnTo>
                  <a:pt x="327501" y="9804"/>
                </a:lnTo>
                <a:lnTo>
                  <a:pt x="327220" y="9819"/>
                </a:lnTo>
                <a:lnTo>
                  <a:pt x="326943" y="9838"/>
                </a:lnTo>
                <a:lnTo>
                  <a:pt x="326668" y="9860"/>
                </a:lnTo>
                <a:lnTo>
                  <a:pt x="326397" y="9885"/>
                </a:lnTo>
                <a:lnTo>
                  <a:pt x="326128" y="9913"/>
                </a:lnTo>
                <a:lnTo>
                  <a:pt x="325862" y="9945"/>
                </a:lnTo>
                <a:lnTo>
                  <a:pt x="325599" y="9981"/>
                </a:lnTo>
                <a:lnTo>
                  <a:pt x="325339" y="10019"/>
                </a:lnTo>
                <a:lnTo>
                  <a:pt x="325083" y="10061"/>
                </a:lnTo>
                <a:lnTo>
                  <a:pt x="324829" y="10107"/>
                </a:lnTo>
                <a:lnTo>
                  <a:pt x="324578" y="10155"/>
                </a:lnTo>
                <a:lnTo>
                  <a:pt x="324330" y="10207"/>
                </a:lnTo>
                <a:lnTo>
                  <a:pt x="324084" y="10263"/>
                </a:lnTo>
                <a:lnTo>
                  <a:pt x="323842" y="10322"/>
                </a:lnTo>
                <a:lnTo>
                  <a:pt x="323603" y="10384"/>
                </a:lnTo>
                <a:lnTo>
                  <a:pt x="323367" y="10449"/>
                </a:lnTo>
                <a:lnTo>
                  <a:pt x="323134" y="10518"/>
                </a:lnTo>
                <a:lnTo>
                  <a:pt x="322903" y="10591"/>
                </a:lnTo>
                <a:lnTo>
                  <a:pt x="322676" y="10666"/>
                </a:lnTo>
                <a:lnTo>
                  <a:pt x="322451" y="10745"/>
                </a:lnTo>
                <a:lnTo>
                  <a:pt x="322231" y="10827"/>
                </a:lnTo>
                <a:lnTo>
                  <a:pt x="322014" y="10912"/>
                </a:lnTo>
                <a:lnTo>
                  <a:pt x="321802" y="11000"/>
                </a:lnTo>
                <a:lnTo>
                  <a:pt x="321594" y="11091"/>
                </a:lnTo>
                <a:lnTo>
                  <a:pt x="321391" y="11184"/>
                </a:lnTo>
                <a:lnTo>
                  <a:pt x="321192" y="11281"/>
                </a:lnTo>
                <a:lnTo>
                  <a:pt x="320998" y="11380"/>
                </a:lnTo>
                <a:lnTo>
                  <a:pt x="320808" y="11482"/>
                </a:lnTo>
                <a:lnTo>
                  <a:pt x="320622" y="11587"/>
                </a:lnTo>
                <a:lnTo>
                  <a:pt x="320440" y="11695"/>
                </a:lnTo>
                <a:lnTo>
                  <a:pt x="320263" y="11806"/>
                </a:lnTo>
                <a:lnTo>
                  <a:pt x="320091" y="11919"/>
                </a:lnTo>
                <a:lnTo>
                  <a:pt x="319922" y="12036"/>
                </a:lnTo>
                <a:lnTo>
                  <a:pt x="319759" y="12155"/>
                </a:lnTo>
                <a:lnTo>
                  <a:pt x="319599" y="12277"/>
                </a:lnTo>
                <a:lnTo>
                  <a:pt x="319444" y="12402"/>
                </a:lnTo>
                <a:lnTo>
                  <a:pt x="319293" y="12530"/>
                </a:lnTo>
                <a:lnTo>
                  <a:pt x="319147" y="12661"/>
                </a:lnTo>
                <a:lnTo>
                  <a:pt x="319005" y="12795"/>
                </a:lnTo>
                <a:lnTo>
                  <a:pt x="318867" y="12931"/>
                </a:lnTo>
                <a:lnTo>
                  <a:pt x="318734" y="13071"/>
                </a:lnTo>
                <a:lnTo>
                  <a:pt x="318605" y="13213"/>
                </a:lnTo>
                <a:lnTo>
                  <a:pt x="318480" y="13358"/>
                </a:lnTo>
                <a:lnTo>
                  <a:pt x="318360" y="13506"/>
                </a:lnTo>
                <a:lnTo>
                  <a:pt x="318244" y="13658"/>
                </a:lnTo>
                <a:lnTo>
                  <a:pt x="318130" y="13813"/>
                </a:lnTo>
                <a:lnTo>
                  <a:pt x="318019" y="13972"/>
                </a:lnTo>
                <a:lnTo>
                  <a:pt x="317911" y="14135"/>
                </a:lnTo>
                <a:lnTo>
                  <a:pt x="317805" y="14302"/>
                </a:lnTo>
                <a:lnTo>
                  <a:pt x="317703" y="14473"/>
                </a:lnTo>
                <a:lnTo>
                  <a:pt x="317603" y="14648"/>
                </a:lnTo>
                <a:lnTo>
                  <a:pt x="317506" y="14827"/>
                </a:lnTo>
                <a:lnTo>
                  <a:pt x="317411" y="15010"/>
                </a:lnTo>
                <a:lnTo>
                  <a:pt x="317320" y="15196"/>
                </a:lnTo>
                <a:lnTo>
                  <a:pt x="317231" y="15386"/>
                </a:lnTo>
                <a:lnTo>
                  <a:pt x="317145" y="15581"/>
                </a:lnTo>
                <a:lnTo>
                  <a:pt x="317061" y="15779"/>
                </a:lnTo>
                <a:lnTo>
                  <a:pt x="316981" y="15981"/>
                </a:lnTo>
                <a:lnTo>
                  <a:pt x="316903" y="16187"/>
                </a:lnTo>
                <a:lnTo>
                  <a:pt x="316828" y="16397"/>
                </a:lnTo>
                <a:lnTo>
                  <a:pt x="316756" y="16611"/>
                </a:lnTo>
                <a:lnTo>
                  <a:pt x="316686" y="16828"/>
                </a:lnTo>
                <a:lnTo>
                  <a:pt x="316620" y="17050"/>
                </a:lnTo>
                <a:lnTo>
                  <a:pt x="316556" y="17275"/>
                </a:lnTo>
                <a:lnTo>
                  <a:pt x="316495" y="17505"/>
                </a:lnTo>
                <a:lnTo>
                  <a:pt x="316436" y="17738"/>
                </a:lnTo>
                <a:lnTo>
                  <a:pt x="316381" y="17975"/>
                </a:lnTo>
                <a:lnTo>
                  <a:pt x="316328" y="18216"/>
                </a:lnTo>
                <a:lnTo>
                  <a:pt x="320856" y="18834"/>
                </a:lnTo>
                <a:lnTo>
                  <a:pt x="320920" y="18595"/>
                </a:lnTo>
                <a:lnTo>
                  <a:pt x="320986" y="18362"/>
                </a:lnTo>
                <a:lnTo>
                  <a:pt x="321055" y="18135"/>
                </a:lnTo>
                <a:lnTo>
                  <a:pt x="321127" y="17914"/>
                </a:lnTo>
                <a:lnTo>
                  <a:pt x="321202" y="17699"/>
                </a:lnTo>
                <a:lnTo>
                  <a:pt x="321280" y="17490"/>
                </a:lnTo>
                <a:lnTo>
                  <a:pt x="321360" y="17288"/>
                </a:lnTo>
                <a:lnTo>
                  <a:pt x="321444" y="17091"/>
                </a:lnTo>
                <a:lnTo>
                  <a:pt x="321530" y="16901"/>
                </a:lnTo>
                <a:lnTo>
                  <a:pt x="321619" y="16717"/>
                </a:lnTo>
                <a:lnTo>
                  <a:pt x="321710" y="16539"/>
                </a:lnTo>
                <a:lnTo>
                  <a:pt x="321805" y="16367"/>
                </a:lnTo>
                <a:lnTo>
                  <a:pt x="321902" y="16201"/>
                </a:lnTo>
                <a:lnTo>
                  <a:pt x="322002" y="16042"/>
                </a:lnTo>
                <a:lnTo>
                  <a:pt x="322105" y="15888"/>
                </a:lnTo>
                <a:lnTo>
                  <a:pt x="322211" y="15741"/>
                </a:lnTo>
                <a:lnTo>
                  <a:pt x="322320" y="15599"/>
                </a:lnTo>
                <a:lnTo>
                  <a:pt x="322431" y="15464"/>
                </a:lnTo>
                <a:lnTo>
                  <a:pt x="322545" y="15335"/>
                </a:lnTo>
                <a:lnTo>
                  <a:pt x="322663" y="15212"/>
                </a:lnTo>
                <a:lnTo>
                  <a:pt x="322782" y="15095"/>
                </a:lnTo>
                <a:lnTo>
                  <a:pt x="322905" y="14985"/>
                </a:lnTo>
                <a:lnTo>
                  <a:pt x="323031" y="14880"/>
                </a:lnTo>
                <a:lnTo>
                  <a:pt x="323159" y="14782"/>
                </a:lnTo>
                <a:lnTo>
                  <a:pt x="323292" y="14688"/>
                </a:lnTo>
                <a:lnTo>
                  <a:pt x="323430" y="14599"/>
                </a:lnTo>
                <a:lnTo>
                  <a:pt x="323575" y="14513"/>
                </a:lnTo>
                <a:lnTo>
                  <a:pt x="323725" y="14432"/>
                </a:lnTo>
                <a:lnTo>
                  <a:pt x="323882" y="14354"/>
                </a:lnTo>
                <a:lnTo>
                  <a:pt x="324044" y="14281"/>
                </a:lnTo>
                <a:lnTo>
                  <a:pt x="324212" y="14211"/>
                </a:lnTo>
                <a:lnTo>
                  <a:pt x="324387" y="14145"/>
                </a:lnTo>
                <a:lnTo>
                  <a:pt x="324567" y="14084"/>
                </a:lnTo>
                <a:lnTo>
                  <a:pt x="324753" y="14026"/>
                </a:lnTo>
                <a:lnTo>
                  <a:pt x="324945" y="13973"/>
                </a:lnTo>
                <a:lnTo>
                  <a:pt x="325143" y="13923"/>
                </a:lnTo>
                <a:lnTo>
                  <a:pt x="325347" y="13877"/>
                </a:lnTo>
                <a:lnTo>
                  <a:pt x="325557" y="13835"/>
                </a:lnTo>
                <a:lnTo>
                  <a:pt x="325773" y="13798"/>
                </a:lnTo>
                <a:lnTo>
                  <a:pt x="325995" y="13764"/>
                </a:lnTo>
                <a:lnTo>
                  <a:pt x="326223" y="13734"/>
                </a:lnTo>
                <a:lnTo>
                  <a:pt x="326456" y="13708"/>
                </a:lnTo>
                <a:lnTo>
                  <a:pt x="326696" y="13686"/>
                </a:lnTo>
                <a:lnTo>
                  <a:pt x="326941" y="13668"/>
                </a:lnTo>
                <a:lnTo>
                  <a:pt x="327193" y="13654"/>
                </a:lnTo>
                <a:lnTo>
                  <a:pt x="327450" y="13645"/>
                </a:lnTo>
                <a:lnTo>
                  <a:pt x="327714" y="13639"/>
                </a:lnTo>
                <a:lnTo>
                  <a:pt x="327983" y="13637"/>
                </a:lnTo>
                <a:lnTo>
                  <a:pt x="328272" y="13639"/>
                </a:lnTo>
                <a:lnTo>
                  <a:pt x="328554" y="13647"/>
                </a:lnTo>
                <a:lnTo>
                  <a:pt x="328831" y="13661"/>
                </a:lnTo>
                <a:lnTo>
                  <a:pt x="329102" y="13680"/>
                </a:lnTo>
                <a:lnTo>
                  <a:pt x="329366" y="13704"/>
                </a:lnTo>
                <a:lnTo>
                  <a:pt x="329625" y="13734"/>
                </a:lnTo>
                <a:lnTo>
                  <a:pt x="329878" y="13770"/>
                </a:lnTo>
                <a:lnTo>
                  <a:pt x="330124" y="13810"/>
                </a:lnTo>
                <a:lnTo>
                  <a:pt x="330365" y="13856"/>
                </a:lnTo>
                <a:lnTo>
                  <a:pt x="330600" y="13908"/>
                </a:lnTo>
                <a:lnTo>
                  <a:pt x="330829" y="13965"/>
                </a:lnTo>
                <a:lnTo>
                  <a:pt x="331051" y="14028"/>
                </a:lnTo>
                <a:lnTo>
                  <a:pt x="331268" y="14095"/>
                </a:lnTo>
                <a:lnTo>
                  <a:pt x="331479" y="14169"/>
                </a:lnTo>
                <a:lnTo>
                  <a:pt x="331684" y="14247"/>
                </a:lnTo>
                <a:lnTo>
                  <a:pt x="331883" y="14332"/>
                </a:lnTo>
                <a:lnTo>
                  <a:pt x="332075" y="14421"/>
                </a:lnTo>
                <a:lnTo>
                  <a:pt x="332262" y="14516"/>
                </a:lnTo>
                <a:lnTo>
                  <a:pt x="332443" y="14617"/>
                </a:lnTo>
                <a:lnTo>
                  <a:pt x="332618" y="14723"/>
                </a:lnTo>
                <a:lnTo>
                  <a:pt x="332787" y="14834"/>
                </a:lnTo>
                <a:lnTo>
                  <a:pt x="332950" y="14951"/>
                </a:lnTo>
                <a:lnTo>
                  <a:pt x="333107" y="15073"/>
                </a:lnTo>
                <a:lnTo>
                  <a:pt x="333258" y="15200"/>
                </a:lnTo>
                <a:lnTo>
                  <a:pt x="333365" y="15299"/>
                </a:lnTo>
                <a:lnTo>
                  <a:pt x="333467" y="15404"/>
                </a:lnTo>
                <a:lnTo>
                  <a:pt x="333565" y="15515"/>
                </a:lnTo>
                <a:lnTo>
                  <a:pt x="333659" y="15631"/>
                </a:lnTo>
                <a:lnTo>
                  <a:pt x="333747" y="15753"/>
                </a:lnTo>
                <a:lnTo>
                  <a:pt x="333832" y="15881"/>
                </a:lnTo>
                <a:lnTo>
                  <a:pt x="333912" y="16015"/>
                </a:lnTo>
                <a:lnTo>
                  <a:pt x="333987" y="16154"/>
                </a:lnTo>
                <a:lnTo>
                  <a:pt x="334057" y="16300"/>
                </a:lnTo>
                <a:lnTo>
                  <a:pt x="334123" y="16451"/>
                </a:lnTo>
                <a:lnTo>
                  <a:pt x="334185" y="16607"/>
                </a:lnTo>
                <a:lnTo>
                  <a:pt x="334242" y="16770"/>
                </a:lnTo>
                <a:lnTo>
                  <a:pt x="334294" y="16939"/>
                </a:lnTo>
                <a:lnTo>
                  <a:pt x="334342" y="17113"/>
                </a:lnTo>
                <a:lnTo>
                  <a:pt x="334385" y="17293"/>
                </a:lnTo>
                <a:lnTo>
                  <a:pt x="334424" y="17479"/>
                </a:lnTo>
                <a:lnTo>
                  <a:pt x="334458" y="17670"/>
                </a:lnTo>
                <a:lnTo>
                  <a:pt x="334488" y="17868"/>
                </a:lnTo>
                <a:lnTo>
                  <a:pt x="334513" y="18071"/>
                </a:lnTo>
                <a:lnTo>
                  <a:pt x="334533" y="18280"/>
                </a:lnTo>
                <a:lnTo>
                  <a:pt x="334549" y="18494"/>
                </a:lnTo>
                <a:lnTo>
                  <a:pt x="334561" y="18715"/>
                </a:lnTo>
                <a:lnTo>
                  <a:pt x="334568" y="18941"/>
                </a:lnTo>
                <a:lnTo>
                  <a:pt x="334570" y="19173"/>
                </a:lnTo>
                <a:lnTo>
                  <a:pt x="334570" y="19196"/>
                </a:lnTo>
                <a:lnTo>
                  <a:pt x="334570" y="19221"/>
                </a:lnTo>
                <a:lnTo>
                  <a:pt x="334569" y="19248"/>
                </a:lnTo>
                <a:lnTo>
                  <a:pt x="334569" y="19278"/>
                </a:lnTo>
                <a:lnTo>
                  <a:pt x="334569" y="19310"/>
                </a:lnTo>
                <a:lnTo>
                  <a:pt x="334568" y="19345"/>
                </a:lnTo>
                <a:lnTo>
                  <a:pt x="334568" y="19382"/>
                </a:lnTo>
                <a:lnTo>
                  <a:pt x="334567" y="19421"/>
                </a:lnTo>
                <a:lnTo>
                  <a:pt x="334566" y="19463"/>
                </a:lnTo>
                <a:lnTo>
                  <a:pt x="334565" y="19507"/>
                </a:lnTo>
                <a:lnTo>
                  <a:pt x="334564" y="19554"/>
                </a:lnTo>
                <a:lnTo>
                  <a:pt x="334563" y="19603"/>
                </a:lnTo>
                <a:lnTo>
                  <a:pt x="334562" y="19654"/>
                </a:lnTo>
                <a:lnTo>
                  <a:pt x="334561" y="19708"/>
                </a:lnTo>
                <a:lnTo>
                  <a:pt x="334560" y="19764"/>
                </a:lnTo>
                <a:lnTo>
                  <a:pt x="334558" y="19823"/>
                </a:lnTo>
                <a:lnTo>
                  <a:pt x="334557" y="19884"/>
                </a:lnTo>
                <a:lnTo>
                  <a:pt x="334555" y="19947"/>
                </a:lnTo>
                <a:lnTo>
                  <a:pt x="334554" y="20013"/>
                </a:lnTo>
                <a:lnTo>
                  <a:pt x="334552" y="20081"/>
                </a:lnTo>
                <a:lnTo>
                  <a:pt x="334550" y="20151"/>
                </a:lnTo>
                <a:lnTo>
                  <a:pt x="334548" y="20224"/>
                </a:lnTo>
                <a:lnTo>
                  <a:pt x="334546" y="20300"/>
                </a:lnTo>
                <a:lnTo>
                  <a:pt x="334544" y="20378"/>
                </a:lnTo>
                <a:lnTo>
                  <a:pt x="334318" y="20454"/>
                </a:lnTo>
                <a:lnTo>
                  <a:pt x="334082" y="20529"/>
                </a:lnTo>
                <a:lnTo>
                  <a:pt x="333835" y="20604"/>
                </a:lnTo>
                <a:lnTo>
                  <a:pt x="333579" y="20677"/>
                </a:lnTo>
                <a:lnTo>
                  <a:pt x="333312" y="20750"/>
                </a:lnTo>
                <a:lnTo>
                  <a:pt x="333034" y="20822"/>
                </a:lnTo>
                <a:lnTo>
                  <a:pt x="332747" y="20892"/>
                </a:lnTo>
                <a:lnTo>
                  <a:pt x="332449" y="20962"/>
                </a:lnTo>
                <a:lnTo>
                  <a:pt x="332140" y="21032"/>
                </a:lnTo>
                <a:lnTo>
                  <a:pt x="331822" y="21100"/>
                </a:lnTo>
                <a:lnTo>
                  <a:pt x="331493" y="21167"/>
                </a:lnTo>
                <a:lnTo>
                  <a:pt x="331154" y="21234"/>
                </a:lnTo>
                <a:lnTo>
                  <a:pt x="330805" y="21299"/>
                </a:lnTo>
                <a:lnTo>
                  <a:pt x="330446" y="21364"/>
                </a:lnTo>
                <a:lnTo>
                  <a:pt x="330076" y="21428"/>
                </a:lnTo>
                <a:lnTo>
                  <a:pt x="329696" y="21490"/>
                </a:lnTo>
                <a:lnTo>
                  <a:pt x="329305" y="21552"/>
                </a:lnTo>
                <a:lnTo>
                  <a:pt x="328905" y="21614"/>
                </a:lnTo>
                <a:lnTo>
                  <a:pt x="328494" y="21674"/>
                </a:lnTo>
                <a:lnTo>
                  <a:pt x="328073" y="21733"/>
                </a:lnTo>
                <a:lnTo>
                  <a:pt x="327641" y="21792"/>
                </a:lnTo>
                <a:lnTo>
                  <a:pt x="327199" y="21849"/>
                </a:lnTo>
                <a:lnTo>
                  <a:pt x="326747" y="21906"/>
                </a:lnTo>
                <a:lnTo>
                  <a:pt x="326285" y="21962"/>
                </a:lnTo>
                <a:lnTo>
                  <a:pt x="326058" y="21990"/>
                </a:lnTo>
                <a:lnTo>
                  <a:pt x="325836" y="22018"/>
                </a:lnTo>
                <a:lnTo>
                  <a:pt x="325618" y="22046"/>
                </a:lnTo>
                <a:lnTo>
                  <a:pt x="325406" y="22074"/>
                </a:lnTo>
                <a:lnTo>
                  <a:pt x="325198" y="22102"/>
                </a:lnTo>
                <a:lnTo>
                  <a:pt x="324995" y="22131"/>
                </a:lnTo>
                <a:lnTo>
                  <a:pt x="324797" y="22159"/>
                </a:lnTo>
                <a:lnTo>
                  <a:pt x="324604" y="22188"/>
                </a:lnTo>
                <a:lnTo>
                  <a:pt x="324416" y="22216"/>
                </a:lnTo>
                <a:lnTo>
                  <a:pt x="324232" y="22245"/>
                </a:lnTo>
                <a:lnTo>
                  <a:pt x="324053" y="22274"/>
                </a:lnTo>
                <a:lnTo>
                  <a:pt x="323879" y="22303"/>
                </a:lnTo>
                <a:lnTo>
                  <a:pt x="323710" y="22332"/>
                </a:lnTo>
                <a:lnTo>
                  <a:pt x="323546" y="22361"/>
                </a:lnTo>
                <a:lnTo>
                  <a:pt x="323386" y="22390"/>
                </a:lnTo>
                <a:lnTo>
                  <a:pt x="323232" y="22419"/>
                </a:lnTo>
                <a:lnTo>
                  <a:pt x="323082" y="22449"/>
                </a:lnTo>
                <a:lnTo>
                  <a:pt x="322937" y="22478"/>
                </a:lnTo>
                <a:lnTo>
                  <a:pt x="322797" y="22508"/>
                </a:lnTo>
                <a:lnTo>
                  <a:pt x="322661" y="22538"/>
                </a:lnTo>
                <a:lnTo>
                  <a:pt x="322531" y="22567"/>
                </a:lnTo>
                <a:lnTo>
                  <a:pt x="322405" y="22597"/>
                </a:lnTo>
                <a:lnTo>
                  <a:pt x="322284" y="22627"/>
                </a:lnTo>
                <a:lnTo>
                  <a:pt x="322168" y="22657"/>
                </a:lnTo>
                <a:lnTo>
                  <a:pt x="322015" y="22701"/>
                </a:lnTo>
                <a:lnTo>
                  <a:pt x="321862" y="22746"/>
                </a:lnTo>
                <a:lnTo>
                  <a:pt x="321711" y="22793"/>
                </a:lnTo>
                <a:lnTo>
                  <a:pt x="321561" y="22842"/>
                </a:lnTo>
                <a:lnTo>
                  <a:pt x="321413" y="22893"/>
                </a:lnTo>
                <a:lnTo>
                  <a:pt x="321265" y="22945"/>
                </a:lnTo>
                <a:lnTo>
                  <a:pt x="321119" y="22999"/>
                </a:lnTo>
                <a:lnTo>
                  <a:pt x="320975" y="23055"/>
                </a:lnTo>
                <a:lnTo>
                  <a:pt x="320831" y="23112"/>
                </a:lnTo>
                <a:lnTo>
                  <a:pt x="320689" y="23171"/>
                </a:lnTo>
                <a:lnTo>
                  <a:pt x="320549" y="23232"/>
                </a:lnTo>
                <a:lnTo>
                  <a:pt x="320409" y="23294"/>
                </a:lnTo>
                <a:lnTo>
                  <a:pt x="320271" y="23358"/>
                </a:lnTo>
                <a:lnTo>
                  <a:pt x="320134" y="23424"/>
                </a:lnTo>
                <a:lnTo>
                  <a:pt x="319998" y="23492"/>
                </a:lnTo>
                <a:lnTo>
                  <a:pt x="319864" y="23561"/>
                </a:lnTo>
                <a:lnTo>
                  <a:pt x="319731" y="23632"/>
                </a:lnTo>
                <a:lnTo>
                  <a:pt x="319599" y="23704"/>
                </a:lnTo>
                <a:lnTo>
                  <a:pt x="319469" y="23779"/>
                </a:lnTo>
                <a:lnTo>
                  <a:pt x="319340" y="23855"/>
                </a:lnTo>
                <a:lnTo>
                  <a:pt x="319212" y="23933"/>
                </a:lnTo>
                <a:lnTo>
                  <a:pt x="319086" y="24012"/>
                </a:lnTo>
                <a:lnTo>
                  <a:pt x="318960" y="24093"/>
                </a:lnTo>
                <a:lnTo>
                  <a:pt x="318836" y="24176"/>
                </a:lnTo>
                <a:lnTo>
                  <a:pt x="318714" y="24261"/>
                </a:lnTo>
                <a:lnTo>
                  <a:pt x="318594" y="24348"/>
                </a:lnTo>
                <a:lnTo>
                  <a:pt x="318475" y="24437"/>
                </a:lnTo>
                <a:lnTo>
                  <a:pt x="318359" y="24529"/>
                </a:lnTo>
                <a:lnTo>
                  <a:pt x="318245" y="24623"/>
                </a:lnTo>
                <a:lnTo>
                  <a:pt x="318132" y="24719"/>
                </a:lnTo>
                <a:lnTo>
                  <a:pt x="318022" y="24818"/>
                </a:lnTo>
                <a:lnTo>
                  <a:pt x="317913" y="24918"/>
                </a:lnTo>
                <a:lnTo>
                  <a:pt x="317806" y="25022"/>
                </a:lnTo>
                <a:lnTo>
                  <a:pt x="317702" y="25127"/>
                </a:lnTo>
                <a:lnTo>
                  <a:pt x="317599" y="25235"/>
                </a:lnTo>
                <a:lnTo>
                  <a:pt x="317498" y="25344"/>
                </a:lnTo>
                <a:lnTo>
                  <a:pt x="317400" y="25457"/>
                </a:lnTo>
                <a:lnTo>
                  <a:pt x="317303" y="25571"/>
                </a:lnTo>
                <a:lnTo>
                  <a:pt x="317208" y="25688"/>
                </a:lnTo>
                <a:lnTo>
                  <a:pt x="317115" y="25807"/>
                </a:lnTo>
                <a:lnTo>
                  <a:pt x="317024" y="25928"/>
                </a:lnTo>
                <a:lnTo>
                  <a:pt x="316936" y="26052"/>
                </a:lnTo>
                <a:lnTo>
                  <a:pt x="316849" y="26178"/>
                </a:lnTo>
                <a:lnTo>
                  <a:pt x="316764" y="26306"/>
                </a:lnTo>
                <a:lnTo>
                  <a:pt x="316681" y="26436"/>
                </a:lnTo>
                <a:lnTo>
                  <a:pt x="316600" y="26569"/>
                </a:lnTo>
                <a:lnTo>
                  <a:pt x="316521" y="26704"/>
                </a:lnTo>
                <a:lnTo>
                  <a:pt x="316444" y="26841"/>
                </a:lnTo>
                <a:lnTo>
                  <a:pt x="316369" y="26980"/>
                </a:lnTo>
                <a:lnTo>
                  <a:pt x="316298" y="27121"/>
                </a:lnTo>
                <a:lnTo>
                  <a:pt x="316229" y="27262"/>
                </a:lnTo>
                <a:lnTo>
                  <a:pt x="316164" y="27404"/>
                </a:lnTo>
                <a:lnTo>
                  <a:pt x="316103" y="27548"/>
                </a:lnTo>
                <a:lnTo>
                  <a:pt x="316044" y="27693"/>
                </a:lnTo>
                <a:lnTo>
                  <a:pt x="315988" y="27839"/>
                </a:lnTo>
                <a:lnTo>
                  <a:pt x="315936" y="27987"/>
                </a:lnTo>
                <a:lnTo>
                  <a:pt x="315887" y="28135"/>
                </a:lnTo>
                <a:lnTo>
                  <a:pt x="315841" y="28285"/>
                </a:lnTo>
                <a:lnTo>
                  <a:pt x="315798" y="28436"/>
                </a:lnTo>
                <a:lnTo>
                  <a:pt x="315758" y="28589"/>
                </a:lnTo>
                <a:lnTo>
                  <a:pt x="315722" y="28742"/>
                </a:lnTo>
                <a:lnTo>
                  <a:pt x="315689" y="28897"/>
                </a:lnTo>
                <a:lnTo>
                  <a:pt x="315659" y="29052"/>
                </a:lnTo>
                <a:lnTo>
                  <a:pt x="315632" y="29210"/>
                </a:lnTo>
                <a:lnTo>
                  <a:pt x="315608" y="29368"/>
                </a:lnTo>
                <a:lnTo>
                  <a:pt x="315587" y="29527"/>
                </a:lnTo>
                <a:lnTo>
                  <a:pt x="315570" y="29688"/>
                </a:lnTo>
                <a:lnTo>
                  <a:pt x="315556" y="29850"/>
                </a:lnTo>
                <a:lnTo>
                  <a:pt x="315544" y="30013"/>
                </a:lnTo>
                <a:lnTo>
                  <a:pt x="315536" y="30177"/>
                </a:lnTo>
                <a:lnTo>
                  <a:pt x="315532" y="30343"/>
                </a:lnTo>
                <a:lnTo>
                  <a:pt x="315530" y="30509"/>
                </a:lnTo>
                <a:lnTo>
                  <a:pt x="315534" y="30793"/>
                </a:lnTo>
                <a:lnTo>
                  <a:pt x="315547" y="31072"/>
                </a:lnTo>
                <a:lnTo>
                  <a:pt x="315568" y="31346"/>
                </a:lnTo>
                <a:lnTo>
                  <a:pt x="315597" y="31617"/>
                </a:lnTo>
                <a:lnTo>
                  <a:pt x="315635" y="31883"/>
                </a:lnTo>
                <a:lnTo>
                  <a:pt x="315681" y="32145"/>
                </a:lnTo>
                <a:lnTo>
                  <a:pt x="315736" y="32403"/>
                </a:lnTo>
                <a:lnTo>
                  <a:pt x="315799" y="32656"/>
                </a:lnTo>
                <a:lnTo>
                  <a:pt x="315870" y="32906"/>
                </a:lnTo>
                <a:lnTo>
                  <a:pt x="315950" y="33151"/>
                </a:lnTo>
                <a:lnTo>
                  <a:pt x="316038" y="33392"/>
                </a:lnTo>
                <a:lnTo>
                  <a:pt x="316135" y="33628"/>
                </a:lnTo>
                <a:lnTo>
                  <a:pt x="316240" y="33860"/>
                </a:lnTo>
                <a:lnTo>
                  <a:pt x="316353" y="34088"/>
                </a:lnTo>
                <a:lnTo>
                  <a:pt x="316475" y="34312"/>
                </a:lnTo>
                <a:lnTo>
                  <a:pt x="316605" y="34532"/>
                </a:lnTo>
                <a:lnTo>
                  <a:pt x="316744" y="34747"/>
                </a:lnTo>
                <a:lnTo>
                  <a:pt x="316891" y="34958"/>
                </a:lnTo>
                <a:lnTo>
                  <a:pt x="317046" y="35165"/>
                </a:lnTo>
                <a:lnTo>
                  <a:pt x="317210" y="35368"/>
                </a:lnTo>
                <a:lnTo>
                  <a:pt x="317382" y="35566"/>
                </a:lnTo>
                <a:lnTo>
                  <a:pt x="317562" y="35760"/>
                </a:lnTo>
                <a:lnTo>
                  <a:pt x="317751" y="35950"/>
                </a:lnTo>
                <a:lnTo>
                  <a:pt x="317949" y="36135"/>
                </a:lnTo>
                <a:lnTo>
                  <a:pt x="318154" y="36315"/>
                </a:lnTo>
                <a:lnTo>
                  <a:pt x="318366" y="36487"/>
                </a:lnTo>
                <a:lnTo>
                  <a:pt x="318586" y="36651"/>
                </a:lnTo>
                <a:lnTo>
                  <a:pt x="318813" y="36808"/>
                </a:lnTo>
                <a:lnTo>
                  <a:pt x="319047" y="36957"/>
                </a:lnTo>
                <a:lnTo>
                  <a:pt x="319288" y="37098"/>
                </a:lnTo>
                <a:lnTo>
                  <a:pt x="319537" y="37232"/>
                </a:lnTo>
                <a:lnTo>
                  <a:pt x="319793" y="37358"/>
                </a:lnTo>
                <a:lnTo>
                  <a:pt x="320056" y="37477"/>
                </a:lnTo>
                <a:lnTo>
                  <a:pt x="320326" y="37588"/>
                </a:lnTo>
                <a:lnTo>
                  <a:pt x="320604" y="37691"/>
                </a:lnTo>
                <a:lnTo>
                  <a:pt x="320888" y="37786"/>
                </a:lnTo>
                <a:lnTo>
                  <a:pt x="321180" y="37874"/>
                </a:lnTo>
                <a:lnTo>
                  <a:pt x="321480" y="37955"/>
                </a:lnTo>
                <a:lnTo>
                  <a:pt x="321786" y="38027"/>
                </a:lnTo>
                <a:lnTo>
                  <a:pt x="322100" y="38092"/>
                </a:lnTo>
                <a:lnTo>
                  <a:pt x="322421" y="38150"/>
                </a:lnTo>
                <a:lnTo>
                  <a:pt x="322749" y="38199"/>
                </a:lnTo>
                <a:lnTo>
                  <a:pt x="323084" y="38241"/>
                </a:lnTo>
                <a:lnTo>
                  <a:pt x="323427" y="38276"/>
                </a:lnTo>
                <a:lnTo>
                  <a:pt x="323777" y="38302"/>
                </a:lnTo>
                <a:lnTo>
                  <a:pt x="324134" y="38322"/>
                </a:lnTo>
                <a:lnTo>
                  <a:pt x="324498" y="38333"/>
                </a:lnTo>
                <a:lnTo>
                  <a:pt x="324870" y="38337"/>
                </a:lnTo>
                <a:lnTo>
                  <a:pt x="325097" y="38335"/>
                </a:lnTo>
                <a:lnTo>
                  <a:pt x="325322" y="38331"/>
                </a:lnTo>
                <a:lnTo>
                  <a:pt x="325546" y="38323"/>
                </a:lnTo>
                <a:lnTo>
                  <a:pt x="325769" y="38312"/>
                </a:lnTo>
                <a:lnTo>
                  <a:pt x="325991" y="38298"/>
                </a:lnTo>
                <a:lnTo>
                  <a:pt x="326212" y="38280"/>
                </a:lnTo>
                <a:lnTo>
                  <a:pt x="326431" y="38260"/>
                </a:lnTo>
                <a:lnTo>
                  <a:pt x="326650" y="38237"/>
                </a:lnTo>
                <a:lnTo>
                  <a:pt x="326867" y="38210"/>
                </a:lnTo>
                <a:lnTo>
                  <a:pt x="327082" y="38180"/>
                </a:lnTo>
                <a:lnTo>
                  <a:pt x="327297" y="38147"/>
                </a:lnTo>
                <a:lnTo>
                  <a:pt x="327510" y="38111"/>
                </a:lnTo>
                <a:lnTo>
                  <a:pt x="327723" y="38072"/>
                </a:lnTo>
                <a:lnTo>
                  <a:pt x="327934" y="38030"/>
                </a:lnTo>
                <a:lnTo>
                  <a:pt x="328143" y="37985"/>
                </a:lnTo>
                <a:lnTo>
                  <a:pt x="328352" y="37936"/>
                </a:lnTo>
                <a:lnTo>
                  <a:pt x="328559" y="37885"/>
                </a:lnTo>
                <a:lnTo>
                  <a:pt x="328765" y="37830"/>
                </a:lnTo>
                <a:lnTo>
                  <a:pt x="328970" y="37772"/>
                </a:lnTo>
                <a:lnTo>
                  <a:pt x="329174" y="37711"/>
                </a:lnTo>
                <a:lnTo>
                  <a:pt x="329377" y="37647"/>
                </a:lnTo>
                <a:lnTo>
                  <a:pt x="329578" y="37579"/>
                </a:lnTo>
                <a:lnTo>
                  <a:pt x="329778" y="37509"/>
                </a:lnTo>
                <a:lnTo>
                  <a:pt x="329977" y="37435"/>
                </a:lnTo>
                <a:lnTo>
                  <a:pt x="330176" y="37358"/>
                </a:lnTo>
                <a:lnTo>
                  <a:pt x="330375" y="37276"/>
                </a:lnTo>
                <a:lnTo>
                  <a:pt x="330575" y="37190"/>
                </a:lnTo>
                <a:lnTo>
                  <a:pt x="330776" y="37099"/>
                </a:lnTo>
                <a:lnTo>
                  <a:pt x="330977" y="37004"/>
                </a:lnTo>
                <a:lnTo>
                  <a:pt x="331179" y="36904"/>
                </a:lnTo>
                <a:lnTo>
                  <a:pt x="331382" y="36800"/>
                </a:lnTo>
                <a:lnTo>
                  <a:pt x="331585" y="36692"/>
                </a:lnTo>
                <a:lnTo>
                  <a:pt x="331789" y="36578"/>
                </a:lnTo>
                <a:lnTo>
                  <a:pt x="331994" y="36461"/>
                </a:lnTo>
                <a:lnTo>
                  <a:pt x="332199" y="36339"/>
                </a:lnTo>
                <a:lnTo>
                  <a:pt x="332405" y="36212"/>
                </a:lnTo>
                <a:lnTo>
                  <a:pt x="332612" y="36081"/>
                </a:lnTo>
                <a:lnTo>
                  <a:pt x="332819" y="35946"/>
                </a:lnTo>
                <a:lnTo>
                  <a:pt x="333028" y="35806"/>
                </a:lnTo>
                <a:lnTo>
                  <a:pt x="333236" y="35662"/>
                </a:lnTo>
                <a:lnTo>
                  <a:pt x="333446" y="35513"/>
                </a:lnTo>
                <a:lnTo>
                  <a:pt x="333656" y="35359"/>
                </a:lnTo>
                <a:lnTo>
                  <a:pt x="333866" y="35202"/>
                </a:lnTo>
                <a:lnTo>
                  <a:pt x="334078" y="35039"/>
                </a:lnTo>
                <a:lnTo>
                  <a:pt x="334290" y="34873"/>
                </a:lnTo>
                <a:lnTo>
                  <a:pt x="334503" y="34701"/>
                </a:lnTo>
                <a:lnTo>
                  <a:pt x="334716" y="34526"/>
                </a:lnTo>
                <a:lnTo>
                  <a:pt x="334930" y="34346"/>
                </a:lnTo>
                <a:lnTo>
                  <a:pt x="334948" y="34506"/>
                </a:lnTo>
                <a:lnTo>
                  <a:pt x="334968" y="34664"/>
                </a:lnTo>
                <a:lnTo>
                  <a:pt x="334990" y="34821"/>
                </a:lnTo>
                <a:lnTo>
                  <a:pt x="335013" y="34976"/>
                </a:lnTo>
                <a:lnTo>
                  <a:pt x="335038" y="35129"/>
                </a:lnTo>
                <a:close/>
                <a:moveTo>
                  <a:pt x="334523" y="26670"/>
                </a:moveTo>
                <a:lnTo>
                  <a:pt x="334512" y="26903"/>
                </a:lnTo>
                <a:lnTo>
                  <a:pt x="334498" y="27130"/>
                </a:lnTo>
                <a:lnTo>
                  <a:pt x="334481" y="27353"/>
                </a:lnTo>
                <a:lnTo>
                  <a:pt x="334461" y="27570"/>
                </a:lnTo>
                <a:lnTo>
                  <a:pt x="334439" y="27782"/>
                </a:lnTo>
                <a:lnTo>
                  <a:pt x="334415" y="27989"/>
                </a:lnTo>
                <a:lnTo>
                  <a:pt x="334387" y="28191"/>
                </a:lnTo>
                <a:lnTo>
                  <a:pt x="334358" y="28388"/>
                </a:lnTo>
                <a:lnTo>
                  <a:pt x="334325" y="28579"/>
                </a:lnTo>
                <a:lnTo>
                  <a:pt x="334290" y="28765"/>
                </a:lnTo>
                <a:lnTo>
                  <a:pt x="334253" y="28946"/>
                </a:lnTo>
                <a:lnTo>
                  <a:pt x="334213" y="29122"/>
                </a:lnTo>
                <a:lnTo>
                  <a:pt x="334170" y="29292"/>
                </a:lnTo>
                <a:lnTo>
                  <a:pt x="334124" y="29457"/>
                </a:lnTo>
                <a:lnTo>
                  <a:pt x="334077" y="29617"/>
                </a:lnTo>
                <a:lnTo>
                  <a:pt x="334026" y="29772"/>
                </a:lnTo>
                <a:lnTo>
                  <a:pt x="333973" y="29922"/>
                </a:lnTo>
                <a:lnTo>
                  <a:pt x="333917" y="30066"/>
                </a:lnTo>
                <a:lnTo>
                  <a:pt x="333859" y="30206"/>
                </a:lnTo>
                <a:lnTo>
                  <a:pt x="333798" y="30340"/>
                </a:lnTo>
                <a:lnTo>
                  <a:pt x="333715" y="30508"/>
                </a:lnTo>
                <a:lnTo>
                  <a:pt x="333627" y="30674"/>
                </a:lnTo>
                <a:lnTo>
                  <a:pt x="333536" y="30837"/>
                </a:lnTo>
                <a:lnTo>
                  <a:pt x="333441" y="30996"/>
                </a:lnTo>
                <a:lnTo>
                  <a:pt x="333343" y="31153"/>
                </a:lnTo>
                <a:lnTo>
                  <a:pt x="333240" y="31307"/>
                </a:lnTo>
                <a:lnTo>
                  <a:pt x="333134" y="31457"/>
                </a:lnTo>
                <a:lnTo>
                  <a:pt x="333023" y="31605"/>
                </a:lnTo>
                <a:lnTo>
                  <a:pt x="332909" y="31750"/>
                </a:lnTo>
                <a:lnTo>
                  <a:pt x="332791" y="31891"/>
                </a:lnTo>
                <a:lnTo>
                  <a:pt x="332669" y="32030"/>
                </a:lnTo>
                <a:lnTo>
                  <a:pt x="332544" y="32166"/>
                </a:lnTo>
                <a:lnTo>
                  <a:pt x="332414" y="32298"/>
                </a:lnTo>
                <a:lnTo>
                  <a:pt x="332281" y="32428"/>
                </a:lnTo>
                <a:lnTo>
                  <a:pt x="332144" y="32554"/>
                </a:lnTo>
                <a:lnTo>
                  <a:pt x="332003" y="32678"/>
                </a:lnTo>
                <a:lnTo>
                  <a:pt x="331858" y="32799"/>
                </a:lnTo>
                <a:lnTo>
                  <a:pt x="331709" y="32916"/>
                </a:lnTo>
                <a:lnTo>
                  <a:pt x="331557" y="33031"/>
                </a:lnTo>
                <a:lnTo>
                  <a:pt x="331400" y="33142"/>
                </a:lnTo>
                <a:lnTo>
                  <a:pt x="331240" y="33251"/>
                </a:lnTo>
                <a:lnTo>
                  <a:pt x="331076" y="33356"/>
                </a:lnTo>
                <a:lnTo>
                  <a:pt x="330908" y="33459"/>
                </a:lnTo>
                <a:lnTo>
                  <a:pt x="330736" y="33558"/>
                </a:lnTo>
                <a:lnTo>
                  <a:pt x="330562" y="33654"/>
                </a:lnTo>
                <a:lnTo>
                  <a:pt x="330385" y="33746"/>
                </a:lnTo>
                <a:lnTo>
                  <a:pt x="330206" y="33834"/>
                </a:lnTo>
                <a:lnTo>
                  <a:pt x="330025" y="33918"/>
                </a:lnTo>
                <a:lnTo>
                  <a:pt x="329842" y="33997"/>
                </a:lnTo>
                <a:lnTo>
                  <a:pt x="329657" y="34073"/>
                </a:lnTo>
                <a:lnTo>
                  <a:pt x="329470" y="34144"/>
                </a:lnTo>
                <a:lnTo>
                  <a:pt x="329281" y="34212"/>
                </a:lnTo>
                <a:lnTo>
                  <a:pt x="329090" y="34275"/>
                </a:lnTo>
                <a:lnTo>
                  <a:pt x="328897" y="34334"/>
                </a:lnTo>
                <a:lnTo>
                  <a:pt x="328701" y="34390"/>
                </a:lnTo>
                <a:lnTo>
                  <a:pt x="328504" y="34441"/>
                </a:lnTo>
                <a:lnTo>
                  <a:pt x="328305" y="34488"/>
                </a:lnTo>
                <a:lnTo>
                  <a:pt x="328103" y="34530"/>
                </a:lnTo>
                <a:lnTo>
                  <a:pt x="327900" y="34569"/>
                </a:lnTo>
                <a:lnTo>
                  <a:pt x="327694" y="34604"/>
                </a:lnTo>
                <a:lnTo>
                  <a:pt x="327487" y="34635"/>
                </a:lnTo>
                <a:lnTo>
                  <a:pt x="327277" y="34661"/>
                </a:lnTo>
                <a:lnTo>
                  <a:pt x="327066" y="34684"/>
                </a:lnTo>
                <a:lnTo>
                  <a:pt x="326852" y="34702"/>
                </a:lnTo>
                <a:lnTo>
                  <a:pt x="326636" y="34716"/>
                </a:lnTo>
                <a:lnTo>
                  <a:pt x="326418" y="34727"/>
                </a:lnTo>
                <a:lnTo>
                  <a:pt x="326198" y="34733"/>
                </a:lnTo>
                <a:lnTo>
                  <a:pt x="325976" y="34735"/>
                </a:lnTo>
                <a:lnTo>
                  <a:pt x="325753" y="34733"/>
                </a:lnTo>
                <a:lnTo>
                  <a:pt x="325535" y="34726"/>
                </a:lnTo>
                <a:lnTo>
                  <a:pt x="325321" y="34715"/>
                </a:lnTo>
                <a:lnTo>
                  <a:pt x="325112" y="34700"/>
                </a:lnTo>
                <a:lnTo>
                  <a:pt x="324907" y="34681"/>
                </a:lnTo>
                <a:lnTo>
                  <a:pt x="324707" y="34657"/>
                </a:lnTo>
                <a:lnTo>
                  <a:pt x="324511" y="34629"/>
                </a:lnTo>
                <a:lnTo>
                  <a:pt x="324320" y="34597"/>
                </a:lnTo>
                <a:lnTo>
                  <a:pt x="324133" y="34560"/>
                </a:lnTo>
                <a:lnTo>
                  <a:pt x="323951" y="34519"/>
                </a:lnTo>
                <a:lnTo>
                  <a:pt x="323773" y="34474"/>
                </a:lnTo>
                <a:lnTo>
                  <a:pt x="323600" y="34425"/>
                </a:lnTo>
                <a:lnTo>
                  <a:pt x="323431" y="34371"/>
                </a:lnTo>
                <a:lnTo>
                  <a:pt x="323267" y="34313"/>
                </a:lnTo>
                <a:lnTo>
                  <a:pt x="323107" y="34250"/>
                </a:lnTo>
                <a:lnTo>
                  <a:pt x="322952" y="34184"/>
                </a:lnTo>
                <a:lnTo>
                  <a:pt x="322801" y="34113"/>
                </a:lnTo>
                <a:lnTo>
                  <a:pt x="322655" y="34037"/>
                </a:lnTo>
                <a:lnTo>
                  <a:pt x="322513" y="33958"/>
                </a:lnTo>
                <a:lnTo>
                  <a:pt x="322376" y="33874"/>
                </a:lnTo>
                <a:lnTo>
                  <a:pt x="322243" y="33785"/>
                </a:lnTo>
                <a:lnTo>
                  <a:pt x="322115" y="33693"/>
                </a:lnTo>
                <a:lnTo>
                  <a:pt x="321992" y="33596"/>
                </a:lnTo>
                <a:lnTo>
                  <a:pt x="321872" y="33495"/>
                </a:lnTo>
                <a:lnTo>
                  <a:pt x="321758" y="33390"/>
                </a:lnTo>
                <a:lnTo>
                  <a:pt x="321648" y="33284"/>
                </a:lnTo>
                <a:lnTo>
                  <a:pt x="321544" y="33175"/>
                </a:lnTo>
                <a:lnTo>
                  <a:pt x="321444" y="33064"/>
                </a:lnTo>
                <a:lnTo>
                  <a:pt x="321349" y="32951"/>
                </a:lnTo>
                <a:lnTo>
                  <a:pt x="321259" y="32836"/>
                </a:lnTo>
                <a:lnTo>
                  <a:pt x="321174" y="32718"/>
                </a:lnTo>
                <a:lnTo>
                  <a:pt x="321093" y="32599"/>
                </a:lnTo>
                <a:lnTo>
                  <a:pt x="321018" y="32477"/>
                </a:lnTo>
                <a:lnTo>
                  <a:pt x="320947" y="32353"/>
                </a:lnTo>
                <a:lnTo>
                  <a:pt x="320882" y="32228"/>
                </a:lnTo>
                <a:lnTo>
                  <a:pt x="320821" y="32099"/>
                </a:lnTo>
                <a:lnTo>
                  <a:pt x="320765" y="31969"/>
                </a:lnTo>
                <a:lnTo>
                  <a:pt x="320714" y="31837"/>
                </a:lnTo>
                <a:lnTo>
                  <a:pt x="320667" y="31702"/>
                </a:lnTo>
                <a:lnTo>
                  <a:pt x="320626" y="31565"/>
                </a:lnTo>
                <a:lnTo>
                  <a:pt x="320589" y="31427"/>
                </a:lnTo>
                <a:lnTo>
                  <a:pt x="320558" y="31286"/>
                </a:lnTo>
                <a:lnTo>
                  <a:pt x="320531" y="31142"/>
                </a:lnTo>
                <a:lnTo>
                  <a:pt x="320509" y="30997"/>
                </a:lnTo>
                <a:lnTo>
                  <a:pt x="320492" y="30850"/>
                </a:lnTo>
                <a:lnTo>
                  <a:pt x="320480" y="30700"/>
                </a:lnTo>
                <a:lnTo>
                  <a:pt x="320473" y="30548"/>
                </a:lnTo>
                <a:lnTo>
                  <a:pt x="320470" y="30394"/>
                </a:lnTo>
                <a:lnTo>
                  <a:pt x="320471" y="30294"/>
                </a:lnTo>
                <a:lnTo>
                  <a:pt x="320475" y="30194"/>
                </a:lnTo>
                <a:lnTo>
                  <a:pt x="320480" y="30094"/>
                </a:lnTo>
                <a:lnTo>
                  <a:pt x="320488" y="29996"/>
                </a:lnTo>
                <a:lnTo>
                  <a:pt x="320498" y="29898"/>
                </a:lnTo>
                <a:lnTo>
                  <a:pt x="320510" y="29801"/>
                </a:lnTo>
                <a:lnTo>
                  <a:pt x="320525" y="29705"/>
                </a:lnTo>
                <a:lnTo>
                  <a:pt x="320542" y="29609"/>
                </a:lnTo>
                <a:lnTo>
                  <a:pt x="320561" y="29515"/>
                </a:lnTo>
                <a:lnTo>
                  <a:pt x="320582" y="29421"/>
                </a:lnTo>
                <a:lnTo>
                  <a:pt x="320605" y="29328"/>
                </a:lnTo>
                <a:lnTo>
                  <a:pt x="320631" y="29235"/>
                </a:lnTo>
                <a:lnTo>
                  <a:pt x="320659" y="29144"/>
                </a:lnTo>
                <a:lnTo>
                  <a:pt x="320689" y="29053"/>
                </a:lnTo>
                <a:lnTo>
                  <a:pt x="320721" y="28963"/>
                </a:lnTo>
                <a:lnTo>
                  <a:pt x="320756" y="28873"/>
                </a:lnTo>
                <a:lnTo>
                  <a:pt x="320793" y="28785"/>
                </a:lnTo>
                <a:lnTo>
                  <a:pt x="320832" y="28697"/>
                </a:lnTo>
                <a:lnTo>
                  <a:pt x="320873" y="28610"/>
                </a:lnTo>
                <a:lnTo>
                  <a:pt x="320917" y="28523"/>
                </a:lnTo>
                <a:lnTo>
                  <a:pt x="320963" y="28438"/>
                </a:lnTo>
                <a:lnTo>
                  <a:pt x="321011" y="28353"/>
                </a:lnTo>
                <a:lnTo>
                  <a:pt x="321061" y="28269"/>
                </a:lnTo>
                <a:lnTo>
                  <a:pt x="321113" y="28186"/>
                </a:lnTo>
                <a:lnTo>
                  <a:pt x="321168" y="28104"/>
                </a:lnTo>
                <a:lnTo>
                  <a:pt x="321224" y="28023"/>
                </a:lnTo>
                <a:lnTo>
                  <a:pt x="321283" y="27944"/>
                </a:lnTo>
                <a:lnTo>
                  <a:pt x="321343" y="27867"/>
                </a:lnTo>
                <a:lnTo>
                  <a:pt x="321405" y="27792"/>
                </a:lnTo>
                <a:lnTo>
                  <a:pt x="321469" y="27718"/>
                </a:lnTo>
                <a:lnTo>
                  <a:pt x="321535" y="27646"/>
                </a:lnTo>
                <a:lnTo>
                  <a:pt x="321602" y="27575"/>
                </a:lnTo>
                <a:lnTo>
                  <a:pt x="321672" y="27507"/>
                </a:lnTo>
                <a:lnTo>
                  <a:pt x="321743" y="27439"/>
                </a:lnTo>
                <a:lnTo>
                  <a:pt x="321817" y="27374"/>
                </a:lnTo>
                <a:lnTo>
                  <a:pt x="321892" y="27310"/>
                </a:lnTo>
                <a:lnTo>
                  <a:pt x="321969" y="27248"/>
                </a:lnTo>
                <a:lnTo>
                  <a:pt x="322048" y="27187"/>
                </a:lnTo>
                <a:lnTo>
                  <a:pt x="322129" y="27129"/>
                </a:lnTo>
                <a:lnTo>
                  <a:pt x="322211" y="27072"/>
                </a:lnTo>
                <a:lnTo>
                  <a:pt x="322296" y="27016"/>
                </a:lnTo>
                <a:lnTo>
                  <a:pt x="322382" y="26962"/>
                </a:lnTo>
                <a:lnTo>
                  <a:pt x="322471" y="26910"/>
                </a:lnTo>
                <a:lnTo>
                  <a:pt x="322561" y="26860"/>
                </a:lnTo>
                <a:lnTo>
                  <a:pt x="322653" y="26811"/>
                </a:lnTo>
                <a:lnTo>
                  <a:pt x="322747" y="26763"/>
                </a:lnTo>
                <a:lnTo>
                  <a:pt x="322843" y="26718"/>
                </a:lnTo>
                <a:lnTo>
                  <a:pt x="322940" y="26674"/>
                </a:lnTo>
                <a:lnTo>
                  <a:pt x="323042" y="26631"/>
                </a:lnTo>
                <a:lnTo>
                  <a:pt x="323149" y="26589"/>
                </a:lnTo>
                <a:lnTo>
                  <a:pt x="323262" y="26547"/>
                </a:lnTo>
                <a:lnTo>
                  <a:pt x="323381" y="26505"/>
                </a:lnTo>
                <a:lnTo>
                  <a:pt x="323506" y="26463"/>
                </a:lnTo>
                <a:lnTo>
                  <a:pt x="323637" y="26422"/>
                </a:lnTo>
                <a:lnTo>
                  <a:pt x="323773" y="26381"/>
                </a:lnTo>
                <a:lnTo>
                  <a:pt x="323915" y="26341"/>
                </a:lnTo>
                <a:lnTo>
                  <a:pt x="324063" y="26301"/>
                </a:lnTo>
                <a:lnTo>
                  <a:pt x="324217" y="26261"/>
                </a:lnTo>
                <a:lnTo>
                  <a:pt x="324376" y="26222"/>
                </a:lnTo>
                <a:lnTo>
                  <a:pt x="324542" y="26183"/>
                </a:lnTo>
                <a:lnTo>
                  <a:pt x="324713" y="26144"/>
                </a:lnTo>
                <a:lnTo>
                  <a:pt x="324890" y="26106"/>
                </a:lnTo>
                <a:lnTo>
                  <a:pt x="325073" y="26068"/>
                </a:lnTo>
                <a:lnTo>
                  <a:pt x="325262" y="26031"/>
                </a:lnTo>
                <a:lnTo>
                  <a:pt x="325456" y="25994"/>
                </a:lnTo>
                <a:lnTo>
                  <a:pt x="325656" y="25957"/>
                </a:lnTo>
                <a:lnTo>
                  <a:pt x="325862" y="25921"/>
                </a:lnTo>
                <a:lnTo>
                  <a:pt x="326074" y="25885"/>
                </a:lnTo>
                <a:lnTo>
                  <a:pt x="326292" y="25849"/>
                </a:lnTo>
                <a:lnTo>
                  <a:pt x="326515" y="25813"/>
                </a:lnTo>
                <a:lnTo>
                  <a:pt x="326745" y="25778"/>
                </a:lnTo>
                <a:lnTo>
                  <a:pt x="326980" y="25744"/>
                </a:lnTo>
                <a:lnTo>
                  <a:pt x="327396" y="25683"/>
                </a:lnTo>
                <a:lnTo>
                  <a:pt x="327803" y="25621"/>
                </a:lnTo>
                <a:lnTo>
                  <a:pt x="328201" y="25557"/>
                </a:lnTo>
                <a:lnTo>
                  <a:pt x="328591" y="25493"/>
                </a:lnTo>
                <a:lnTo>
                  <a:pt x="328972" y="25428"/>
                </a:lnTo>
                <a:lnTo>
                  <a:pt x="329344" y="25361"/>
                </a:lnTo>
                <a:lnTo>
                  <a:pt x="329707" y="25294"/>
                </a:lnTo>
                <a:lnTo>
                  <a:pt x="330062" y="25225"/>
                </a:lnTo>
                <a:lnTo>
                  <a:pt x="330407" y="25155"/>
                </a:lnTo>
                <a:lnTo>
                  <a:pt x="330744" y="25085"/>
                </a:lnTo>
                <a:lnTo>
                  <a:pt x="331073" y="25013"/>
                </a:lnTo>
                <a:lnTo>
                  <a:pt x="331392" y="24940"/>
                </a:lnTo>
                <a:lnTo>
                  <a:pt x="331703" y="24866"/>
                </a:lnTo>
                <a:lnTo>
                  <a:pt x="332005" y="24791"/>
                </a:lnTo>
                <a:lnTo>
                  <a:pt x="332298" y="24714"/>
                </a:lnTo>
                <a:lnTo>
                  <a:pt x="332583" y="24637"/>
                </a:lnTo>
                <a:lnTo>
                  <a:pt x="332859" y="24559"/>
                </a:lnTo>
                <a:lnTo>
                  <a:pt x="333126" y="24479"/>
                </a:lnTo>
                <a:lnTo>
                  <a:pt x="333384" y="24399"/>
                </a:lnTo>
                <a:lnTo>
                  <a:pt x="333634" y="24317"/>
                </a:lnTo>
                <a:lnTo>
                  <a:pt x="333874" y="24234"/>
                </a:lnTo>
                <a:lnTo>
                  <a:pt x="334106" y="24151"/>
                </a:lnTo>
                <a:lnTo>
                  <a:pt x="334330" y="24066"/>
                </a:lnTo>
                <a:lnTo>
                  <a:pt x="334544" y="23980"/>
                </a:lnTo>
                <a:lnTo>
                  <a:pt x="334544" y="25686"/>
                </a:lnTo>
                <a:lnTo>
                  <a:pt x="334543" y="25940"/>
                </a:lnTo>
                <a:lnTo>
                  <a:pt x="334539" y="26188"/>
                </a:lnTo>
                <a:lnTo>
                  <a:pt x="334533" y="26432"/>
                </a:lnTo>
                <a:lnTo>
                  <a:pt x="334523" y="26670"/>
                </a:lnTo>
                <a:close/>
                <a:moveTo>
                  <a:pt x="373599" y="26800"/>
                </a:moveTo>
                <a:lnTo>
                  <a:pt x="373666" y="27315"/>
                </a:lnTo>
                <a:lnTo>
                  <a:pt x="373746" y="27819"/>
                </a:lnTo>
                <a:lnTo>
                  <a:pt x="373838" y="28311"/>
                </a:lnTo>
                <a:lnTo>
                  <a:pt x="373943" y="28792"/>
                </a:lnTo>
                <a:lnTo>
                  <a:pt x="374060" y="29262"/>
                </a:lnTo>
                <a:lnTo>
                  <a:pt x="374188" y="29720"/>
                </a:lnTo>
                <a:lnTo>
                  <a:pt x="374330" y="30168"/>
                </a:lnTo>
                <a:lnTo>
                  <a:pt x="374483" y="30604"/>
                </a:lnTo>
                <a:lnTo>
                  <a:pt x="374649" y="31029"/>
                </a:lnTo>
                <a:lnTo>
                  <a:pt x="374827" y="31442"/>
                </a:lnTo>
                <a:lnTo>
                  <a:pt x="375018" y="31844"/>
                </a:lnTo>
                <a:lnTo>
                  <a:pt x="375220" y="32235"/>
                </a:lnTo>
                <a:lnTo>
                  <a:pt x="375435" y="32615"/>
                </a:lnTo>
                <a:lnTo>
                  <a:pt x="375663" y="32984"/>
                </a:lnTo>
                <a:lnTo>
                  <a:pt x="375902" y="33341"/>
                </a:lnTo>
                <a:lnTo>
                  <a:pt x="376154" y="33687"/>
                </a:lnTo>
                <a:lnTo>
                  <a:pt x="376418" y="34022"/>
                </a:lnTo>
                <a:lnTo>
                  <a:pt x="376694" y="34345"/>
                </a:lnTo>
                <a:lnTo>
                  <a:pt x="376983" y="34657"/>
                </a:lnTo>
                <a:lnTo>
                  <a:pt x="377282" y="34958"/>
                </a:lnTo>
                <a:lnTo>
                  <a:pt x="377588" y="35245"/>
                </a:lnTo>
                <a:lnTo>
                  <a:pt x="377902" y="35520"/>
                </a:lnTo>
                <a:lnTo>
                  <a:pt x="378223" y="35782"/>
                </a:lnTo>
                <a:lnTo>
                  <a:pt x="378553" y="36031"/>
                </a:lnTo>
                <a:lnTo>
                  <a:pt x="378889" y="36267"/>
                </a:lnTo>
                <a:lnTo>
                  <a:pt x="379234" y="36491"/>
                </a:lnTo>
                <a:lnTo>
                  <a:pt x="379586" y="36702"/>
                </a:lnTo>
                <a:lnTo>
                  <a:pt x="379946" y="36900"/>
                </a:lnTo>
                <a:lnTo>
                  <a:pt x="380313" y="37085"/>
                </a:lnTo>
                <a:lnTo>
                  <a:pt x="380688" y="37257"/>
                </a:lnTo>
                <a:lnTo>
                  <a:pt x="381071" y="37417"/>
                </a:lnTo>
                <a:lnTo>
                  <a:pt x="381461" y="37564"/>
                </a:lnTo>
                <a:lnTo>
                  <a:pt x="381859" y="37698"/>
                </a:lnTo>
                <a:lnTo>
                  <a:pt x="382265" y="37819"/>
                </a:lnTo>
                <a:lnTo>
                  <a:pt x="382678" y="37928"/>
                </a:lnTo>
                <a:lnTo>
                  <a:pt x="383099" y="38024"/>
                </a:lnTo>
                <a:lnTo>
                  <a:pt x="383527" y="38107"/>
                </a:lnTo>
                <a:lnTo>
                  <a:pt x="383963" y="38177"/>
                </a:lnTo>
                <a:lnTo>
                  <a:pt x="384407" y="38235"/>
                </a:lnTo>
                <a:lnTo>
                  <a:pt x="384859" y="38279"/>
                </a:lnTo>
                <a:lnTo>
                  <a:pt x="385318" y="38311"/>
                </a:lnTo>
                <a:lnTo>
                  <a:pt x="385784" y="38330"/>
                </a:lnTo>
                <a:lnTo>
                  <a:pt x="386259" y="38337"/>
                </a:lnTo>
                <a:lnTo>
                  <a:pt x="386556" y="38334"/>
                </a:lnTo>
                <a:lnTo>
                  <a:pt x="386851" y="38325"/>
                </a:lnTo>
                <a:lnTo>
                  <a:pt x="387144" y="38311"/>
                </a:lnTo>
                <a:lnTo>
                  <a:pt x="387435" y="38290"/>
                </a:lnTo>
                <a:lnTo>
                  <a:pt x="387725" y="38264"/>
                </a:lnTo>
                <a:lnTo>
                  <a:pt x="388012" y="38232"/>
                </a:lnTo>
                <a:lnTo>
                  <a:pt x="388298" y="38195"/>
                </a:lnTo>
                <a:lnTo>
                  <a:pt x="388581" y="38151"/>
                </a:lnTo>
                <a:lnTo>
                  <a:pt x="388863" y="38102"/>
                </a:lnTo>
                <a:lnTo>
                  <a:pt x="389143" y="38046"/>
                </a:lnTo>
                <a:lnTo>
                  <a:pt x="389421" y="37985"/>
                </a:lnTo>
                <a:lnTo>
                  <a:pt x="389697" y="37919"/>
                </a:lnTo>
                <a:lnTo>
                  <a:pt x="389971" y="37846"/>
                </a:lnTo>
                <a:lnTo>
                  <a:pt x="390243" y="37768"/>
                </a:lnTo>
                <a:lnTo>
                  <a:pt x="390513" y="37684"/>
                </a:lnTo>
                <a:lnTo>
                  <a:pt x="390781" y="37593"/>
                </a:lnTo>
                <a:lnTo>
                  <a:pt x="391048" y="37498"/>
                </a:lnTo>
                <a:lnTo>
                  <a:pt x="391312" y="37396"/>
                </a:lnTo>
                <a:lnTo>
                  <a:pt x="391574" y="37289"/>
                </a:lnTo>
                <a:lnTo>
                  <a:pt x="391835" y="37175"/>
                </a:lnTo>
                <a:lnTo>
                  <a:pt x="392094" y="37056"/>
                </a:lnTo>
                <a:lnTo>
                  <a:pt x="392350" y="36931"/>
                </a:lnTo>
                <a:lnTo>
                  <a:pt x="392605" y="36801"/>
                </a:lnTo>
                <a:lnTo>
                  <a:pt x="392858" y="36664"/>
                </a:lnTo>
                <a:lnTo>
                  <a:pt x="393108" y="36523"/>
                </a:lnTo>
                <a:lnTo>
                  <a:pt x="393352" y="36376"/>
                </a:lnTo>
                <a:lnTo>
                  <a:pt x="393591" y="36225"/>
                </a:lnTo>
                <a:lnTo>
                  <a:pt x="393826" y="36069"/>
                </a:lnTo>
                <a:lnTo>
                  <a:pt x="394055" y="35909"/>
                </a:lnTo>
                <a:lnTo>
                  <a:pt x="394280" y="35744"/>
                </a:lnTo>
                <a:lnTo>
                  <a:pt x="394499" y="35574"/>
                </a:lnTo>
                <a:lnTo>
                  <a:pt x="394714" y="35399"/>
                </a:lnTo>
                <a:lnTo>
                  <a:pt x="394923" y="35220"/>
                </a:lnTo>
                <a:lnTo>
                  <a:pt x="395127" y="35036"/>
                </a:lnTo>
                <a:lnTo>
                  <a:pt x="395327" y="34848"/>
                </a:lnTo>
                <a:lnTo>
                  <a:pt x="395521" y="34654"/>
                </a:lnTo>
                <a:lnTo>
                  <a:pt x="395711" y="34456"/>
                </a:lnTo>
                <a:lnTo>
                  <a:pt x="395895" y="34254"/>
                </a:lnTo>
                <a:lnTo>
                  <a:pt x="396074" y="34046"/>
                </a:lnTo>
                <a:lnTo>
                  <a:pt x="396249" y="33834"/>
                </a:lnTo>
                <a:lnTo>
                  <a:pt x="396418" y="33617"/>
                </a:lnTo>
                <a:lnTo>
                  <a:pt x="396582" y="33396"/>
                </a:lnTo>
                <a:lnTo>
                  <a:pt x="396742" y="33170"/>
                </a:lnTo>
                <a:lnTo>
                  <a:pt x="396896" y="32939"/>
                </a:lnTo>
                <a:lnTo>
                  <a:pt x="397046" y="32703"/>
                </a:lnTo>
                <a:lnTo>
                  <a:pt x="397190" y="32463"/>
                </a:lnTo>
                <a:lnTo>
                  <a:pt x="397329" y="32218"/>
                </a:lnTo>
                <a:lnTo>
                  <a:pt x="397464" y="31969"/>
                </a:lnTo>
                <a:lnTo>
                  <a:pt x="397593" y="31713"/>
                </a:lnTo>
                <a:lnTo>
                  <a:pt x="397716" y="31449"/>
                </a:lnTo>
                <a:lnTo>
                  <a:pt x="397835" y="31178"/>
                </a:lnTo>
                <a:lnTo>
                  <a:pt x="397947" y="30898"/>
                </a:lnTo>
                <a:lnTo>
                  <a:pt x="398054" y="30611"/>
                </a:lnTo>
                <a:lnTo>
                  <a:pt x="398156" y="30316"/>
                </a:lnTo>
                <a:lnTo>
                  <a:pt x="398252" y="30014"/>
                </a:lnTo>
                <a:lnTo>
                  <a:pt x="398343" y="29703"/>
                </a:lnTo>
                <a:lnTo>
                  <a:pt x="398428" y="29385"/>
                </a:lnTo>
                <a:lnTo>
                  <a:pt x="398508" y="29059"/>
                </a:lnTo>
                <a:lnTo>
                  <a:pt x="398582" y="28725"/>
                </a:lnTo>
                <a:lnTo>
                  <a:pt x="398650" y="28383"/>
                </a:lnTo>
                <a:lnTo>
                  <a:pt x="398714" y="28033"/>
                </a:lnTo>
                <a:lnTo>
                  <a:pt x="398771" y="27676"/>
                </a:lnTo>
                <a:lnTo>
                  <a:pt x="398824" y="27310"/>
                </a:lnTo>
                <a:lnTo>
                  <a:pt x="398870" y="26937"/>
                </a:lnTo>
                <a:lnTo>
                  <a:pt x="398911" y="26556"/>
                </a:lnTo>
                <a:lnTo>
                  <a:pt x="398947" y="26168"/>
                </a:lnTo>
                <a:lnTo>
                  <a:pt x="398977" y="25771"/>
                </a:lnTo>
                <a:lnTo>
                  <a:pt x="399002" y="25367"/>
                </a:lnTo>
                <a:lnTo>
                  <a:pt x="399021" y="24954"/>
                </a:lnTo>
                <a:lnTo>
                  <a:pt x="399035" y="24534"/>
                </a:lnTo>
                <a:lnTo>
                  <a:pt x="399043" y="24107"/>
                </a:lnTo>
                <a:lnTo>
                  <a:pt x="399046" y="23671"/>
                </a:lnTo>
                <a:lnTo>
                  <a:pt x="399040" y="23133"/>
                </a:lnTo>
                <a:lnTo>
                  <a:pt x="399021" y="22606"/>
                </a:lnTo>
                <a:lnTo>
                  <a:pt x="398990" y="22088"/>
                </a:lnTo>
                <a:lnTo>
                  <a:pt x="398947" y="21579"/>
                </a:lnTo>
                <a:lnTo>
                  <a:pt x="398891" y="21081"/>
                </a:lnTo>
                <a:lnTo>
                  <a:pt x="398823" y="20592"/>
                </a:lnTo>
                <a:lnTo>
                  <a:pt x="398742" y="20113"/>
                </a:lnTo>
                <a:lnTo>
                  <a:pt x="398649" y="19644"/>
                </a:lnTo>
                <a:lnTo>
                  <a:pt x="398543" y="19185"/>
                </a:lnTo>
                <a:lnTo>
                  <a:pt x="398425" y="18736"/>
                </a:lnTo>
                <a:lnTo>
                  <a:pt x="398295" y="18296"/>
                </a:lnTo>
                <a:lnTo>
                  <a:pt x="398152" y="17866"/>
                </a:lnTo>
                <a:lnTo>
                  <a:pt x="397997" y="17446"/>
                </a:lnTo>
                <a:lnTo>
                  <a:pt x="397829" y="17035"/>
                </a:lnTo>
                <a:lnTo>
                  <a:pt x="397649" y="16635"/>
                </a:lnTo>
                <a:lnTo>
                  <a:pt x="397457" y="16244"/>
                </a:lnTo>
                <a:lnTo>
                  <a:pt x="397252" y="15863"/>
                </a:lnTo>
                <a:lnTo>
                  <a:pt x="397034" y="15492"/>
                </a:lnTo>
                <a:lnTo>
                  <a:pt x="396805" y="15130"/>
                </a:lnTo>
                <a:lnTo>
                  <a:pt x="396562" y="14778"/>
                </a:lnTo>
                <a:lnTo>
                  <a:pt x="396308" y="14436"/>
                </a:lnTo>
                <a:lnTo>
                  <a:pt x="396041" y="14104"/>
                </a:lnTo>
                <a:lnTo>
                  <a:pt x="395761" y="13782"/>
                </a:lnTo>
                <a:lnTo>
                  <a:pt x="395470" y="13469"/>
                </a:lnTo>
                <a:lnTo>
                  <a:pt x="395168" y="13168"/>
                </a:lnTo>
                <a:lnTo>
                  <a:pt x="394859" y="12880"/>
                </a:lnTo>
                <a:lnTo>
                  <a:pt x="394543" y="12604"/>
                </a:lnTo>
                <a:lnTo>
                  <a:pt x="394220" y="12341"/>
                </a:lnTo>
                <a:lnTo>
                  <a:pt x="393890" y="12091"/>
                </a:lnTo>
                <a:lnTo>
                  <a:pt x="393553" y="11854"/>
                </a:lnTo>
                <a:lnTo>
                  <a:pt x="393208" y="11630"/>
                </a:lnTo>
                <a:lnTo>
                  <a:pt x="392857" y="11418"/>
                </a:lnTo>
                <a:lnTo>
                  <a:pt x="392498" y="11219"/>
                </a:lnTo>
                <a:lnTo>
                  <a:pt x="392132" y="11034"/>
                </a:lnTo>
                <a:lnTo>
                  <a:pt x="391759" y="10860"/>
                </a:lnTo>
                <a:lnTo>
                  <a:pt x="391379" y="10700"/>
                </a:lnTo>
                <a:lnTo>
                  <a:pt x="390991" y="10553"/>
                </a:lnTo>
                <a:lnTo>
                  <a:pt x="390597" y="10418"/>
                </a:lnTo>
                <a:lnTo>
                  <a:pt x="390195" y="10296"/>
                </a:lnTo>
                <a:lnTo>
                  <a:pt x="389786" y="10187"/>
                </a:lnTo>
                <a:lnTo>
                  <a:pt x="389370" y="10091"/>
                </a:lnTo>
                <a:lnTo>
                  <a:pt x="388947" y="10008"/>
                </a:lnTo>
                <a:lnTo>
                  <a:pt x="388517" y="9937"/>
                </a:lnTo>
                <a:lnTo>
                  <a:pt x="388080" y="9880"/>
                </a:lnTo>
                <a:lnTo>
                  <a:pt x="387635" y="9835"/>
                </a:lnTo>
                <a:lnTo>
                  <a:pt x="387183" y="9803"/>
                </a:lnTo>
                <a:lnTo>
                  <a:pt x="386725" y="9784"/>
                </a:lnTo>
                <a:lnTo>
                  <a:pt x="386259" y="9777"/>
                </a:lnTo>
                <a:lnTo>
                  <a:pt x="385839" y="9782"/>
                </a:lnTo>
                <a:lnTo>
                  <a:pt x="385424" y="9798"/>
                </a:lnTo>
                <a:lnTo>
                  <a:pt x="385015" y="9825"/>
                </a:lnTo>
                <a:lnTo>
                  <a:pt x="384612" y="9862"/>
                </a:lnTo>
                <a:lnTo>
                  <a:pt x="384214" y="9909"/>
                </a:lnTo>
                <a:lnTo>
                  <a:pt x="383821" y="9967"/>
                </a:lnTo>
                <a:lnTo>
                  <a:pt x="383433" y="10035"/>
                </a:lnTo>
                <a:lnTo>
                  <a:pt x="383051" y="10115"/>
                </a:lnTo>
                <a:lnTo>
                  <a:pt x="382674" y="10204"/>
                </a:lnTo>
                <a:lnTo>
                  <a:pt x="382303" y="10304"/>
                </a:lnTo>
                <a:lnTo>
                  <a:pt x="381937" y="10415"/>
                </a:lnTo>
                <a:lnTo>
                  <a:pt x="381576" y="10536"/>
                </a:lnTo>
                <a:lnTo>
                  <a:pt x="381220" y="10668"/>
                </a:lnTo>
                <a:lnTo>
                  <a:pt x="380870" y="10810"/>
                </a:lnTo>
                <a:lnTo>
                  <a:pt x="380526" y="10963"/>
                </a:lnTo>
                <a:lnTo>
                  <a:pt x="380186" y="11127"/>
                </a:lnTo>
                <a:lnTo>
                  <a:pt x="379852" y="11300"/>
                </a:lnTo>
                <a:lnTo>
                  <a:pt x="379524" y="11485"/>
                </a:lnTo>
                <a:lnTo>
                  <a:pt x="379201" y="11680"/>
                </a:lnTo>
                <a:lnTo>
                  <a:pt x="378883" y="11886"/>
                </a:lnTo>
                <a:lnTo>
                  <a:pt x="378570" y="12102"/>
                </a:lnTo>
                <a:lnTo>
                  <a:pt x="378263" y="12328"/>
                </a:lnTo>
                <a:lnTo>
                  <a:pt x="377961" y="12565"/>
                </a:lnTo>
                <a:lnTo>
                  <a:pt x="377665" y="12813"/>
                </a:lnTo>
                <a:lnTo>
                  <a:pt x="377321" y="13125"/>
                </a:lnTo>
                <a:lnTo>
                  <a:pt x="376991" y="13450"/>
                </a:lnTo>
                <a:lnTo>
                  <a:pt x="376676" y="13788"/>
                </a:lnTo>
                <a:lnTo>
                  <a:pt x="376376" y="14140"/>
                </a:lnTo>
                <a:lnTo>
                  <a:pt x="376090" y="14506"/>
                </a:lnTo>
                <a:lnTo>
                  <a:pt x="375819" y="14886"/>
                </a:lnTo>
                <a:lnTo>
                  <a:pt x="375562" y="15279"/>
                </a:lnTo>
                <a:lnTo>
                  <a:pt x="375321" y="15686"/>
                </a:lnTo>
                <a:lnTo>
                  <a:pt x="375094" y="16107"/>
                </a:lnTo>
                <a:lnTo>
                  <a:pt x="374881" y="16541"/>
                </a:lnTo>
                <a:lnTo>
                  <a:pt x="374683" y="16989"/>
                </a:lnTo>
                <a:lnTo>
                  <a:pt x="374500" y="17451"/>
                </a:lnTo>
                <a:lnTo>
                  <a:pt x="374332" y="17926"/>
                </a:lnTo>
                <a:lnTo>
                  <a:pt x="374178" y="18415"/>
                </a:lnTo>
                <a:lnTo>
                  <a:pt x="374039" y="18918"/>
                </a:lnTo>
                <a:lnTo>
                  <a:pt x="373914" y="19434"/>
                </a:lnTo>
                <a:lnTo>
                  <a:pt x="373804" y="19964"/>
                </a:lnTo>
                <a:lnTo>
                  <a:pt x="373709" y="20508"/>
                </a:lnTo>
                <a:lnTo>
                  <a:pt x="373628" y="21065"/>
                </a:lnTo>
                <a:lnTo>
                  <a:pt x="373563" y="21636"/>
                </a:lnTo>
                <a:lnTo>
                  <a:pt x="373511" y="22221"/>
                </a:lnTo>
                <a:lnTo>
                  <a:pt x="373475" y="22819"/>
                </a:lnTo>
                <a:lnTo>
                  <a:pt x="373453" y="23431"/>
                </a:lnTo>
                <a:lnTo>
                  <a:pt x="373445" y="24057"/>
                </a:lnTo>
                <a:lnTo>
                  <a:pt x="373451" y="24628"/>
                </a:lnTo>
                <a:lnTo>
                  <a:pt x="373470" y="25188"/>
                </a:lnTo>
                <a:lnTo>
                  <a:pt x="373501" y="25737"/>
                </a:lnTo>
                <a:lnTo>
                  <a:pt x="373544" y="26274"/>
                </a:lnTo>
                <a:lnTo>
                  <a:pt x="373599" y="26800"/>
                </a:lnTo>
                <a:close/>
                <a:moveTo>
                  <a:pt x="378305" y="21980"/>
                </a:moveTo>
                <a:lnTo>
                  <a:pt x="378348" y="21594"/>
                </a:lnTo>
                <a:lnTo>
                  <a:pt x="378400" y="21218"/>
                </a:lnTo>
                <a:lnTo>
                  <a:pt x="378460" y="20851"/>
                </a:lnTo>
                <a:lnTo>
                  <a:pt x="378527" y="20493"/>
                </a:lnTo>
                <a:lnTo>
                  <a:pt x="378603" y="20145"/>
                </a:lnTo>
                <a:lnTo>
                  <a:pt x="378686" y="19805"/>
                </a:lnTo>
                <a:lnTo>
                  <a:pt x="378778" y="19475"/>
                </a:lnTo>
                <a:lnTo>
                  <a:pt x="378877" y="19154"/>
                </a:lnTo>
                <a:lnTo>
                  <a:pt x="378984" y="18842"/>
                </a:lnTo>
                <a:lnTo>
                  <a:pt x="379100" y="18539"/>
                </a:lnTo>
                <a:lnTo>
                  <a:pt x="379223" y="18245"/>
                </a:lnTo>
                <a:lnTo>
                  <a:pt x="379354" y="17960"/>
                </a:lnTo>
                <a:lnTo>
                  <a:pt x="379493" y="17685"/>
                </a:lnTo>
                <a:lnTo>
                  <a:pt x="379640" y="17419"/>
                </a:lnTo>
                <a:lnTo>
                  <a:pt x="379795" y="17162"/>
                </a:lnTo>
                <a:lnTo>
                  <a:pt x="379958" y="16914"/>
                </a:lnTo>
                <a:lnTo>
                  <a:pt x="380129" y="16675"/>
                </a:lnTo>
                <a:lnTo>
                  <a:pt x="380308" y="16446"/>
                </a:lnTo>
                <a:lnTo>
                  <a:pt x="380495" y="16226"/>
                </a:lnTo>
                <a:lnTo>
                  <a:pt x="380688" y="16014"/>
                </a:lnTo>
                <a:lnTo>
                  <a:pt x="380885" y="15812"/>
                </a:lnTo>
                <a:lnTo>
                  <a:pt x="381086" y="15619"/>
                </a:lnTo>
                <a:lnTo>
                  <a:pt x="381291" y="15435"/>
                </a:lnTo>
                <a:lnTo>
                  <a:pt x="381501" y="15259"/>
                </a:lnTo>
                <a:lnTo>
                  <a:pt x="381714" y="15093"/>
                </a:lnTo>
                <a:lnTo>
                  <a:pt x="381932" y="14936"/>
                </a:lnTo>
                <a:lnTo>
                  <a:pt x="382153" y="14787"/>
                </a:lnTo>
                <a:lnTo>
                  <a:pt x="382379" y="14648"/>
                </a:lnTo>
                <a:lnTo>
                  <a:pt x="382609" y="14518"/>
                </a:lnTo>
                <a:lnTo>
                  <a:pt x="382843" y="14396"/>
                </a:lnTo>
                <a:lnTo>
                  <a:pt x="383081" y="14284"/>
                </a:lnTo>
                <a:lnTo>
                  <a:pt x="383323" y="14180"/>
                </a:lnTo>
                <a:lnTo>
                  <a:pt x="383569" y="14086"/>
                </a:lnTo>
                <a:lnTo>
                  <a:pt x="383820" y="14001"/>
                </a:lnTo>
                <a:lnTo>
                  <a:pt x="384074" y="13924"/>
                </a:lnTo>
                <a:lnTo>
                  <a:pt x="384333" y="13857"/>
                </a:lnTo>
                <a:lnTo>
                  <a:pt x="384596" y="13798"/>
                </a:lnTo>
                <a:lnTo>
                  <a:pt x="384863" y="13749"/>
                </a:lnTo>
                <a:lnTo>
                  <a:pt x="385134" y="13708"/>
                </a:lnTo>
                <a:lnTo>
                  <a:pt x="385409" y="13677"/>
                </a:lnTo>
                <a:lnTo>
                  <a:pt x="385688" y="13655"/>
                </a:lnTo>
                <a:lnTo>
                  <a:pt x="385971" y="13641"/>
                </a:lnTo>
                <a:lnTo>
                  <a:pt x="386259" y="13637"/>
                </a:lnTo>
                <a:lnTo>
                  <a:pt x="386542" y="13641"/>
                </a:lnTo>
                <a:lnTo>
                  <a:pt x="386821" y="13655"/>
                </a:lnTo>
                <a:lnTo>
                  <a:pt x="387097" y="13677"/>
                </a:lnTo>
                <a:lnTo>
                  <a:pt x="387368" y="13709"/>
                </a:lnTo>
                <a:lnTo>
                  <a:pt x="387636" y="13750"/>
                </a:lnTo>
                <a:lnTo>
                  <a:pt x="387900" y="13799"/>
                </a:lnTo>
                <a:lnTo>
                  <a:pt x="388160" y="13858"/>
                </a:lnTo>
                <a:lnTo>
                  <a:pt x="388416" y="13926"/>
                </a:lnTo>
                <a:lnTo>
                  <a:pt x="388668" y="14002"/>
                </a:lnTo>
                <a:lnTo>
                  <a:pt x="388916" y="14088"/>
                </a:lnTo>
                <a:lnTo>
                  <a:pt x="389160" y="14183"/>
                </a:lnTo>
                <a:lnTo>
                  <a:pt x="389401" y="14287"/>
                </a:lnTo>
                <a:lnTo>
                  <a:pt x="389637" y="14400"/>
                </a:lnTo>
                <a:lnTo>
                  <a:pt x="389870" y="14522"/>
                </a:lnTo>
                <a:lnTo>
                  <a:pt x="390099" y="14653"/>
                </a:lnTo>
                <a:lnTo>
                  <a:pt x="390324" y="14793"/>
                </a:lnTo>
                <a:lnTo>
                  <a:pt x="390545" y="14942"/>
                </a:lnTo>
                <a:lnTo>
                  <a:pt x="390762" y="15100"/>
                </a:lnTo>
                <a:lnTo>
                  <a:pt x="390975" y="15267"/>
                </a:lnTo>
                <a:lnTo>
                  <a:pt x="391185" y="15443"/>
                </a:lnTo>
                <a:lnTo>
                  <a:pt x="391390" y="15629"/>
                </a:lnTo>
                <a:lnTo>
                  <a:pt x="391592" y="15823"/>
                </a:lnTo>
                <a:lnTo>
                  <a:pt x="391789" y="16026"/>
                </a:lnTo>
                <a:lnTo>
                  <a:pt x="391983" y="16238"/>
                </a:lnTo>
                <a:lnTo>
                  <a:pt x="392171" y="16460"/>
                </a:lnTo>
                <a:lnTo>
                  <a:pt x="392351" y="16689"/>
                </a:lnTo>
                <a:lnTo>
                  <a:pt x="392523" y="16927"/>
                </a:lnTo>
                <a:lnTo>
                  <a:pt x="392687" y="17174"/>
                </a:lnTo>
                <a:lnTo>
                  <a:pt x="392843" y="17429"/>
                </a:lnTo>
                <a:lnTo>
                  <a:pt x="392991" y="17692"/>
                </a:lnTo>
                <a:lnTo>
                  <a:pt x="393131" y="17965"/>
                </a:lnTo>
                <a:lnTo>
                  <a:pt x="393263" y="18245"/>
                </a:lnTo>
                <a:lnTo>
                  <a:pt x="393387" y="18534"/>
                </a:lnTo>
                <a:lnTo>
                  <a:pt x="393503" y="18832"/>
                </a:lnTo>
                <a:lnTo>
                  <a:pt x="393610" y="19138"/>
                </a:lnTo>
                <a:lnTo>
                  <a:pt x="393710" y="19452"/>
                </a:lnTo>
                <a:lnTo>
                  <a:pt x="393802" y="19776"/>
                </a:lnTo>
                <a:lnTo>
                  <a:pt x="393886" y="20107"/>
                </a:lnTo>
                <a:lnTo>
                  <a:pt x="393962" y="20447"/>
                </a:lnTo>
                <a:lnTo>
                  <a:pt x="394030" y="20796"/>
                </a:lnTo>
                <a:lnTo>
                  <a:pt x="394090" y="21153"/>
                </a:lnTo>
                <a:lnTo>
                  <a:pt x="394142" y="21518"/>
                </a:lnTo>
                <a:lnTo>
                  <a:pt x="394186" y="21893"/>
                </a:lnTo>
                <a:lnTo>
                  <a:pt x="394222" y="22275"/>
                </a:lnTo>
                <a:lnTo>
                  <a:pt x="394250" y="22666"/>
                </a:lnTo>
                <a:lnTo>
                  <a:pt x="394270" y="23066"/>
                </a:lnTo>
                <a:lnTo>
                  <a:pt x="394282" y="23474"/>
                </a:lnTo>
                <a:lnTo>
                  <a:pt x="394286" y="23891"/>
                </a:lnTo>
                <a:lnTo>
                  <a:pt x="394282" y="24332"/>
                </a:lnTo>
                <a:lnTo>
                  <a:pt x="394270" y="24764"/>
                </a:lnTo>
                <a:lnTo>
                  <a:pt x="394250" y="25187"/>
                </a:lnTo>
                <a:lnTo>
                  <a:pt x="394223" y="25600"/>
                </a:lnTo>
                <a:lnTo>
                  <a:pt x="394187" y="26004"/>
                </a:lnTo>
                <a:lnTo>
                  <a:pt x="394143" y="26398"/>
                </a:lnTo>
                <a:lnTo>
                  <a:pt x="394091" y="26782"/>
                </a:lnTo>
                <a:lnTo>
                  <a:pt x="394032" y="27157"/>
                </a:lnTo>
                <a:lnTo>
                  <a:pt x="393964" y="27523"/>
                </a:lnTo>
                <a:lnTo>
                  <a:pt x="393889" y="27879"/>
                </a:lnTo>
                <a:lnTo>
                  <a:pt x="393805" y="28225"/>
                </a:lnTo>
                <a:lnTo>
                  <a:pt x="393714" y="28562"/>
                </a:lnTo>
                <a:lnTo>
                  <a:pt x="393614" y="28890"/>
                </a:lnTo>
                <a:lnTo>
                  <a:pt x="393507" y="29208"/>
                </a:lnTo>
                <a:lnTo>
                  <a:pt x="393392" y="29516"/>
                </a:lnTo>
                <a:lnTo>
                  <a:pt x="393268" y="29815"/>
                </a:lnTo>
                <a:lnTo>
                  <a:pt x="393137" y="30104"/>
                </a:lnTo>
                <a:lnTo>
                  <a:pt x="392998" y="30384"/>
                </a:lnTo>
                <a:lnTo>
                  <a:pt x="392851" y="30654"/>
                </a:lnTo>
                <a:lnTo>
                  <a:pt x="392696" y="30915"/>
                </a:lnTo>
                <a:lnTo>
                  <a:pt x="392533" y="31166"/>
                </a:lnTo>
                <a:lnTo>
                  <a:pt x="392362" y="31408"/>
                </a:lnTo>
                <a:lnTo>
                  <a:pt x="392183" y="31640"/>
                </a:lnTo>
                <a:lnTo>
                  <a:pt x="391996" y="31863"/>
                </a:lnTo>
                <a:lnTo>
                  <a:pt x="391803" y="32076"/>
                </a:lnTo>
                <a:lnTo>
                  <a:pt x="391607" y="32280"/>
                </a:lnTo>
                <a:lnTo>
                  <a:pt x="391406" y="32475"/>
                </a:lnTo>
                <a:lnTo>
                  <a:pt x="391201" y="32662"/>
                </a:lnTo>
                <a:lnTo>
                  <a:pt x="390992" y="32839"/>
                </a:lnTo>
                <a:lnTo>
                  <a:pt x="390779" y="33007"/>
                </a:lnTo>
                <a:lnTo>
                  <a:pt x="390562" y="33165"/>
                </a:lnTo>
                <a:lnTo>
                  <a:pt x="390341" y="33315"/>
                </a:lnTo>
                <a:lnTo>
                  <a:pt x="390116" y="33456"/>
                </a:lnTo>
                <a:lnTo>
                  <a:pt x="389887" y="33588"/>
                </a:lnTo>
                <a:lnTo>
                  <a:pt x="389654" y="33710"/>
                </a:lnTo>
                <a:lnTo>
                  <a:pt x="389417" y="33824"/>
                </a:lnTo>
                <a:lnTo>
                  <a:pt x="389176" y="33928"/>
                </a:lnTo>
                <a:lnTo>
                  <a:pt x="388931" y="34023"/>
                </a:lnTo>
                <a:lnTo>
                  <a:pt x="388682" y="34110"/>
                </a:lnTo>
                <a:lnTo>
                  <a:pt x="388428" y="34187"/>
                </a:lnTo>
                <a:lnTo>
                  <a:pt x="388171" y="34255"/>
                </a:lnTo>
                <a:lnTo>
                  <a:pt x="387910" y="34314"/>
                </a:lnTo>
                <a:lnTo>
                  <a:pt x="387645" y="34364"/>
                </a:lnTo>
                <a:lnTo>
                  <a:pt x="387376" y="34405"/>
                </a:lnTo>
                <a:lnTo>
                  <a:pt x="387102" y="34437"/>
                </a:lnTo>
                <a:lnTo>
                  <a:pt x="386825" y="34459"/>
                </a:lnTo>
                <a:lnTo>
                  <a:pt x="386544" y="34473"/>
                </a:lnTo>
                <a:lnTo>
                  <a:pt x="386259" y="34477"/>
                </a:lnTo>
                <a:lnTo>
                  <a:pt x="385971" y="34473"/>
                </a:lnTo>
                <a:lnTo>
                  <a:pt x="385688" y="34459"/>
                </a:lnTo>
                <a:lnTo>
                  <a:pt x="385409" y="34437"/>
                </a:lnTo>
                <a:lnTo>
                  <a:pt x="385134" y="34405"/>
                </a:lnTo>
                <a:lnTo>
                  <a:pt x="384863" y="34364"/>
                </a:lnTo>
                <a:lnTo>
                  <a:pt x="384596" y="34315"/>
                </a:lnTo>
                <a:lnTo>
                  <a:pt x="384333" y="34256"/>
                </a:lnTo>
                <a:lnTo>
                  <a:pt x="384074" y="34188"/>
                </a:lnTo>
                <a:lnTo>
                  <a:pt x="383820" y="34111"/>
                </a:lnTo>
                <a:lnTo>
                  <a:pt x="383569" y="34026"/>
                </a:lnTo>
                <a:lnTo>
                  <a:pt x="383323" y="33931"/>
                </a:lnTo>
                <a:lnTo>
                  <a:pt x="383081" y="33827"/>
                </a:lnTo>
                <a:lnTo>
                  <a:pt x="382843" y="33714"/>
                </a:lnTo>
                <a:lnTo>
                  <a:pt x="382609" y="33592"/>
                </a:lnTo>
                <a:lnTo>
                  <a:pt x="382379" y="33461"/>
                </a:lnTo>
                <a:lnTo>
                  <a:pt x="382153" y="33321"/>
                </a:lnTo>
                <a:lnTo>
                  <a:pt x="381932" y="33172"/>
                </a:lnTo>
                <a:lnTo>
                  <a:pt x="381714" y="33014"/>
                </a:lnTo>
                <a:lnTo>
                  <a:pt x="381501" y="32847"/>
                </a:lnTo>
                <a:lnTo>
                  <a:pt x="381291" y="32671"/>
                </a:lnTo>
                <a:lnTo>
                  <a:pt x="381086" y="32485"/>
                </a:lnTo>
                <a:lnTo>
                  <a:pt x="380885" y="32291"/>
                </a:lnTo>
                <a:lnTo>
                  <a:pt x="380688" y="32088"/>
                </a:lnTo>
                <a:lnTo>
                  <a:pt x="380495" y="31875"/>
                </a:lnTo>
                <a:lnTo>
                  <a:pt x="380308" y="31654"/>
                </a:lnTo>
                <a:lnTo>
                  <a:pt x="380129" y="31424"/>
                </a:lnTo>
                <a:lnTo>
                  <a:pt x="379958" y="31184"/>
                </a:lnTo>
                <a:lnTo>
                  <a:pt x="379795" y="30935"/>
                </a:lnTo>
                <a:lnTo>
                  <a:pt x="379640" y="30677"/>
                </a:lnTo>
                <a:lnTo>
                  <a:pt x="379493" y="30410"/>
                </a:lnTo>
                <a:lnTo>
                  <a:pt x="379354" y="30134"/>
                </a:lnTo>
                <a:lnTo>
                  <a:pt x="379223" y="29849"/>
                </a:lnTo>
                <a:lnTo>
                  <a:pt x="379100" y="29555"/>
                </a:lnTo>
                <a:lnTo>
                  <a:pt x="378984" y="29251"/>
                </a:lnTo>
                <a:lnTo>
                  <a:pt x="378877" y="28938"/>
                </a:lnTo>
                <a:lnTo>
                  <a:pt x="378778" y="28617"/>
                </a:lnTo>
                <a:lnTo>
                  <a:pt x="378686" y="28286"/>
                </a:lnTo>
                <a:lnTo>
                  <a:pt x="378603" y="27946"/>
                </a:lnTo>
                <a:lnTo>
                  <a:pt x="378527" y="27597"/>
                </a:lnTo>
                <a:lnTo>
                  <a:pt x="378460" y="27238"/>
                </a:lnTo>
                <a:lnTo>
                  <a:pt x="378400" y="26871"/>
                </a:lnTo>
                <a:lnTo>
                  <a:pt x="378348" y="26495"/>
                </a:lnTo>
                <a:lnTo>
                  <a:pt x="378305" y="26109"/>
                </a:lnTo>
                <a:lnTo>
                  <a:pt x="378269" y="25714"/>
                </a:lnTo>
                <a:lnTo>
                  <a:pt x="378241" y="25310"/>
                </a:lnTo>
                <a:lnTo>
                  <a:pt x="378221" y="24897"/>
                </a:lnTo>
                <a:lnTo>
                  <a:pt x="378209" y="24475"/>
                </a:lnTo>
                <a:lnTo>
                  <a:pt x="378205" y="24044"/>
                </a:lnTo>
                <a:lnTo>
                  <a:pt x="378209" y="23613"/>
                </a:lnTo>
                <a:lnTo>
                  <a:pt x="378221" y="23191"/>
                </a:lnTo>
                <a:lnTo>
                  <a:pt x="378241" y="22778"/>
                </a:lnTo>
                <a:lnTo>
                  <a:pt x="378269" y="22374"/>
                </a:lnTo>
                <a:lnTo>
                  <a:pt x="378305" y="21980"/>
                </a:lnTo>
                <a:close/>
                <a:moveTo>
                  <a:pt x="368128" y="37719"/>
                </a:moveTo>
                <a:lnTo>
                  <a:pt x="368128" y="10395"/>
                </a:lnTo>
                <a:lnTo>
                  <a:pt x="363496" y="10395"/>
                </a:lnTo>
                <a:lnTo>
                  <a:pt x="363496" y="37719"/>
                </a:lnTo>
                <a:lnTo>
                  <a:pt x="368128" y="37719"/>
                </a:lnTo>
                <a:close/>
                <a:moveTo>
                  <a:pt x="426208" y="10395"/>
                </a:moveTo>
                <a:lnTo>
                  <a:pt x="421577" y="10395"/>
                </a:lnTo>
                <a:lnTo>
                  <a:pt x="421577" y="37719"/>
                </a:lnTo>
                <a:lnTo>
                  <a:pt x="426208" y="37719"/>
                </a:lnTo>
                <a:lnTo>
                  <a:pt x="426208" y="10395"/>
                </a:lnTo>
                <a:close/>
                <a:moveTo>
                  <a:pt x="5044" y="35332"/>
                </a:moveTo>
                <a:lnTo>
                  <a:pt x="5153" y="35450"/>
                </a:lnTo>
                <a:lnTo>
                  <a:pt x="5264" y="35566"/>
                </a:lnTo>
                <a:lnTo>
                  <a:pt x="5378" y="35680"/>
                </a:lnTo>
                <a:lnTo>
                  <a:pt x="5493" y="35793"/>
                </a:lnTo>
                <a:lnTo>
                  <a:pt x="5611" y="35903"/>
                </a:lnTo>
                <a:lnTo>
                  <a:pt x="5731" y="36012"/>
                </a:lnTo>
                <a:lnTo>
                  <a:pt x="5854" y="36119"/>
                </a:lnTo>
                <a:lnTo>
                  <a:pt x="5979" y="36225"/>
                </a:lnTo>
                <a:lnTo>
                  <a:pt x="6106" y="36328"/>
                </a:lnTo>
                <a:lnTo>
                  <a:pt x="6235" y="36430"/>
                </a:lnTo>
                <a:lnTo>
                  <a:pt x="6367" y="36529"/>
                </a:lnTo>
                <a:lnTo>
                  <a:pt x="6501" y="36627"/>
                </a:lnTo>
                <a:lnTo>
                  <a:pt x="6637" y="36724"/>
                </a:lnTo>
                <a:lnTo>
                  <a:pt x="6776" y="36818"/>
                </a:lnTo>
                <a:lnTo>
                  <a:pt x="6916" y="36911"/>
                </a:lnTo>
                <a:lnTo>
                  <a:pt x="7060" y="37001"/>
                </a:lnTo>
                <a:lnTo>
                  <a:pt x="7205" y="37090"/>
                </a:lnTo>
                <a:lnTo>
                  <a:pt x="7352" y="37177"/>
                </a:lnTo>
                <a:lnTo>
                  <a:pt x="7502" y="37263"/>
                </a:lnTo>
                <a:lnTo>
                  <a:pt x="7654" y="37346"/>
                </a:lnTo>
                <a:lnTo>
                  <a:pt x="7809" y="37427"/>
                </a:lnTo>
                <a:lnTo>
                  <a:pt x="7964" y="37504"/>
                </a:lnTo>
                <a:lnTo>
                  <a:pt x="8122" y="37578"/>
                </a:lnTo>
                <a:lnTo>
                  <a:pt x="8281" y="37649"/>
                </a:lnTo>
                <a:lnTo>
                  <a:pt x="8442" y="37716"/>
                </a:lnTo>
                <a:lnTo>
                  <a:pt x="8604" y="37780"/>
                </a:lnTo>
                <a:lnTo>
                  <a:pt x="8768" y="37840"/>
                </a:lnTo>
                <a:lnTo>
                  <a:pt x="8934" y="37897"/>
                </a:lnTo>
                <a:lnTo>
                  <a:pt x="9101" y="37950"/>
                </a:lnTo>
                <a:lnTo>
                  <a:pt x="9270" y="38000"/>
                </a:lnTo>
                <a:lnTo>
                  <a:pt x="9441" y="38046"/>
                </a:lnTo>
                <a:lnTo>
                  <a:pt x="9613" y="38089"/>
                </a:lnTo>
                <a:lnTo>
                  <a:pt x="9787" y="38129"/>
                </a:lnTo>
                <a:lnTo>
                  <a:pt x="9963" y="38165"/>
                </a:lnTo>
                <a:lnTo>
                  <a:pt x="10140" y="38197"/>
                </a:lnTo>
                <a:lnTo>
                  <a:pt x="10319" y="38227"/>
                </a:lnTo>
                <a:lnTo>
                  <a:pt x="10499" y="38253"/>
                </a:lnTo>
                <a:lnTo>
                  <a:pt x="10682" y="38275"/>
                </a:lnTo>
                <a:lnTo>
                  <a:pt x="10866" y="38294"/>
                </a:lnTo>
                <a:lnTo>
                  <a:pt x="11051" y="38309"/>
                </a:lnTo>
                <a:lnTo>
                  <a:pt x="11238" y="38321"/>
                </a:lnTo>
                <a:lnTo>
                  <a:pt x="11427" y="38330"/>
                </a:lnTo>
                <a:lnTo>
                  <a:pt x="11618" y="38335"/>
                </a:lnTo>
                <a:lnTo>
                  <a:pt x="11810" y="38337"/>
                </a:lnTo>
                <a:lnTo>
                  <a:pt x="12073" y="38334"/>
                </a:lnTo>
                <a:lnTo>
                  <a:pt x="12335" y="38324"/>
                </a:lnTo>
                <a:lnTo>
                  <a:pt x="12596" y="38309"/>
                </a:lnTo>
                <a:lnTo>
                  <a:pt x="12856" y="38287"/>
                </a:lnTo>
                <a:lnTo>
                  <a:pt x="13116" y="38259"/>
                </a:lnTo>
                <a:lnTo>
                  <a:pt x="13374" y="38225"/>
                </a:lnTo>
                <a:lnTo>
                  <a:pt x="13631" y="38185"/>
                </a:lnTo>
                <a:lnTo>
                  <a:pt x="13887" y="38138"/>
                </a:lnTo>
                <a:lnTo>
                  <a:pt x="14142" y="38085"/>
                </a:lnTo>
                <a:lnTo>
                  <a:pt x="14396" y="38026"/>
                </a:lnTo>
                <a:lnTo>
                  <a:pt x="14649" y="37961"/>
                </a:lnTo>
                <a:lnTo>
                  <a:pt x="14901" y="37890"/>
                </a:lnTo>
                <a:lnTo>
                  <a:pt x="15151" y="37812"/>
                </a:lnTo>
                <a:lnTo>
                  <a:pt x="15401" y="37728"/>
                </a:lnTo>
                <a:lnTo>
                  <a:pt x="15650" y="37638"/>
                </a:lnTo>
                <a:lnTo>
                  <a:pt x="15898" y="37542"/>
                </a:lnTo>
                <a:lnTo>
                  <a:pt x="16145" y="37440"/>
                </a:lnTo>
                <a:lnTo>
                  <a:pt x="16390" y="37331"/>
                </a:lnTo>
                <a:lnTo>
                  <a:pt x="16635" y="37216"/>
                </a:lnTo>
                <a:lnTo>
                  <a:pt x="16879" y="37095"/>
                </a:lnTo>
                <a:lnTo>
                  <a:pt x="17122" y="36968"/>
                </a:lnTo>
                <a:lnTo>
                  <a:pt x="17363" y="36834"/>
                </a:lnTo>
                <a:lnTo>
                  <a:pt x="17604" y="36695"/>
                </a:lnTo>
                <a:lnTo>
                  <a:pt x="17843" y="36549"/>
                </a:lnTo>
                <a:lnTo>
                  <a:pt x="18080" y="36397"/>
                </a:lnTo>
                <a:lnTo>
                  <a:pt x="18312" y="36240"/>
                </a:lnTo>
                <a:lnTo>
                  <a:pt x="18539" y="36077"/>
                </a:lnTo>
                <a:lnTo>
                  <a:pt x="18762" y="35909"/>
                </a:lnTo>
                <a:lnTo>
                  <a:pt x="18979" y="35735"/>
                </a:lnTo>
                <a:lnTo>
                  <a:pt x="19193" y="35556"/>
                </a:lnTo>
                <a:lnTo>
                  <a:pt x="19401" y="35372"/>
                </a:lnTo>
                <a:lnTo>
                  <a:pt x="19604" y="35182"/>
                </a:lnTo>
                <a:lnTo>
                  <a:pt x="19803" y="34987"/>
                </a:lnTo>
                <a:lnTo>
                  <a:pt x="19997" y="34786"/>
                </a:lnTo>
                <a:lnTo>
                  <a:pt x="20187" y="34580"/>
                </a:lnTo>
                <a:lnTo>
                  <a:pt x="20371" y="34368"/>
                </a:lnTo>
                <a:lnTo>
                  <a:pt x="20551" y="34151"/>
                </a:lnTo>
                <a:lnTo>
                  <a:pt x="20726" y="33928"/>
                </a:lnTo>
                <a:lnTo>
                  <a:pt x="20897" y="33700"/>
                </a:lnTo>
                <a:lnTo>
                  <a:pt x="21062" y="33467"/>
                </a:lnTo>
                <a:lnTo>
                  <a:pt x="21223" y="33228"/>
                </a:lnTo>
                <a:lnTo>
                  <a:pt x="21380" y="32983"/>
                </a:lnTo>
                <a:lnTo>
                  <a:pt x="21531" y="32734"/>
                </a:lnTo>
                <a:lnTo>
                  <a:pt x="21678" y="32478"/>
                </a:lnTo>
                <a:lnTo>
                  <a:pt x="21820" y="32218"/>
                </a:lnTo>
                <a:lnTo>
                  <a:pt x="21957" y="31951"/>
                </a:lnTo>
                <a:lnTo>
                  <a:pt x="22090" y="31680"/>
                </a:lnTo>
                <a:lnTo>
                  <a:pt x="22217" y="31403"/>
                </a:lnTo>
                <a:lnTo>
                  <a:pt x="22340" y="31121"/>
                </a:lnTo>
                <a:lnTo>
                  <a:pt x="22458" y="30837"/>
                </a:lnTo>
                <a:lnTo>
                  <a:pt x="22570" y="30550"/>
                </a:lnTo>
                <a:lnTo>
                  <a:pt x="22677" y="30260"/>
                </a:lnTo>
                <a:lnTo>
                  <a:pt x="22779" y="29967"/>
                </a:lnTo>
                <a:lnTo>
                  <a:pt x="22876" y="29672"/>
                </a:lnTo>
                <a:lnTo>
                  <a:pt x="22967" y="29373"/>
                </a:lnTo>
                <a:lnTo>
                  <a:pt x="23054" y="29071"/>
                </a:lnTo>
                <a:lnTo>
                  <a:pt x="23135" y="28767"/>
                </a:lnTo>
                <a:lnTo>
                  <a:pt x="23210" y="28459"/>
                </a:lnTo>
                <a:lnTo>
                  <a:pt x="23281" y="28149"/>
                </a:lnTo>
                <a:lnTo>
                  <a:pt x="23346" y="27836"/>
                </a:lnTo>
                <a:lnTo>
                  <a:pt x="23406" y="27520"/>
                </a:lnTo>
                <a:lnTo>
                  <a:pt x="23461" y="27201"/>
                </a:lnTo>
                <a:lnTo>
                  <a:pt x="23511" y="26879"/>
                </a:lnTo>
                <a:lnTo>
                  <a:pt x="23555" y="26554"/>
                </a:lnTo>
                <a:lnTo>
                  <a:pt x="23594" y="26226"/>
                </a:lnTo>
                <a:lnTo>
                  <a:pt x="23628" y="25896"/>
                </a:lnTo>
                <a:lnTo>
                  <a:pt x="23657" y="25562"/>
                </a:lnTo>
                <a:lnTo>
                  <a:pt x="23681" y="25226"/>
                </a:lnTo>
                <a:lnTo>
                  <a:pt x="23699" y="24887"/>
                </a:lnTo>
                <a:lnTo>
                  <a:pt x="23712" y="24544"/>
                </a:lnTo>
                <a:lnTo>
                  <a:pt x="23720" y="24199"/>
                </a:lnTo>
                <a:lnTo>
                  <a:pt x="23722" y="23851"/>
                </a:lnTo>
                <a:lnTo>
                  <a:pt x="23720" y="23526"/>
                </a:lnTo>
                <a:lnTo>
                  <a:pt x="23713" y="23204"/>
                </a:lnTo>
                <a:lnTo>
                  <a:pt x="23701" y="22883"/>
                </a:lnTo>
                <a:lnTo>
                  <a:pt x="23685" y="22565"/>
                </a:lnTo>
                <a:lnTo>
                  <a:pt x="23663" y="22249"/>
                </a:lnTo>
                <a:lnTo>
                  <a:pt x="23637" y="21935"/>
                </a:lnTo>
                <a:lnTo>
                  <a:pt x="23606" y="21623"/>
                </a:lnTo>
                <a:lnTo>
                  <a:pt x="23571" y="21314"/>
                </a:lnTo>
                <a:lnTo>
                  <a:pt x="23531" y="21007"/>
                </a:lnTo>
                <a:lnTo>
                  <a:pt x="23486" y="20702"/>
                </a:lnTo>
                <a:lnTo>
                  <a:pt x="23436" y="20399"/>
                </a:lnTo>
                <a:lnTo>
                  <a:pt x="23382" y="20098"/>
                </a:lnTo>
                <a:lnTo>
                  <a:pt x="23322" y="19799"/>
                </a:lnTo>
                <a:lnTo>
                  <a:pt x="23258" y="19503"/>
                </a:lnTo>
                <a:lnTo>
                  <a:pt x="23190" y="19209"/>
                </a:lnTo>
                <a:lnTo>
                  <a:pt x="23116" y="18917"/>
                </a:lnTo>
                <a:lnTo>
                  <a:pt x="23038" y="18627"/>
                </a:lnTo>
                <a:lnTo>
                  <a:pt x="22955" y="18339"/>
                </a:lnTo>
                <a:lnTo>
                  <a:pt x="22868" y="18054"/>
                </a:lnTo>
                <a:lnTo>
                  <a:pt x="22776" y="17771"/>
                </a:lnTo>
                <a:lnTo>
                  <a:pt x="22678" y="17490"/>
                </a:lnTo>
                <a:lnTo>
                  <a:pt x="22577" y="17211"/>
                </a:lnTo>
                <a:lnTo>
                  <a:pt x="22470" y="16934"/>
                </a:lnTo>
                <a:lnTo>
                  <a:pt x="22359" y="16660"/>
                </a:lnTo>
                <a:lnTo>
                  <a:pt x="22243" y="16389"/>
                </a:lnTo>
                <a:lnTo>
                  <a:pt x="22122" y="16123"/>
                </a:lnTo>
                <a:lnTo>
                  <a:pt x="21997" y="15863"/>
                </a:lnTo>
                <a:lnTo>
                  <a:pt x="21868" y="15607"/>
                </a:lnTo>
                <a:lnTo>
                  <a:pt x="21734" y="15357"/>
                </a:lnTo>
                <a:lnTo>
                  <a:pt x="21595" y="15112"/>
                </a:lnTo>
                <a:lnTo>
                  <a:pt x="21452" y="14872"/>
                </a:lnTo>
                <a:lnTo>
                  <a:pt x="21304" y="14637"/>
                </a:lnTo>
                <a:lnTo>
                  <a:pt x="21152" y="14407"/>
                </a:lnTo>
                <a:lnTo>
                  <a:pt x="20995" y="14183"/>
                </a:lnTo>
                <a:lnTo>
                  <a:pt x="20833" y="13963"/>
                </a:lnTo>
                <a:lnTo>
                  <a:pt x="20667" y="13749"/>
                </a:lnTo>
                <a:lnTo>
                  <a:pt x="20497" y="13540"/>
                </a:lnTo>
                <a:lnTo>
                  <a:pt x="20321" y="13336"/>
                </a:lnTo>
                <a:lnTo>
                  <a:pt x="20142" y="13137"/>
                </a:lnTo>
                <a:lnTo>
                  <a:pt x="19957" y="12943"/>
                </a:lnTo>
                <a:lnTo>
                  <a:pt x="19769" y="12755"/>
                </a:lnTo>
                <a:lnTo>
                  <a:pt x="19575" y="12571"/>
                </a:lnTo>
                <a:lnTo>
                  <a:pt x="19377" y="12393"/>
                </a:lnTo>
                <a:lnTo>
                  <a:pt x="19175" y="12220"/>
                </a:lnTo>
                <a:lnTo>
                  <a:pt x="18968" y="12052"/>
                </a:lnTo>
                <a:lnTo>
                  <a:pt x="18756" y="11889"/>
                </a:lnTo>
                <a:lnTo>
                  <a:pt x="18540" y="11731"/>
                </a:lnTo>
                <a:lnTo>
                  <a:pt x="18319" y="11578"/>
                </a:lnTo>
                <a:lnTo>
                  <a:pt x="18095" y="11431"/>
                </a:lnTo>
                <a:lnTo>
                  <a:pt x="17868" y="11291"/>
                </a:lnTo>
                <a:lnTo>
                  <a:pt x="17637" y="11156"/>
                </a:lnTo>
                <a:lnTo>
                  <a:pt x="17405" y="11028"/>
                </a:lnTo>
                <a:lnTo>
                  <a:pt x="17169" y="10906"/>
                </a:lnTo>
                <a:lnTo>
                  <a:pt x="16930" y="10790"/>
                </a:lnTo>
                <a:lnTo>
                  <a:pt x="16688" y="10681"/>
                </a:lnTo>
                <a:lnTo>
                  <a:pt x="16444" y="10578"/>
                </a:lnTo>
                <a:lnTo>
                  <a:pt x="16197" y="10481"/>
                </a:lnTo>
                <a:lnTo>
                  <a:pt x="15947" y="10390"/>
                </a:lnTo>
                <a:lnTo>
                  <a:pt x="15693" y="10306"/>
                </a:lnTo>
                <a:lnTo>
                  <a:pt x="15438" y="10227"/>
                </a:lnTo>
                <a:lnTo>
                  <a:pt x="15179" y="10156"/>
                </a:lnTo>
                <a:lnTo>
                  <a:pt x="14917" y="10090"/>
                </a:lnTo>
                <a:lnTo>
                  <a:pt x="14653" y="10030"/>
                </a:lnTo>
                <a:lnTo>
                  <a:pt x="14386" y="9977"/>
                </a:lnTo>
                <a:lnTo>
                  <a:pt x="14115" y="9930"/>
                </a:lnTo>
                <a:lnTo>
                  <a:pt x="13842" y="9890"/>
                </a:lnTo>
                <a:lnTo>
                  <a:pt x="13567" y="9855"/>
                </a:lnTo>
                <a:lnTo>
                  <a:pt x="13288" y="9827"/>
                </a:lnTo>
                <a:lnTo>
                  <a:pt x="13006" y="9805"/>
                </a:lnTo>
                <a:lnTo>
                  <a:pt x="12722" y="9790"/>
                </a:lnTo>
                <a:lnTo>
                  <a:pt x="12434" y="9780"/>
                </a:lnTo>
                <a:lnTo>
                  <a:pt x="12144" y="9777"/>
                </a:lnTo>
                <a:lnTo>
                  <a:pt x="11923" y="9779"/>
                </a:lnTo>
                <a:lnTo>
                  <a:pt x="11704" y="9784"/>
                </a:lnTo>
                <a:lnTo>
                  <a:pt x="11488" y="9793"/>
                </a:lnTo>
                <a:lnTo>
                  <a:pt x="11274" y="9806"/>
                </a:lnTo>
                <a:lnTo>
                  <a:pt x="11064" y="9822"/>
                </a:lnTo>
                <a:lnTo>
                  <a:pt x="10856" y="9842"/>
                </a:lnTo>
                <a:lnTo>
                  <a:pt x="10651" y="9865"/>
                </a:lnTo>
                <a:lnTo>
                  <a:pt x="10449" y="9892"/>
                </a:lnTo>
                <a:lnTo>
                  <a:pt x="10250" y="9923"/>
                </a:lnTo>
                <a:lnTo>
                  <a:pt x="10053" y="9957"/>
                </a:lnTo>
                <a:lnTo>
                  <a:pt x="9859" y="9995"/>
                </a:lnTo>
                <a:lnTo>
                  <a:pt x="9668" y="10036"/>
                </a:lnTo>
                <a:lnTo>
                  <a:pt x="9479" y="10081"/>
                </a:lnTo>
                <a:lnTo>
                  <a:pt x="9294" y="10130"/>
                </a:lnTo>
                <a:lnTo>
                  <a:pt x="9111" y="10182"/>
                </a:lnTo>
                <a:lnTo>
                  <a:pt x="8931" y="10237"/>
                </a:lnTo>
                <a:lnTo>
                  <a:pt x="8754" y="10297"/>
                </a:lnTo>
                <a:lnTo>
                  <a:pt x="8579" y="10360"/>
                </a:lnTo>
                <a:lnTo>
                  <a:pt x="8407" y="10426"/>
                </a:lnTo>
                <a:lnTo>
                  <a:pt x="8238" y="10496"/>
                </a:lnTo>
                <a:lnTo>
                  <a:pt x="8072" y="10570"/>
                </a:lnTo>
                <a:lnTo>
                  <a:pt x="7909" y="10647"/>
                </a:lnTo>
                <a:lnTo>
                  <a:pt x="7748" y="10728"/>
                </a:lnTo>
                <a:lnTo>
                  <a:pt x="7590" y="10813"/>
                </a:lnTo>
                <a:lnTo>
                  <a:pt x="7434" y="10901"/>
                </a:lnTo>
                <a:lnTo>
                  <a:pt x="7280" y="10993"/>
                </a:lnTo>
                <a:lnTo>
                  <a:pt x="7127" y="11088"/>
                </a:lnTo>
                <a:lnTo>
                  <a:pt x="6975" y="11187"/>
                </a:lnTo>
                <a:lnTo>
                  <a:pt x="6824" y="11289"/>
                </a:lnTo>
                <a:lnTo>
                  <a:pt x="6675" y="11395"/>
                </a:lnTo>
                <a:lnTo>
                  <a:pt x="6527" y="11505"/>
                </a:lnTo>
                <a:lnTo>
                  <a:pt x="6381" y="11618"/>
                </a:lnTo>
                <a:lnTo>
                  <a:pt x="6236" y="11735"/>
                </a:lnTo>
                <a:lnTo>
                  <a:pt x="6092" y="11856"/>
                </a:lnTo>
                <a:lnTo>
                  <a:pt x="5950" y="11980"/>
                </a:lnTo>
                <a:lnTo>
                  <a:pt x="5808" y="12107"/>
                </a:lnTo>
                <a:lnTo>
                  <a:pt x="5669" y="12239"/>
                </a:lnTo>
                <a:lnTo>
                  <a:pt x="5530" y="12373"/>
                </a:lnTo>
                <a:lnTo>
                  <a:pt x="5393" y="12512"/>
                </a:lnTo>
                <a:lnTo>
                  <a:pt x="5257" y="12654"/>
                </a:lnTo>
                <a:lnTo>
                  <a:pt x="5123" y="12799"/>
                </a:lnTo>
                <a:lnTo>
                  <a:pt x="4990" y="12949"/>
                </a:lnTo>
                <a:lnTo>
                  <a:pt x="4858" y="13102"/>
                </a:lnTo>
                <a:lnTo>
                  <a:pt x="4728" y="13258"/>
                </a:lnTo>
                <a:lnTo>
                  <a:pt x="4599" y="13418"/>
                </a:lnTo>
                <a:lnTo>
                  <a:pt x="4471" y="13582"/>
                </a:lnTo>
                <a:lnTo>
                  <a:pt x="4345" y="13749"/>
                </a:lnTo>
                <a:lnTo>
                  <a:pt x="4220" y="13920"/>
                </a:lnTo>
                <a:lnTo>
                  <a:pt x="4220" y="10395"/>
                </a:lnTo>
                <a:lnTo>
                  <a:pt x="0" y="10395"/>
                </a:lnTo>
                <a:lnTo>
                  <a:pt x="0" y="48217"/>
                </a:lnTo>
                <a:lnTo>
                  <a:pt x="4631" y="48217"/>
                </a:lnTo>
                <a:lnTo>
                  <a:pt x="4631" y="34842"/>
                </a:lnTo>
                <a:lnTo>
                  <a:pt x="4731" y="34968"/>
                </a:lnTo>
                <a:lnTo>
                  <a:pt x="4833" y="35091"/>
                </a:lnTo>
                <a:lnTo>
                  <a:pt x="4937" y="35212"/>
                </a:lnTo>
                <a:lnTo>
                  <a:pt x="5044" y="35332"/>
                </a:lnTo>
                <a:close/>
                <a:moveTo>
                  <a:pt x="4336" y="21695"/>
                </a:moveTo>
                <a:lnTo>
                  <a:pt x="4388" y="21313"/>
                </a:lnTo>
                <a:lnTo>
                  <a:pt x="4447" y="20939"/>
                </a:lnTo>
                <a:lnTo>
                  <a:pt x="4514" y="20574"/>
                </a:lnTo>
                <a:lnTo>
                  <a:pt x="4589" y="20218"/>
                </a:lnTo>
                <a:lnTo>
                  <a:pt x="4672" y="19870"/>
                </a:lnTo>
                <a:lnTo>
                  <a:pt x="4763" y="19531"/>
                </a:lnTo>
                <a:lnTo>
                  <a:pt x="4862" y="19201"/>
                </a:lnTo>
                <a:lnTo>
                  <a:pt x="4969" y="18879"/>
                </a:lnTo>
                <a:lnTo>
                  <a:pt x="5083" y="18566"/>
                </a:lnTo>
                <a:lnTo>
                  <a:pt x="5206" y="18262"/>
                </a:lnTo>
                <a:lnTo>
                  <a:pt x="5336" y="17967"/>
                </a:lnTo>
                <a:lnTo>
                  <a:pt x="5475" y="17680"/>
                </a:lnTo>
                <a:lnTo>
                  <a:pt x="5621" y="17402"/>
                </a:lnTo>
                <a:lnTo>
                  <a:pt x="5775" y="17132"/>
                </a:lnTo>
                <a:lnTo>
                  <a:pt x="5937" y="16872"/>
                </a:lnTo>
                <a:lnTo>
                  <a:pt x="6107" y="16620"/>
                </a:lnTo>
                <a:lnTo>
                  <a:pt x="6285" y="16377"/>
                </a:lnTo>
                <a:lnTo>
                  <a:pt x="6471" y="16142"/>
                </a:lnTo>
                <a:lnTo>
                  <a:pt x="6662" y="15917"/>
                </a:lnTo>
                <a:lnTo>
                  <a:pt x="6855" y="15701"/>
                </a:lnTo>
                <a:lnTo>
                  <a:pt x="7051" y="15494"/>
                </a:lnTo>
                <a:lnTo>
                  <a:pt x="7249" y="15298"/>
                </a:lnTo>
                <a:lnTo>
                  <a:pt x="7449" y="15111"/>
                </a:lnTo>
                <a:lnTo>
                  <a:pt x="7652" y="14933"/>
                </a:lnTo>
                <a:lnTo>
                  <a:pt x="7857" y="14765"/>
                </a:lnTo>
                <a:lnTo>
                  <a:pt x="8065" y="14607"/>
                </a:lnTo>
                <a:lnTo>
                  <a:pt x="8275" y="14458"/>
                </a:lnTo>
                <a:lnTo>
                  <a:pt x="8487" y="14319"/>
                </a:lnTo>
                <a:lnTo>
                  <a:pt x="8701" y="14190"/>
                </a:lnTo>
                <a:lnTo>
                  <a:pt x="8918" y="14070"/>
                </a:lnTo>
                <a:lnTo>
                  <a:pt x="9138" y="13960"/>
                </a:lnTo>
                <a:lnTo>
                  <a:pt x="9360" y="13859"/>
                </a:lnTo>
                <a:lnTo>
                  <a:pt x="9584" y="13768"/>
                </a:lnTo>
                <a:lnTo>
                  <a:pt x="9810" y="13686"/>
                </a:lnTo>
                <a:lnTo>
                  <a:pt x="10039" y="13614"/>
                </a:lnTo>
                <a:lnTo>
                  <a:pt x="10270" y="13552"/>
                </a:lnTo>
                <a:lnTo>
                  <a:pt x="10504" y="13499"/>
                </a:lnTo>
                <a:lnTo>
                  <a:pt x="10740" y="13456"/>
                </a:lnTo>
                <a:lnTo>
                  <a:pt x="10978" y="13422"/>
                </a:lnTo>
                <a:lnTo>
                  <a:pt x="11218" y="13398"/>
                </a:lnTo>
                <a:lnTo>
                  <a:pt x="11461" y="13384"/>
                </a:lnTo>
                <a:lnTo>
                  <a:pt x="11707" y="13379"/>
                </a:lnTo>
                <a:lnTo>
                  <a:pt x="11954" y="13384"/>
                </a:lnTo>
                <a:lnTo>
                  <a:pt x="12199" y="13397"/>
                </a:lnTo>
                <a:lnTo>
                  <a:pt x="12440" y="13420"/>
                </a:lnTo>
                <a:lnTo>
                  <a:pt x="12679" y="13451"/>
                </a:lnTo>
                <a:lnTo>
                  <a:pt x="12914" y="13492"/>
                </a:lnTo>
                <a:lnTo>
                  <a:pt x="13147" y="13541"/>
                </a:lnTo>
                <a:lnTo>
                  <a:pt x="13377" y="13600"/>
                </a:lnTo>
                <a:lnTo>
                  <a:pt x="13604" y="13668"/>
                </a:lnTo>
                <a:lnTo>
                  <a:pt x="13828" y="13744"/>
                </a:lnTo>
                <a:lnTo>
                  <a:pt x="14049" y="13830"/>
                </a:lnTo>
                <a:lnTo>
                  <a:pt x="14267" y="13925"/>
                </a:lnTo>
                <a:lnTo>
                  <a:pt x="14482" y="14028"/>
                </a:lnTo>
                <a:lnTo>
                  <a:pt x="14695" y="14141"/>
                </a:lnTo>
                <a:lnTo>
                  <a:pt x="14904" y="14262"/>
                </a:lnTo>
                <a:lnTo>
                  <a:pt x="15111" y="14393"/>
                </a:lnTo>
                <a:lnTo>
                  <a:pt x="15315" y="14533"/>
                </a:lnTo>
                <a:lnTo>
                  <a:pt x="15516" y="14682"/>
                </a:lnTo>
                <a:lnTo>
                  <a:pt x="15713" y="14839"/>
                </a:lnTo>
                <a:lnTo>
                  <a:pt x="15908" y="15006"/>
                </a:lnTo>
                <a:lnTo>
                  <a:pt x="16101" y="15182"/>
                </a:lnTo>
                <a:lnTo>
                  <a:pt x="16290" y="15366"/>
                </a:lnTo>
                <a:lnTo>
                  <a:pt x="16476" y="15560"/>
                </a:lnTo>
                <a:lnTo>
                  <a:pt x="16659" y="15763"/>
                </a:lnTo>
                <a:lnTo>
                  <a:pt x="16840" y="15975"/>
                </a:lnTo>
                <a:lnTo>
                  <a:pt x="17015" y="16196"/>
                </a:lnTo>
                <a:lnTo>
                  <a:pt x="17183" y="16426"/>
                </a:lnTo>
                <a:lnTo>
                  <a:pt x="17343" y="16665"/>
                </a:lnTo>
                <a:lnTo>
                  <a:pt x="17496" y="16913"/>
                </a:lnTo>
                <a:lnTo>
                  <a:pt x="17642" y="17170"/>
                </a:lnTo>
                <a:lnTo>
                  <a:pt x="17780" y="17436"/>
                </a:lnTo>
                <a:lnTo>
                  <a:pt x="17910" y="17712"/>
                </a:lnTo>
                <a:lnTo>
                  <a:pt x="18033" y="17996"/>
                </a:lnTo>
                <a:lnTo>
                  <a:pt x="18149" y="18290"/>
                </a:lnTo>
                <a:lnTo>
                  <a:pt x="18257" y="18593"/>
                </a:lnTo>
                <a:lnTo>
                  <a:pt x="18358" y="18905"/>
                </a:lnTo>
                <a:lnTo>
                  <a:pt x="18451" y="19225"/>
                </a:lnTo>
                <a:lnTo>
                  <a:pt x="18537" y="19556"/>
                </a:lnTo>
                <a:lnTo>
                  <a:pt x="18615" y="19895"/>
                </a:lnTo>
                <a:lnTo>
                  <a:pt x="18686" y="20243"/>
                </a:lnTo>
                <a:lnTo>
                  <a:pt x="18750" y="20600"/>
                </a:lnTo>
                <a:lnTo>
                  <a:pt x="18806" y="20967"/>
                </a:lnTo>
                <a:lnTo>
                  <a:pt x="18854" y="21342"/>
                </a:lnTo>
                <a:lnTo>
                  <a:pt x="18895" y="21727"/>
                </a:lnTo>
                <a:lnTo>
                  <a:pt x="18929" y="22121"/>
                </a:lnTo>
                <a:lnTo>
                  <a:pt x="18955" y="22524"/>
                </a:lnTo>
                <a:lnTo>
                  <a:pt x="18973" y="22936"/>
                </a:lnTo>
                <a:lnTo>
                  <a:pt x="18985" y="23357"/>
                </a:lnTo>
                <a:lnTo>
                  <a:pt x="18988" y="23787"/>
                </a:lnTo>
                <a:lnTo>
                  <a:pt x="18984" y="24238"/>
                </a:lnTo>
                <a:lnTo>
                  <a:pt x="18973" y="24679"/>
                </a:lnTo>
                <a:lnTo>
                  <a:pt x="18954" y="25111"/>
                </a:lnTo>
                <a:lnTo>
                  <a:pt x="18927" y="25532"/>
                </a:lnTo>
                <a:lnTo>
                  <a:pt x="18893" y="25943"/>
                </a:lnTo>
                <a:lnTo>
                  <a:pt x="18851" y="26345"/>
                </a:lnTo>
                <a:lnTo>
                  <a:pt x="18801" y="26736"/>
                </a:lnTo>
                <a:lnTo>
                  <a:pt x="18744" y="27118"/>
                </a:lnTo>
                <a:lnTo>
                  <a:pt x="18679" y="27489"/>
                </a:lnTo>
                <a:lnTo>
                  <a:pt x="18606" y="27851"/>
                </a:lnTo>
                <a:lnTo>
                  <a:pt x="18526" y="28203"/>
                </a:lnTo>
                <a:lnTo>
                  <a:pt x="18438" y="28544"/>
                </a:lnTo>
                <a:lnTo>
                  <a:pt x="18343" y="28876"/>
                </a:lnTo>
                <a:lnTo>
                  <a:pt x="18240" y="29198"/>
                </a:lnTo>
                <a:lnTo>
                  <a:pt x="18129" y="29510"/>
                </a:lnTo>
                <a:lnTo>
                  <a:pt x="18011" y="29812"/>
                </a:lnTo>
                <a:lnTo>
                  <a:pt x="17885" y="30104"/>
                </a:lnTo>
                <a:lnTo>
                  <a:pt x="17751" y="30386"/>
                </a:lnTo>
                <a:lnTo>
                  <a:pt x="17610" y="30658"/>
                </a:lnTo>
                <a:lnTo>
                  <a:pt x="17461" y="30920"/>
                </a:lnTo>
                <a:lnTo>
                  <a:pt x="17304" y="31172"/>
                </a:lnTo>
                <a:lnTo>
                  <a:pt x="17140" y="31414"/>
                </a:lnTo>
                <a:lnTo>
                  <a:pt x="16968" y="31647"/>
                </a:lnTo>
                <a:lnTo>
                  <a:pt x="16788" y="31869"/>
                </a:lnTo>
                <a:lnTo>
                  <a:pt x="16604" y="32082"/>
                </a:lnTo>
                <a:lnTo>
                  <a:pt x="16416" y="32286"/>
                </a:lnTo>
                <a:lnTo>
                  <a:pt x="16225" y="32480"/>
                </a:lnTo>
                <a:lnTo>
                  <a:pt x="16030" y="32666"/>
                </a:lnTo>
                <a:lnTo>
                  <a:pt x="15833" y="32843"/>
                </a:lnTo>
                <a:lnTo>
                  <a:pt x="15633" y="33010"/>
                </a:lnTo>
                <a:lnTo>
                  <a:pt x="15430" y="33169"/>
                </a:lnTo>
                <a:lnTo>
                  <a:pt x="15223" y="33318"/>
                </a:lnTo>
                <a:lnTo>
                  <a:pt x="15014" y="33459"/>
                </a:lnTo>
                <a:lnTo>
                  <a:pt x="14801" y="33590"/>
                </a:lnTo>
                <a:lnTo>
                  <a:pt x="14585" y="33712"/>
                </a:lnTo>
                <a:lnTo>
                  <a:pt x="14367" y="33825"/>
                </a:lnTo>
                <a:lnTo>
                  <a:pt x="14145" y="33929"/>
                </a:lnTo>
                <a:lnTo>
                  <a:pt x="13920" y="34025"/>
                </a:lnTo>
                <a:lnTo>
                  <a:pt x="13692" y="34111"/>
                </a:lnTo>
                <a:lnTo>
                  <a:pt x="13461" y="34188"/>
                </a:lnTo>
                <a:lnTo>
                  <a:pt x="13227" y="34255"/>
                </a:lnTo>
                <a:lnTo>
                  <a:pt x="12989" y="34314"/>
                </a:lnTo>
                <a:lnTo>
                  <a:pt x="12749" y="34364"/>
                </a:lnTo>
                <a:lnTo>
                  <a:pt x="12506" y="34405"/>
                </a:lnTo>
                <a:lnTo>
                  <a:pt x="12259" y="34437"/>
                </a:lnTo>
                <a:lnTo>
                  <a:pt x="12009" y="34459"/>
                </a:lnTo>
                <a:lnTo>
                  <a:pt x="11757" y="34473"/>
                </a:lnTo>
                <a:lnTo>
                  <a:pt x="11501" y="34477"/>
                </a:lnTo>
                <a:lnTo>
                  <a:pt x="11250" y="34473"/>
                </a:lnTo>
                <a:lnTo>
                  <a:pt x="11001" y="34460"/>
                </a:lnTo>
                <a:lnTo>
                  <a:pt x="10756" y="34438"/>
                </a:lnTo>
                <a:lnTo>
                  <a:pt x="10514" y="34407"/>
                </a:lnTo>
                <a:lnTo>
                  <a:pt x="10275" y="34368"/>
                </a:lnTo>
                <a:lnTo>
                  <a:pt x="10039" y="34320"/>
                </a:lnTo>
                <a:lnTo>
                  <a:pt x="9807" y="34263"/>
                </a:lnTo>
                <a:lnTo>
                  <a:pt x="9577" y="34198"/>
                </a:lnTo>
                <a:lnTo>
                  <a:pt x="9351" y="34123"/>
                </a:lnTo>
                <a:lnTo>
                  <a:pt x="9127" y="34040"/>
                </a:lnTo>
                <a:lnTo>
                  <a:pt x="8907" y="33948"/>
                </a:lnTo>
                <a:lnTo>
                  <a:pt x="8690" y="33848"/>
                </a:lnTo>
                <a:lnTo>
                  <a:pt x="8476" y="33739"/>
                </a:lnTo>
                <a:lnTo>
                  <a:pt x="8265" y="33620"/>
                </a:lnTo>
                <a:lnTo>
                  <a:pt x="8058" y="33494"/>
                </a:lnTo>
                <a:lnTo>
                  <a:pt x="7853" y="33358"/>
                </a:lnTo>
                <a:lnTo>
                  <a:pt x="7652" y="33214"/>
                </a:lnTo>
                <a:lnTo>
                  <a:pt x="7453" y="33061"/>
                </a:lnTo>
                <a:lnTo>
                  <a:pt x="7258" y="32899"/>
                </a:lnTo>
                <a:lnTo>
                  <a:pt x="7066" y="32729"/>
                </a:lnTo>
                <a:lnTo>
                  <a:pt x="6877" y="32549"/>
                </a:lnTo>
                <a:lnTo>
                  <a:pt x="6692" y="32361"/>
                </a:lnTo>
                <a:lnTo>
                  <a:pt x="6509" y="32165"/>
                </a:lnTo>
                <a:lnTo>
                  <a:pt x="6329" y="31959"/>
                </a:lnTo>
                <a:lnTo>
                  <a:pt x="6155" y="31744"/>
                </a:lnTo>
                <a:lnTo>
                  <a:pt x="5988" y="31520"/>
                </a:lnTo>
                <a:lnTo>
                  <a:pt x="5829" y="31287"/>
                </a:lnTo>
                <a:lnTo>
                  <a:pt x="5677" y="31043"/>
                </a:lnTo>
                <a:lnTo>
                  <a:pt x="5532" y="30790"/>
                </a:lnTo>
                <a:lnTo>
                  <a:pt x="5395" y="30528"/>
                </a:lnTo>
                <a:lnTo>
                  <a:pt x="5265" y="30256"/>
                </a:lnTo>
                <a:lnTo>
                  <a:pt x="5143" y="29975"/>
                </a:lnTo>
                <a:lnTo>
                  <a:pt x="5028" y="29684"/>
                </a:lnTo>
                <a:lnTo>
                  <a:pt x="4921" y="29383"/>
                </a:lnTo>
                <a:lnTo>
                  <a:pt x="4820" y="29073"/>
                </a:lnTo>
                <a:lnTo>
                  <a:pt x="4728" y="28753"/>
                </a:lnTo>
                <a:lnTo>
                  <a:pt x="4643" y="28424"/>
                </a:lnTo>
                <a:lnTo>
                  <a:pt x="4565" y="28085"/>
                </a:lnTo>
                <a:lnTo>
                  <a:pt x="4494" y="27737"/>
                </a:lnTo>
                <a:lnTo>
                  <a:pt x="4431" y="27379"/>
                </a:lnTo>
                <a:lnTo>
                  <a:pt x="4376" y="27012"/>
                </a:lnTo>
                <a:lnTo>
                  <a:pt x="4327" y="26635"/>
                </a:lnTo>
                <a:lnTo>
                  <a:pt x="4287" y="26248"/>
                </a:lnTo>
                <a:lnTo>
                  <a:pt x="4253" y="25852"/>
                </a:lnTo>
                <a:lnTo>
                  <a:pt x="4227" y="25447"/>
                </a:lnTo>
                <a:lnTo>
                  <a:pt x="4209" y="25032"/>
                </a:lnTo>
                <a:lnTo>
                  <a:pt x="4198" y="24607"/>
                </a:lnTo>
                <a:lnTo>
                  <a:pt x="4194" y="24173"/>
                </a:lnTo>
                <a:lnTo>
                  <a:pt x="4198" y="23738"/>
                </a:lnTo>
                <a:lnTo>
                  <a:pt x="4210" y="23312"/>
                </a:lnTo>
                <a:lnTo>
                  <a:pt x="4229" y="22895"/>
                </a:lnTo>
                <a:lnTo>
                  <a:pt x="4257" y="22486"/>
                </a:lnTo>
                <a:lnTo>
                  <a:pt x="4293" y="22086"/>
                </a:lnTo>
                <a:lnTo>
                  <a:pt x="4336" y="21695"/>
                </a:lnTo>
                <a:close/>
                <a:moveTo>
                  <a:pt x="570661" y="5352"/>
                </a:moveTo>
                <a:lnTo>
                  <a:pt x="570661" y="0"/>
                </a:lnTo>
                <a:lnTo>
                  <a:pt x="566030" y="0"/>
                </a:lnTo>
                <a:lnTo>
                  <a:pt x="566030" y="5352"/>
                </a:lnTo>
                <a:lnTo>
                  <a:pt x="570661" y="5352"/>
                </a:lnTo>
                <a:close/>
                <a:moveTo>
                  <a:pt x="496263" y="21988"/>
                </a:moveTo>
                <a:lnTo>
                  <a:pt x="496272" y="21737"/>
                </a:lnTo>
                <a:lnTo>
                  <a:pt x="496284" y="21491"/>
                </a:lnTo>
                <a:lnTo>
                  <a:pt x="496299" y="21249"/>
                </a:lnTo>
                <a:lnTo>
                  <a:pt x="496316" y="21013"/>
                </a:lnTo>
                <a:lnTo>
                  <a:pt x="496336" y="20781"/>
                </a:lnTo>
                <a:lnTo>
                  <a:pt x="496359" y="20554"/>
                </a:lnTo>
                <a:lnTo>
                  <a:pt x="496385" y="20332"/>
                </a:lnTo>
                <a:lnTo>
                  <a:pt x="496413" y="20114"/>
                </a:lnTo>
                <a:lnTo>
                  <a:pt x="496444" y="19902"/>
                </a:lnTo>
                <a:lnTo>
                  <a:pt x="496477" y="19694"/>
                </a:lnTo>
                <a:lnTo>
                  <a:pt x="496513" y="19491"/>
                </a:lnTo>
                <a:lnTo>
                  <a:pt x="496552" y="19293"/>
                </a:lnTo>
                <a:lnTo>
                  <a:pt x="496594" y="19100"/>
                </a:lnTo>
                <a:lnTo>
                  <a:pt x="496638" y="18911"/>
                </a:lnTo>
                <a:lnTo>
                  <a:pt x="496685" y="18728"/>
                </a:lnTo>
                <a:lnTo>
                  <a:pt x="496735" y="18549"/>
                </a:lnTo>
                <a:lnTo>
                  <a:pt x="496787" y="18375"/>
                </a:lnTo>
                <a:lnTo>
                  <a:pt x="496842" y="18206"/>
                </a:lnTo>
                <a:lnTo>
                  <a:pt x="496899" y="18042"/>
                </a:lnTo>
                <a:lnTo>
                  <a:pt x="496960" y="17882"/>
                </a:lnTo>
                <a:lnTo>
                  <a:pt x="497023" y="17728"/>
                </a:lnTo>
                <a:lnTo>
                  <a:pt x="497089" y="17577"/>
                </a:lnTo>
                <a:lnTo>
                  <a:pt x="497158" y="17428"/>
                </a:lnTo>
                <a:lnTo>
                  <a:pt x="497232" y="17283"/>
                </a:lnTo>
                <a:lnTo>
                  <a:pt x="497309" y="17140"/>
                </a:lnTo>
                <a:lnTo>
                  <a:pt x="497389" y="16999"/>
                </a:lnTo>
                <a:lnTo>
                  <a:pt x="497474" y="16862"/>
                </a:lnTo>
                <a:lnTo>
                  <a:pt x="497562" y="16726"/>
                </a:lnTo>
                <a:lnTo>
                  <a:pt x="497653" y="16594"/>
                </a:lnTo>
                <a:lnTo>
                  <a:pt x="497748" y="16464"/>
                </a:lnTo>
                <a:lnTo>
                  <a:pt x="497847" y="16337"/>
                </a:lnTo>
                <a:lnTo>
                  <a:pt x="497949" y="16212"/>
                </a:lnTo>
                <a:lnTo>
                  <a:pt x="498055" y="16091"/>
                </a:lnTo>
                <a:lnTo>
                  <a:pt x="498165" y="15971"/>
                </a:lnTo>
                <a:lnTo>
                  <a:pt x="498278" y="15855"/>
                </a:lnTo>
                <a:lnTo>
                  <a:pt x="498395" y="15741"/>
                </a:lnTo>
                <a:lnTo>
                  <a:pt x="498515" y="15629"/>
                </a:lnTo>
                <a:lnTo>
                  <a:pt x="498639" y="15520"/>
                </a:lnTo>
                <a:lnTo>
                  <a:pt x="498767" y="15414"/>
                </a:lnTo>
                <a:lnTo>
                  <a:pt x="498898" y="15311"/>
                </a:lnTo>
                <a:lnTo>
                  <a:pt x="499033" y="15210"/>
                </a:lnTo>
                <a:lnTo>
                  <a:pt x="499171" y="15112"/>
                </a:lnTo>
                <a:lnTo>
                  <a:pt x="499313" y="15016"/>
                </a:lnTo>
                <a:lnTo>
                  <a:pt x="499459" y="14923"/>
                </a:lnTo>
                <a:lnTo>
                  <a:pt x="499608" y="14833"/>
                </a:lnTo>
                <a:lnTo>
                  <a:pt x="499760" y="14746"/>
                </a:lnTo>
                <a:lnTo>
                  <a:pt x="499912" y="14662"/>
                </a:lnTo>
                <a:lnTo>
                  <a:pt x="500066" y="14583"/>
                </a:lnTo>
                <a:lnTo>
                  <a:pt x="500220" y="14507"/>
                </a:lnTo>
                <a:lnTo>
                  <a:pt x="500375" y="14434"/>
                </a:lnTo>
                <a:lnTo>
                  <a:pt x="500531" y="14366"/>
                </a:lnTo>
                <a:lnTo>
                  <a:pt x="500687" y="14301"/>
                </a:lnTo>
                <a:lnTo>
                  <a:pt x="500845" y="14240"/>
                </a:lnTo>
                <a:lnTo>
                  <a:pt x="501003" y="14182"/>
                </a:lnTo>
                <a:lnTo>
                  <a:pt x="501162" y="14129"/>
                </a:lnTo>
                <a:lnTo>
                  <a:pt x="501323" y="14079"/>
                </a:lnTo>
                <a:lnTo>
                  <a:pt x="501483" y="14032"/>
                </a:lnTo>
                <a:lnTo>
                  <a:pt x="501645" y="13990"/>
                </a:lnTo>
                <a:lnTo>
                  <a:pt x="501808" y="13951"/>
                </a:lnTo>
                <a:lnTo>
                  <a:pt x="501971" y="13915"/>
                </a:lnTo>
                <a:lnTo>
                  <a:pt x="502136" y="13884"/>
                </a:lnTo>
                <a:lnTo>
                  <a:pt x="502301" y="13856"/>
                </a:lnTo>
                <a:lnTo>
                  <a:pt x="502467" y="13832"/>
                </a:lnTo>
                <a:lnTo>
                  <a:pt x="502634" y="13812"/>
                </a:lnTo>
                <a:lnTo>
                  <a:pt x="502801" y="13795"/>
                </a:lnTo>
                <a:lnTo>
                  <a:pt x="502970" y="13782"/>
                </a:lnTo>
                <a:lnTo>
                  <a:pt x="503139" y="13773"/>
                </a:lnTo>
                <a:lnTo>
                  <a:pt x="503310" y="13767"/>
                </a:lnTo>
                <a:lnTo>
                  <a:pt x="503481" y="13765"/>
                </a:lnTo>
                <a:lnTo>
                  <a:pt x="503708" y="13768"/>
                </a:lnTo>
                <a:lnTo>
                  <a:pt x="503931" y="13776"/>
                </a:lnTo>
                <a:lnTo>
                  <a:pt x="504149" y="13790"/>
                </a:lnTo>
                <a:lnTo>
                  <a:pt x="504364" y="13809"/>
                </a:lnTo>
                <a:lnTo>
                  <a:pt x="504574" y="13834"/>
                </a:lnTo>
                <a:lnTo>
                  <a:pt x="504779" y="13864"/>
                </a:lnTo>
                <a:lnTo>
                  <a:pt x="504980" y="13900"/>
                </a:lnTo>
                <a:lnTo>
                  <a:pt x="505177" y="13941"/>
                </a:lnTo>
                <a:lnTo>
                  <a:pt x="505370" y="13988"/>
                </a:lnTo>
                <a:lnTo>
                  <a:pt x="505558" y="14040"/>
                </a:lnTo>
                <a:lnTo>
                  <a:pt x="505742" y="14098"/>
                </a:lnTo>
                <a:lnTo>
                  <a:pt x="505922" y="14161"/>
                </a:lnTo>
                <a:lnTo>
                  <a:pt x="506097" y="14229"/>
                </a:lnTo>
                <a:lnTo>
                  <a:pt x="506268" y="14304"/>
                </a:lnTo>
                <a:lnTo>
                  <a:pt x="506435" y="14383"/>
                </a:lnTo>
                <a:lnTo>
                  <a:pt x="506597" y="14468"/>
                </a:lnTo>
                <a:lnTo>
                  <a:pt x="506755" y="14559"/>
                </a:lnTo>
                <a:lnTo>
                  <a:pt x="506908" y="14655"/>
                </a:lnTo>
                <a:lnTo>
                  <a:pt x="507058" y="14757"/>
                </a:lnTo>
                <a:lnTo>
                  <a:pt x="507203" y="14864"/>
                </a:lnTo>
                <a:lnTo>
                  <a:pt x="507343" y="14977"/>
                </a:lnTo>
                <a:lnTo>
                  <a:pt x="507479" y="15095"/>
                </a:lnTo>
                <a:lnTo>
                  <a:pt x="507611" y="15218"/>
                </a:lnTo>
                <a:lnTo>
                  <a:pt x="507739" y="15348"/>
                </a:lnTo>
                <a:lnTo>
                  <a:pt x="507862" y="15483"/>
                </a:lnTo>
                <a:lnTo>
                  <a:pt x="507979" y="15624"/>
                </a:lnTo>
                <a:lnTo>
                  <a:pt x="508092" y="15773"/>
                </a:lnTo>
                <a:lnTo>
                  <a:pt x="508199" y="15928"/>
                </a:lnTo>
                <a:lnTo>
                  <a:pt x="508301" y="16089"/>
                </a:lnTo>
                <a:lnTo>
                  <a:pt x="508397" y="16257"/>
                </a:lnTo>
                <a:lnTo>
                  <a:pt x="508489" y="16431"/>
                </a:lnTo>
                <a:lnTo>
                  <a:pt x="508575" y="16613"/>
                </a:lnTo>
                <a:lnTo>
                  <a:pt x="508656" y="16800"/>
                </a:lnTo>
                <a:lnTo>
                  <a:pt x="508732" y="16995"/>
                </a:lnTo>
                <a:lnTo>
                  <a:pt x="508802" y="17195"/>
                </a:lnTo>
                <a:lnTo>
                  <a:pt x="508868" y="17403"/>
                </a:lnTo>
                <a:lnTo>
                  <a:pt x="508928" y="17617"/>
                </a:lnTo>
                <a:lnTo>
                  <a:pt x="508983" y="17837"/>
                </a:lnTo>
                <a:lnTo>
                  <a:pt x="509032" y="18064"/>
                </a:lnTo>
                <a:lnTo>
                  <a:pt x="509077" y="18298"/>
                </a:lnTo>
                <a:lnTo>
                  <a:pt x="509116" y="18538"/>
                </a:lnTo>
                <a:lnTo>
                  <a:pt x="509150" y="18785"/>
                </a:lnTo>
                <a:lnTo>
                  <a:pt x="509179" y="19038"/>
                </a:lnTo>
                <a:lnTo>
                  <a:pt x="509202" y="19298"/>
                </a:lnTo>
                <a:lnTo>
                  <a:pt x="509221" y="19565"/>
                </a:lnTo>
                <a:lnTo>
                  <a:pt x="509234" y="19838"/>
                </a:lnTo>
                <a:lnTo>
                  <a:pt x="509241" y="20117"/>
                </a:lnTo>
                <a:lnTo>
                  <a:pt x="509244" y="20403"/>
                </a:lnTo>
                <a:lnTo>
                  <a:pt x="509244" y="37719"/>
                </a:lnTo>
                <a:lnTo>
                  <a:pt x="513875" y="37719"/>
                </a:lnTo>
                <a:lnTo>
                  <a:pt x="513875" y="20403"/>
                </a:lnTo>
                <a:lnTo>
                  <a:pt x="513874" y="20072"/>
                </a:lnTo>
                <a:lnTo>
                  <a:pt x="513869" y="19748"/>
                </a:lnTo>
                <a:lnTo>
                  <a:pt x="513860" y="19430"/>
                </a:lnTo>
                <a:lnTo>
                  <a:pt x="513849" y="19118"/>
                </a:lnTo>
                <a:lnTo>
                  <a:pt x="513833" y="18814"/>
                </a:lnTo>
                <a:lnTo>
                  <a:pt x="513815" y="18516"/>
                </a:lnTo>
                <a:lnTo>
                  <a:pt x="513793" y="18224"/>
                </a:lnTo>
                <a:lnTo>
                  <a:pt x="513768" y="17939"/>
                </a:lnTo>
                <a:lnTo>
                  <a:pt x="513740" y="17661"/>
                </a:lnTo>
                <a:lnTo>
                  <a:pt x="513708" y="17389"/>
                </a:lnTo>
                <a:lnTo>
                  <a:pt x="513673" y="17124"/>
                </a:lnTo>
                <a:lnTo>
                  <a:pt x="513634" y="16866"/>
                </a:lnTo>
                <a:lnTo>
                  <a:pt x="513592" y="16614"/>
                </a:lnTo>
                <a:lnTo>
                  <a:pt x="513547" y="16369"/>
                </a:lnTo>
                <a:lnTo>
                  <a:pt x="513498" y="16130"/>
                </a:lnTo>
                <a:lnTo>
                  <a:pt x="513447" y="15898"/>
                </a:lnTo>
                <a:lnTo>
                  <a:pt x="513391" y="15673"/>
                </a:lnTo>
                <a:lnTo>
                  <a:pt x="513333" y="15454"/>
                </a:lnTo>
                <a:lnTo>
                  <a:pt x="513271" y="15242"/>
                </a:lnTo>
                <a:lnTo>
                  <a:pt x="513205" y="15036"/>
                </a:lnTo>
                <a:lnTo>
                  <a:pt x="513137" y="14837"/>
                </a:lnTo>
                <a:lnTo>
                  <a:pt x="513065" y="14645"/>
                </a:lnTo>
                <a:lnTo>
                  <a:pt x="512989" y="14459"/>
                </a:lnTo>
                <a:lnTo>
                  <a:pt x="512911" y="14280"/>
                </a:lnTo>
                <a:lnTo>
                  <a:pt x="512828" y="14106"/>
                </a:lnTo>
                <a:lnTo>
                  <a:pt x="512741" y="13935"/>
                </a:lnTo>
                <a:lnTo>
                  <a:pt x="512649" y="13767"/>
                </a:lnTo>
                <a:lnTo>
                  <a:pt x="512554" y="13602"/>
                </a:lnTo>
                <a:lnTo>
                  <a:pt x="512453" y="13440"/>
                </a:lnTo>
                <a:lnTo>
                  <a:pt x="512348" y="13282"/>
                </a:lnTo>
                <a:lnTo>
                  <a:pt x="512239" y="13127"/>
                </a:lnTo>
                <a:lnTo>
                  <a:pt x="512126" y="12975"/>
                </a:lnTo>
                <a:lnTo>
                  <a:pt x="512008" y="12826"/>
                </a:lnTo>
                <a:lnTo>
                  <a:pt x="511885" y="12680"/>
                </a:lnTo>
                <a:lnTo>
                  <a:pt x="511759" y="12538"/>
                </a:lnTo>
                <a:lnTo>
                  <a:pt x="511627" y="12398"/>
                </a:lnTo>
                <a:lnTo>
                  <a:pt x="511492" y="12262"/>
                </a:lnTo>
                <a:lnTo>
                  <a:pt x="511351" y="12129"/>
                </a:lnTo>
                <a:lnTo>
                  <a:pt x="511207" y="11999"/>
                </a:lnTo>
                <a:lnTo>
                  <a:pt x="511058" y="11873"/>
                </a:lnTo>
                <a:lnTo>
                  <a:pt x="510905" y="11749"/>
                </a:lnTo>
                <a:lnTo>
                  <a:pt x="510747" y="11629"/>
                </a:lnTo>
                <a:lnTo>
                  <a:pt x="510585" y="11512"/>
                </a:lnTo>
                <a:lnTo>
                  <a:pt x="510418" y="11398"/>
                </a:lnTo>
                <a:lnTo>
                  <a:pt x="510247" y="11287"/>
                </a:lnTo>
                <a:lnTo>
                  <a:pt x="510071" y="11179"/>
                </a:lnTo>
                <a:lnTo>
                  <a:pt x="509892" y="11075"/>
                </a:lnTo>
                <a:lnTo>
                  <a:pt x="509707" y="10974"/>
                </a:lnTo>
                <a:lnTo>
                  <a:pt x="509519" y="10876"/>
                </a:lnTo>
                <a:lnTo>
                  <a:pt x="509329" y="10782"/>
                </a:lnTo>
                <a:lnTo>
                  <a:pt x="509135" y="10693"/>
                </a:lnTo>
                <a:lnTo>
                  <a:pt x="508939" y="10608"/>
                </a:lnTo>
                <a:lnTo>
                  <a:pt x="508740" y="10527"/>
                </a:lnTo>
                <a:lnTo>
                  <a:pt x="508538" y="10450"/>
                </a:lnTo>
                <a:lnTo>
                  <a:pt x="508334" y="10377"/>
                </a:lnTo>
                <a:lnTo>
                  <a:pt x="508126" y="10309"/>
                </a:lnTo>
                <a:lnTo>
                  <a:pt x="507916" y="10245"/>
                </a:lnTo>
                <a:lnTo>
                  <a:pt x="507703" y="10184"/>
                </a:lnTo>
                <a:lnTo>
                  <a:pt x="507488" y="10128"/>
                </a:lnTo>
                <a:lnTo>
                  <a:pt x="507269" y="10076"/>
                </a:lnTo>
                <a:lnTo>
                  <a:pt x="507048" y="10028"/>
                </a:lnTo>
                <a:lnTo>
                  <a:pt x="506824" y="9985"/>
                </a:lnTo>
                <a:lnTo>
                  <a:pt x="506598" y="9945"/>
                </a:lnTo>
                <a:lnTo>
                  <a:pt x="506368" y="9910"/>
                </a:lnTo>
                <a:lnTo>
                  <a:pt x="506136" y="9879"/>
                </a:lnTo>
                <a:lnTo>
                  <a:pt x="505901" y="9852"/>
                </a:lnTo>
                <a:lnTo>
                  <a:pt x="505663" y="9829"/>
                </a:lnTo>
                <a:lnTo>
                  <a:pt x="505423" y="9810"/>
                </a:lnTo>
                <a:lnTo>
                  <a:pt x="505179" y="9796"/>
                </a:lnTo>
                <a:lnTo>
                  <a:pt x="504933" y="9785"/>
                </a:lnTo>
                <a:lnTo>
                  <a:pt x="504684" y="9779"/>
                </a:lnTo>
                <a:lnTo>
                  <a:pt x="504433" y="9777"/>
                </a:lnTo>
                <a:lnTo>
                  <a:pt x="504024" y="9784"/>
                </a:lnTo>
                <a:lnTo>
                  <a:pt x="503621" y="9803"/>
                </a:lnTo>
                <a:lnTo>
                  <a:pt x="503224" y="9836"/>
                </a:lnTo>
                <a:lnTo>
                  <a:pt x="502833" y="9882"/>
                </a:lnTo>
                <a:lnTo>
                  <a:pt x="502448" y="9940"/>
                </a:lnTo>
                <a:lnTo>
                  <a:pt x="502069" y="10012"/>
                </a:lnTo>
                <a:lnTo>
                  <a:pt x="501695" y="10097"/>
                </a:lnTo>
                <a:lnTo>
                  <a:pt x="501328" y="10195"/>
                </a:lnTo>
                <a:lnTo>
                  <a:pt x="500966" y="10305"/>
                </a:lnTo>
                <a:lnTo>
                  <a:pt x="500611" y="10429"/>
                </a:lnTo>
                <a:lnTo>
                  <a:pt x="500261" y="10566"/>
                </a:lnTo>
                <a:lnTo>
                  <a:pt x="499917" y="10716"/>
                </a:lnTo>
                <a:lnTo>
                  <a:pt x="499579" y="10879"/>
                </a:lnTo>
                <a:lnTo>
                  <a:pt x="499247" y="11055"/>
                </a:lnTo>
                <a:lnTo>
                  <a:pt x="498921" y="11245"/>
                </a:lnTo>
                <a:lnTo>
                  <a:pt x="498601" y="11447"/>
                </a:lnTo>
                <a:lnTo>
                  <a:pt x="498286" y="11662"/>
                </a:lnTo>
                <a:lnTo>
                  <a:pt x="497978" y="11890"/>
                </a:lnTo>
                <a:lnTo>
                  <a:pt x="497675" y="12131"/>
                </a:lnTo>
                <a:lnTo>
                  <a:pt x="497379" y="12386"/>
                </a:lnTo>
                <a:lnTo>
                  <a:pt x="497088" y="12653"/>
                </a:lnTo>
                <a:lnTo>
                  <a:pt x="496803" y="12934"/>
                </a:lnTo>
                <a:lnTo>
                  <a:pt x="496524" y="13227"/>
                </a:lnTo>
                <a:lnTo>
                  <a:pt x="496251" y="13534"/>
                </a:lnTo>
                <a:lnTo>
                  <a:pt x="496251" y="0"/>
                </a:lnTo>
                <a:lnTo>
                  <a:pt x="491619" y="0"/>
                </a:lnTo>
                <a:lnTo>
                  <a:pt x="491619" y="37719"/>
                </a:lnTo>
                <a:lnTo>
                  <a:pt x="496251" y="37719"/>
                </a:lnTo>
                <a:lnTo>
                  <a:pt x="496251" y="22771"/>
                </a:lnTo>
                <a:lnTo>
                  <a:pt x="496252" y="22505"/>
                </a:lnTo>
                <a:lnTo>
                  <a:pt x="496256" y="22244"/>
                </a:lnTo>
                <a:lnTo>
                  <a:pt x="496263" y="21988"/>
                </a:lnTo>
                <a:close/>
                <a:moveTo>
                  <a:pt x="486578" y="33676"/>
                </a:moveTo>
                <a:lnTo>
                  <a:pt x="486482" y="33685"/>
                </a:lnTo>
                <a:lnTo>
                  <a:pt x="486388" y="33692"/>
                </a:lnTo>
                <a:lnTo>
                  <a:pt x="486296" y="33700"/>
                </a:lnTo>
                <a:lnTo>
                  <a:pt x="486205" y="33707"/>
                </a:lnTo>
                <a:lnTo>
                  <a:pt x="486116" y="33713"/>
                </a:lnTo>
                <a:lnTo>
                  <a:pt x="486029" y="33719"/>
                </a:lnTo>
                <a:lnTo>
                  <a:pt x="485943" y="33725"/>
                </a:lnTo>
                <a:lnTo>
                  <a:pt x="485859" y="33730"/>
                </a:lnTo>
                <a:lnTo>
                  <a:pt x="485777" y="33735"/>
                </a:lnTo>
                <a:lnTo>
                  <a:pt x="485697" y="33739"/>
                </a:lnTo>
                <a:lnTo>
                  <a:pt x="485618" y="33743"/>
                </a:lnTo>
                <a:lnTo>
                  <a:pt x="485541" y="33746"/>
                </a:lnTo>
                <a:lnTo>
                  <a:pt x="485466" y="33749"/>
                </a:lnTo>
                <a:lnTo>
                  <a:pt x="485392" y="33751"/>
                </a:lnTo>
                <a:lnTo>
                  <a:pt x="485320" y="33753"/>
                </a:lnTo>
                <a:lnTo>
                  <a:pt x="485250" y="33755"/>
                </a:lnTo>
                <a:lnTo>
                  <a:pt x="485181" y="33756"/>
                </a:lnTo>
                <a:lnTo>
                  <a:pt x="485114" y="33757"/>
                </a:lnTo>
                <a:lnTo>
                  <a:pt x="485049" y="33757"/>
                </a:lnTo>
                <a:lnTo>
                  <a:pt x="484964" y="33756"/>
                </a:lnTo>
                <a:lnTo>
                  <a:pt x="484881" y="33755"/>
                </a:lnTo>
                <a:lnTo>
                  <a:pt x="484799" y="33752"/>
                </a:lnTo>
                <a:lnTo>
                  <a:pt x="484719" y="33748"/>
                </a:lnTo>
                <a:lnTo>
                  <a:pt x="484641" y="33742"/>
                </a:lnTo>
                <a:lnTo>
                  <a:pt x="484564" y="33736"/>
                </a:lnTo>
                <a:lnTo>
                  <a:pt x="484489" y="33729"/>
                </a:lnTo>
                <a:lnTo>
                  <a:pt x="484416" y="33720"/>
                </a:lnTo>
                <a:lnTo>
                  <a:pt x="484344" y="33710"/>
                </a:lnTo>
                <a:lnTo>
                  <a:pt x="484274" y="33699"/>
                </a:lnTo>
                <a:lnTo>
                  <a:pt x="484206" y="33687"/>
                </a:lnTo>
                <a:lnTo>
                  <a:pt x="484139" y="33673"/>
                </a:lnTo>
                <a:lnTo>
                  <a:pt x="484074" y="33659"/>
                </a:lnTo>
                <a:lnTo>
                  <a:pt x="484010" y="33643"/>
                </a:lnTo>
                <a:lnTo>
                  <a:pt x="483949" y="33626"/>
                </a:lnTo>
                <a:lnTo>
                  <a:pt x="483889" y="33608"/>
                </a:lnTo>
                <a:lnTo>
                  <a:pt x="483830" y="33589"/>
                </a:lnTo>
                <a:lnTo>
                  <a:pt x="483773" y="33569"/>
                </a:lnTo>
                <a:lnTo>
                  <a:pt x="483718" y="33547"/>
                </a:lnTo>
                <a:lnTo>
                  <a:pt x="483664" y="33525"/>
                </a:lnTo>
                <a:lnTo>
                  <a:pt x="483613" y="33501"/>
                </a:lnTo>
                <a:lnTo>
                  <a:pt x="483562" y="33476"/>
                </a:lnTo>
                <a:lnTo>
                  <a:pt x="483514" y="33450"/>
                </a:lnTo>
                <a:lnTo>
                  <a:pt x="483467" y="33422"/>
                </a:lnTo>
                <a:lnTo>
                  <a:pt x="483421" y="33394"/>
                </a:lnTo>
                <a:lnTo>
                  <a:pt x="483377" y="33365"/>
                </a:lnTo>
                <a:lnTo>
                  <a:pt x="483333" y="33335"/>
                </a:lnTo>
                <a:lnTo>
                  <a:pt x="483291" y="33305"/>
                </a:lnTo>
                <a:lnTo>
                  <a:pt x="483250" y="33273"/>
                </a:lnTo>
                <a:lnTo>
                  <a:pt x="483210" y="33241"/>
                </a:lnTo>
                <a:lnTo>
                  <a:pt x="483170" y="33208"/>
                </a:lnTo>
                <a:lnTo>
                  <a:pt x="483132" y="33174"/>
                </a:lnTo>
                <a:lnTo>
                  <a:pt x="483095" y="33139"/>
                </a:lnTo>
                <a:lnTo>
                  <a:pt x="483059" y="33104"/>
                </a:lnTo>
                <a:lnTo>
                  <a:pt x="483025" y="33067"/>
                </a:lnTo>
                <a:lnTo>
                  <a:pt x="482991" y="33030"/>
                </a:lnTo>
                <a:lnTo>
                  <a:pt x="482958" y="32992"/>
                </a:lnTo>
                <a:lnTo>
                  <a:pt x="482927" y="32953"/>
                </a:lnTo>
                <a:lnTo>
                  <a:pt x="482896" y="32914"/>
                </a:lnTo>
                <a:lnTo>
                  <a:pt x="482867" y="32874"/>
                </a:lnTo>
                <a:lnTo>
                  <a:pt x="482838" y="32832"/>
                </a:lnTo>
                <a:lnTo>
                  <a:pt x="482811" y="32790"/>
                </a:lnTo>
                <a:lnTo>
                  <a:pt x="482784" y="32748"/>
                </a:lnTo>
                <a:lnTo>
                  <a:pt x="482759" y="32704"/>
                </a:lnTo>
                <a:lnTo>
                  <a:pt x="482735" y="32660"/>
                </a:lnTo>
                <a:lnTo>
                  <a:pt x="482712" y="32615"/>
                </a:lnTo>
                <a:lnTo>
                  <a:pt x="482690" y="32569"/>
                </a:lnTo>
                <a:lnTo>
                  <a:pt x="482669" y="32522"/>
                </a:lnTo>
                <a:lnTo>
                  <a:pt x="482649" y="32472"/>
                </a:lnTo>
                <a:lnTo>
                  <a:pt x="482630" y="32418"/>
                </a:lnTo>
                <a:lnTo>
                  <a:pt x="482612" y="32358"/>
                </a:lnTo>
                <a:lnTo>
                  <a:pt x="482595" y="32294"/>
                </a:lnTo>
                <a:lnTo>
                  <a:pt x="482578" y="32225"/>
                </a:lnTo>
                <a:lnTo>
                  <a:pt x="482562" y="32150"/>
                </a:lnTo>
                <a:lnTo>
                  <a:pt x="482547" y="32071"/>
                </a:lnTo>
                <a:lnTo>
                  <a:pt x="482533" y="31987"/>
                </a:lnTo>
                <a:lnTo>
                  <a:pt x="482520" y="31898"/>
                </a:lnTo>
                <a:lnTo>
                  <a:pt x="482508" y="31805"/>
                </a:lnTo>
                <a:lnTo>
                  <a:pt x="482497" y="31706"/>
                </a:lnTo>
                <a:lnTo>
                  <a:pt x="482486" y="31602"/>
                </a:lnTo>
                <a:lnTo>
                  <a:pt x="482476" y="31494"/>
                </a:lnTo>
                <a:lnTo>
                  <a:pt x="482467" y="31380"/>
                </a:lnTo>
                <a:lnTo>
                  <a:pt x="482459" y="31262"/>
                </a:lnTo>
                <a:lnTo>
                  <a:pt x="482452" y="31138"/>
                </a:lnTo>
                <a:lnTo>
                  <a:pt x="482446" y="31010"/>
                </a:lnTo>
                <a:lnTo>
                  <a:pt x="482440" y="30877"/>
                </a:lnTo>
                <a:lnTo>
                  <a:pt x="482435" y="30739"/>
                </a:lnTo>
                <a:lnTo>
                  <a:pt x="482432" y="30596"/>
                </a:lnTo>
                <a:lnTo>
                  <a:pt x="482429" y="30448"/>
                </a:lnTo>
                <a:lnTo>
                  <a:pt x="482427" y="30295"/>
                </a:lnTo>
                <a:lnTo>
                  <a:pt x="482425" y="30137"/>
                </a:lnTo>
                <a:lnTo>
                  <a:pt x="482425" y="29975"/>
                </a:lnTo>
                <a:lnTo>
                  <a:pt x="482425" y="13997"/>
                </a:lnTo>
                <a:lnTo>
                  <a:pt x="487082" y="13997"/>
                </a:lnTo>
                <a:lnTo>
                  <a:pt x="487082" y="10395"/>
                </a:lnTo>
                <a:lnTo>
                  <a:pt x="482425" y="10395"/>
                </a:lnTo>
                <a:lnTo>
                  <a:pt x="482425" y="823"/>
                </a:lnTo>
                <a:lnTo>
                  <a:pt x="477819" y="3609"/>
                </a:lnTo>
                <a:lnTo>
                  <a:pt x="477819" y="10395"/>
                </a:lnTo>
                <a:lnTo>
                  <a:pt x="474423" y="10395"/>
                </a:lnTo>
                <a:lnTo>
                  <a:pt x="474423" y="13997"/>
                </a:lnTo>
                <a:lnTo>
                  <a:pt x="477819" y="13997"/>
                </a:lnTo>
                <a:lnTo>
                  <a:pt x="477819" y="29717"/>
                </a:lnTo>
                <a:lnTo>
                  <a:pt x="477820" y="30060"/>
                </a:lnTo>
                <a:lnTo>
                  <a:pt x="477823" y="30392"/>
                </a:lnTo>
                <a:lnTo>
                  <a:pt x="477828" y="30715"/>
                </a:lnTo>
                <a:lnTo>
                  <a:pt x="477835" y="31027"/>
                </a:lnTo>
                <a:lnTo>
                  <a:pt x="477844" y="31330"/>
                </a:lnTo>
                <a:lnTo>
                  <a:pt x="477855" y="31622"/>
                </a:lnTo>
                <a:lnTo>
                  <a:pt x="477867" y="31905"/>
                </a:lnTo>
                <a:lnTo>
                  <a:pt x="477882" y="32177"/>
                </a:lnTo>
                <a:lnTo>
                  <a:pt x="477899" y="32440"/>
                </a:lnTo>
                <a:lnTo>
                  <a:pt x="477918" y="32693"/>
                </a:lnTo>
                <a:lnTo>
                  <a:pt x="477938" y="32936"/>
                </a:lnTo>
                <a:lnTo>
                  <a:pt x="477961" y="33168"/>
                </a:lnTo>
                <a:lnTo>
                  <a:pt x="477985" y="33391"/>
                </a:lnTo>
                <a:lnTo>
                  <a:pt x="478012" y="33604"/>
                </a:lnTo>
                <a:lnTo>
                  <a:pt x="478040" y="33807"/>
                </a:lnTo>
                <a:lnTo>
                  <a:pt x="478071" y="34000"/>
                </a:lnTo>
                <a:lnTo>
                  <a:pt x="478103" y="34183"/>
                </a:lnTo>
                <a:lnTo>
                  <a:pt x="478138" y="34356"/>
                </a:lnTo>
                <a:lnTo>
                  <a:pt x="478174" y="34519"/>
                </a:lnTo>
                <a:lnTo>
                  <a:pt x="478212" y="34672"/>
                </a:lnTo>
                <a:lnTo>
                  <a:pt x="478253" y="34815"/>
                </a:lnTo>
                <a:lnTo>
                  <a:pt x="478295" y="34948"/>
                </a:lnTo>
                <a:lnTo>
                  <a:pt x="478339" y="35072"/>
                </a:lnTo>
                <a:lnTo>
                  <a:pt x="478385" y="35185"/>
                </a:lnTo>
                <a:lnTo>
                  <a:pt x="478434" y="35292"/>
                </a:lnTo>
                <a:lnTo>
                  <a:pt x="478485" y="35398"/>
                </a:lnTo>
                <a:lnTo>
                  <a:pt x="478540" y="35502"/>
                </a:lnTo>
                <a:lnTo>
                  <a:pt x="478597" y="35604"/>
                </a:lnTo>
                <a:lnTo>
                  <a:pt x="478657" y="35705"/>
                </a:lnTo>
                <a:lnTo>
                  <a:pt x="478720" y="35803"/>
                </a:lnTo>
                <a:lnTo>
                  <a:pt x="478786" y="35900"/>
                </a:lnTo>
                <a:lnTo>
                  <a:pt x="478854" y="35995"/>
                </a:lnTo>
                <a:lnTo>
                  <a:pt x="478926" y="36089"/>
                </a:lnTo>
                <a:lnTo>
                  <a:pt x="479000" y="36181"/>
                </a:lnTo>
                <a:lnTo>
                  <a:pt x="479077" y="36271"/>
                </a:lnTo>
                <a:lnTo>
                  <a:pt x="479157" y="36359"/>
                </a:lnTo>
                <a:lnTo>
                  <a:pt x="479240" y="36445"/>
                </a:lnTo>
                <a:lnTo>
                  <a:pt x="479326" y="36530"/>
                </a:lnTo>
                <a:lnTo>
                  <a:pt x="479414" y="36613"/>
                </a:lnTo>
                <a:lnTo>
                  <a:pt x="479506" y="36694"/>
                </a:lnTo>
                <a:lnTo>
                  <a:pt x="479600" y="36774"/>
                </a:lnTo>
                <a:lnTo>
                  <a:pt x="479698" y="36852"/>
                </a:lnTo>
                <a:lnTo>
                  <a:pt x="479798" y="36928"/>
                </a:lnTo>
                <a:lnTo>
                  <a:pt x="479900" y="37002"/>
                </a:lnTo>
                <a:lnTo>
                  <a:pt x="480006" y="37075"/>
                </a:lnTo>
                <a:lnTo>
                  <a:pt x="480115" y="37145"/>
                </a:lnTo>
                <a:lnTo>
                  <a:pt x="480226" y="37215"/>
                </a:lnTo>
                <a:lnTo>
                  <a:pt x="480341" y="37282"/>
                </a:lnTo>
                <a:lnTo>
                  <a:pt x="480458" y="37347"/>
                </a:lnTo>
                <a:lnTo>
                  <a:pt x="480580" y="37409"/>
                </a:lnTo>
                <a:lnTo>
                  <a:pt x="480706" y="37469"/>
                </a:lnTo>
                <a:lnTo>
                  <a:pt x="480835" y="37526"/>
                </a:lnTo>
                <a:lnTo>
                  <a:pt x="480969" y="37580"/>
                </a:lnTo>
                <a:lnTo>
                  <a:pt x="481106" y="37631"/>
                </a:lnTo>
                <a:lnTo>
                  <a:pt x="481248" y="37679"/>
                </a:lnTo>
                <a:lnTo>
                  <a:pt x="481393" y="37725"/>
                </a:lnTo>
                <a:lnTo>
                  <a:pt x="481542" y="37768"/>
                </a:lnTo>
                <a:lnTo>
                  <a:pt x="481695" y="37808"/>
                </a:lnTo>
                <a:lnTo>
                  <a:pt x="481852" y="37845"/>
                </a:lnTo>
                <a:lnTo>
                  <a:pt x="482013" y="37880"/>
                </a:lnTo>
                <a:lnTo>
                  <a:pt x="482178" y="37912"/>
                </a:lnTo>
                <a:lnTo>
                  <a:pt x="482347" y="37941"/>
                </a:lnTo>
                <a:lnTo>
                  <a:pt x="482520" y="37967"/>
                </a:lnTo>
                <a:lnTo>
                  <a:pt x="482696" y="37991"/>
                </a:lnTo>
                <a:lnTo>
                  <a:pt x="482877" y="38012"/>
                </a:lnTo>
                <a:lnTo>
                  <a:pt x="483062" y="38030"/>
                </a:lnTo>
                <a:lnTo>
                  <a:pt x="483250" y="38045"/>
                </a:lnTo>
                <a:lnTo>
                  <a:pt x="483443" y="38057"/>
                </a:lnTo>
                <a:lnTo>
                  <a:pt x="483639" y="38067"/>
                </a:lnTo>
                <a:lnTo>
                  <a:pt x="483839" y="38074"/>
                </a:lnTo>
                <a:lnTo>
                  <a:pt x="484043" y="38078"/>
                </a:lnTo>
                <a:lnTo>
                  <a:pt x="484252" y="38079"/>
                </a:lnTo>
                <a:lnTo>
                  <a:pt x="484381" y="38079"/>
                </a:lnTo>
                <a:lnTo>
                  <a:pt x="484512" y="38077"/>
                </a:lnTo>
                <a:lnTo>
                  <a:pt x="484644" y="38074"/>
                </a:lnTo>
                <a:lnTo>
                  <a:pt x="484778" y="38069"/>
                </a:lnTo>
                <a:lnTo>
                  <a:pt x="484913" y="38064"/>
                </a:lnTo>
                <a:lnTo>
                  <a:pt x="485049" y="38057"/>
                </a:lnTo>
                <a:lnTo>
                  <a:pt x="485187" y="38049"/>
                </a:lnTo>
                <a:lnTo>
                  <a:pt x="485327" y="38039"/>
                </a:lnTo>
                <a:lnTo>
                  <a:pt x="485467" y="38029"/>
                </a:lnTo>
                <a:lnTo>
                  <a:pt x="485610" y="38017"/>
                </a:lnTo>
                <a:lnTo>
                  <a:pt x="485753" y="38004"/>
                </a:lnTo>
                <a:lnTo>
                  <a:pt x="485898" y="37989"/>
                </a:lnTo>
                <a:lnTo>
                  <a:pt x="486045" y="37974"/>
                </a:lnTo>
                <a:lnTo>
                  <a:pt x="486193" y="37957"/>
                </a:lnTo>
                <a:lnTo>
                  <a:pt x="486342" y="37939"/>
                </a:lnTo>
                <a:lnTo>
                  <a:pt x="486493" y="37919"/>
                </a:lnTo>
                <a:lnTo>
                  <a:pt x="486645" y="37899"/>
                </a:lnTo>
                <a:lnTo>
                  <a:pt x="486799" y="37877"/>
                </a:lnTo>
                <a:lnTo>
                  <a:pt x="486954" y="37854"/>
                </a:lnTo>
                <a:lnTo>
                  <a:pt x="487110" y="37829"/>
                </a:lnTo>
                <a:lnTo>
                  <a:pt x="487268" y="37804"/>
                </a:lnTo>
                <a:lnTo>
                  <a:pt x="487428" y="37777"/>
                </a:lnTo>
                <a:lnTo>
                  <a:pt x="487589" y="37749"/>
                </a:lnTo>
                <a:lnTo>
                  <a:pt x="487751" y="37719"/>
                </a:lnTo>
                <a:lnTo>
                  <a:pt x="487082" y="33628"/>
                </a:lnTo>
                <a:lnTo>
                  <a:pt x="486978" y="33639"/>
                </a:lnTo>
                <a:lnTo>
                  <a:pt x="486875" y="33649"/>
                </a:lnTo>
                <a:lnTo>
                  <a:pt x="486774" y="33658"/>
                </a:lnTo>
                <a:lnTo>
                  <a:pt x="486675" y="33668"/>
                </a:lnTo>
                <a:lnTo>
                  <a:pt x="486578" y="33676"/>
                </a:lnTo>
                <a:close/>
                <a:moveTo>
                  <a:pt x="826613" y="29717"/>
                </a:moveTo>
                <a:lnTo>
                  <a:pt x="826614" y="30060"/>
                </a:lnTo>
                <a:lnTo>
                  <a:pt x="826617" y="30392"/>
                </a:lnTo>
                <a:lnTo>
                  <a:pt x="826622" y="30715"/>
                </a:lnTo>
                <a:lnTo>
                  <a:pt x="826629" y="31027"/>
                </a:lnTo>
                <a:lnTo>
                  <a:pt x="826638" y="31330"/>
                </a:lnTo>
                <a:lnTo>
                  <a:pt x="826649" y="31622"/>
                </a:lnTo>
                <a:lnTo>
                  <a:pt x="826662" y="31905"/>
                </a:lnTo>
                <a:lnTo>
                  <a:pt x="826676" y="32177"/>
                </a:lnTo>
                <a:lnTo>
                  <a:pt x="826693" y="32440"/>
                </a:lnTo>
                <a:lnTo>
                  <a:pt x="826712" y="32693"/>
                </a:lnTo>
                <a:lnTo>
                  <a:pt x="826732" y="32936"/>
                </a:lnTo>
                <a:lnTo>
                  <a:pt x="826755" y="33168"/>
                </a:lnTo>
                <a:lnTo>
                  <a:pt x="826779" y="33391"/>
                </a:lnTo>
                <a:lnTo>
                  <a:pt x="826806" y="33604"/>
                </a:lnTo>
                <a:lnTo>
                  <a:pt x="826835" y="33807"/>
                </a:lnTo>
                <a:lnTo>
                  <a:pt x="826865" y="34000"/>
                </a:lnTo>
                <a:lnTo>
                  <a:pt x="826897" y="34183"/>
                </a:lnTo>
                <a:lnTo>
                  <a:pt x="826932" y="34356"/>
                </a:lnTo>
                <a:lnTo>
                  <a:pt x="826968" y="34519"/>
                </a:lnTo>
                <a:lnTo>
                  <a:pt x="827007" y="34672"/>
                </a:lnTo>
                <a:lnTo>
                  <a:pt x="827047" y="34815"/>
                </a:lnTo>
                <a:lnTo>
                  <a:pt x="827089" y="34948"/>
                </a:lnTo>
                <a:lnTo>
                  <a:pt x="827133" y="35072"/>
                </a:lnTo>
                <a:lnTo>
                  <a:pt x="827179" y="35185"/>
                </a:lnTo>
                <a:lnTo>
                  <a:pt x="827228" y="35292"/>
                </a:lnTo>
                <a:lnTo>
                  <a:pt x="827280" y="35398"/>
                </a:lnTo>
                <a:lnTo>
                  <a:pt x="827334" y="35502"/>
                </a:lnTo>
                <a:lnTo>
                  <a:pt x="827391" y="35604"/>
                </a:lnTo>
                <a:lnTo>
                  <a:pt x="827451" y="35705"/>
                </a:lnTo>
                <a:lnTo>
                  <a:pt x="827514" y="35803"/>
                </a:lnTo>
                <a:lnTo>
                  <a:pt x="827580" y="35900"/>
                </a:lnTo>
                <a:lnTo>
                  <a:pt x="827648" y="35995"/>
                </a:lnTo>
                <a:lnTo>
                  <a:pt x="827720" y="36089"/>
                </a:lnTo>
                <a:lnTo>
                  <a:pt x="827794" y="36181"/>
                </a:lnTo>
                <a:lnTo>
                  <a:pt x="827871" y="36271"/>
                </a:lnTo>
                <a:lnTo>
                  <a:pt x="827951" y="36359"/>
                </a:lnTo>
                <a:lnTo>
                  <a:pt x="828034" y="36445"/>
                </a:lnTo>
                <a:lnTo>
                  <a:pt x="828120" y="36530"/>
                </a:lnTo>
                <a:lnTo>
                  <a:pt x="828209" y="36613"/>
                </a:lnTo>
                <a:lnTo>
                  <a:pt x="828300" y="36694"/>
                </a:lnTo>
                <a:lnTo>
                  <a:pt x="828394" y="36774"/>
                </a:lnTo>
                <a:lnTo>
                  <a:pt x="828492" y="36852"/>
                </a:lnTo>
                <a:lnTo>
                  <a:pt x="828592" y="36928"/>
                </a:lnTo>
                <a:lnTo>
                  <a:pt x="828695" y="37002"/>
                </a:lnTo>
                <a:lnTo>
                  <a:pt x="828800" y="37075"/>
                </a:lnTo>
                <a:lnTo>
                  <a:pt x="828909" y="37145"/>
                </a:lnTo>
                <a:lnTo>
                  <a:pt x="829021" y="37215"/>
                </a:lnTo>
                <a:lnTo>
                  <a:pt x="829135" y="37282"/>
                </a:lnTo>
                <a:lnTo>
                  <a:pt x="829253" y="37347"/>
                </a:lnTo>
                <a:lnTo>
                  <a:pt x="829374" y="37409"/>
                </a:lnTo>
                <a:lnTo>
                  <a:pt x="829500" y="37469"/>
                </a:lnTo>
                <a:lnTo>
                  <a:pt x="829629" y="37526"/>
                </a:lnTo>
                <a:lnTo>
                  <a:pt x="829763" y="37580"/>
                </a:lnTo>
                <a:lnTo>
                  <a:pt x="829900" y="37631"/>
                </a:lnTo>
                <a:lnTo>
                  <a:pt x="830042" y="37679"/>
                </a:lnTo>
                <a:lnTo>
                  <a:pt x="830187" y="37725"/>
                </a:lnTo>
                <a:lnTo>
                  <a:pt x="830336" y="37768"/>
                </a:lnTo>
                <a:lnTo>
                  <a:pt x="830489" y="37808"/>
                </a:lnTo>
                <a:lnTo>
                  <a:pt x="830646" y="37845"/>
                </a:lnTo>
                <a:lnTo>
                  <a:pt x="830807" y="37880"/>
                </a:lnTo>
                <a:lnTo>
                  <a:pt x="830972" y="37912"/>
                </a:lnTo>
                <a:lnTo>
                  <a:pt x="831141" y="37941"/>
                </a:lnTo>
                <a:lnTo>
                  <a:pt x="831314" y="37967"/>
                </a:lnTo>
                <a:lnTo>
                  <a:pt x="831491" y="37991"/>
                </a:lnTo>
                <a:lnTo>
                  <a:pt x="831671" y="38012"/>
                </a:lnTo>
                <a:lnTo>
                  <a:pt x="831856" y="38030"/>
                </a:lnTo>
                <a:lnTo>
                  <a:pt x="832044" y="38045"/>
                </a:lnTo>
                <a:lnTo>
                  <a:pt x="832237" y="38057"/>
                </a:lnTo>
                <a:lnTo>
                  <a:pt x="832433" y="38067"/>
                </a:lnTo>
                <a:lnTo>
                  <a:pt x="832633" y="38074"/>
                </a:lnTo>
                <a:lnTo>
                  <a:pt x="832838" y="38078"/>
                </a:lnTo>
                <a:lnTo>
                  <a:pt x="833046" y="38079"/>
                </a:lnTo>
                <a:lnTo>
                  <a:pt x="833175" y="38079"/>
                </a:lnTo>
                <a:lnTo>
                  <a:pt x="833306" y="38077"/>
                </a:lnTo>
                <a:lnTo>
                  <a:pt x="833438" y="38074"/>
                </a:lnTo>
                <a:lnTo>
                  <a:pt x="833572" y="38069"/>
                </a:lnTo>
                <a:lnTo>
                  <a:pt x="833707" y="38064"/>
                </a:lnTo>
                <a:lnTo>
                  <a:pt x="833843" y="38057"/>
                </a:lnTo>
                <a:lnTo>
                  <a:pt x="833981" y="38049"/>
                </a:lnTo>
                <a:lnTo>
                  <a:pt x="834121" y="38039"/>
                </a:lnTo>
                <a:lnTo>
                  <a:pt x="834261" y="38029"/>
                </a:lnTo>
                <a:lnTo>
                  <a:pt x="834404" y="38017"/>
                </a:lnTo>
                <a:lnTo>
                  <a:pt x="834547" y="38004"/>
                </a:lnTo>
                <a:lnTo>
                  <a:pt x="834692" y="37989"/>
                </a:lnTo>
                <a:lnTo>
                  <a:pt x="834839" y="37974"/>
                </a:lnTo>
                <a:lnTo>
                  <a:pt x="834987" y="37957"/>
                </a:lnTo>
                <a:lnTo>
                  <a:pt x="835136" y="37939"/>
                </a:lnTo>
                <a:lnTo>
                  <a:pt x="835287" y="37919"/>
                </a:lnTo>
                <a:lnTo>
                  <a:pt x="835439" y="37899"/>
                </a:lnTo>
                <a:lnTo>
                  <a:pt x="835593" y="37877"/>
                </a:lnTo>
                <a:lnTo>
                  <a:pt x="835748" y="37854"/>
                </a:lnTo>
                <a:lnTo>
                  <a:pt x="835905" y="37829"/>
                </a:lnTo>
                <a:lnTo>
                  <a:pt x="836063" y="37804"/>
                </a:lnTo>
                <a:lnTo>
                  <a:pt x="836222" y="37777"/>
                </a:lnTo>
                <a:lnTo>
                  <a:pt x="836383" y="37749"/>
                </a:lnTo>
                <a:lnTo>
                  <a:pt x="836545" y="37719"/>
                </a:lnTo>
                <a:lnTo>
                  <a:pt x="835876" y="33628"/>
                </a:lnTo>
                <a:lnTo>
                  <a:pt x="835772" y="33639"/>
                </a:lnTo>
                <a:lnTo>
                  <a:pt x="835669" y="33649"/>
                </a:lnTo>
                <a:lnTo>
                  <a:pt x="835568" y="33658"/>
                </a:lnTo>
                <a:lnTo>
                  <a:pt x="835469" y="33668"/>
                </a:lnTo>
                <a:lnTo>
                  <a:pt x="835372" y="33676"/>
                </a:lnTo>
                <a:lnTo>
                  <a:pt x="835276" y="33685"/>
                </a:lnTo>
                <a:lnTo>
                  <a:pt x="835182" y="33692"/>
                </a:lnTo>
                <a:lnTo>
                  <a:pt x="835090" y="33700"/>
                </a:lnTo>
                <a:lnTo>
                  <a:pt x="834999" y="33707"/>
                </a:lnTo>
                <a:lnTo>
                  <a:pt x="834910" y="33713"/>
                </a:lnTo>
                <a:lnTo>
                  <a:pt x="834823" y="33719"/>
                </a:lnTo>
                <a:lnTo>
                  <a:pt x="834737" y="33725"/>
                </a:lnTo>
                <a:lnTo>
                  <a:pt x="834654" y="33730"/>
                </a:lnTo>
                <a:lnTo>
                  <a:pt x="834571" y="33735"/>
                </a:lnTo>
                <a:lnTo>
                  <a:pt x="834491" y="33739"/>
                </a:lnTo>
                <a:lnTo>
                  <a:pt x="834412" y="33743"/>
                </a:lnTo>
                <a:lnTo>
                  <a:pt x="834335" y="33746"/>
                </a:lnTo>
                <a:lnTo>
                  <a:pt x="834260" y="33749"/>
                </a:lnTo>
                <a:lnTo>
                  <a:pt x="834186" y="33751"/>
                </a:lnTo>
                <a:lnTo>
                  <a:pt x="834114" y="33753"/>
                </a:lnTo>
                <a:lnTo>
                  <a:pt x="834044" y="33755"/>
                </a:lnTo>
                <a:lnTo>
                  <a:pt x="833975" y="33756"/>
                </a:lnTo>
                <a:lnTo>
                  <a:pt x="833909" y="33757"/>
                </a:lnTo>
                <a:lnTo>
                  <a:pt x="833843" y="33757"/>
                </a:lnTo>
                <a:lnTo>
                  <a:pt x="833758" y="33756"/>
                </a:lnTo>
                <a:lnTo>
                  <a:pt x="833675" y="33755"/>
                </a:lnTo>
                <a:lnTo>
                  <a:pt x="833594" y="33752"/>
                </a:lnTo>
                <a:lnTo>
                  <a:pt x="833514" y="33748"/>
                </a:lnTo>
                <a:lnTo>
                  <a:pt x="833435" y="33742"/>
                </a:lnTo>
                <a:lnTo>
                  <a:pt x="833359" y="33736"/>
                </a:lnTo>
                <a:lnTo>
                  <a:pt x="833284" y="33729"/>
                </a:lnTo>
                <a:lnTo>
                  <a:pt x="833210" y="33720"/>
                </a:lnTo>
                <a:lnTo>
                  <a:pt x="833138" y="33710"/>
                </a:lnTo>
                <a:lnTo>
                  <a:pt x="833068" y="33699"/>
                </a:lnTo>
                <a:lnTo>
                  <a:pt x="833000" y="33687"/>
                </a:lnTo>
                <a:lnTo>
                  <a:pt x="832933" y="33673"/>
                </a:lnTo>
                <a:lnTo>
                  <a:pt x="832868" y="33659"/>
                </a:lnTo>
                <a:lnTo>
                  <a:pt x="832805" y="33643"/>
                </a:lnTo>
                <a:lnTo>
                  <a:pt x="832743" y="33626"/>
                </a:lnTo>
                <a:lnTo>
                  <a:pt x="832683" y="33608"/>
                </a:lnTo>
                <a:lnTo>
                  <a:pt x="832624" y="33589"/>
                </a:lnTo>
                <a:lnTo>
                  <a:pt x="832567" y="33569"/>
                </a:lnTo>
                <a:lnTo>
                  <a:pt x="832512" y="33547"/>
                </a:lnTo>
                <a:lnTo>
                  <a:pt x="832459" y="33525"/>
                </a:lnTo>
                <a:lnTo>
                  <a:pt x="832407" y="33501"/>
                </a:lnTo>
                <a:lnTo>
                  <a:pt x="832357" y="33476"/>
                </a:lnTo>
                <a:lnTo>
                  <a:pt x="832308" y="33450"/>
                </a:lnTo>
                <a:lnTo>
                  <a:pt x="832261" y="33422"/>
                </a:lnTo>
                <a:lnTo>
                  <a:pt x="832215" y="33394"/>
                </a:lnTo>
                <a:lnTo>
                  <a:pt x="832171" y="33365"/>
                </a:lnTo>
                <a:lnTo>
                  <a:pt x="832128" y="33335"/>
                </a:lnTo>
                <a:lnTo>
                  <a:pt x="832085" y="33305"/>
                </a:lnTo>
                <a:lnTo>
                  <a:pt x="832044" y="33273"/>
                </a:lnTo>
                <a:lnTo>
                  <a:pt x="832004" y="33241"/>
                </a:lnTo>
                <a:lnTo>
                  <a:pt x="831965" y="33208"/>
                </a:lnTo>
                <a:lnTo>
                  <a:pt x="831927" y="33174"/>
                </a:lnTo>
                <a:lnTo>
                  <a:pt x="831890" y="33139"/>
                </a:lnTo>
                <a:lnTo>
                  <a:pt x="831854" y="33104"/>
                </a:lnTo>
                <a:lnTo>
                  <a:pt x="831819" y="33067"/>
                </a:lnTo>
                <a:lnTo>
                  <a:pt x="831785" y="33030"/>
                </a:lnTo>
                <a:lnTo>
                  <a:pt x="831752" y="32992"/>
                </a:lnTo>
                <a:lnTo>
                  <a:pt x="831721" y="32953"/>
                </a:lnTo>
                <a:lnTo>
                  <a:pt x="831690" y="32914"/>
                </a:lnTo>
                <a:lnTo>
                  <a:pt x="831661" y="32874"/>
                </a:lnTo>
                <a:lnTo>
                  <a:pt x="831632" y="32832"/>
                </a:lnTo>
                <a:lnTo>
                  <a:pt x="831605" y="32790"/>
                </a:lnTo>
                <a:lnTo>
                  <a:pt x="831579" y="32748"/>
                </a:lnTo>
                <a:lnTo>
                  <a:pt x="831553" y="32704"/>
                </a:lnTo>
                <a:lnTo>
                  <a:pt x="831529" y="32660"/>
                </a:lnTo>
                <a:lnTo>
                  <a:pt x="831506" y="32615"/>
                </a:lnTo>
                <a:lnTo>
                  <a:pt x="831484" y="32569"/>
                </a:lnTo>
                <a:lnTo>
                  <a:pt x="831463" y="32522"/>
                </a:lnTo>
                <a:lnTo>
                  <a:pt x="831443" y="32472"/>
                </a:lnTo>
                <a:lnTo>
                  <a:pt x="831424" y="32418"/>
                </a:lnTo>
                <a:lnTo>
                  <a:pt x="831406" y="32358"/>
                </a:lnTo>
                <a:lnTo>
                  <a:pt x="831389" y="32294"/>
                </a:lnTo>
                <a:lnTo>
                  <a:pt x="831372" y="32225"/>
                </a:lnTo>
                <a:lnTo>
                  <a:pt x="831356" y="32150"/>
                </a:lnTo>
                <a:lnTo>
                  <a:pt x="831342" y="32071"/>
                </a:lnTo>
                <a:lnTo>
                  <a:pt x="831328" y="31987"/>
                </a:lnTo>
                <a:lnTo>
                  <a:pt x="831314" y="31898"/>
                </a:lnTo>
                <a:lnTo>
                  <a:pt x="831302" y="31805"/>
                </a:lnTo>
                <a:lnTo>
                  <a:pt x="831291" y="31706"/>
                </a:lnTo>
                <a:lnTo>
                  <a:pt x="831280" y="31602"/>
                </a:lnTo>
                <a:lnTo>
                  <a:pt x="831270" y="31494"/>
                </a:lnTo>
                <a:lnTo>
                  <a:pt x="831261" y="31380"/>
                </a:lnTo>
                <a:lnTo>
                  <a:pt x="831253" y="31262"/>
                </a:lnTo>
                <a:lnTo>
                  <a:pt x="831246" y="31138"/>
                </a:lnTo>
                <a:lnTo>
                  <a:pt x="831240" y="31010"/>
                </a:lnTo>
                <a:lnTo>
                  <a:pt x="831234" y="30877"/>
                </a:lnTo>
                <a:lnTo>
                  <a:pt x="831230" y="30739"/>
                </a:lnTo>
                <a:lnTo>
                  <a:pt x="831226" y="30596"/>
                </a:lnTo>
                <a:lnTo>
                  <a:pt x="831223" y="30448"/>
                </a:lnTo>
                <a:lnTo>
                  <a:pt x="831221" y="30295"/>
                </a:lnTo>
                <a:lnTo>
                  <a:pt x="831219" y="30137"/>
                </a:lnTo>
                <a:lnTo>
                  <a:pt x="831219" y="29975"/>
                </a:lnTo>
                <a:lnTo>
                  <a:pt x="831219" y="13997"/>
                </a:lnTo>
                <a:lnTo>
                  <a:pt x="835876" y="13997"/>
                </a:lnTo>
                <a:lnTo>
                  <a:pt x="835876" y="10395"/>
                </a:lnTo>
                <a:lnTo>
                  <a:pt x="831219" y="10395"/>
                </a:lnTo>
                <a:lnTo>
                  <a:pt x="831219" y="823"/>
                </a:lnTo>
                <a:lnTo>
                  <a:pt x="826613" y="3609"/>
                </a:lnTo>
                <a:lnTo>
                  <a:pt x="826613" y="10395"/>
                </a:lnTo>
                <a:lnTo>
                  <a:pt x="823217" y="10395"/>
                </a:lnTo>
                <a:lnTo>
                  <a:pt x="823217" y="11215"/>
                </a:lnTo>
                <a:lnTo>
                  <a:pt x="823095" y="11142"/>
                </a:lnTo>
                <a:lnTo>
                  <a:pt x="822894" y="11026"/>
                </a:lnTo>
                <a:lnTo>
                  <a:pt x="822693" y="10915"/>
                </a:lnTo>
                <a:lnTo>
                  <a:pt x="822493" y="10809"/>
                </a:lnTo>
                <a:lnTo>
                  <a:pt x="822292" y="10708"/>
                </a:lnTo>
                <a:lnTo>
                  <a:pt x="822092" y="10613"/>
                </a:lnTo>
                <a:lnTo>
                  <a:pt x="821892" y="10523"/>
                </a:lnTo>
                <a:lnTo>
                  <a:pt x="821693" y="10438"/>
                </a:lnTo>
                <a:lnTo>
                  <a:pt x="821494" y="10358"/>
                </a:lnTo>
                <a:lnTo>
                  <a:pt x="821295" y="10283"/>
                </a:lnTo>
                <a:lnTo>
                  <a:pt x="821096" y="10213"/>
                </a:lnTo>
                <a:lnTo>
                  <a:pt x="820897" y="10149"/>
                </a:lnTo>
                <a:lnTo>
                  <a:pt x="820699" y="10089"/>
                </a:lnTo>
                <a:lnTo>
                  <a:pt x="820501" y="10035"/>
                </a:lnTo>
                <a:lnTo>
                  <a:pt x="820304" y="9986"/>
                </a:lnTo>
                <a:lnTo>
                  <a:pt x="820106" y="9942"/>
                </a:lnTo>
                <a:lnTo>
                  <a:pt x="819909" y="9904"/>
                </a:lnTo>
                <a:lnTo>
                  <a:pt x="819712" y="9870"/>
                </a:lnTo>
                <a:lnTo>
                  <a:pt x="819516" y="9842"/>
                </a:lnTo>
                <a:lnTo>
                  <a:pt x="819319" y="9818"/>
                </a:lnTo>
                <a:lnTo>
                  <a:pt x="819123" y="9800"/>
                </a:lnTo>
                <a:lnTo>
                  <a:pt x="818927" y="9787"/>
                </a:lnTo>
                <a:lnTo>
                  <a:pt x="818732" y="9780"/>
                </a:lnTo>
                <a:lnTo>
                  <a:pt x="818537" y="9777"/>
                </a:lnTo>
                <a:lnTo>
                  <a:pt x="818402" y="9779"/>
                </a:lnTo>
                <a:lnTo>
                  <a:pt x="818268" y="9784"/>
                </a:lnTo>
                <a:lnTo>
                  <a:pt x="818136" y="9792"/>
                </a:lnTo>
                <a:lnTo>
                  <a:pt x="818004" y="9803"/>
                </a:lnTo>
                <a:lnTo>
                  <a:pt x="817873" y="9817"/>
                </a:lnTo>
                <a:lnTo>
                  <a:pt x="817743" y="9835"/>
                </a:lnTo>
                <a:lnTo>
                  <a:pt x="817614" y="9856"/>
                </a:lnTo>
                <a:lnTo>
                  <a:pt x="817486" y="9880"/>
                </a:lnTo>
                <a:lnTo>
                  <a:pt x="817359" y="9907"/>
                </a:lnTo>
                <a:lnTo>
                  <a:pt x="817233" y="9937"/>
                </a:lnTo>
                <a:lnTo>
                  <a:pt x="817108" y="9971"/>
                </a:lnTo>
                <a:lnTo>
                  <a:pt x="816983" y="10008"/>
                </a:lnTo>
                <a:lnTo>
                  <a:pt x="816860" y="10048"/>
                </a:lnTo>
                <a:lnTo>
                  <a:pt x="816737" y="10091"/>
                </a:lnTo>
                <a:lnTo>
                  <a:pt x="816616" y="10137"/>
                </a:lnTo>
                <a:lnTo>
                  <a:pt x="816495" y="10187"/>
                </a:lnTo>
                <a:lnTo>
                  <a:pt x="816376" y="10239"/>
                </a:lnTo>
                <a:lnTo>
                  <a:pt x="816257" y="10295"/>
                </a:lnTo>
                <a:lnTo>
                  <a:pt x="816139" y="10355"/>
                </a:lnTo>
                <a:lnTo>
                  <a:pt x="816023" y="10417"/>
                </a:lnTo>
                <a:lnTo>
                  <a:pt x="815907" y="10483"/>
                </a:lnTo>
                <a:lnTo>
                  <a:pt x="815792" y="10551"/>
                </a:lnTo>
                <a:lnTo>
                  <a:pt x="815678" y="10623"/>
                </a:lnTo>
                <a:lnTo>
                  <a:pt x="815565" y="10699"/>
                </a:lnTo>
                <a:lnTo>
                  <a:pt x="815452" y="10779"/>
                </a:lnTo>
                <a:lnTo>
                  <a:pt x="815338" y="10866"/>
                </a:lnTo>
                <a:lnTo>
                  <a:pt x="815223" y="10960"/>
                </a:lnTo>
                <a:lnTo>
                  <a:pt x="815108" y="11060"/>
                </a:lnTo>
                <a:lnTo>
                  <a:pt x="814991" y="11168"/>
                </a:lnTo>
                <a:lnTo>
                  <a:pt x="814874" y="11282"/>
                </a:lnTo>
                <a:lnTo>
                  <a:pt x="814756" y="11404"/>
                </a:lnTo>
                <a:lnTo>
                  <a:pt x="814637" y="11532"/>
                </a:lnTo>
                <a:lnTo>
                  <a:pt x="814517" y="11667"/>
                </a:lnTo>
                <a:lnTo>
                  <a:pt x="814397" y="11808"/>
                </a:lnTo>
                <a:lnTo>
                  <a:pt x="814275" y="11957"/>
                </a:lnTo>
                <a:lnTo>
                  <a:pt x="814153" y="12113"/>
                </a:lnTo>
                <a:lnTo>
                  <a:pt x="814030" y="12275"/>
                </a:lnTo>
                <a:lnTo>
                  <a:pt x="813906" y="12444"/>
                </a:lnTo>
                <a:lnTo>
                  <a:pt x="813781" y="12620"/>
                </a:lnTo>
                <a:lnTo>
                  <a:pt x="813655" y="12803"/>
                </a:lnTo>
                <a:lnTo>
                  <a:pt x="813529" y="12992"/>
                </a:lnTo>
                <a:lnTo>
                  <a:pt x="813401" y="13189"/>
                </a:lnTo>
                <a:lnTo>
                  <a:pt x="813273" y="13392"/>
                </a:lnTo>
                <a:lnTo>
                  <a:pt x="813144" y="13602"/>
                </a:lnTo>
                <a:lnTo>
                  <a:pt x="813014" y="13819"/>
                </a:lnTo>
                <a:lnTo>
                  <a:pt x="812883" y="14043"/>
                </a:lnTo>
                <a:lnTo>
                  <a:pt x="812751" y="14274"/>
                </a:lnTo>
                <a:lnTo>
                  <a:pt x="812619" y="14511"/>
                </a:lnTo>
                <a:lnTo>
                  <a:pt x="812619" y="10395"/>
                </a:lnTo>
                <a:lnTo>
                  <a:pt x="808451" y="10395"/>
                </a:lnTo>
                <a:lnTo>
                  <a:pt x="808451" y="37719"/>
                </a:lnTo>
                <a:lnTo>
                  <a:pt x="813082" y="37719"/>
                </a:lnTo>
                <a:lnTo>
                  <a:pt x="813082" y="23398"/>
                </a:lnTo>
                <a:lnTo>
                  <a:pt x="813083" y="23154"/>
                </a:lnTo>
                <a:lnTo>
                  <a:pt x="813087" y="22911"/>
                </a:lnTo>
                <a:lnTo>
                  <a:pt x="813094" y="22671"/>
                </a:lnTo>
                <a:lnTo>
                  <a:pt x="813103" y="22432"/>
                </a:lnTo>
                <a:lnTo>
                  <a:pt x="813116" y="22194"/>
                </a:lnTo>
                <a:lnTo>
                  <a:pt x="813130" y="21958"/>
                </a:lnTo>
                <a:lnTo>
                  <a:pt x="813148" y="21724"/>
                </a:lnTo>
                <a:lnTo>
                  <a:pt x="813168" y="21492"/>
                </a:lnTo>
                <a:lnTo>
                  <a:pt x="813191" y="21261"/>
                </a:lnTo>
                <a:lnTo>
                  <a:pt x="813216" y="21031"/>
                </a:lnTo>
                <a:lnTo>
                  <a:pt x="813244" y="20803"/>
                </a:lnTo>
                <a:lnTo>
                  <a:pt x="813275" y="20577"/>
                </a:lnTo>
                <a:lnTo>
                  <a:pt x="813308" y="20353"/>
                </a:lnTo>
                <a:lnTo>
                  <a:pt x="813345" y="20130"/>
                </a:lnTo>
                <a:lnTo>
                  <a:pt x="813384" y="19908"/>
                </a:lnTo>
                <a:lnTo>
                  <a:pt x="813425" y="19689"/>
                </a:lnTo>
                <a:lnTo>
                  <a:pt x="813469" y="19471"/>
                </a:lnTo>
                <a:lnTo>
                  <a:pt x="813516" y="19254"/>
                </a:lnTo>
                <a:lnTo>
                  <a:pt x="813566" y="19039"/>
                </a:lnTo>
                <a:lnTo>
                  <a:pt x="813618" y="18826"/>
                </a:lnTo>
                <a:lnTo>
                  <a:pt x="813673" y="18614"/>
                </a:lnTo>
                <a:lnTo>
                  <a:pt x="813731" y="18404"/>
                </a:lnTo>
                <a:lnTo>
                  <a:pt x="813791" y="18196"/>
                </a:lnTo>
                <a:lnTo>
                  <a:pt x="813854" y="17989"/>
                </a:lnTo>
                <a:lnTo>
                  <a:pt x="813898" y="17855"/>
                </a:lnTo>
                <a:lnTo>
                  <a:pt x="813944" y="17723"/>
                </a:lnTo>
                <a:lnTo>
                  <a:pt x="813993" y="17594"/>
                </a:lnTo>
                <a:lnTo>
                  <a:pt x="814045" y="17468"/>
                </a:lnTo>
                <a:lnTo>
                  <a:pt x="814098" y="17344"/>
                </a:lnTo>
                <a:lnTo>
                  <a:pt x="814155" y="17222"/>
                </a:lnTo>
                <a:lnTo>
                  <a:pt x="814213" y="17103"/>
                </a:lnTo>
                <a:lnTo>
                  <a:pt x="814274" y="16986"/>
                </a:lnTo>
                <a:lnTo>
                  <a:pt x="814338" y="16872"/>
                </a:lnTo>
                <a:lnTo>
                  <a:pt x="814403" y="16760"/>
                </a:lnTo>
                <a:lnTo>
                  <a:pt x="814472" y="16650"/>
                </a:lnTo>
                <a:lnTo>
                  <a:pt x="814542" y="16543"/>
                </a:lnTo>
                <a:lnTo>
                  <a:pt x="814615" y="16439"/>
                </a:lnTo>
                <a:lnTo>
                  <a:pt x="814691" y="16337"/>
                </a:lnTo>
                <a:lnTo>
                  <a:pt x="814769" y="16237"/>
                </a:lnTo>
                <a:lnTo>
                  <a:pt x="814849" y="16140"/>
                </a:lnTo>
                <a:lnTo>
                  <a:pt x="814931" y="16046"/>
                </a:lnTo>
                <a:lnTo>
                  <a:pt x="815017" y="15953"/>
                </a:lnTo>
                <a:lnTo>
                  <a:pt x="815104" y="15864"/>
                </a:lnTo>
                <a:lnTo>
                  <a:pt x="815194" y="15777"/>
                </a:lnTo>
                <a:lnTo>
                  <a:pt x="815286" y="15692"/>
                </a:lnTo>
                <a:lnTo>
                  <a:pt x="815381" y="15609"/>
                </a:lnTo>
                <a:lnTo>
                  <a:pt x="815478" y="15530"/>
                </a:lnTo>
                <a:lnTo>
                  <a:pt x="815578" y="15452"/>
                </a:lnTo>
                <a:lnTo>
                  <a:pt x="815679" y="15377"/>
                </a:lnTo>
                <a:lnTo>
                  <a:pt x="815781" y="15306"/>
                </a:lnTo>
                <a:lnTo>
                  <a:pt x="815885" y="15238"/>
                </a:lnTo>
                <a:lnTo>
                  <a:pt x="815989" y="15173"/>
                </a:lnTo>
                <a:lnTo>
                  <a:pt x="816095" y="15111"/>
                </a:lnTo>
                <a:lnTo>
                  <a:pt x="816202" y="15052"/>
                </a:lnTo>
                <a:lnTo>
                  <a:pt x="816309" y="14996"/>
                </a:lnTo>
                <a:lnTo>
                  <a:pt x="816418" y="14944"/>
                </a:lnTo>
                <a:lnTo>
                  <a:pt x="816528" y="14895"/>
                </a:lnTo>
                <a:lnTo>
                  <a:pt x="816639" y="14848"/>
                </a:lnTo>
                <a:lnTo>
                  <a:pt x="816751" y="14806"/>
                </a:lnTo>
                <a:lnTo>
                  <a:pt x="816864" y="14766"/>
                </a:lnTo>
                <a:lnTo>
                  <a:pt x="816978" y="14729"/>
                </a:lnTo>
                <a:lnTo>
                  <a:pt x="817094" y="14696"/>
                </a:lnTo>
                <a:lnTo>
                  <a:pt x="817210" y="14666"/>
                </a:lnTo>
                <a:lnTo>
                  <a:pt x="817327" y="14639"/>
                </a:lnTo>
                <a:lnTo>
                  <a:pt x="817446" y="14615"/>
                </a:lnTo>
                <a:lnTo>
                  <a:pt x="817565" y="14594"/>
                </a:lnTo>
                <a:lnTo>
                  <a:pt x="817686" y="14577"/>
                </a:lnTo>
                <a:lnTo>
                  <a:pt x="817808" y="14563"/>
                </a:lnTo>
                <a:lnTo>
                  <a:pt x="817930" y="14551"/>
                </a:lnTo>
                <a:lnTo>
                  <a:pt x="818054" y="14543"/>
                </a:lnTo>
                <a:lnTo>
                  <a:pt x="818179" y="14539"/>
                </a:lnTo>
                <a:lnTo>
                  <a:pt x="818305" y="14537"/>
                </a:lnTo>
                <a:lnTo>
                  <a:pt x="818447" y="14539"/>
                </a:lnTo>
                <a:lnTo>
                  <a:pt x="818588" y="14544"/>
                </a:lnTo>
                <a:lnTo>
                  <a:pt x="818730" y="14553"/>
                </a:lnTo>
                <a:lnTo>
                  <a:pt x="818871" y="14565"/>
                </a:lnTo>
                <a:lnTo>
                  <a:pt x="819013" y="14581"/>
                </a:lnTo>
                <a:lnTo>
                  <a:pt x="819154" y="14600"/>
                </a:lnTo>
                <a:lnTo>
                  <a:pt x="819296" y="14622"/>
                </a:lnTo>
                <a:lnTo>
                  <a:pt x="819437" y="14649"/>
                </a:lnTo>
                <a:lnTo>
                  <a:pt x="819579" y="14678"/>
                </a:lnTo>
                <a:lnTo>
                  <a:pt x="819720" y="14711"/>
                </a:lnTo>
                <a:lnTo>
                  <a:pt x="819862" y="14748"/>
                </a:lnTo>
                <a:lnTo>
                  <a:pt x="820003" y="14788"/>
                </a:lnTo>
                <a:lnTo>
                  <a:pt x="820145" y="14832"/>
                </a:lnTo>
                <a:lnTo>
                  <a:pt x="820286" y="14879"/>
                </a:lnTo>
                <a:lnTo>
                  <a:pt x="820428" y="14929"/>
                </a:lnTo>
                <a:lnTo>
                  <a:pt x="820569" y="14983"/>
                </a:lnTo>
                <a:lnTo>
                  <a:pt x="820711" y="15041"/>
                </a:lnTo>
                <a:lnTo>
                  <a:pt x="820852" y="15102"/>
                </a:lnTo>
                <a:lnTo>
                  <a:pt x="820994" y="15166"/>
                </a:lnTo>
                <a:lnTo>
                  <a:pt x="821135" y="15234"/>
                </a:lnTo>
                <a:lnTo>
                  <a:pt x="821277" y="15305"/>
                </a:lnTo>
                <a:lnTo>
                  <a:pt x="821418" y="15380"/>
                </a:lnTo>
                <a:lnTo>
                  <a:pt x="821560" y="15459"/>
                </a:lnTo>
                <a:lnTo>
                  <a:pt x="821701" y="15541"/>
                </a:lnTo>
                <a:lnTo>
                  <a:pt x="823217" y="11476"/>
                </a:lnTo>
                <a:lnTo>
                  <a:pt x="823217" y="13997"/>
                </a:lnTo>
                <a:lnTo>
                  <a:pt x="826613" y="13997"/>
                </a:lnTo>
                <a:lnTo>
                  <a:pt x="826613" y="29717"/>
                </a:lnTo>
                <a:close/>
                <a:moveTo>
                  <a:pt x="438027" y="21519"/>
                </a:moveTo>
                <a:lnTo>
                  <a:pt x="438053" y="21122"/>
                </a:lnTo>
                <a:lnTo>
                  <a:pt x="438086" y="20737"/>
                </a:lnTo>
                <a:lnTo>
                  <a:pt x="438127" y="20364"/>
                </a:lnTo>
                <a:lnTo>
                  <a:pt x="438176" y="20002"/>
                </a:lnTo>
                <a:lnTo>
                  <a:pt x="438232" y="19652"/>
                </a:lnTo>
                <a:lnTo>
                  <a:pt x="438295" y="19314"/>
                </a:lnTo>
                <a:lnTo>
                  <a:pt x="438366" y="18987"/>
                </a:lnTo>
                <a:lnTo>
                  <a:pt x="438444" y="18672"/>
                </a:lnTo>
                <a:lnTo>
                  <a:pt x="438530" y="18369"/>
                </a:lnTo>
                <a:lnTo>
                  <a:pt x="438624" y="18078"/>
                </a:lnTo>
                <a:lnTo>
                  <a:pt x="438724" y="17798"/>
                </a:lnTo>
                <a:lnTo>
                  <a:pt x="438832" y="17530"/>
                </a:lnTo>
                <a:lnTo>
                  <a:pt x="438948" y="17274"/>
                </a:lnTo>
                <a:lnTo>
                  <a:pt x="439071" y="17030"/>
                </a:lnTo>
                <a:lnTo>
                  <a:pt x="439202" y="16797"/>
                </a:lnTo>
                <a:lnTo>
                  <a:pt x="439340" y="16576"/>
                </a:lnTo>
                <a:lnTo>
                  <a:pt x="439485" y="16366"/>
                </a:lnTo>
                <a:lnTo>
                  <a:pt x="439638" y="16169"/>
                </a:lnTo>
                <a:lnTo>
                  <a:pt x="439798" y="15983"/>
                </a:lnTo>
                <a:lnTo>
                  <a:pt x="439966" y="15808"/>
                </a:lnTo>
                <a:lnTo>
                  <a:pt x="440142" y="15646"/>
                </a:lnTo>
                <a:lnTo>
                  <a:pt x="440322" y="15492"/>
                </a:lnTo>
                <a:lnTo>
                  <a:pt x="440505" y="15345"/>
                </a:lnTo>
                <a:lnTo>
                  <a:pt x="440691" y="15205"/>
                </a:lnTo>
                <a:lnTo>
                  <a:pt x="440880" y="15071"/>
                </a:lnTo>
                <a:lnTo>
                  <a:pt x="441072" y="14944"/>
                </a:lnTo>
                <a:lnTo>
                  <a:pt x="441266" y="14823"/>
                </a:lnTo>
                <a:lnTo>
                  <a:pt x="441464" y="14709"/>
                </a:lnTo>
                <a:lnTo>
                  <a:pt x="441664" y="14601"/>
                </a:lnTo>
                <a:lnTo>
                  <a:pt x="441867" y="14500"/>
                </a:lnTo>
                <a:lnTo>
                  <a:pt x="442073" y="14405"/>
                </a:lnTo>
                <a:lnTo>
                  <a:pt x="442281" y="14317"/>
                </a:lnTo>
                <a:lnTo>
                  <a:pt x="442493" y="14235"/>
                </a:lnTo>
                <a:lnTo>
                  <a:pt x="442707" y="14160"/>
                </a:lnTo>
                <a:lnTo>
                  <a:pt x="442924" y="14092"/>
                </a:lnTo>
                <a:lnTo>
                  <a:pt x="443144" y="14030"/>
                </a:lnTo>
                <a:lnTo>
                  <a:pt x="443366" y="13974"/>
                </a:lnTo>
                <a:lnTo>
                  <a:pt x="443592" y="13925"/>
                </a:lnTo>
                <a:lnTo>
                  <a:pt x="443820" y="13883"/>
                </a:lnTo>
                <a:lnTo>
                  <a:pt x="444051" y="13847"/>
                </a:lnTo>
                <a:lnTo>
                  <a:pt x="444285" y="13817"/>
                </a:lnTo>
                <a:lnTo>
                  <a:pt x="444522" y="13795"/>
                </a:lnTo>
                <a:lnTo>
                  <a:pt x="444761" y="13778"/>
                </a:lnTo>
                <a:lnTo>
                  <a:pt x="445004" y="13768"/>
                </a:lnTo>
                <a:lnTo>
                  <a:pt x="445249" y="13765"/>
                </a:lnTo>
                <a:lnTo>
                  <a:pt x="445402" y="13767"/>
                </a:lnTo>
                <a:lnTo>
                  <a:pt x="445554" y="13771"/>
                </a:lnTo>
                <a:lnTo>
                  <a:pt x="445705" y="13778"/>
                </a:lnTo>
                <a:lnTo>
                  <a:pt x="445853" y="13788"/>
                </a:lnTo>
                <a:lnTo>
                  <a:pt x="446000" y="13802"/>
                </a:lnTo>
                <a:lnTo>
                  <a:pt x="446145" y="13818"/>
                </a:lnTo>
                <a:lnTo>
                  <a:pt x="446289" y="13836"/>
                </a:lnTo>
                <a:lnTo>
                  <a:pt x="446431" y="13858"/>
                </a:lnTo>
                <a:lnTo>
                  <a:pt x="446571" y="13883"/>
                </a:lnTo>
                <a:lnTo>
                  <a:pt x="446710" y="13911"/>
                </a:lnTo>
                <a:lnTo>
                  <a:pt x="446847" y="13941"/>
                </a:lnTo>
                <a:lnTo>
                  <a:pt x="446982" y="13974"/>
                </a:lnTo>
                <a:lnTo>
                  <a:pt x="447116" y="14011"/>
                </a:lnTo>
                <a:lnTo>
                  <a:pt x="447248" y="14050"/>
                </a:lnTo>
                <a:lnTo>
                  <a:pt x="447379" y="14092"/>
                </a:lnTo>
                <a:lnTo>
                  <a:pt x="447507" y="14137"/>
                </a:lnTo>
                <a:lnTo>
                  <a:pt x="447634" y="14185"/>
                </a:lnTo>
                <a:lnTo>
                  <a:pt x="447760" y="14236"/>
                </a:lnTo>
                <a:lnTo>
                  <a:pt x="447884" y="14290"/>
                </a:lnTo>
                <a:lnTo>
                  <a:pt x="448006" y="14346"/>
                </a:lnTo>
                <a:lnTo>
                  <a:pt x="448126" y="14406"/>
                </a:lnTo>
                <a:lnTo>
                  <a:pt x="448245" y="14469"/>
                </a:lnTo>
                <a:lnTo>
                  <a:pt x="448362" y="14534"/>
                </a:lnTo>
                <a:lnTo>
                  <a:pt x="448478" y="14602"/>
                </a:lnTo>
                <a:lnTo>
                  <a:pt x="448591" y="14673"/>
                </a:lnTo>
                <a:lnTo>
                  <a:pt x="448702" y="14746"/>
                </a:lnTo>
                <a:lnTo>
                  <a:pt x="448809" y="14820"/>
                </a:lnTo>
                <a:lnTo>
                  <a:pt x="448914" y="14897"/>
                </a:lnTo>
                <a:lnTo>
                  <a:pt x="449015" y="14976"/>
                </a:lnTo>
                <a:lnTo>
                  <a:pt x="449114" y="15056"/>
                </a:lnTo>
                <a:lnTo>
                  <a:pt x="449210" y="15139"/>
                </a:lnTo>
                <a:lnTo>
                  <a:pt x="449303" y="15223"/>
                </a:lnTo>
                <a:lnTo>
                  <a:pt x="449393" y="15310"/>
                </a:lnTo>
                <a:lnTo>
                  <a:pt x="449480" y="15398"/>
                </a:lnTo>
                <a:lnTo>
                  <a:pt x="449564" y="15489"/>
                </a:lnTo>
                <a:lnTo>
                  <a:pt x="449645" y="15581"/>
                </a:lnTo>
                <a:lnTo>
                  <a:pt x="449724" y="15675"/>
                </a:lnTo>
                <a:lnTo>
                  <a:pt x="449799" y="15772"/>
                </a:lnTo>
                <a:lnTo>
                  <a:pt x="449872" y="15870"/>
                </a:lnTo>
                <a:lnTo>
                  <a:pt x="449942" y="15970"/>
                </a:lnTo>
                <a:lnTo>
                  <a:pt x="450008" y="16072"/>
                </a:lnTo>
                <a:lnTo>
                  <a:pt x="450072" y="16177"/>
                </a:lnTo>
                <a:lnTo>
                  <a:pt x="450133" y="16283"/>
                </a:lnTo>
                <a:lnTo>
                  <a:pt x="450191" y="16391"/>
                </a:lnTo>
                <a:lnTo>
                  <a:pt x="450247" y="16501"/>
                </a:lnTo>
                <a:lnTo>
                  <a:pt x="450299" y="16613"/>
                </a:lnTo>
                <a:lnTo>
                  <a:pt x="450348" y="16727"/>
                </a:lnTo>
                <a:lnTo>
                  <a:pt x="450395" y="16843"/>
                </a:lnTo>
                <a:lnTo>
                  <a:pt x="450439" y="16963"/>
                </a:lnTo>
                <a:lnTo>
                  <a:pt x="450481" y="17087"/>
                </a:lnTo>
                <a:lnTo>
                  <a:pt x="450521" y="17216"/>
                </a:lnTo>
                <a:lnTo>
                  <a:pt x="450560" y="17351"/>
                </a:lnTo>
                <a:lnTo>
                  <a:pt x="450596" y="17490"/>
                </a:lnTo>
                <a:lnTo>
                  <a:pt x="450631" y="17634"/>
                </a:lnTo>
                <a:lnTo>
                  <a:pt x="450664" y="17784"/>
                </a:lnTo>
                <a:lnTo>
                  <a:pt x="450695" y="17938"/>
                </a:lnTo>
                <a:lnTo>
                  <a:pt x="450724" y="18097"/>
                </a:lnTo>
                <a:lnTo>
                  <a:pt x="450751" y="18261"/>
                </a:lnTo>
                <a:lnTo>
                  <a:pt x="450777" y="18430"/>
                </a:lnTo>
                <a:lnTo>
                  <a:pt x="450800" y="18604"/>
                </a:lnTo>
                <a:lnTo>
                  <a:pt x="450822" y="18783"/>
                </a:lnTo>
                <a:lnTo>
                  <a:pt x="450841" y="18967"/>
                </a:lnTo>
                <a:lnTo>
                  <a:pt x="450859" y="19156"/>
                </a:lnTo>
                <a:lnTo>
                  <a:pt x="450875" y="19350"/>
                </a:lnTo>
                <a:lnTo>
                  <a:pt x="450889" y="19549"/>
                </a:lnTo>
                <a:lnTo>
                  <a:pt x="450901" y="19753"/>
                </a:lnTo>
                <a:lnTo>
                  <a:pt x="450912" y="19962"/>
                </a:lnTo>
                <a:lnTo>
                  <a:pt x="450920" y="20176"/>
                </a:lnTo>
                <a:lnTo>
                  <a:pt x="450927" y="20394"/>
                </a:lnTo>
                <a:lnTo>
                  <a:pt x="450931" y="20618"/>
                </a:lnTo>
                <a:lnTo>
                  <a:pt x="450934" y="20847"/>
                </a:lnTo>
                <a:lnTo>
                  <a:pt x="450935" y="21080"/>
                </a:lnTo>
                <a:lnTo>
                  <a:pt x="450935" y="37719"/>
                </a:lnTo>
                <a:lnTo>
                  <a:pt x="455566" y="37719"/>
                </a:lnTo>
                <a:lnTo>
                  <a:pt x="455566" y="20918"/>
                </a:lnTo>
                <a:lnTo>
                  <a:pt x="455566" y="20653"/>
                </a:lnTo>
                <a:lnTo>
                  <a:pt x="455565" y="20395"/>
                </a:lnTo>
                <a:lnTo>
                  <a:pt x="455562" y="20144"/>
                </a:lnTo>
                <a:lnTo>
                  <a:pt x="455559" y="19900"/>
                </a:lnTo>
                <a:lnTo>
                  <a:pt x="455555" y="19662"/>
                </a:lnTo>
                <a:lnTo>
                  <a:pt x="455550" y="19431"/>
                </a:lnTo>
                <a:lnTo>
                  <a:pt x="455544" y="19206"/>
                </a:lnTo>
                <a:lnTo>
                  <a:pt x="455538" y="18988"/>
                </a:lnTo>
                <a:lnTo>
                  <a:pt x="455530" y="18777"/>
                </a:lnTo>
                <a:lnTo>
                  <a:pt x="455522" y="18573"/>
                </a:lnTo>
                <a:lnTo>
                  <a:pt x="455512" y="18375"/>
                </a:lnTo>
                <a:lnTo>
                  <a:pt x="455502" y="18184"/>
                </a:lnTo>
                <a:lnTo>
                  <a:pt x="455491" y="18000"/>
                </a:lnTo>
                <a:lnTo>
                  <a:pt x="455479" y="17822"/>
                </a:lnTo>
                <a:lnTo>
                  <a:pt x="455466" y="17652"/>
                </a:lnTo>
                <a:lnTo>
                  <a:pt x="455452" y="17487"/>
                </a:lnTo>
                <a:lnTo>
                  <a:pt x="455437" y="17330"/>
                </a:lnTo>
                <a:lnTo>
                  <a:pt x="455422" y="17179"/>
                </a:lnTo>
                <a:lnTo>
                  <a:pt x="455405" y="17035"/>
                </a:lnTo>
                <a:lnTo>
                  <a:pt x="455388" y="16898"/>
                </a:lnTo>
                <a:lnTo>
                  <a:pt x="455369" y="16767"/>
                </a:lnTo>
                <a:lnTo>
                  <a:pt x="455350" y="16643"/>
                </a:lnTo>
                <a:lnTo>
                  <a:pt x="455330" y="16526"/>
                </a:lnTo>
                <a:lnTo>
                  <a:pt x="455309" y="16415"/>
                </a:lnTo>
                <a:lnTo>
                  <a:pt x="455274" y="16251"/>
                </a:lnTo>
                <a:lnTo>
                  <a:pt x="455236" y="16089"/>
                </a:lnTo>
                <a:lnTo>
                  <a:pt x="455196" y="15929"/>
                </a:lnTo>
                <a:lnTo>
                  <a:pt x="455155" y="15770"/>
                </a:lnTo>
                <a:lnTo>
                  <a:pt x="455111" y="15613"/>
                </a:lnTo>
                <a:lnTo>
                  <a:pt x="455065" y="15459"/>
                </a:lnTo>
                <a:lnTo>
                  <a:pt x="455016" y="15306"/>
                </a:lnTo>
                <a:lnTo>
                  <a:pt x="454966" y="15155"/>
                </a:lnTo>
                <a:lnTo>
                  <a:pt x="454913" y="15005"/>
                </a:lnTo>
                <a:lnTo>
                  <a:pt x="454859" y="14858"/>
                </a:lnTo>
                <a:lnTo>
                  <a:pt x="454802" y="14713"/>
                </a:lnTo>
                <a:lnTo>
                  <a:pt x="454743" y="14569"/>
                </a:lnTo>
                <a:lnTo>
                  <a:pt x="454682" y="14428"/>
                </a:lnTo>
                <a:lnTo>
                  <a:pt x="454619" y="14288"/>
                </a:lnTo>
                <a:lnTo>
                  <a:pt x="454553" y="14150"/>
                </a:lnTo>
                <a:lnTo>
                  <a:pt x="454486" y="14014"/>
                </a:lnTo>
                <a:lnTo>
                  <a:pt x="454416" y="13880"/>
                </a:lnTo>
                <a:lnTo>
                  <a:pt x="454344" y="13748"/>
                </a:lnTo>
                <a:lnTo>
                  <a:pt x="454270" y="13617"/>
                </a:lnTo>
                <a:lnTo>
                  <a:pt x="454194" y="13489"/>
                </a:lnTo>
                <a:lnTo>
                  <a:pt x="454116" y="13362"/>
                </a:lnTo>
                <a:lnTo>
                  <a:pt x="454035" y="13237"/>
                </a:lnTo>
                <a:lnTo>
                  <a:pt x="453953" y="13114"/>
                </a:lnTo>
                <a:lnTo>
                  <a:pt x="453868" y="12993"/>
                </a:lnTo>
                <a:lnTo>
                  <a:pt x="453781" y="12874"/>
                </a:lnTo>
                <a:lnTo>
                  <a:pt x="453689" y="12757"/>
                </a:lnTo>
                <a:lnTo>
                  <a:pt x="453595" y="12642"/>
                </a:lnTo>
                <a:lnTo>
                  <a:pt x="453496" y="12528"/>
                </a:lnTo>
                <a:lnTo>
                  <a:pt x="453394" y="12417"/>
                </a:lnTo>
                <a:lnTo>
                  <a:pt x="453288" y="12307"/>
                </a:lnTo>
                <a:lnTo>
                  <a:pt x="453179" y="12200"/>
                </a:lnTo>
                <a:lnTo>
                  <a:pt x="453066" y="12094"/>
                </a:lnTo>
                <a:lnTo>
                  <a:pt x="452950" y="11990"/>
                </a:lnTo>
                <a:lnTo>
                  <a:pt x="452830" y="11889"/>
                </a:lnTo>
                <a:lnTo>
                  <a:pt x="452706" y="11789"/>
                </a:lnTo>
                <a:lnTo>
                  <a:pt x="452579" y="11691"/>
                </a:lnTo>
                <a:lnTo>
                  <a:pt x="452448" y="11595"/>
                </a:lnTo>
                <a:lnTo>
                  <a:pt x="452313" y="11501"/>
                </a:lnTo>
                <a:lnTo>
                  <a:pt x="452175" y="11408"/>
                </a:lnTo>
                <a:lnTo>
                  <a:pt x="452033" y="11318"/>
                </a:lnTo>
                <a:lnTo>
                  <a:pt x="451887" y="11230"/>
                </a:lnTo>
                <a:lnTo>
                  <a:pt x="451738" y="11143"/>
                </a:lnTo>
                <a:lnTo>
                  <a:pt x="451586" y="11059"/>
                </a:lnTo>
                <a:lnTo>
                  <a:pt x="451429" y="10976"/>
                </a:lnTo>
                <a:lnTo>
                  <a:pt x="451269" y="10895"/>
                </a:lnTo>
                <a:lnTo>
                  <a:pt x="451106" y="10817"/>
                </a:lnTo>
                <a:lnTo>
                  <a:pt x="450939" y="10740"/>
                </a:lnTo>
                <a:lnTo>
                  <a:pt x="450768" y="10665"/>
                </a:lnTo>
                <a:lnTo>
                  <a:pt x="450595" y="10592"/>
                </a:lnTo>
                <a:lnTo>
                  <a:pt x="450420" y="10523"/>
                </a:lnTo>
                <a:lnTo>
                  <a:pt x="450244" y="10457"/>
                </a:lnTo>
                <a:lnTo>
                  <a:pt x="450066" y="10394"/>
                </a:lnTo>
                <a:lnTo>
                  <a:pt x="449887" y="10333"/>
                </a:lnTo>
                <a:lnTo>
                  <a:pt x="449707" y="10276"/>
                </a:lnTo>
                <a:lnTo>
                  <a:pt x="449526" y="10223"/>
                </a:lnTo>
                <a:lnTo>
                  <a:pt x="449343" y="10172"/>
                </a:lnTo>
                <a:lnTo>
                  <a:pt x="449158" y="10124"/>
                </a:lnTo>
                <a:lnTo>
                  <a:pt x="448973" y="10079"/>
                </a:lnTo>
                <a:lnTo>
                  <a:pt x="448785" y="10038"/>
                </a:lnTo>
                <a:lnTo>
                  <a:pt x="448597" y="9999"/>
                </a:lnTo>
                <a:lnTo>
                  <a:pt x="448407" y="9964"/>
                </a:lnTo>
                <a:lnTo>
                  <a:pt x="448216" y="9931"/>
                </a:lnTo>
                <a:lnTo>
                  <a:pt x="448023" y="9902"/>
                </a:lnTo>
                <a:lnTo>
                  <a:pt x="447829" y="9876"/>
                </a:lnTo>
                <a:lnTo>
                  <a:pt x="447633" y="9853"/>
                </a:lnTo>
                <a:lnTo>
                  <a:pt x="447437" y="9833"/>
                </a:lnTo>
                <a:lnTo>
                  <a:pt x="447238" y="9816"/>
                </a:lnTo>
                <a:lnTo>
                  <a:pt x="447039" y="9802"/>
                </a:lnTo>
                <a:lnTo>
                  <a:pt x="446838" y="9791"/>
                </a:lnTo>
                <a:lnTo>
                  <a:pt x="446635" y="9783"/>
                </a:lnTo>
                <a:lnTo>
                  <a:pt x="446432" y="9779"/>
                </a:lnTo>
                <a:lnTo>
                  <a:pt x="446227" y="9777"/>
                </a:lnTo>
                <a:lnTo>
                  <a:pt x="445757" y="9785"/>
                </a:lnTo>
                <a:lnTo>
                  <a:pt x="445297" y="9808"/>
                </a:lnTo>
                <a:lnTo>
                  <a:pt x="444847" y="9847"/>
                </a:lnTo>
                <a:lnTo>
                  <a:pt x="444406" y="9902"/>
                </a:lnTo>
                <a:lnTo>
                  <a:pt x="443973" y="9971"/>
                </a:lnTo>
                <a:lnTo>
                  <a:pt x="443551" y="10057"/>
                </a:lnTo>
                <a:lnTo>
                  <a:pt x="443137" y="10158"/>
                </a:lnTo>
                <a:lnTo>
                  <a:pt x="442733" y="10275"/>
                </a:lnTo>
                <a:lnTo>
                  <a:pt x="442338" y="10407"/>
                </a:lnTo>
                <a:lnTo>
                  <a:pt x="441953" y="10554"/>
                </a:lnTo>
                <a:lnTo>
                  <a:pt x="441576" y="10718"/>
                </a:lnTo>
                <a:lnTo>
                  <a:pt x="441209" y="10896"/>
                </a:lnTo>
                <a:lnTo>
                  <a:pt x="440852" y="11091"/>
                </a:lnTo>
                <a:lnTo>
                  <a:pt x="440503" y="11301"/>
                </a:lnTo>
                <a:lnTo>
                  <a:pt x="440164" y="11526"/>
                </a:lnTo>
                <a:lnTo>
                  <a:pt x="439834" y="11767"/>
                </a:lnTo>
                <a:lnTo>
                  <a:pt x="439514" y="12023"/>
                </a:lnTo>
                <a:lnTo>
                  <a:pt x="439202" y="12295"/>
                </a:lnTo>
                <a:lnTo>
                  <a:pt x="438900" y="12583"/>
                </a:lnTo>
                <a:lnTo>
                  <a:pt x="438608" y="12886"/>
                </a:lnTo>
                <a:lnTo>
                  <a:pt x="438324" y="13205"/>
                </a:lnTo>
                <a:lnTo>
                  <a:pt x="438050" y="13539"/>
                </a:lnTo>
                <a:lnTo>
                  <a:pt x="437786" y="13889"/>
                </a:lnTo>
                <a:lnTo>
                  <a:pt x="437530" y="14254"/>
                </a:lnTo>
                <a:lnTo>
                  <a:pt x="437530" y="10395"/>
                </a:lnTo>
                <a:lnTo>
                  <a:pt x="433362" y="10395"/>
                </a:lnTo>
                <a:lnTo>
                  <a:pt x="433362" y="37719"/>
                </a:lnTo>
                <a:lnTo>
                  <a:pt x="437993" y="37719"/>
                </a:lnTo>
                <a:lnTo>
                  <a:pt x="437993" y="22780"/>
                </a:lnTo>
                <a:lnTo>
                  <a:pt x="437997" y="22348"/>
                </a:lnTo>
                <a:lnTo>
                  <a:pt x="438008" y="21928"/>
                </a:lnTo>
                <a:lnTo>
                  <a:pt x="438027" y="21519"/>
                </a:lnTo>
                <a:close/>
                <a:moveTo>
                  <a:pt x="708690" y="22671"/>
                </a:moveTo>
                <a:lnTo>
                  <a:pt x="708699" y="22432"/>
                </a:lnTo>
                <a:lnTo>
                  <a:pt x="708711" y="22194"/>
                </a:lnTo>
                <a:lnTo>
                  <a:pt x="708726" y="21958"/>
                </a:lnTo>
                <a:lnTo>
                  <a:pt x="708743" y="21724"/>
                </a:lnTo>
                <a:lnTo>
                  <a:pt x="708764" y="21492"/>
                </a:lnTo>
                <a:lnTo>
                  <a:pt x="708786" y="21261"/>
                </a:lnTo>
                <a:lnTo>
                  <a:pt x="708812" y="21031"/>
                </a:lnTo>
                <a:lnTo>
                  <a:pt x="708840" y="20803"/>
                </a:lnTo>
                <a:lnTo>
                  <a:pt x="708871" y="20577"/>
                </a:lnTo>
                <a:lnTo>
                  <a:pt x="708904" y="20353"/>
                </a:lnTo>
                <a:lnTo>
                  <a:pt x="708940" y="20130"/>
                </a:lnTo>
                <a:lnTo>
                  <a:pt x="708979" y="19908"/>
                </a:lnTo>
                <a:lnTo>
                  <a:pt x="709021" y="19689"/>
                </a:lnTo>
                <a:lnTo>
                  <a:pt x="709065" y="19471"/>
                </a:lnTo>
                <a:lnTo>
                  <a:pt x="709112" y="19254"/>
                </a:lnTo>
                <a:lnTo>
                  <a:pt x="709162" y="19039"/>
                </a:lnTo>
                <a:lnTo>
                  <a:pt x="709214" y="18826"/>
                </a:lnTo>
                <a:lnTo>
                  <a:pt x="709269" y="18614"/>
                </a:lnTo>
                <a:lnTo>
                  <a:pt x="709326" y="18404"/>
                </a:lnTo>
                <a:lnTo>
                  <a:pt x="709387" y="18196"/>
                </a:lnTo>
                <a:lnTo>
                  <a:pt x="709450" y="17989"/>
                </a:lnTo>
                <a:lnTo>
                  <a:pt x="709494" y="17855"/>
                </a:lnTo>
                <a:lnTo>
                  <a:pt x="709540" y="17723"/>
                </a:lnTo>
                <a:lnTo>
                  <a:pt x="709589" y="17594"/>
                </a:lnTo>
                <a:lnTo>
                  <a:pt x="709641" y="17468"/>
                </a:lnTo>
                <a:lnTo>
                  <a:pt x="709694" y="17344"/>
                </a:lnTo>
                <a:lnTo>
                  <a:pt x="709750" y="17222"/>
                </a:lnTo>
                <a:lnTo>
                  <a:pt x="709809" y="17103"/>
                </a:lnTo>
                <a:lnTo>
                  <a:pt x="709870" y="16986"/>
                </a:lnTo>
                <a:lnTo>
                  <a:pt x="709933" y="16872"/>
                </a:lnTo>
                <a:lnTo>
                  <a:pt x="709999" y="16760"/>
                </a:lnTo>
                <a:lnTo>
                  <a:pt x="710067" y="16650"/>
                </a:lnTo>
                <a:lnTo>
                  <a:pt x="710138" y="16543"/>
                </a:lnTo>
                <a:lnTo>
                  <a:pt x="710211" y="16439"/>
                </a:lnTo>
                <a:lnTo>
                  <a:pt x="710286" y="16337"/>
                </a:lnTo>
                <a:lnTo>
                  <a:pt x="710364" y="16237"/>
                </a:lnTo>
                <a:lnTo>
                  <a:pt x="710445" y="16140"/>
                </a:lnTo>
                <a:lnTo>
                  <a:pt x="710527" y="16046"/>
                </a:lnTo>
                <a:lnTo>
                  <a:pt x="710612" y="15953"/>
                </a:lnTo>
                <a:lnTo>
                  <a:pt x="710700" y="15864"/>
                </a:lnTo>
                <a:lnTo>
                  <a:pt x="710790" y="15777"/>
                </a:lnTo>
                <a:lnTo>
                  <a:pt x="710882" y="15692"/>
                </a:lnTo>
                <a:lnTo>
                  <a:pt x="710977" y="15609"/>
                </a:lnTo>
                <a:lnTo>
                  <a:pt x="711074" y="15530"/>
                </a:lnTo>
                <a:lnTo>
                  <a:pt x="711174" y="15452"/>
                </a:lnTo>
                <a:lnTo>
                  <a:pt x="711275" y="15377"/>
                </a:lnTo>
                <a:lnTo>
                  <a:pt x="711377" y="15306"/>
                </a:lnTo>
                <a:lnTo>
                  <a:pt x="711481" y="15238"/>
                </a:lnTo>
                <a:lnTo>
                  <a:pt x="711585" y="15173"/>
                </a:lnTo>
                <a:lnTo>
                  <a:pt x="711691" y="15111"/>
                </a:lnTo>
                <a:lnTo>
                  <a:pt x="711798" y="15052"/>
                </a:lnTo>
                <a:lnTo>
                  <a:pt x="711905" y="14996"/>
                </a:lnTo>
                <a:lnTo>
                  <a:pt x="712014" y="14944"/>
                </a:lnTo>
                <a:lnTo>
                  <a:pt x="712124" y="14895"/>
                </a:lnTo>
                <a:lnTo>
                  <a:pt x="712235" y="14848"/>
                </a:lnTo>
                <a:lnTo>
                  <a:pt x="712347" y="14806"/>
                </a:lnTo>
                <a:lnTo>
                  <a:pt x="712460" y="14766"/>
                </a:lnTo>
                <a:lnTo>
                  <a:pt x="712574" y="14729"/>
                </a:lnTo>
                <a:lnTo>
                  <a:pt x="712689" y="14696"/>
                </a:lnTo>
                <a:lnTo>
                  <a:pt x="712806" y="14666"/>
                </a:lnTo>
                <a:lnTo>
                  <a:pt x="712923" y="14639"/>
                </a:lnTo>
                <a:lnTo>
                  <a:pt x="713042" y="14615"/>
                </a:lnTo>
                <a:lnTo>
                  <a:pt x="713161" y="14594"/>
                </a:lnTo>
                <a:lnTo>
                  <a:pt x="713282" y="14577"/>
                </a:lnTo>
                <a:lnTo>
                  <a:pt x="713403" y="14563"/>
                </a:lnTo>
                <a:lnTo>
                  <a:pt x="713526" y="14551"/>
                </a:lnTo>
                <a:lnTo>
                  <a:pt x="713650" y="14543"/>
                </a:lnTo>
                <a:lnTo>
                  <a:pt x="713775" y="14539"/>
                </a:lnTo>
                <a:lnTo>
                  <a:pt x="713901" y="14537"/>
                </a:lnTo>
                <a:lnTo>
                  <a:pt x="714042" y="14539"/>
                </a:lnTo>
                <a:lnTo>
                  <a:pt x="714184" y="14544"/>
                </a:lnTo>
                <a:lnTo>
                  <a:pt x="714325" y="14553"/>
                </a:lnTo>
                <a:lnTo>
                  <a:pt x="714467" y="14565"/>
                </a:lnTo>
                <a:lnTo>
                  <a:pt x="714608" y="14581"/>
                </a:lnTo>
                <a:lnTo>
                  <a:pt x="714750" y="14600"/>
                </a:lnTo>
                <a:lnTo>
                  <a:pt x="714891" y="14622"/>
                </a:lnTo>
                <a:lnTo>
                  <a:pt x="715033" y="14649"/>
                </a:lnTo>
                <a:lnTo>
                  <a:pt x="715175" y="14678"/>
                </a:lnTo>
                <a:lnTo>
                  <a:pt x="715316" y="14711"/>
                </a:lnTo>
                <a:lnTo>
                  <a:pt x="715458" y="14748"/>
                </a:lnTo>
                <a:lnTo>
                  <a:pt x="715599" y="14788"/>
                </a:lnTo>
                <a:lnTo>
                  <a:pt x="715741" y="14832"/>
                </a:lnTo>
                <a:lnTo>
                  <a:pt x="715882" y="14879"/>
                </a:lnTo>
                <a:lnTo>
                  <a:pt x="716024" y="14929"/>
                </a:lnTo>
                <a:lnTo>
                  <a:pt x="716165" y="14983"/>
                </a:lnTo>
                <a:lnTo>
                  <a:pt x="716307" y="15041"/>
                </a:lnTo>
                <a:lnTo>
                  <a:pt x="716448" y="15102"/>
                </a:lnTo>
                <a:lnTo>
                  <a:pt x="716590" y="15166"/>
                </a:lnTo>
                <a:lnTo>
                  <a:pt x="716731" y="15234"/>
                </a:lnTo>
                <a:lnTo>
                  <a:pt x="716873" y="15305"/>
                </a:lnTo>
                <a:lnTo>
                  <a:pt x="717014" y="15380"/>
                </a:lnTo>
                <a:lnTo>
                  <a:pt x="717156" y="15459"/>
                </a:lnTo>
                <a:lnTo>
                  <a:pt x="717297" y="15541"/>
                </a:lnTo>
                <a:lnTo>
                  <a:pt x="718892" y="11263"/>
                </a:lnTo>
                <a:lnTo>
                  <a:pt x="718691" y="11142"/>
                </a:lnTo>
                <a:lnTo>
                  <a:pt x="718490" y="11026"/>
                </a:lnTo>
                <a:lnTo>
                  <a:pt x="718289" y="10915"/>
                </a:lnTo>
                <a:lnTo>
                  <a:pt x="718088" y="10809"/>
                </a:lnTo>
                <a:lnTo>
                  <a:pt x="717888" y="10708"/>
                </a:lnTo>
                <a:lnTo>
                  <a:pt x="717688" y="10613"/>
                </a:lnTo>
                <a:lnTo>
                  <a:pt x="717488" y="10523"/>
                </a:lnTo>
                <a:lnTo>
                  <a:pt x="717289" y="10438"/>
                </a:lnTo>
                <a:lnTo>
                  <a:pt x="717089" y="10358"/>
                </a:lnTo>
                <a:lnTo>
                  <a:pt x="716890" y="10283"/>
                </a:lnTo>
                <a:lnTo>
                  <a:pt x="716692" y="10213"/>
                </a:lnTo>
                <a:lnTo>
                  <a:pt x="716493" y="10149"/>
                </a:lnTo>
                <a:lnTo>
                  <a:pt x="716295" y="10089"/>
                </a:lnTo>
                <a:lnTo>
                  <a:pt x="716097" y="10035"/>
                </a:lnTo>
                <a:lnTo>
                  <a:pt x="715899" y="9986"/>
                </a:lnTo>
                <a:lnTo>
                  <a:pt x="715702" y="9942"/>
                </a:lnTo>
                <a:lnTo>
                  <a:pt x="715505" y="9904"/>
                </a:lnTo>
                <a:lnTo>
                  <a:pt x="715308" y="9870"/>
                </a:lnTo>
                <a:lnTo>
                  <a:pt x="715111" y="9842"/>
                </a:lnTo>
                <a:lnTo>
                  <a:pt x="714915" y="9818"/>
                </a:lnTo>
                <a:lnTo>
                  <a:pt x="714719" y="9800"/>
                </a:lnTo>
                <a:lnTo>
                  <a:pt x="714523" y="9787"/>
                </a:lnTo>
                <a:lnTo>
                  <a:pt x="714328" y="9780"/>
                </a:lnTo>
                <a:lnTo>
                  <a:pt x="714132" y="9777"/>
                </a:lnTo>
                <a:lnTo>
                  <a:pt x="713998" y="9779"/>
                </a:lnTo>
                <a:lnTo>
                  <a:pt x="713864" y="9784"/>
                </a:lnTo>
                <a:lnTo>
                  <a:pt x="713731" y="9792"/>
                </a:lnTo>
                <a:lnTo>
                  <a:pt x="713600" y="9803"/>
                </a:lnTo>
                <a:lnTo>
                  <a:pt x="713469" y="9817"/>
                </a:lnTo>
                <a:lnTo>
                  <a:pt x="713339" y="9835"/>
                </a:lnTo>
                <a:lnTo>
                  <a:pt x="713210" y="9856"/>
                </a:lnTo>
                <a:lnTo>
                  <a:pt x="713082" y="9880"/>
                </a:lnTo>
                <a:lnTo>
                  <a:pt x="712955" y="9907"/>
                </a:lnTo>
                <a:lnTo>
                  <a:pt x="712829" y="9937"/>
                </a:lnTo>
                <a:lnTo>
                  <a:pt x="712703" y="9971"/>
                </a:lnTo>
                <a:lnTo>
                  <a:pt x="712579" y="10008"/>
                </a:lnTo>
                <a:lnTo>
                  <a:pt x="712456" y="10048"/>
                </a:lnTo>
                <a:lnTo>
                  <a:pt x="712333" y="10091"/>
                </a:lnTo>
                <a:lnTo>
                  <a:pt x="712212" y="10137"/>
                </a:lnTo>
                <a:lnTo>
                  <a:pt x="712091" y="10187"/>
                </a:lnTo>
                <a:lnTo>
                  <a:pt x="711972" y="10239"/>
                </a:lnTo>
                <a:lnTo>
                  <a:pt x="711853" y="10295"/>
                </a:lnTo>
                <a:lnTo>
                  <a:pt x="711735" y="10355"/>
                </a:lnTo>
                <a:lnTo>
                  <a:pt x="711618" y="10417"/>
                </a:lnTo>
                <a:lnTo>
                  <a:pt x="711503" y="10483"/>
                </a:lnTo>
                <a:lnTo>
                  <a:pt x="711388" y="10551"/>
                </a:lnTo>
                <a:lnTo>
                  <a:pt x="711274" y="10623"/>
                </a:lnTo>
                <a:lnTo>
                  <a:pt x="711161" y="10699"/>
                </a:lnTo>
                <a:lnTo>
                  <a:pt x="711048" y="10779"/>
                </a:lnTo>
                <a:lnTo>
                  <a:pt x="710934" y="10866"/>
                </a:lnTo>
                <a:lnTo>
                  <a:pt x="710819" y="10960"/>
                </a:lnTo>
                <a:lnTo>
                  <a:pt x="710704" y="11060"/>
                </a:lnTo>
                <a:lnTo>
                  <a:pt x="710587" y="11168"/>
                </a:lnTo>
                <a:lnTo>
                  <a:pt x="710470" y="11282"/>
                </a:lnTo>
                <a:lnTo>
                  <a:pt x="710352" y="11404"/>
                </a:lnTo>
                <a:lnTo>
                  <a:pt x="710233" y="11532"/>
                </a:lnTo>
                <a:lnTo>
                  <a:pt x="710113" y="11667"/>
                </a:lnTo>
                <a:lnTo>
                  <a:pt x="709993" y="11808"/>
                </a:lnTo>
                <a:lnTo>
                  <a:pt x="709871" y="11957"/>
                </a:lnTo>
                <a:lnTo>
                  <a:pt x="709749" y="12113"/>
                </a:lnTo>
                <a:lnTo>
                  <a:pt x="709626" y="12275"/>
                </a:lnTo>
                <a:lnTo>
                  <a:pt x="709502" y="12444"/>
                </a:lnTo>
                <a:lnTo>
                  <a:pt x="709377" y="12620"/>
                </a:lnTo>
                <a:lnTo>
                  <a:pt x="709251" y="12803"/>
                </a:lnTo>
                <a:lnTo>
                  <a:pt x="709124" y="12992"/>
                </a:lnTo>
                <a:lnTo>
                  <a:pt x="708997" y="13189"/>
                </a:lnTo>
                <a:lnTo>
                  <a:pt x="708869" y="13392"/>
                </a:lnTo>
                <a:lnTo>
                  <a:pt x="708740" y="13602"/>
                </a:lnTo>
                <a:lnTo>
                  <a:pt x="708610" y="13819"/>
                </a:lnTo>
                <a:lnTo>
                  <a:pt x="708479" y="14043"/>
                </a:lnTo>
                <a:lnTo>
                  <a:pt x="708347" y="14274"/>
                </a:lnTo>
                <a:lnTo>
                  <a:pt x="708215" y="14511"/>
                </a:lnTo>
                <a:lnTo>
                  <a:pt x="708215" y="10395"/>
                </a:lnTo>
                <a:lnTo>
                  <a:pt x="704047" y="10395"/>
                </a:lnTo>
                <a:lnTo>
                  <a:pt x="704047" y="37719"/>
                </a:lnTo>
                <a:lnTo>
                  <a:pt x="708678" y="37719"/>
                </a:lnTo>
                <a:lnTo>
                  <a:pt x="708678" y="23398"/>
                </a:lnTo>
                <a:lnTo>
                  <a:pt x="708679" y="23154"/>
                </a:lnTo>
                <a:lnTo>
                  <a:pt x="708683" y="22911"/>
                </a:lnTo>
                <a:lnTo>
                  <a:pt x="708690" y="22671"/>
                </a:lnTo>
                <a:close/>
                <a:moveTo>
                  <a:pt x="538732" y="30274"/>
                </a:moveTo>
                <a:lnTo>
                  <a:pt x="538627" y="30481"/>
                </a:lnTo>
                <a:lnTo>
                  <a:pt x="538520" y="30682"/>
                </a:lnTo>
                <a:lnTo>
                  <a:pt x="538410" y="30878"/>
                </a:lnTo>
                <a:lnTo>
                  <a:pt x="538297" y="31068"/>
                </a:lnTo>
                <a:lnTo>
                  <a:pt x="538182" y="31252"/>
                </a:lnTo>
                <a:lnTo>
                  <a:pt x="538065" y="31431"/>
                </a:lnTo>
                <a:lnTo>
                  <a:pt x="537944" y="31605"/>
                </a:lnTo>
                <a:lnTo>
                  <a:pt x="537821" y="31773"/>
                </a:lnTo>
                <a:lnTo>
                  <a:pt x="537696" y="31936"/>
                </a:lnTo>
                <a:lnTo>
                  <a:pt x="537568" y="32093"/>
                </a:lnTo>
                <a:lnTo>
                  <a:pt x="537437" y="32244"/>
                </a:lnTo>
                <a:lnTo>
                  <a:pt x="537304" y="32391"/>
                </a:lnTo>
                <a:lnTo>
                  <a:pt x="537168" y="32531"/>
                </a:lnTo>
                <a:lnTo>
                  <a:pt x="537030" y="32666"/>
                </a:lnTo>
                <a:lnTo>
                  <a:pt x="536889" y="32796"/>
                </a:lnTo>
                <a:lnTo>
                  <a:pt x="536745" y="32920"/>
                </a:lnTo>
                <a:lnTo>
                  <a:pt x="536599" y="33039"/>
                </a:lnTo>
                <a:lnTo>
                  <a:pt x="536450" y="33152"/>
                </a:lnTo>
                <a:lnTo>
                  <a:pt x="536299" y="33260"/>
                </a:lnTo>
                <a:lnTo>
                  <a:pt x="536145" y="33364"/>
                </a:lnTo>
                <a:lnTo>
                  <a:pt x="535988" y="33463"/>
                </a:lnTo>
                <a:lnTo>
                  <a:pt x="535829" y="33557"/>
                </a:lnTo>
                <a:lnTo>
                  <a:pt x="535667" y="33647"/>
                </a:lnTo>
                <a:lnTo>
                  <a:pt x="535503" y="33732"/>
                </a:lnTo>
                <a:lnTo>
                  <a:pt x="535336" y="33813"/>
                </a:lnTo>
                <a:lnTo>
                  <a:pt x="535166" y="33888"/>
                </a:lnTo>
                <a:lnTo>
                  <a:pt x="534994" y="33960"/>
                </a:lnTo>
                <a:lnTo>
                  <a:pt x="534820" y="34026"/>
                </a:lnTo>
                <a:lnTo>
                  <a:pt x="534642" y="34089"/>
                </a:lnTo>
                <a:lnTo>
                  <a:pt x="534462" y="34146"/>
                </a:lnTo>
                <a:lnTo>
                  <a:pt x="534280" y="34199"/>
                </a:lnTo>
                <a:lnTo>
                  <a:pt x="534095" y="34247"/>
                </a:lnTo>
                <a:lnTo>
                  <a:pt x="533907" y="34291"/>
                </a:lnTo>
                <a:lnTo>
                  <a:pt x="533717" y="34330"/>
                </a:lnTo>
                <a:lnTo>
                  <a:pt x="533524" y="34365"/>
                </a:lnTo>
                <a:lnTo>
                  <a:pt x="533329" y="34395"/>
                </a:lnTo>
                <a:lnTo>
                  <a:pt x="533131" y="34420"/>
                </a:lnTo>
                <a:lnTo>
                  <a:pt x="532930" y="34441"/>
                </a:lnTo>
                <a:lnTo>
                  <a:pt x="532727" y="34457"/>
                </a:lnTo>
                <a:lnTo>
                  <a:pt x="532521" y="34468"/>
                </a:lnTo>
                <a:lnTo>
                  <a:pt x="532313" y="34475"/>
                </a:lnTo>
                <a:lnTo>
                  <a:pt x="532102" y="34477"/>
                </a:lnTo>
                <a:lnTo>
                  <a:pt x="531819" y="34473"/>
                </a:lnTo>
                <a:lnTo>
                  <a:pt x="531539" y="34461"/>
                </a:lnTo>
                <a:lnTo>
                  <a:pt x="531264" y="34440"/>
                </a:lnTo>
                <a:lnTo>
                  <a:pt x="530993" y="34411"/>
                </a:lnTo>
                <a:lnTo>
                  <a:pt x="530725" y="34374"/>
                </a:lnTo>
                <a:lnTo>
                  <a:pt x="530462" y="34328"/>
                </a:lnTo>
                <a:lnTo>
                  <a:pt x="530202" y="34274"/>
                </a:lnTo>
                <a:lnTo>
                  <a:pt x="529946" y="34212"/>
                </a:lnTo>
                <a:lnTo>
                  <a:pt x="529695" y="34142"/>
                </a:lnTo>
                <a:lnTo>
                  <a:pt x="529447" y="34063"/>
                </a:lnTo>
                <a:lnTo>
                  <a:pt x="529203" y="33976"/>
                </a:lnTo>
                <a:lnTo>
                  <a:pt x="528963" y="33881"/>
                </a:lnTo>
                <a:lnTo>
                  <a:pt x="528727" y="33777"/>
                </a:lnTo>
                <a:lnTo>
                  <a:pt x="528495" y="33665"/>
                </a:lnTo>
                <a:lnTo>
                  <a:pt x="528267" y="33545"/>
                </a:lnTo>
                <a:lnTo>
                  <a:pt x="528042" y="33417"/>
                </a:lnTo>
                <a:lnTo>
                  <a:pt x="527822" y="33280"/>
                </a:lnTo>
                <a:lnTo>
                  <a:pt x="527606" y="33135"/>
                </a:lnTo>
                <a:lnTo>
                  <a:pt x="527393" y="32982"/>
                </a:lnTo>
                <a:lnTo>
                  <a:pt x="527185" y="32820"/>
                </a:lnTo>
                <a:lnTo>
                  <a:pt x="526980" y="32650"/>
                </a:lnTo>
                <a:lnTo>
                  <a:pt x="526779" y="32472"/>
                </a:lnTo>
                <a:lnTo>
                  <a:pt x="526583" y="32286"/>
                </a:lnTo>
                <a:lnTo>
                  <a:pt x="526390" y="32091"/>
                </a:lnTo>
                <a:lnTo>
                  <a:pt x="526203" y="31888"/>
                </a:lnTo>
                <a:lnTo>
                  <a:pt x="526022" y="31679"/>
                </a:lnTo>
                <a:lnTo>
                  <a:pt x="525849" y="31462"/>
                </a:lnTo>
                <a:lnTo>
                  <a:pt x="525683" y="31237"/>
                </a:lnTo>
                <a:lnTo>
                  <a:pt x="525524" y="31005"/>
                </a:lnTo>
                <a:lnTo>
                  <a:pt x="525372" y="30766"/>
                </a:lnTo>
                <a:lnTo>
                  <a:pt x="525227" y="30520"/>
                </a:lnTo>
                <a:lnTo>
                  <a:pt x="525089" y="30266"/>
                </a:lnTo>
                <a:lnTo>
                  <a:pt x="524958" y="30005"/>
                </a:lnTo>
                <a:lnTo>
                  <a:pt x="524835" y="29737"/>
                </a:lnTo>
                <a:lnTo>
                  <a:pt x="524718" y="29462"/>
                </a:lnTo>
                <a:lnTo>
                  <a:pt x="524608" y="29179"/>
                </a:lnTo>
                <a:lnTo>
                  <a:pt x="524506" y="28889"/>
                </a:lnTo>
                <a:lnTo>
                  <a:pt x="524410" y="28591"/>
                </a:lnTo>
                <a:lnTo>
                  <a:pt x="524321" y="28286"/>
                </a:lnTo>
                <a:lnTo>
                  <a:pt x="524240" y="27974"/>
                </a:lnTo>
                <a:lnTo>
                  <a:pt x="524166" y="27655"/>
                </a:lnTo>
                <a:lnTo>
                  <a:pt x="524098" y="27328"/>
                </a:lnTo>
                <a:lnTo>
                  <a:pt x="524038" y="26994"/>
                </a:lnTo>
                <a:lnTo>
                  <a:pt x="523985" y="26653"/>
                </a:lnTo>
                <a:lnTo>
                  <a:pt x="523939" y="26304"/>
                </a:lnTo>
                <a:lnTo>
                  <a:pt x="523900" y="25948"/>
                </a:lnTo>
                <a:lnTo>
                  <a:pt x="523868" y="25585"/>
                </a:lnTo>
                <a:lnTo>
                  <a:pt x="523843" y="25215"/>
                </a:lnTo>
                <a:lnTo>
                  <a:pt x="544220" y="25215"/>
                </a:lnTo>
                <a:lnTo>
                  <a:pt x="544222" y="25147"/>
                </a:lnTo>
                <a:lnTo>
                  <a:pt x="544224" y="25081"/>
                </a:lnTo>
                <a:lnTo>
                  <a:pt x="544226" y="25016"/>
                </a:lnTo>
                <a:lnTo>
                  <a:pt x="544228" y="24952"/>
                </a:lnTo>
                <a:lnTo>
                  <a:pt x="544230" y="24890"/>
                </a:lnTo>
                <a:lnTo>
                  <a:pt x="544232" y="24830"/>
                </a:lnTo>
                <a:lnTo>
                  <a:pt x="544233" y="24770"/>
                </a:lnTo>
                <a:lnTo>
                  <a:pt x="544235" y="24713"/>
                </a:lnTo>
                <a:lnTo>
                  <a:pt x="544236" y="24656"/>
                </a:lnTo>
                <a:lnTo>
                  <a:pt x="544237" y="24601"/>
                </a:lnTo>
                <a:lnTo>
                  <a:pt x="544239" y="24548"/>
                </a:lnTo>
                <a:lnTo>
                  <a:pt x="544240" y="24496"/>
                </a:lnTo>
                <a:lnTo>
                  <a:pt x="544241" y="24445"/>
                </a:lnTo>
                <a:lnTo>
                  <a:pt x="544242" y="24396"/>
                </a:lnTo>
                <a:lnTo>
                  <a:pt x="544242" y="24348"/>
                </a:lnTo>
                <a:lnTo>
                  <a:pt x="544243" y="24302"/>
                </a:lnTo>
                <a:lnTo>
                  <a:pt x="544244" y="24257"/>
                </a:lnTo>
                <a:lnTo>
                  <a:pt x="544244" y="24213"/>
                </a:lnTo>
                <a:lnTo>
                  <a:pt x="544245" y="24171"/>
                </a:lnTo>
                <a:lnTo>
                  <a:pt x="544245" y="24131"/>
                </a:lnTo>
                <a:lnTo>
                  <a:pt x="544246" y="24091"/>
                </a:lnTo>
                <a:lnTo>
                  <a:pt x="544246" y="24054"/>
                </a:lnTo>
                <a:lnTo>
                  <a:pt x="544246" y="24017"/>
                </a:lnTo>
                <a:lnTo>
                  <a:pt x="544246" y="23982"/>
                </a:lnTo>
                <a:lnTo>
                  <a:pt x="544240" y="23425"/>
                </a:lnTo>
                <a:lnTo>
                  <a:pt x="544222" y="22877"/>
                </a:lnTo>
                <a:lnTo>
                  <a:pt x="544192" y="22341"/>
                </a:lnTo>
                <a:lnTo>
                  <a:pt x="544150" y="21815"/>
                </a:lnTo>
                <a:lnTo>
                  <a:pt x="544095" y="21299"/>
                </a:lnTo>
                <a:lnTo>
                  <a:pt x="544029" y="20794"/>
                </a:lnTo>
                <a:lnTo>
                  <a:pt x="543951" y="20299"/>
                </a:lnTo>
                <a:lnTo>
                  <a:pt x="543860" y="19815"/>
                </a:lnTo>
                <a:lnTo>
                  <a:pt x="543758" y="19342"/>
                </a:lnTo>
                <a:lnTo>
                  <a:pt x="543643" y="18879"/>
                </a:lnTo>
                <a:lnTo>
                  <a:pt x="543516" y="18426"/>
                </a:lnTo>
                <a:lnTo>
                  <a:pt x="543378" y="17984"/>
                </a:lnTo>
                <a:lnTo>
                  <a:pt x="543227" y="17553"/>
                </a:lnTo>
                <a:lnTo>
                  <a:pt x="543064" y="17132"/>
                </a:lnTo>
                <a:lnTo>
                  <a:pt x="542889" y="16722"/>
                </a:lnTo>
                <a:lnTo>
                  <a:pt x="542702" y="16322"/>
                </a:lnTo>
                <a:lnTo>
                  <a:pt x="542503" y="15933"/>
                </a:lnTo>
                <a:lnTo>
                  <a:pt x="542292" y="15554"/>
                </a:lnTo>
                <a:lnTo>
                  <a:pt x="542069" y="15186"/>
                </a:lnTo>
                <a:lnTo>
                  <a:pt x="541834" y="14828"/>
                </a:lnTo>
                <a:lnTo>
                  <a:pt x="541587" y="14481"/>
                </a:lnTo>
                <a:lnTo>
                  <a:pt x="541327" y="14144"/>
                </a:lnTo>
                <a:lnTo>
                  <a:pt x="541056" y="13818"/>
                </a:lnTo>
                <a:lnTo>
                  <a:pt x="540773" y="13502"/>
                </a:lnTo>
                <a:lnTo>
                  <a:pt x="540480" y="13198"/>
                </a:lnTo>
                <a:lnTo>
                  <a:pt x="540180" y="12907"/>
                </a:lnTo>
                <a:lnTo>
                  <a:pt x="539873" y="12629"/>
                </a:lnTo>
                <a:lnTo>
                  <a:pt x="539559" y="12364"/>
                </a:lnTo>
                <a:lnTo>
                  <a:pt x="539238" y="12112"/>
                </a:lnTo>
                <a:lnTo>
                  <a:pt x="538910" y="11873"/>
                </a:lnTo>
                <a:lnTo>
                  <a:pt x="538576" y="11646"/>
                </a:lnTo>
                <a:lnTo>
                  <a:pt x="538234" y="11433"/>
                </a:lnTo>
                <a:lnTo>
                  <a:pt x="537885" y="11232"/>
                </a:lnTo>
                <a:lnTo>
                  <a:pt x="537530" y="11045"/>
                </a:lnTo>
                <a:lnTo>
                  <a:pt x="537167" y="10870"/>
                </a:lnTo>
                <a:lnTo>
                  <a:pt x="536797" y="10708"/>
                </a:lnTo>
                <a:lnTo>
                  <a:pt x="536421" y="10560"/>
                </a:lnTo>
                <a:lnTo>
                  <a:pt x="536037" y="10424"/>
                </a:lnTo>
                <a:lnTo>
                  <a:pt x="535647" y="10301"/>
                </a:lnTo>
                <a:lnTo>
                  <a:pt x="535249" y="10191"/>
                </a:lnTo>
                <a:lnTo>
                  <a:pt x="534845" y="10094"/>
                </a:lnTo>
                <a:lnTo>
                  <a:pt x="534434" y="10010"/>
                </a:lnTo>
                <a:lnTo>
                  <a:pt x="534015" y="9939"/>
                </a:lnTo>
                <a:lnTo>
                  <a:pt x="533590" y="9881"/>
                </a:lnTo>
                <a:lnTo>
                  <a:pt x="533158" y="9835"/>
                </a:lnTo>
                <a:lnTo>
                  <a:pt x="532718" y="9803"/>
                </a:lnTo>
                <a:lnTo>
                  <a:pt x="532272" y="9784"/>
                </a:lnTo>
                <a:lnTo>
                  <a:pt x="531819" y="9777"/>
                </a:lnTo>
                <a:lnTo>
                  <a:pt x="531351" y="9784"/>
                </a:lnTo>
                <a:lnTo>
                  <a:pt x="530890" y="9804"/>
                </a:lnTo>
                <a:lnTo>
                  <a:pt x="530437" y="9837"/>
                </a:lnTo>
                <a:lnTo>
                  <a:pt x="529991" y="9883"/>
                </a:lnTo>
                <a:lnTo>
                  <a:pt x="529552" y="9942"/>
                </a:lnTo>
                <a:lnTo>
                  <a:pt x="529120" y="10015"/>
                </a:lnTo>
                <a:lnTo>
                  <a:pt x="528696" y="10101"/>
                </a:lnTo>
                <a:lnTo>
                  <a:pt x="528280" y="10200"/>
                </a:lnTo>
                <a:lnTo>
                  <a:pt x="527870" y="10313"/>
                </a:lnTo>
                <a:lnTo>
                  <a:pt x="527468" y="10438"/>
                </a:lnTo>
                <a:lnTo>
                  <a:pt x="527073" y="10577"/>
                </a:lnTo>
                <a:lnTo>
                  <a:pt x="526686" y="10729"/>
                </a:lnTo>
                <a:lnTo>
                  <a:pt x="526306" y="10894"/>
                </a:lnTo>
                <a:lnTo>
                  <a:pt x="525933" y="11073"/>
                </a:lnTo>
                <a:lnTo>
                  <a:pt x="525567" y="11265"/>
                </a:lnTo>
                <a:lnTo>
                  <a:pt x="525209" y="11470"/>
                </a:lnTo>
                <a:lnTo>
                  <a:pt x="524858" y="11688"/>
                </a:lnTo>
                <a:lnTo>
                  <a:pt x="524515" y="11919"/>
                </a:lnTo>
                <a:lnTo>
                  <a:pt x="524179" y="12164"/>
                </a:lnTo>
                <a:lnTo>
                  <a:pt x="523850" y="12422"/>
                </a:lnTo>
                <a:lnTo>
                  <a:pt x="523528" y="12693"/>
                </a:lnTo>
                <a:lnTo>
                  <a:pt x="523214" y="12977"/>
                </a:lnTo>
                <a:lnTo>
                  <a:pt x="522907" y="13274"/>
                </a:lnTo>
                <a:lnTo>
                  <a:pt x="522608" y="13585"/>
                </a:lnTo>
                <a:lnTo>
                  <a:pt x="522318" y="13908"/>
                </a:lnTo>
                <a:lnTo>
                  <a:pt x="522041" y="14241"/>
                </a:lnTo>
                <a:lnTo>
                  <a:pt x="521775" y="14585"/>
                </a:lnTo>
                <a:lnTo>
                  <a:pt x="521523" y="14940"/>
                </a:lnTo>
                <a:lnTo>
                  <a:pt x="521282" y="15306"/>
                </a:lnTo>
                <a:lnTo>
                  <a:pt x="521054" y="15682"/>
                </a:lnTo>
                <a:lnTo>
                  <a:pt x="520839" y="16069"/>
                </a:lnTo>
                <a:lnTo>
                  <a:pt x="520635" y="16467"/>
                </a:lnTo>
                <a:lnTo>
                  <a:pt x="520444" y="16875"/>
                </a:lnTo>
                <a:lnTo>
                  <a:pt x="520265" y="17294"/>
                </a:lnTo>
                <a:lnTo>
                  <a:pt x="520099" y="17724"/>
                </a:lnTo>
                <a:lnTo>
                  <a:pt x="519945" y="18165"/>
                </a:lnTo>
                <a:lnTo>
                  <a:pt x="519803" y="18616"/>
                </a:lnTo>
                <a:lnTo>
                  <a:pt x="519673" y="19078"/>
                </a:lnTo>
                <a:lnTo>
                  <a:pt x="519556" y="19551"/>
                </a:lnTo>
                <a:lnTo>
                  <a:pt x="519452" y="20035"/>
                </a:lnTo>
                <a:lnTo>
                  <a:pt x="519359" y="20529"/>
                </a:lnTo>
                <a:lnTo>
                  <a:pt x="519279" y="21034"/>
                </a:lnTo>
                <a:lnTo>
                  <a:pt x="519211" y="21549"/>
                </a:lnTo>
                <a:lnTo>
                  <a:pt x="519156" y="22076"/>
                </a:lnTo>
                <a:lnTo>
                  <a:pt x="519112" y="22613"/>
                </a:lnTo>
                <a:lnTo>
                  <a:pt x="519082" y="23161"/>
                </a:lnTo>
                <a:lnTo>
                  <a:pt x="519063" y="23719"/>
                </a:lnTo>
                <a:lnTo>
                  <a:pt x="519057" y="24289"/>
                </a:lnTo>
                <a:lnTo>
                  <a:pt x="519063" y="24839"/>
                </a:lnTo>
                <a:lnTo>
                  <a:pt x="519081" y="25379"/>
                </a:lnTo>
                <a:lnTo>
                  <a:pt x="519112" y="25908"/>
                </a:lnTo>
                <a:lnTo>
                  <a:pt x="519155" y="26427"/>
                </a:lnTo>
                <a:lnTo>
                  <a:pt x="519209" y="26936"/>
                </a:lnTo>
                <a:lnTo>
                  <a:pt x="519277" y="27435"/>
                </a:lnTo>
                <a:lnTo>
                  <a:pt x="519356" y="27923"/>
                </a:lnTo>
                <a:lnTo>
                  <a:pt x="519447" y="28401"/>
                </a:lnTo>
                <a:lnTo>
                  <a:pt x="519551" y="28869"/>
                </a:lnTo>
                <a:lnTo>
                  <a:pt x="519667" y="29326"/>
                </a:lnTo>
                <a:lnTo>
                  <a:pt x="519795" y="29773"/>
                </a:lnTo>
                <a:lnTo>
                  <a:pt x="519935" y="30210"/>
                </a:lnTo>
                <a:lnTo>
                  <a:pt x="520087" y="30636"/>
                </a:lnTo>
                <a:lnTo>
                  <a:pt x="520252" y="31052"/>
                </a:lnTo>
                <a:lnTo>
                  <a:pt x="520429" y="31458"/>
                </a:lnTo>
                <a:lnTo>
                  <a:pt x="520618" y="31853"/>
                </a:lnTo>
                <a:lnTo>
                  <a:pt x="520819" y="32238"/>
                </a:lnTo>
                <a:lnTo>
                  <a:pt x="521033" y="32613"/>
                </a:lnTo>
                <a:lnTo>
                  <a:pt x="521258" y="32977"/>
                </a:lnTo>
                <a:lnTo>
                  <a:pt x="521496" y="33331"/>
                </a:lnTo>
                <a:lnTo>
                  <a:pt x="521746" y="33675"/>
                </a:lnTo>
                <a:lnTo>
                  <a:pt x="522008" y="34009"/>
                </a:lnTo>
                <a:lnTo>
                  <a:pt x="522283" y="34332"/>
                </a:lnTo>
                <a:lnTo>
                  <a:pt x="522569" y="34645"/>
                </a:lnTo>
                <a:lnTo>
                  <a:pt x="522866" y="34946"/>
                </a:lnTo>
                <a:lnTo>
                  <a:pt x="523172" y="35234"/>
                </a:lnTo>
                <a:lnTo>
                  <a:pt x="523486" y="35510"/>
                </a:lnTo>
                <a:lnTo>
                  <a:pt x="523809" y="35773"/>
                </a:lnTo>
                <a:lnTo>
                  <a:pt x="524140" y="36023"/>
                </a:lnTo>
                <a:lnTo>
                  <a:pt x="524480" y="36260"/>
                </a:lnTo>
                <a:lnTo>
                  <a:pt x="524829" y="36484"/>
                </a:lnTo>
                <a:lnTo>
                  <a:pt x="525186" y="36696"/>
                </a:lnTo>
                <a:lnTo>
                  <a:pt x="525552" y="36895"/>
                </a:lnTo>
                <a:lnTo>
                  <a:pt x="525927" y="37080"/>
                </a:lnTo>
                <a:lnTo>
                  <a:pt x="526310" y="37253"/>
                </a:lnTo>
                <a:lnTo>
                  <a:pt x="526702" y="37414"/>
                </a:lnTo>
                <a:lnTo>
                  <a:pt x="527102" y="37561"/>
                </a:lnTo>
                <a:lnTo>
                  <a:pt x="527511" y="37696"/>
                </a:lnTo>
                <a:lnTo>
                  <a:pt x="527929" y="37818"/>
                </a:lnTo>
                <a:lnTo>
                  <a:pt x="528355" y="37927"/>
                </a:lnTo>
                <a:lnTo>
                  <a:pt x="528790" y="38023"/>
                </a:lnTo>
                <a:lnTo>
                  <a:pt x="529234" y="38106"/>
                </a:lnTo>
                <a:lnTo>
                  <a:pt x="529686" y="38177"/>
                </a:lnTo>
                <a:lnTo>
                  <a:pt x="530147" y="38234"/>
                </a:lnTo>
                <a:lnTo>
                  <a:pt x="530616" y="38279"/>
                </a:lnTo>
                <a:lnTo>
                  <a:pt x="531094" y="38311"/>
                </a:lnTo>
                <a:lnTo>
                  <a:pt x="531581" y="38330"/>
                </a:lnTo>
                <a:lnTo>
                  <a:pt x="532076" y="38337"/>
                </a:lnTo>
                <a:lnTo>
                  <a:pt x="532470" y="38333"/>
                </a:lnTo>
                <a:lnTo>
                  <a:pt x="532858" y="38321"/>
                </a:lnTo>
                <a:lnTo>
                  <a:pt x="533240" y="38301"/>
                </a:lnTo>
                <a:lnTo>
                  <a:pt x="533616" y="38272"/>
                </a:lnTo>
                <a:lnTo>
                  <a:pt x="533986" y="38236"/>
                </a:lnTo>
                <a:lnTo>
                  <a:pt x="534350" y="38192"/>
                </a:lnTo>
                <a:lnTo>
                  <a:pt x="534708" y="38140"/>
                </a:lnTo>
                <a:lnTo>
                  <a:pt x="535061" y="38079"/>
                </a:lnTo>
                <a:lnTo>
                  <a:pt x="535407" y="38011"/>
                </a:lnTo>
                <a:lnTo>
                  <a:pt x="535748" y="37935"/>
                </a:lnTo>
                <a:lnTo>
                  <a:pt x="536083" y="37850"/>
                </a:lnTo>
                <a:lnTo>
                  <a:pt x="536411" y="37758"/>
                </a:lnTo>
                <a:lnTo>
                  <a:pt x="536734" y="37657"/>
                </a:lnTo>
                <a:lnTo>
                  <a:pt x="537052" y="37549"/>
                </a:lnTo>
                <a:lnTo>
                  <a:pt x="537363" y="37432"/>
                </a:lnTo>
                <a:lnTo>
                  <a:pt x="537668" y="37308"/>
                </a:lnTo>
                <a:lnTo>
                  <a:pt x="537967" y="37175"/>
                </a:lnTo>
                <a:lnTo>
                  <a:pt x="538261" y="37034"/>
                </a:lnTo>
                <a:lnTo>
                  <a:pt x="538548" y="36885"/>
                </a:lnTo>
                <a:lnTo>
                  <a:pt x="538830" y="36729"/>
                </a:lnTo>
                <a:lnTo>
                  <a:pt x="539106" y="36564"/>
                </a:lnTo>
                <a:lnTo>
                  <a:pt x="539376" y="36391"/>
                </a:lnTo>
                <a:lnTo>
                  <a:pt x="539640" y="36210"/>
                </a:lnTo>
                <a:lnTo>
                  <a:pt x="539898" y="36021"/>
                </a:lnTo>
                <a:lnTo>
                  <a:pt x="540150" y="35825"/>
                </a:lnTo>
                <a:lnTo>
                  <a:pt x="540395" y="35622"/>
                </a:lnTo>
                <a:lnTo>
                  <a:pt x="540633" y="35413"/>
                </a:lnTo>
                <a:lnTo>
                  <a:pt x="540865" y="35197"/>
                </a:lnTo>
                <a:lnTo>
                  <a:pt x="541090" y="34975"/>
                </a:lnTo>
                <a:lnTo>
                  <a:pt x="541308" y="34746"/>
                </a:lnTo>
                <a:lnTo>
                  <a:pt x="541520" y="34511"/>
                </a:lnTo>
                <a:lnTo>
                  <a:pt x="541725" y="34269"/>
                </a:lnTo>
                <a:lnTo>
                  <a:pt x="541923" y="34020"/>
                </a:lnTo>
                <a:lnTo>
                  <a:pt x="542114" y="33765"/>
                </a:lnTo>
                <a:lnTo>
                  <a:pt x="542299" y="33504"/>
                </a:lnTo>
                <a:lnTo>
                  <a:pt x="542477" y="33236"/>
                </a:lnTo>
                <a:lnTo>
                  <a:pt x="542649" y="32961"/>
                </a:lnTo>
                <a:lnTo>
                  <a:pt x="542813" y="32680"/>
                </a:lnTo>
                <a:lnTo>
                  <a:pt x="542971" y="32393"/>
                </a:lnTo>
                <a:lnTo>
                  <a:pt x="543123" y="32099"/>
                </a:lnTo>
                <a:lnTo>
                  <a:pt x="543267" y="31798"/>
                </a:lnTo>
                <a:lnTo>
                  <a:pt x="543405" y="31491"/>
                </a:lnTo>
                <a:lnTo>
                  <a:pt x="543536" y="31178"/>
                </a:lnTo>
                <a:lnTo>
                  <a:pt x="543661" y="30857"/>
                </a:lnTo>
                <a:lnTo>
                  <a:pt x="543779" y="30531"/>
                </a:lnTo>
                <a:lnTo>
                  <a:pt x="543890" y="30198"/>
                </a:lnTo>
                <a:lnTo>
                  <a:pt x="543994" y="29858"/>
                </a:lnTo>
                <a:lnTo>
                  <a:pt x="544092" y="29512"/>
                </a:lnTo>
                <a:lnTo>
                  <a:pt x="539306" y="28920"/>
                </a:lnTo>
                <a:lnTo>
                  <a:pt x="539217" y="29159"/>
                </a:lnTo>
                <a:lnTo>
                  <a:pt x="539125" y="29393"/>
                </a:lnTo>
                <a:lnTo>
                  <a:pt x="539031" y="29622"/>
                </a:lnTo>
                <a:lnTo>
                  <a:pt x="538934" y="29845"/>
                </a:lnTo>
                <a:lnTo>
                  <a:pt x="538834" y="30062"/>
                </a:lnTo>
                <a:lnTo>
                  <a:pt x="538732" y="30274"/>
                </a:lnTo>
                <a:close/>
                <a:moveTo>
                  <a:pt x="524337" y="19685"/>
                </a:moveTo>
                <a:lnTo>
                  <a:pt x="524400" y="19424"/>
                </a:lnTo>
                <a:lnTo>
                  <a:pt x="524470" y="19168"/>
                </a:lnTo>
                <a:lnTo>
                  <a:pt x="524547" y="18916"/>
                </a:lnTo>
                <a:lnTo>
                  <a:pt x="524630" y="18670"/>
                </a:lnTo>
                <a:lnTo>
                  <a:pt x="524720" y="18429"/>
                </a:lnTo>
                <a:lnTo>
                  <a:pt x="524817" y="18192"/>
                </a:lnTo>
                <a:lnTo>
                  <a:pt x="524921" y="17960"/>
                </a:lnTo>
                <a:lnTo>
                  <a:pt x="525031" y="17734"/>
                </a:lnTo>
                <a:lnTo>
                  <a:pt x="525148" y="17512"/>
                </a:lnTo>
                <a:lnTo>
                  <a:pt x="525272" y="17295"/>
                </a:lnTo>
                <a:lnTo>
                  <a:pt x="525403" y="17083"/>
                </a:lnTo>
                <a:lnTo>
                  <a:pt x="525540" y="16876"/>
                </a:lnTo>
                <a:lnTo>
                  <a:pt x="525684" y="16674"/>
                </a:lnTo>
                <a:lnTo>
                  <a:pt x="525835" y="16477"/>
                </a:lnTo>
                <a:lnTo>
                  <a:pt x="525992" y="16285"/>
                </a:lnTo>
                <a:lnTo>
                  <a:pt x="526157" y="16097"/>
                </a:lnTo>
                <a:lnTo>
                  <a:pt x="526328" y="15915"/>
                </a:lnTo>
                <a:lnTo>
                  <a:pt x="526506" y="15738"/>
                </a:lnTo>
                <a:lnTo>
                  <a:pt x="526689" y="15566"/>
                </a:lnTo>
                <a:lnTo>
                  <a:pt x="526875" y="15402"/>
                </a:lnTo>
                <a:lnTo>
                  <a:pt x="527065" y="15245"/>
                </a:lnTo>
                <a:lnTo>
                  <a:pt x="527259" y="15096"/>
                </a:lnTo>
                <a:lnTo>
                  <a:pt x="527456" y="14953"/>
                </a:lnTo>
                <a:lnTo>
                  <a:pt x="527656" y="14818"/>
                </a:lnTo>
                <a:lnTo>
                  <a:pt x="527860" y="14691"/>
                </a:lnTo>
                <a:lnTo>
                  <a:pt x="528068" y="14570"/>
                </a:lnTo>
                <a:lnTo>
                  <a:pt x="528279" y="14457"/>
                </a:lnTo>
                <a:lnTo>
                  <a:pt x="528494" y="14351"/>
                </a:lnTo>
                <a:lnTo>
                  <a:pt x="528712" y="14253"/>
                </a:lnTo>
                <a:lnTo>
                  <a:pt x="528934" y="14162"/>
                </a:lnTo>
                <a:lnTo>
                  <a:pt x="529159" y="14078"/>
                </a:lnTo>
                <a:lnTo>
                  <a:pt x="529388" y="14001"/>
                </a:lnTo>
                <a:lnTo>
                  <a:pt x="529620" y="13932"/>
                </a:lnTo>
                <a:lnTo>
                  <a:pt x="529856" y="13870"/>
                </a:lnTo>
                <a:lnTo>
                  <a:pt x="530096" y="13815"/>
                </a:lnTo>
                <a:lnTo>
                  <a:pt x="530339" y="13768"/>
                </a:lnTo>
                <a:lnTo>
                  <a:pt x="530585" y="13728"/>
                </a:lnTo>
                <a:lnTo>
                  <a:pt x="530835" y="13695"/>
                </a:lnTo>
                <a:lnTo>
                  <a:pt x="531089" y="13669"/>
                </a:lnTo>
                <a:lnTo>
                  <a:pt x="531346" y="13651"/>
                </a:lnTo>
                <a:lnTo>
                  <a:pt x="531606" y="13640"/>
                </a:lnTo>
                <a:lnTo>
                  <a:pt x="531870" y="13637"/>
                </a:lnTo>
                <a:lnTo>
                  <a:pt x="532162" y="13641"/>
                </a:lnTo>
                <a:lnTo>
                  <a:pt x="532449" y="13655"/>
                </a:lnTo>
                <a:lnTo>
                  <a:pt x="532731" y="13678"/>
                </a:lnTo>
                <a:lnTo>
                  <a:pt x="533009" y="13710"/>
                </a:lnTo>
                <a:lnTo>
                  <a:pt x="533282" y="13751"/>
                </a:lnTo>
                <a:lnTo>
                  <a:pt x="533551" y="13801"/>
                </a:lnTo>
                <a:lnTo>
                  <a:pt x="533815" y="13860"/>
                </a:lnTo>
                <a:lnTo>
                  <a:pt x="534074" y="13929"/>
                </a:lnTo>
                <a:lnTo>
                  <a:pt x="534329" y="14007"/>
                </a:lnTo>
                <a:lnTo>
                  <a:pt x="534580" y="14093"/>
                </a:lnTo>
                <a:lnTo>
                  <a:pt x="534826" y="14189"/>
                </a:lnTo>
                <a:lnTo>
                  <a:pt x="535067" y="14294"/>
                </a:lnTo>
                <a:lnTo>
                  <a:pt x="535304" y="14409"/>
                </a:lnTo>
                <a:lnTo>
                  <a:pt x="535536" y="14532"/>
                </a:lnTo>
                <a:lnTo>
                  <a:pt x="535764" y="14665"/>
                </a:lnTo>
                <a:lnTo>
                  <a:pt x="535987" y="14806"/>
                </a:lnTo>
                <a:lnTo>
                  <a:pt x="536206" y="14957"/>
                </a:lnTo>
                <a:lnTo>
                  <a:pt x="536420" y="15117"/>
                </a:lnTo>
                <a:lnTo>
                  <a:pt x="536629" y="15286"/>
                </a:lnTo>
                <a:lnTo>
                  <a:pt x="536834" y="15464"/>
                </a:lnTo>
                <a:lnTo>
                  <a:pt x="537034" y="15651"/>
                </a:lnTo>
                <a:lnTo>
                  <a:pt x="537230" y="15848"/>
                </a:lnTo>
                <a:lnTo>
                  <a:pt x="537421" y="16053"/>
                </a:lnTo>
                <a:lnTo>
                  <a:pt x="537608" y="16268"/>
                </a:lnTo>
                <a:lnTo>
                  <a:pt x="537726" y="16412"/>
                </a:lnTo>
                <a:lnTo>
                  <a:pt x="537840" y="16563"/>
                </a:lnTo>
                <a:lnTo>
                  <a:pt x="537950" y="16719"/>
                </a:lnTo>
                <a:lnTo>
                  <a:pt x="538057" y="16881"/>
                </a:lnTo>
                <a:lnTo>
                  <a:pt x="538159" y="17048"/>
                </a:lnTo>
                <a:lnTo>
                  <a:pt x="538258" y="17222"/>
                </a:lnTo>
                <a:lnTo>
                  <a:pt x="538352" y="17402"/>
                </a:lnTo>
                <a:lnTo>
                  <a:pt x="538443" y="17587"/>
                </a:lnTo>
                <a:lnTo>
                  <a:pt x="538529" y="17778"/>
                </a:lnTo>
                <a:lnTo>
                  <a:pt x="538612" y="17976"/>
                </a:lnTo>
                <a:lnTo>
                  <a:pt x="538691" y="18179"/>
                </a:lnTo>
                <a:lnTo>
                  <a:pt x="538766" y="18388"/>
                </a:lnTo>
                <a:lnTo>
                  <a:pt x="538837" y="18603"/>
                </a:lnTo>
                <a:lnTo>
                  <a:pt x="538904" y="18824"/>
                </a:lnTo>
                <a:lnTo>
                  <a:pt x="538967" y="19050"/>
                </a:lnTo>
                <a:lnTo>
                  <a:pt x="539026" y="19283"/>
                </a:lnTo>
                <a:lnTo>
                  <a:pt x="539081" y="19521"/>
                </a:lnTo>
                <a:lnTo>
                  <a:pt x="539132" y="19766"/>
                </a:lnTo>
                <a:lnTo>
                  <a:pt x="539180" y="20016"/>
                </a:lnTo>
                <a:lnTo>
                  <a:pt x="539223" y="20272"/>
                </a:lnTo>
                <a:lnTo>
                  <a:pt x="539263" y="20534"/>
                </a:lnTo>
                <a:lnTo>
                  <a:pt x="539298" y="20802"/>
                </a:lnTo>
                <a:lnTo>
                  <a:pt x="539330" y="21076"/>
                </a:lnTo>
                <a:lnTo>
                  <a:pt x="539358" y="21355"/>
                </a:lnTo>
                <a:lnTo>
                  <a:pt x="524100" y="21355"/>
                </a:lnTo>
                <a:lnTo>
                  <a:pt x="524123" y="21065"/>
                </a:lnTo>
                <a:lnTo>
                  <a:pt x="524152" y="20779"/>
                </a:lnTo>
                <a:lnTo>
                  <a:pt x="524188" y="20498"/>
                </a:lnTo>
                <a:lnTo>
                  <a:pt x="524231" y="20222"/>
                </a:lnTo>
                <a:lnTo>
                  <a:pt x="524281" y="19951"/>
                </a:lnTo>
                <a:lnTo>
                  <a:pt x="524337" y="19685"/>
                </a:lnTo>
                <a:close/>
                <a:moveTo>
                  <a:pt x="576260" y="31262"/>
                </a:moveTo>
                <a:lnTo>
                  <a:pt x="576362" y="31584"/>
                </a:lnTo>
                <a:lnTo>
                  <a:pt x="576472" y="31899"/>
                </a:lnTo>
                <a:lnTo>
                  <a:pt x="576589" y="32207"/>
                </a:lnTo>
                <a:lnTo>
                  <a:pt x="576713" y="32507"/>
                </a:lnTo>
                <a:lnTo>
                  <a:pt x="576844" y="32800"/>
                </a:lnTo>
                <a:lnTo>
                  <a:pt x="576982" y="33085"/>
                </a:lnTo>
                <a:lnTo>
                  <a:pt x="577127" y="33363"/>
                </a:lnTo>
                <a:lnTo>
                  <a:pt x="577279" y="33633"/>
                </a:lnTo>
                <a:lnTo>
                  <a:pt x="577438" y="33896"/>
                </a:lnTo>
                <a:lnTo>
                  <a:pt x="577604" y="34152"/>
                </a:lnTo>
                <a:lnTo>
                  <a:pt x="577777" y="34400"/>
                </a:lnTo>
                <a:lnTo>
                  <a:pt x="577957" y="34641"/>
                </a:lnTo>
                <a:lnTo>
                  <a:pt x="578144" y="34874"/>
                </a:lnTo>
                <a:lnTo>
                  <a:pt x="578338" y="35100"/>
                </a:lnTo>
                <a:lnTo>
                  <a:pt x="578539" y="35318"/>
                </a:lnTo>
                <a:lnTo>
                  <a:pt x="578747" y="35529"/>
                </a:lnTo>
                <a:lnTo>
                  <a:pt x="578963" y="35733"/>
                </a:lnTo>
                <a:lnTo>
                  <a:pt x="579185" y="35929"/>
                </a:lnTo>
                <a:lnTo>
                  <a:pt x="579414" y="36118"/>
                </a:lnTo>
                <a:lnTo>
                  <a:pt x="579651" y="36299"/>
                </a:lnTo>
                <a:lnTo>
                  <a:pt x="579897" y="36472"/>
                </a:lnTo>
                <a:lnTo>
                  <a:pt x="580151" y="36638"/>
                </a:lnTo>
                <a:lnTo>
                  <a:pt x="580415" y="36796"/>
                </a:lnTo>
                <a:lnTo>
                  <a:pt x="580687" y="36946"/>
                </a:lnTo>
                <a:lnTo>
                  <a:pt x="580968" y="37089"/>
                </a:lnTo>
                <a:lnTo>
                  <a:pt x="581258" y="37223"/>
                </a:lnTo>
                <a:lnTo>
                  <a:pt x="581556" y="37350"/>
                </a:lnTo>
                <a:lnTo>
                  <a:pt x="581864" y="37470"/>
                </a:lnTo>
                <a:lnTo>
                  <a:pt x="582180" y="37582"/>
                </a:lnTo>
                <a:lnTo>
                  <a:pt x="582505" y="37686"/>
                </a:lnTo>
                <a:lnTo>
                  <a:pt x="582839" y="37782"/>
                </a:lnTo>
                <a:lnTo>
                  <a:pt x="583182" y="37871"/>
                </a:lnTo>
                <a:lnTo>
                  <a:pt x="583533" y="37952"/>
                </a:lnTo>
                <a:lnTo>
                  <a:pt x="583893" y="38025"/>
                </a:lnTo>
                <a:lnTo>
                  <a:pt x="584262" y="38090"/>
                </a:lnTo>
                <a:lnTo>
                  <a:pt x="584640" y="38148"/>
                </a:lnTo>
                <a:lnTo>
                  <a:pt x="585027" y="38198"/>
                </a:lnTo>
                <a:lnTo>
                  <a:pt x="585422" y="38240"/>
                </a:lnTo>
                <a:lnTo>
                  <a:pt x="585826" y="38275"/>
                </a:lnTo>
                <a:lnTo>
                  <a:pt x="586240" y="38302"/>
                </a:lnTo>
                <a:lnTo>
                  <a:pt x="586661" y="38321"/>
                </a:lnTo>
                <a:lnTo>
                  <a:pt x="587092" y="38333"/>
                </a:lnTo>
                <a:lnTo>
                  <a:pt x="587531" y="38337"/>
                </a:lnTo>
                <a:lnTo>
                  <a:pt x="587798" y="38335"/>
                </a:lnTo>
                <a:lnTo>
                  <a:pt x="588063" y="38329"/>
                </a:lnTo>
                <a:lnTo>
                  <a:pt x="588325" y="38319"/>
                </a:lnTo>
                <a:lnTo>
                  <a:pt x="588585" y="38306"/>
                </a:lnTo>
                <a:lnTo>
                  <a:pt x="588842" y="38288"/>
                </a:lnTo>
                <a:lnTo>
                  <a:pt x="589098" y="38267"/>
                </a:lnTo>
                <a:lnTo>
                  <a:pt x="589351" y="38242"/>
                </a:lnTo>
                <a:lnTo>
                  <a:pt x="589601" y="38213"/>
                </a:lnTo>
                <a:lnTo>
                  <a:pt x="589849" y="38180"/>
                </a:lnTo>
                <a:lnTo>
                  <a:pt x="590095" y="38143"/>
                </a:lnTo>
                <a:lnTo>
                  <a:pt x="590339" y="38102"/>
                </a:lnTo>
                <a:lnTo>
                  <a:pt x="590580" y="38057"/>
                </a:lnTo>
                <a:lnTo>
                  <a:pt x="590819" y="38009"/>
                </a:lnTo>
                <a:lnTo>
                  <a:pt x="591056" y="37956"/>
                </a:lnTo>
                <a:lnTo>
                  <a:pt x="591290" y="37900"/>
                </a:lnTo>
                <a:lnTo>
                  <a:pt x="591522" y="37840"/>
                </a:lnTo>
                <a:lnTo>
                  <a:pt x="591752" y="37776"/>
                </a:lnTo>
                <a:lnTo>
                  <a:pt x="591979" y="37708"/>
                </a:lnTo>
                <a:lnTo>
                  <a:pt x="592204" y="37636"/>
                </a:lnTo>
                <a:lnTo>
                  <a:pt x="592427" y="37560"/>
                </a:lnTo>
                <a:lnTo>
                  <a:pt x="592648" y="37480"/>
                </a:lnTo>
                <a:lnTo>
                  <a:pt x="592866" y="37397"/>
                </a:lnTo>
                <a:lnTo>
                  <a:pt x="593081" y="37310"/>
                </a:lnTo>
                <a:lnTo>
                  <a:pt x="593295" y="37218"/>
                </a:lnTo>
                <a:lnTo>
                  <a:pt x="593505" y="37124"/>
                </a:lnTo>
                <a:lnTo>
                  <a:pt x="593711" y="37026"/>
                </a:lnTo>
                <a:lnTo>
                  <a:pt x="593913" y="36924"/>
                </a:lnTo>
                <a:lnTo>
                  <a:pt x="594111" y="36820"/>
                </a:lnTo>
                <a:lnTo>
                  <a:pt x="594304" y="36712"/>
                </a:lnTo>
                <a:lnTo>
                  <a:pt x="594494" y="36601"/>
                </a:lnTo>
                <a:lnTo>
                  <a:pt x="594679" y="36487"/>
                </a:lnTo>
                <a:lnTo>
                  <a:pt x="594860" y="36370"/>
                </a:lnTo>
                <a:lnTo>
                  <a:pt x="595037" y="36250"/>
                </a:lnTo>
                <a:lnTo>
                  <a:pt x="595210" y="36126"/>
                </a:lnTo>
                <a:lnTo>
                  <a:pt x="595378" y="35999"/>
                </a:lnTo>
                <a:lnTo>
                  <a:pt x="595543" y="35869"/>
                </a:lnTo>
                <a:lnTo>
                  <a:pt x="595703" y="35735"/>
                </a:lnTo>
                <a:lnTo>
                  <a:pt x="595859" y="35599"/>
                </a:lnTo>
                <a:lnTo>
                  <a:pt x="596011" y="35459"/>
                </a:lnTo>
                <a:lnTo>
                  <a:pt x="596159" y="35316"/>
                </a:lnTo>
                <a:lnTo>
                  <a:pt x="596303" y="35170"/>
                </a:lnTo>
                <a:lnTo>
                  <a:pt x="596443" y="35021"/>
                </a:lnTo>
                <a:lnTo>
                  <a:pt x="596578" y="34868"/>
                </a:lnTo>
                <a:lnTo>
                  <a:pt x="596709" y="34712"/>
                </a:lnTo>
                <a:lnTo>
                  <a:pt x="596836" y="34553"/>
                </a:lnTo>
                <a:lnTo>
                  <a:pt x="596959" y="34391"/>
                </a:lnTo>
                <a:lnTo>
                  <a:pt x="597078" y="34226"/>
                </a:lnTo>
                <a:lnTo>
                  <a:pt x="597193" y="34057"/>
                </a:lnTo>
                <a:lnTo>
                  <a:pt x="597303" y="33886"/>
                </a:lnTo>
                <a:lnTo>
                  <a:pt x="597409" y="33714"/>
                </a:lnTo>
                <a:lnTo>
                  <a:pt x="597509" y="33542"/>
                </a:lnTo>
                <a:lnTo>
                  <a:pt x="597606" y="33368"/>
                </a:lnTo>
                <a:lnTo>
                  <a:pt x="597697" y="33194"/>
                </a:lnTo>
                <a:lnTo>
                  <a:pt x="597784" y="33018"/>
                </a:lnTo>
                <a:lnTo>
                  <a:pt x="597866" y="32842"/>
                </a:lnTo>
                <a:lnTo>
                  <a:pt x="597943" y="32664"/>
                </a:lnTo>
                <a:lnTo>
                  <a:pt x="598016" y="32486"/>
                </a:lnTo>
                <a:lnTo>
                  <a:pt x="598084" y="32307"/>
                </a:lnTo>
                <a:lnTo>
                  <a:pt x="598147" y="32127"/>
                </a:lnTo>
                <a:lnTo>
                  <a:pt x="598206" y="31945"/>
                </a:lnTo>
                <a:lnTo>
                  <a:pt x="598260" y="31763"/>
                </a:lnTo>
                <a:lnTo>
                  <a:pt x="598309" y="31580"/>
                </a:lnTo>
                <a:lnTo>
                  <a:pt x="598354" y="31396"/>
                </a:lnTo>
                <a:lnTo>
                  <a:pt x="598393" y="31212"/>
                </a:lnTo>
                <a:lnTo>
                  <a:pt x="598429" y="31026"/>
                </a:lnTo>
                <a:lnTo>
                  <a:pt x="598459" y="30839"/>
                </a:lnTo>
                <a:lnTo>
                  <a:pt x="598485" y="30651"/>
                </a:lnTo>
                <a:lnTo>
                  <a:pt x="598506" y="30463"/>
                </a:lnTo>
                <a:lnTo>
                  <a:pt x="598522" y="30273"/>
                </a:lnTo>
                <a:lnTo>
                  <a:pt x="598534" y="30083"/>
                </a:lnTo>
                <a:lnTo>
                  <a:pt x="598541" y="29891"/>
                </a:lnTo>
                <a:lnTo>
                  <a:pt x="598544" y="29699"/>
                </a:lnTo>
                <a:lnTo>
                  <a:pt x="598542" y="29503"/>
                </a:lnTo>
                <a:lnTo>
                  <a:pt x="598536" y="29310"/>
                </a:lnTo>
                <a:lnTo>
                  <a:pt x="598526" y="29120"/>
                </a:lnTo>
                <a:lnTo>
                  <a:pt x="598513" y="28932"/>
                </a:lnTo>
                <a:lnTo>
                  <a:pt x="598496" y="28747"/>
                </a:lnTo>
                <a:lnTo>
                  <a:pt x="598474" y="28565"/>
                </a:lnTo>
                <a:lnTo>
                  <a:pt x="598449" y="28385"/>
                </a:lnTo>
                <a:lnTo>
                  <a:pt x="598421" y="28208"/>
                </a:lnTo>
                <a:lnTo>
                  <a:pt x="598388" y="28034"/>
                </a:lnTo>
                <a:lnTo>
                  <a:pt x="598352" y="27862"/>
                </a:lnTo>
                <a:lnTo>
                  <a:pt x="598311" y="27693"/>
                </a:lnTo>
                <a:lnTo>
                  <a:pt x="598267" y="27527"/>
                </a:lnTo>
                <a:lnTo>
                  <a:pt x="598219" y="27363"/>
                </a:lnTo>
                <a:lnTo>
                  <a:pt x="598167" y="27203"/>
                </a:lnTo>
                <a:lnTo>
                  <a:pt x="598111" y="27044"/>
                </a:lnTo>
                <a:lnTo>
                  <a:pt x="598052" y="26889"/>
                </a:lnTo>
                <a:lnTo>
                  <a:pt x="597988" y="26736"/>
                </a:lnTo>
                <a:lnTo>
                  <a:pt x="597921" y="26586"/>
                </a:lnTo>
                <a:lnTo>
                  <a:pt x="597850" y="26438"/>
                </a:lnTo>
                <a:lnTo>
                  <a:pt x="597775" y="26293"/>
                </a:lnTo>
                <a:lnTo>
                  <a:pt x="597697" y="26151"/>
                </a:lnTo>
                <a:lnTo>
                  <a:pt x="597614" y="26012"/>
                </a:lnTo>
                <a:lnTo>
                  <a:pt x="597527" y="25875"/>
                </a:lnTo>
                <a:lnTo>
                  <a:pt x="597437" y="25741"/>
                </a:lnTo>
                <a:lnTo>
                  <a:pt x="597344" y="25609"/>
                </a:lnTo>
                <a:lnTo>
                  <a:pt x="597247" y="25480"/>
                </a:lnTo>
                <a:lnTo>
                  <a:pt x="597148" y="25354"/>
                </a:lnTo>
                <a:lnTo>
                  <a:pt x="597045" y="25230"/>
                </a:lnTo>
                <a:lnTo>
                  <a:pt x="596940" y="25109"/>
                </a:lnTo>
                <a:lnTo>
                  <a:pt x="596832" y="24991"/>
                </a:lnTo>
                <a:lnTo>
                  <a:pt x="596721" y="24875"/>
                </a:lnTo>
                <a:lnTo>
                  <a:pt x="596607" y="24762"/>
                </a:lnTo>
                <a:lnTo>
                  <a:pt x="596490" y="24652"/>
                </a:lnTo>
                <a:lnTo>
                  <a:pt x="596370" y="24544"/>
                </a:lnTo>
                <a:lnTo>
                  <a:pt x="596247" y="24439"/>
                </a:lnTo>
                <a:lnTo>
                  <a:pt x="596122" y="24336"/>
                </a:lnTo>
                <a:lnTo>
                  <a:pt x="595993" y="24236"/>
                </a:lnTo>
                <a:lnTo>
                  <a:pt x="595862" y="24139"/>
                </a:lnTo>
                <a:lnTo>
                  <a:pt x="595728" y="24044"/>
                </a:lnTo>
                <a:lnTo>
                  <a:pt x="595590" y="23952"/>
                </a:lnTo>
                <a:lnTo>
                  <a:pt x="595450" y="23863"/>
                </a:lnTo>
                <a:lnTo>
                  <a:pt x="595307" y="23776"/>
                </a:lnTo>
                <a:lnTo>
                  <a:pt x="595161" y="23692"/>
                </a:lnTo>
                <a:lnTo>
                  <a:pt x="595013" y="23610"/>
                </a:lnTo>
                <a:lnTo>
                  <a:pt x="594861" y="23532"/>
                </a:lnTo>
                <a:lnTo>
                  <a:pt x="594706" y="23455"/>
                </a:lnTo>
                <a:lnTo>
                  <a:pt x="594549" y="23382"/>
                </a:lnTo>
                <a:lnTo>
                  <a:pt x="594388" y="23311"/>
                </a:lnTo>
                <a:lnTo>
                  <a:pt x="594221" y="23240"/>
                </a:lnTo>
                <a:lnTo>
                  <a:pt x="594044" y="23168"/>
                </a:lnTo>
                <a:lnTo>
                  <a:pt x="593856" y="23095"/>
                </a:lnTo>
                <a:lnTo>
                  <a:pt x="593658" y="23019"/>
                </a:lnTo>
                <a:lnTo>
                  <a:pt x="593450" y="22942"/>
                </a:lnTo>
                <a:lnTo>
                  <a:pt x="593231" y="22863"/>
                </a:lnTo>
                <a:lnTo>
                  <a:pt x="593002" y="22783"/>
                </a:lnTo>
                <a:lnTo>
                  <a:pt x="592763" y="22701"/>
                </a:lnTo>
                <a:lnTo>
                  <a:pt x="592513" y="22617"/>
                </a:lnTo>
                <a:lnTo>
                  <a:pt x="592254" y="22532"/>
                </a:lnTo>
                <a:lnTo>
                  <a:pt x="591983" y="22445"/>
                </a:lnTo>
                <a:lnTo>
                  <a:pt x="591703" y="22356"/>
                </a:lnTo>
                <a:lnTo>
                  <a:pt x="591412" y="22266"/>
                </a:lnTo>
                <a:lnTo>
                  <a:pt x="591111" y="22174"/>
                </a:lnTo>
                <a:lnTo>
                  <a:pt x="590799" y="22081"/>
                </a:lnTo>
                <a:lnTo>
                  <a:pt x="590477" y="21985"/>
                </a:lnTo>
                <a:lnTo>
                  <a:pt x="590145" y="21889"/>
                </a:lnTo>
                <a:lnTo>
                  <a:pt x="589803" y="21790"/>
                </a:lnTo>
                <a:lnTo>
                  <a:pt x="589450" y="21690"/>
                </a:lnTo>
                <a:lnTo>
                  <a:pt x="589087" y="21588"/>
                </a:lnTo>
                <a:lnTo>
                  <a:pt x="588714" y="21484"/>
                </a:lnTo>
                <a:lnTo>
                  <a:pt x="588330" y="21379"/>
                </a:lnTo>
                <a:lnTo>
                  <a:pt x="587936" y="21272"/>
                </a:lnTo>
                <a:lnTo>
                  <a:pt x="587531" y="21164"/>
                </a:lnTo>
                <a:lnTo>
                  <a:pt x="587253" y="21088"/>
                </a:lnTo>
                <a:lnTo>
                  <a:pt x="586984" y="21015"/>
                </a:lnTo>
                <a:lnTo>
                  <a:pt x="586725" y="20944"/>
                </a:lnTo>
                <a:lnTo>
                  <a:pt x="586474" y="20875"/>
                </a:lnTo>
                <a:lnTo>
                  <a:pt x="586234" y="20809"/>
                </a:lnTo>
                <a:lnTo>
                  <a:pt x="586002" y="20745"/>
                </a:lnTo>
                <a:lnTo>
                  <a:pt x="585780" y="20683"/>
                </a:lnTo>
                <a:lnTo>
                  <a:pt x="585567" y="20624"/>
                </a:lnTo>
                <a:lnTo>
                  <a:pt x="585364" y="20566"/>
                </a:lnTo>
                <a:lnTo>
                  <a:pt x="585170" y="20512"/>
                </a:lnTo>
                <a:lnTo>
                  <a:pt x="584986" y="20459"/>
                </a:lnTo>
                <a:lnTo>
                  <a:pt x="584811" y="20409"/>
                </a:lnTo>
                <a:lnTo>
                  <a:pt x="584645" y="20361"/>
                </a:lnTo>
                <a:lnTo>
                  <a:pt x="584488" y="20315"/>
                </a:lnTo>
                <a:lnTo>
                  <a:pt x="584341" y="20272"/>
                </a:lnTo>
                <a:lnTo>
                  <a:pt x="584204" y="20231"/>
                </a:lnTo>
                <a:lnTo>
                  <a:pt x="584075" y="20192"/>
                </a:lnTo>
                <a:lnTo>
                  <a:pt x="583957" y="20156"/>
                </a:lnTo>
                <a:lnTo>
                  <a:pt x="583847" y="20122"/>
                </a:lnTo>
                <a:lnTo>
                  <a:pt x="583747" y="20090"/>
                </a:lnTo>
                <a:lnTo>
                  <a:pt x="583656" y="20061"/>
                </a:lnTo>
                <a:lnTo>
                  <a:pt x="583575" y="20033"/>
                </a:lnTo>
                <a:lnTo>
                  <a:pt x="583503" y="20009"/>
                </a:lnTo>
                <a:lnTo>
                  <a:pt x="583440" y="19986"/>
                </a:lnTo>
                <a:lnTo>
                  <a:pt x="583341" y="19945"/>
                </a:lnTo>
                <a:lnTo>
                  <a:pt x="583243" y="19903"/>
                </a:lnTo>
                <a:lnTo>
                  <a:pt x="583148" y="19860"/>
                </a:lnTo>
                <a:lnTo>
                  <a:pt x="583055" y="19817"/>
                </a:lnTo>
                <a:lnTo>
                  <a:pt x="582964" y="19772"/>
                </a:lnTo>
                <a:lnTo>
                  <a:pt x="582876" y="19727"/>
                </a:lnTo>
                <a:lnTo>
                  <a:pt x="582790" y="19681"/>
                </a:lnTo>
                <a:lnTo>
                  <a:pt x="582706" y="19633"/>
                </a:lnTo>
                <a:lnTo>
                  <a:pt x="582624" y="19585"/>
                </a:lnTo>
                <a:lnTo>
                  <a:pt x="582544" y="19536"/>
                </a:lnTo>
                <a:lnTo>
                  <a:pt x="582467" y="19486"/>
                </a:lnTo>
                <a:lnTo>
                  <a:pt x="582392" y="19436"/>
                </a:lnTo>
                <a:lnTo>
                  <a:pt x="582319" y="19384"/>
                </a:lnTo>
                <a:lnTo>
                  <a:pt x="582248" y="19332"/>
                </a:lnTo>
                <a:lnTo>
                  <a:pt x="582180" y="19278"/>
                </a:lnTo>
                <a:lnTo>
                  <a:pt x="582114" y="19224"/>
                </a:lnTo>
                <a:lnTo>
                  <a:pt x="582050" y="19169"/>
                </a:lnTo>
                <a:lnTo>
                  <a:pt x="581988" y="19113"/>
                </a:lnTo>
                <a:lnTo>
                  <a:pt x="581929" y="19056"/>
                </a:lnTo>
                <a:lnTo>
                  <a:pt x="581872" y="18998"/>
                </a:lnTo>
                <a:lnTo>
                  <a:pt x="581817" y="18939"/>
                </a:lnTo>
                <a:lnTo>
                  <a:pt x="581764" y="18879"/>
                </a:lnTo>
                <a:lnTo>
                  <a:pt x="581713" y="18819"/>
                </a:lnTo>
                <a:lnTo>
                  <a:pt x="581665" y="18758"/>
                </a:lnTo>
                <a:lnTo>
                  <a:pt x="581619" y="18697"/>
                </a:lnTo>
                <a:lnTo>
                  <a:pt x="581575" y="18637"/>
                </a:lnTo>
                <a:lnTo>
                  <a:pt x="581532" y="18575"/>
                </a:lnTo>
                <a:lnTo>
                  <a:pt x="581492" y="18514"/>
                </a:lnTo>
                <a:lnTo>
                  <a:pt x="581454" y="18451"/>
                </a:lnTo>
                <a:lnTo>
                  <a:pt x="581417" y="18388"/>
                </a:lnTo>
                <a:lnTo>
                  <a:pt x="581383" y="18324"/>
                </a:lnTo>
                <a:lnTo>
                  <a:pt x="581351" y="18260"/>
                </a:lnTo>
                <a:lnTo>
                  <a:pt x="581320" y="18195"/>
                </a:lnTo>
                <a:lnTo>
                  <a:pt x="581292" y="18129"/>
                </a:lnTo>
                <a:lnTo>
                  <a:pt x="581265" y="18063"/>
                </a:lnTo>
                <a:lnTo>
                  <a:pt x="581241" y="17996"/>
                </a:lnTo>
                <a:lnTo>
                  <a:pt x="581218" y="17928"/>
                </a:lnTo>
                <a:lnTo>
                  <a:pt x="581197" y="17860"/>
                </a:lnTo>
                <a:lnTo>
                  <a:pt x="581179" y="17791"/>
                </a:lnTo>
                <a:lnTo>
                  <a:pt x="581162" y="17722"/>
                </a:lnTo>
                <a:lnTo>
                  <a:pt x="581147" y="17652"/>
                </a:lnTo>
                <a:lnTo>
                  <a:pt x="581134" y="17581"/>
                </a:lnTo>
                <a:lnTo>
                  <a:pt x="581124" y="17510"/>
                </a:lnTo>
                <a:lnTo>
                  <a:pt x="581115" y="17438"/>
                </a:lnTo>
                <a:lnTo>
                  <a:pt x="581108" y="17366"/>
                </a:lnTo>
                <a:lnTo>
                  <a:pt x="581103" y="17293"/>
                </a:lnTo>
                <a:lnTo>
                  <a:pt x="581100" y="17219"/>
                </a:lnTo>
                <a:lnTo>
                  <a:pt x="581099" y="17145"/>
                </a:lnTo>
                <a:lnTo>
                  <a:pt x="581101" y="17028"/>
                </a:lnTo>
                <a:lnTo>
                  <a:pt x="581109" y="16912"/>
                </a:lnTo>
                <a:lnTo>
                  <a:pt x="581120" y="16798"/>
                </a:lnTo>
                <a:lnTo>
                  <a:pt x="581137" y="16685"/>
                </a:lnTo>
                <a:lnTo>
                  <a:pt x="581158" y="16573"/>
                </a:lnTo>
                <a:lnTo>
                  <a:pt x="581184" y="16463"/>
                </a:lnTo>
                <a:lnTo>
                  <a:pt x="581215" y="16353"/>
                </a:lnTo>
                <a:lnTo>
                  <a:pt x="581251" y="16245"/>
                </a:lnTo>
                <a:lnTo>
                  <a:pt x="581291" y="16139"/>
                </a:lnTo>
                <a:lnTo>
                  <a:pt x="581336" y="16033"/>
                </a:lnTo>
                <a:lnTo>
                  <a:pt x="581386" y="15929"/>
                </a:lnTo>
                <a:lnTo>
                  <a:pt x="581440" y="15826"/>
                </a:lnTo>
                <a:lnTo>
                  <a:pt x="581499" y="15724"/>
                </a:lnTo>
                <a:lnTo>
                  <a:pt x="581563" y="15623"/>
                </a:lnTo>
                <a:lnTo>
                  <a:pt x="581632" y="15524"/>
                </a:lnTo>
                <a:lnTo>
                  <a:pt x="581705" y="15426"/>
                </a:lnTo>
                <a:lnTo>
                  <a:pt x="581783" y="15329"/>
                </a:lnTo>
                <a:lnTo>
                  <a:pt x="581866" y="15234"/>
                </a:lnTo>
                <a:lnTo>
                  <a:pt x="581954" y="15139"/>
                </a:lnTo>
                <a:lnTo>
                  <a:pt x="582046" y="15046"/>
                </a:lnTo>
                <a:lnTo>
                  <a:pt x="582143" y="14955"/>
                </a:lnTo>
                <a:lnTo>
                  <a:pt x="582245" y="14864"/>
                </a:lnTo>
                <a:lnTo>
                  <a:pt x="582351" y="14775"/>
                </a:lnTo>
                <a:lnTo>
                  <a:pt x="582463" y="14687"/>
                </a:lnTo>
                <a:lnTo>
                  <a:pt x="582580" y="14601"/>
                </a:lnTo>
                <a:lnTo>
                  <a:pt x="582703" y="14519"/>
                </a:lnTo>
                <a:lnTo>
                  <a:pt x="582832" y="14441"/>
                </a:lnTo>
                <a:lnTo>
                  <a:pt x="582968" y="14366"/>
                </a:lnTo>
                <a:lnTo>
                  <a:pt x="583110" y="14295"/>
                </a:lnTo>
                <a:lnTo>
                  <a:pt x="583259" y="14227"/>
                </a:lnTo>
                <a:lnTo>
                  <a:pt x="583414" y="14163"/>
                </a:lnTo>
                <a:lnTo>
                  <a:pt x="583575" y="14103"/>
                </a:lnTo>
                <a:lnTo>
                  <a:pt x="583742" y="14047"/>
                </a:lnTo>
                <a:lnTo>
                  <a:pt x="583916" y="13994"/>
                </a:lnTo>
                <a:lnTo>
                  <a:pt x="584096" y="13945"/>
                </a:lnTo>
                <a:lnTo>
                  <a:pt x="584283" y="13899"/>
                </a:lnTo>
                <a:lnTo>
                  <a:pt x="584476" y="13857"/>
                </a:lnTo>
                <a:lnTo>
                  <a:pt x="584675" y="13819"/>
                </a:lnTo>
                <a:lnTo>
                  <a:pt x="584881" y="13784"/>
                </a:lnTo>
                <a:lnTo>
                  <a:pt x="585093" y="13753"/>
                </a:lnTo>
                <a:lnTo>
                  <a:pt x="585311" y="13726"/>
                </a:lnTo>
                <a:lnTo>
                  <a:pt x="585536" y="13702"/>
                </a:lnTo>
                <a:lnTo>
                  <a:pt x="585767" y="13682"/>
                </a:lnTo>
                <a:lnTo>
                  <a:pt x="586004" y="13666"/>
                </a:lnTo>
                <a:lnTo>
                  <a:pt x="586248" y="13653"/>
                </a:lnTo>
                <a:lnTo>
                  <a:pt x="586498" y="13644"/>
                </a:lnTo>
                <a:lnTo>
                  <a:pt x="586754" y="13638"/>
                </a:lnTo>
                <a:lnTo>
                  <a:pt x="587017" y="13637"/>
                </a:lnTo>
                <a:lnTo>
                  <a:pt x="587240" y="13639"/>
                </a:lnTo>
                <a:lnTo>
                  <a:pt x="587459" y="13645"/>
                </a:lnTo>
                <a:lnTo>
                  <a:pt x="587673" y="13655"/>
                </a:lnTo>
                <a:lnTo>
                  <a:pt x="587883" y="13669"/>
                </a:lnTo>
                <a:lnTo>
                  <a:pt x="588089" y="13688"/>
                </a:lnTo>
                <a:lnTo>
                  <a:pt x="588291" y="13711"/>
                </a:lnTo>
                <a:lnTo>
                  <a:pt x="588489" y="13737"/>
                </a:lnTo>
                <a:lnTo>
                  <a:pt x="588682" y="13768"/>
                </a:lnTo>
                <a:lnTo>
                  <a:pt x="588871" y="13803"/>
                </a:lnTo>
                <a:lnTo>
                  <a:pt x="589056" y="13842"/>
                </a:lnTo>
                <a:lnTo>
                  <a:pt x="589237" y="13885"/>
                </a:lnTo>
                <a:lnTo>
                  <a:pt x="589413" y="13932"/>
                </a:lnTo>
                <a:lnTo>
                  <a:pt x="589585" y="13984"/>
                </a:lnTo>
                <a:lnTo>
                  <a:pt x="589753" y="14039"/>
                </a:lnTo>
                <a:lnTo>
                  <a:pt x="589916" y="14099"/>
                </a:lnTo>
                <a:lnTo>
                  <a:pt x="590076" y="14163"/>
                </a:lnTo>
                <a:lnTo>
                  <a:pt x="590231" y="14230"/>
                </a:lnTo>
                <a:lnTo>
                  <a:pt x="590382" y="14302"/>
                </a:lnTo>
                <a:lnTo>
                  <a:pt x="590528" y="14378"/>
                </a:lnTo>
                <a:lnTo>
                  <a:pt x="590671" y="14458"/>
                </a:lnTo>
                <a:lnTo>
                  <a:pt x="590809" y="14543"/>
                </a:lnTo>
                <a:lnTo>
                  <a:pt x="590943" y="14631"/>
                </a:lnTo>
                <a:lnTo>
                  <a:pt x="591072" y="14724"/>
                </a:lnTo>
                <a:lnTo>
                  <a:pt x="591198" y="14820"/>
                </a:lnTo>
                <a:lnTo>
                  <a:pt x="591319" y="14920"/>
                </a:lnTo>
                <a:lnTo>
                  <a:pt x="591436" y="15024"/>
                </a:lnTo>
                <a:lnTo>
                  <a:pt x="591549" y="15130"/>
                </a:lnTo>
                <a:lnTo>
                  <a:pt x="591658" y="15240"/>
                </a:lnTo>
                <a:lnTo>
                  <a:pt x="591763" y="15353"/>
                </a:lnTo>
                <a:lnTo>
                  <a:pt x="591864" y="15470"/>
                </a:lnTo>
                <a:lnTo>
                  <a:pt x="591961" y="15589"/>
                </a:lnTo>
                <a:lnTo>
                  <a:pt x="592054" y="15712"/>
                </a:lnTo>
                <a:lnTo>
                  <a:pt x="592143" y="15838"/>
                </a:lnTo>
                <a:lnTo>
                  <a:pt x="592227" y="15967"/>
                </a:lnTo>
                <a:lnTo>
                  <a:pt x="592308" y="16100"/>
                </a:lnTo>
                <a:lnTo>
                  <a:pt x="592385" y="16235"/>
                </a:lnTo>
                <a:lnTo>
                  <a:pt x="592457" y="16374"/>
                </a:lnTo>
                <a:lnTo>
                  <a:pt x="592525" y="16516"/>
                </a:lnTo>
                <a:lnTo>
                  <a:pt x="592590" y="16661"/>
                </a:lnTo>
                <a:lnTo>
                  <a:pt x="592650" y="16810"/>
                </a:lnTo>
                <a:lnTo>
                  <a:pt x="592706" y="16962"/>
                </a:lnTo>
                <a:lnTo>
                  <a:pt x="592758" y="17116"/>
                </a:lnTo>
                <a:lnTo>
                  <a:pt x="592807" y="17275"/>
                </a:lnTo>
                <a:lnTo>
                  <a:pt x="592851" y="17436"/>
                </a:lnTo>
                <a:lnTo>
                  <a:pt x="592891" y="17601"/>
                </a:lnTo>
                <a:lnTo>
                  <a:pt x="592926" y="17768"/>
                </a:lnTo>
                <a:lnTo>
                  <a:pt x="592958" y="17939"/>
                </a:lnTo>
                <a:lnTo>
                  <a:pt x="592986" y="18113"/>
                </a:lnTo>
                <a:lnTo>
                  <a:pt x="597514" y="17496"/>
                </a:lnTo>
                <a:lnTo>
                  <a:pt x="597477" y="17276"/>
                </a:lnTo>
                <a:lnTo>
                  <a:pt x="597437" y="17059"/>
                </a:lnTo>
                <a:lnTo>
                  <a:pt x="597394" y="16846"/>
                </a:lnTo>
                <a:lnTo>
                  <a:pt x="597349" y="16637"/>
                </a:lnTo>
                <a:lnTo>
                  <a:pt x="597301" y="16431"/>
                </a:lnTo>
                <a:lnTo>
                  <a:pt x="597251" y="16229"/>
                </a:lnTo>
                <a:lnTo>
                  <a:pt x="597198" y="16031"/>
                </a:lnTo>
                <a:lnTo>
                  <a:pt x="597143" y="15837"/>
                </a:lnTo>
                <a:lnTo>
                  <a:pt x="597085" y="15646"/>
                </a:lnTo>
                <a:lnTo>
                  <a:pt x="597025" y="15459"/>
                </a:lnTo>
                <a:lnTo>
                  <a:pt x="596962" y="15276"/>
                </a:lnTo>
                <a:lnTo>
                  <a:pt x="596897" y="15097"/>
                </a:lnTo>
                <a:lnTo>
                  <a:pt x="596829" y="14921"/>
                </a:lnTo>
                <a:lnTo>
                  <a:pt x="596759" y="14749"/>
                </a:lnTo>
                <a:lnTo>
                  <a:pt x="596686" y="14581"/>
                </a:lnTo>
                <a:lnTo>
                  <a:pt x="596611" y="14417"/>
                </a:lnTo>
                <a:lnTo>
                  <a:pt x="596533" y="14256"/>
                </a:lnTo>
                <a:lnTo>
                  <a:pt x="596453" y="14099"/>
                </a:lnTo>
                <a:lnTo>
                  <a:pt x="596370" y="13946"/>
                </a:lnTo>
                <a:lnTo>
                  <a:pt x="596285" y="13796"/>
                </a:lnTo>
                <a:lnTo>
                  <a:pt x="596197" y="13650"/>
                </a:lnTo>
                <a:lnTo>
                  <a:pt x="596107" y="13508"/>
                </a:lnTo>
                <a:lnTo>
                  <a:pt x="596014" y="13370"/>
                </a:lnTo>
                <a:lnTo>
                  <a:pt x="595919" y="13235"/>
                </a:lnTo>
                <a:lnTo>
                  <a:pt x="595820" y="13104"/>
                </a:lnTo>
                <a:lnTo>
                  <a:pt x="595717" y="12974"/>
                </a:lnTo>
                <a:lnTo>
                  <a:pt x="595610" y="12847"/>
                </a:lnTo>
                <a:lnTo>
                  <a:pt x="595498" y="12723"/>
                </a:lnTo>
                <a:lnTo>
                  <a:pt x="595381" y="12600"/>
                </a:lnTo>
                <a:lnTo>
                  <a:pt x="595261" y="12480"/>
                </a:lnTo>
                <a:lnTo>
                  <a:pt x="595135" y="12362"/>
                </a:lnTo>
                <a:lnTo>
                  <a:pt x="595006" y="12246"/>
                </a:lnTo>
                <a:lnTo>
                  <a:pt x="594872" y="12133"/>
                </a:lnTo>
                <a:lnTo>
                  <a:pt x="594733" y="12022"/>
                </a:lnTo>
                <a:lnTo>
                  <a:pt x="594590" y="11914"/>
                </a:lnTo>
                <a:lnTo>
                  <a:pt x="594443" y="11807"/>
                </a:lnTo>
                <a:lnTo>
                  <a:pt x="594291" y="11703"/>
                </a:lnTo>
                <a:lnTo>
                  <a:pt x="594135" y="11601"/>
                </a:lnTo>
                <a:lnTo>
                  <a:pt x="593974" y="11502"/>
                </a:lnTo>
                <a:lnTo>
                  <a:pt x="593809" y="11405"/>
                </a:lnTo>
                <a:lnTo>
                  <a:pt x="593640" y="11310"/>
                </a:lnTo>
                <a:lnTo>
                  <a:pt x="593466" y="11217"/>
                </a:lnTo>
                <a:lnTo>
                  <a:pt x="593288" y="11127"/>
                </a:lnTo>
                <a:lnTo>
                  <a:pt x="593105" y="11039"/>
                </a:lnTo>
                <a:lnTo>
                  <a:pt x="592918" y="10953"/>
                </a:lnTo>
                <a:lnTo>
                  <a:pt x="592726" y="10870"/>
                </a:lnTo>
                <a:lnTo>
                  <a:pt x="592530" y="10789"/>
                </a:lnTo>
                <a:lnTo>
                  <a:pt x="592330" y="10710"/>
                </a:lnTo>
                <a:lnTo>
                  <a:pt x="592126" y="10634"/>
                </a:lnTo>
                <a:lnTo>
                  <a:pt x="591919" y="10561"/>
                </a:lnTo>
                <a:lnTo>
                  <a:pt x="591710" y="10491"/>
                </a:lnTo>
                <a:lnTo>
                  <a:pt x="591498" y="10425"/>
                </a:lnTo>
                <a:lnTo>
                  <a:pt x="591283" y="10362"/>
                </a:lnTo>
                <a:lnTo>
                  <a:pt x="591065" y="10302"/>
                </a:lnTo>
                <a:lnTo>
                  <a:pt x="590845" y="10245"/>
                </a:lnTo>
                <a:lnTo>
                  <a:pt x="590622" y="10192"/>
                </a:lnTo>
                <a:lnTo>
                  <a:pt x="590396" y="10141"/>
                </a:lnTo>
                <a:lnTo>
                  <a:pt x="590168" y="10095"/>
                </a:lnTo>
                <a:lnTo>
                  <a:pt x="589936" y="10051"/>
                </a:lnTo>
                <a:lnTo>
                  <a:pt x="589702" y="10010"/>
                </a:lnTo>
                <a:lnTo>
                  <a:pt x="589466" y="9973"/>
                </a:lnTo>
                <a:lnTo>
                  <a:pt x="589226" y="9939"/>
                </a:lnTo>
                <a:lnTo>
                  <a:pt x="588984" y="9908"/>
                </a:lnTo>
                <a:lnTo>
                  <a:pt x="588739" y="9881"/>
                </a:lnTo>
                <a:lnTo>
                  <a:pt x="588492" y="9857"/>
                </a:lnTo>
                <a:lnTo>
                  <a:pt x="588241" y="9835"/>
                </a:lnTo>
                <a:lnTo>
                  <a:pt x="587988" y="9818"/>
                </a:lnTo>
                <a:lnTo>
                  <a:pt x="587733" y="9803"/>
                </a:lnTo>
                <a:lnTo>
                  <a:pt x="587474" y="9792"/>
                </a:lnTo>
                <a:lnTo>
                  <a:pt x="587213" y="9784"/>
                </a:lnTo>
                <a:lnTo>
                  <a:pt x="586949" y="9779"/>
                </a:lnTo>
                <a:lnTo>
                  <a:pt x="586682" y="9777"/>
                </a:lnTo>
                <a:lnTo>
                  <a:pt x="586505" y="9778"/>
                </a:lnTo>
                <a:lnTo>
                  <a:pt x="586328" y="9781"/>
                </a:lnTo>
                <a:lnTo>
                  <a:pt x="586153" y="9786"/>
                </a:lnTo>
                <a:lnTo>
                  <a:pt x="585978" y="9793"/>
                </a:lnTo>
                <a:lnTo>
                  <a:pt x="585804" y="9801"/>
                </a:lnTo>
                <a:lnTo>
                  <a:pt x="585631" y="9812"/>
                </a:lnTo>
                <a:lnTo>
                  <a:pt x="585460" y="9824"/>
                </a:lnTo>
                <a:lnTo>
                  <a:pt x="585289" y="9839"/>
                </a:lnTo>
                <a:lnTo>
                  <a:pt x="585119" y="9855"/>
                </a:lnTo>
                <a:lnTo>
                  <a:pt x="584950" y="9873"/>
                </a:lnTo>
                <a:lnTo>
                  <a:pt x="584782" y="9894"/>
                </a:lnTo>
                <a:lnTo>
                  <a:pt x="584614" y="9916"/>
                </a:lnTo>
                <a:lnTo>
                  <a:pt x="584448" y="9940"/>
                </a:lnTo>
                <a:lnTo>
                  <a:pt x="584283" y="9966"/>
                </a:lnTo>
                <a:lnTo>
                  <a:pt x="584118" y="9994"/>
                </a:lnTo>
                <a:lnTo>
                  <a:pt x="583955" y="10023"/>
                </a:lnTo>
                <a:lnTo>
                  <a:pt x="583793" y="10055"/>
                </a:lnTo>
                <a:lnTo>
                  <a:pt x="583631" y="10089"/>
                </a:lnTo>
                <a:lnTo>
                  <a:pt x="583470" y="10124"/>
                </a:lnTo>
                <a:lnTo>
                  <a:pt x="583311" y="10162"/>
                </a:lnTo>
                <a:lnTo>
                  <a:pt x="583152" y="10201"/>
                </a:lnTo>
                <a:lnTo>
                  <a:pt x="582994" y="10243"/>
                </a:lnTo>
                <a:lnTo>
                  <a:pt x="582837" y="10286"/>
                </a:lnTo>
                <a:lnTo>
                  <a:pt x="582681" y="10331"/>
                </a:lnTo>
                <a:lnTo>
                  <a:pt x="582527" y="10378"/>
                </a:lnTo>
                <a:lnTo>
                  <a:pt x="582376" y="10425"/>
                </a:lnTo>
                <a:lnTo>
                  <a:pt x="582227" y="10473"/>
                </a:lnTo>
                <a:lnTo>
                  <a:pt x="582081" y="10522"/>
                </a:lnTo>
                <a:lnTo>
                  <a:pt x="581938" y="10572"/>
                </a:lnTo>
                <a:lnTo>
                  <a:pt x="581798" y="10623"/>
                </a:lnTo>
                <a:lnTo>
                  <a:pt x="581660" y="10675"/>
                </a:lnTo>
                <a:lnTo>
                  <a:pt x="581525" y="10727"/>
                </a:lnTo>
                <a:lnTo>
                  <a:pt x="581393" y="10781"/>
                </a:lnTo>
                <a:lnTo>
                  <a:pt x="581263" y="10835"/>
                </a:lnTo>
                <a:lnTo>
                  <a:pt x="581136" y="10890"/>
                </a:lnTo>
                <a:lnTo>
                  <a:pt x="581012" y="10946"/>
                </a:lnTo>
                <a:lnTo>
                  <a:pt x="580891" y="11002"/>
                </a:lnTo>
                <a:lnTo>
                  <a:pt x="580772" y="11060"/>
                </a:lnTo>
                <a:lnTo>
                  <a:pt x="580656" y="11118"/>
                </a:lnTo>
                <a:lnTo>
                  <a:pt x="580543" y="11178"/>
                </a:lnTo>
                <a:lnTo>
                  <a:pt x="580433" y="11238"/>
                </a:lnTo>
                <a:lnTo>
                  <a:pt x="580325" y="11299"/>
                </a:lnTo>
                <a:lnTo>
                  <a:pt x="580220" y="11361"/>
                </a:lnTo>
                <a:lnTo>
                  <a:pt x="580117" y="11423"/>
                </a:lnTo>
                <a:lnTo>
                  <a:pt x="580018" y="11487"/>
                </a:lnTo>
                <a:lnTo>
                  <a:pt x="579921" y="11551"/>
                </a:lnTo>
                <a:lnTo>
                  <a:pt x="579827" y="11617"/>
                </a:lnTo>
                <a:lnTo>
                  <a:pt x="579735" y="11683"/>
                </a:lnTo>
                <a:lnTo>
                  <a:pt x="579616" y="11769"/>
                </a:lnTo>
                <a:lnTo>
                  <a:pt x="579499" y="11858"/>
                </a:lnTo>
                <a:lnTo>
                  <a:pt x="579385" y="11948"/>
                </a:lnTo>
                <a:lnTo>
                  <a:pt x="579272" y="12041"/>
                </a:lnTo>
                <a:lnTo>
                  <a:pt x="579161" y="12135"/>
                </a:lnTo>
                <a:lnTo>
                  <a:pt x="579053" y="12231"/>
                </a:lnTo>
                <a:lnTo>
                  <a:pt x="578946" y="12329"/>
                </a:lnTo>
                <a:lnTo>
                  <a:pt x="578842" y="12428"/>
                </a:lnTo>
                <a:lnTo>
                  <a:pt x="578740" y="12530"/>
                </a:lnTo>
                <a:lnTo>
                  <a:pt x="578640" y="12633"/>
                </a:lnTo>
                <a:lnTo>
                  <a:pt x="578542" y="12738"/>
                </a:lnTo>
                <a:lnTo>
                  <a:pt x="578446" y="12845"/>
                </a:lnTo>
                <a:lnTo>
                  <a:pt x="578352" y="12954"/>
                </a:lnTo>
                <a:lnTo>
                  <a:pt x="578260" y="13064"/>
                </a:lnTo>
                <a:lnTo>
                  <a:pt x="578171" y="13177"/>
                </a:lnTo>
                <a:lnTo>
                  <a:pt x="578083" y="13291"/>
                </a:lnTo>
                <a:lnTo>
                  <a:pt x="577998" y="13407"/>
                </a:lnTo>
                <a:lnTo>
                  <a:pt x="577914" y="13525"/>
                </a:lnTo>
                <a:lnTo>
                  <a:pt x="577833" y="13645"/>
                </a:lnTo>
                <a:lnTo>
                  <a:pt x="577754" y="13766"/>
                </a:lnTo>
                <a:lnTo>
                  <a:pt x="577677" y="13890"/>
                </a:lnTo>
                <a:lnTo>
                  <a:pt x="577602" y="14015"/>
                </a:lnTo>
                <a:lnTo>
                  <a:pt x="577529" y="14142"/>
                </a:lnTo>
                <a:lnTo>
                  <a:pt x="577458" y="14271"/>
                </a:lnTo>
                <a:lnTo>
                  <a:pt x="577390" y="14401"/>
                </a:lnTo>
                <a:lnTo>
                  <a:pt x="577325" y="14533"/>
                </a:lnTo>
                <a:lnTo>
                  <a:pt x="577262" y="14665"/>
                </a:lnTo>
                <a:lnTo>
                  <a:pt x="577203" y="14798"/>
                </a:lnTo>
                <a:lnTo>
                  <a:pt x="577146" y="14932"/>
                </a:lnTo>
                <a:lnTo>
                  <a:pt x="577093" y="15067"/>
                </a:lnTo>
                <a:lnTo>
                  <a:pt x="577042" y="15203"/>
                </a:lnTo>
                <a:lnTo>
                  <a:pt x="576994" y="15340"/>
                </a:lnTo>
                <a:lnTo>
                  <a:pt x="576949" y="15478"/>
                </a:lnTo>
                <a:lnTo>
                  <a:pt x="576907" y="15616"/>
                </a:lnTo>
                <a:lnTo>
                  <a:pt x="576867" y="15756"/>
                </a:lnTo>
                <a:lnTo>
                  <a:pt x="576831" y="15897"/>
                </a:lnTo>
                <a:lnTo>
                  <a:pt x="576798" y="16038"/>
                </a:lnTo>
                <a:lnTo>
                  <a:pt x="576767" y="16181"/>
                </a:lnTo>
                <a:lnTo>
                  <a:pt x="576740" y="16324"/>
                </a:lnTo>
                <a:lnTo>
                  <a:pt x="576715" y="16469"/>
                </a:lnTo>
                <a:lnTo>
                  <a:pt x="576693" y="16614"/>
                </a:lnTo>
                <a:lnTo>
                  <a:pt x="576674" y="16760"/>
                </a:lnTo>
                <a:lnTo>
                  <a:pt x="576658" y="16907"/>
                </a:lnTo>
                <a:lnTo>
                  <a:pt x="576645" y="17056"/>
                </a:lnTo>
                <a:lnTo>
                  <a:pt x="576635" y="17205"/>
                </a:lnTo>
                <a:lnTo>
                  <a:pt x="576628" y="17355"/>
                </a:lnTo>
                <a:lnTo>
                  <a:pt x="576624" y="17506"/>
                </a:lnTo>
                <a:lnTo>
                  <a:pt x="576622" y="17658"/>
                </a:lnTo>
                <a:lnTo>
                  <a:pt x="576624" y="17824"/>
                </a:lnTo>
                <a:lnTo>
                  <a:pt x="576629" y="17990"/>
                </a:lnTo>
                <a:lnTo>
                  <a:pt x="576638" y="18154"/>
                </a:lnTo>
                <a:lnTo>
                  <a:pt x="576650" y="18317"/>
                </a:lnTo>
                <a:lnTo>
                  <a:pt x="576666" y="18479"/>
                </a:lnTo>
                <a:lnTo>
                  <a:pt x="576686" y="18640"/>
                </a:lnTo>
                <a:lnTo>
                  <a:pt x="576709" y="18800"/>
                </a:lnTo>
                <a:lnTo>
                  <a:pt x="576735" y="18958"/>
                </a:lnTo>
                <a:lnTo>
                  <a:pt x="576765" y="19115"/>
                </a:lnTo>
                <a:lnTo>
                  <a:pt x="576799" y="19271"/>
                </a:lnTo>
                <a:lnTo>
                  <a:pt x="576836" y="19426"/>
                </a:lnTo>
                <a:lnTo>
                  <a:pt x="576876" y="19579"/>
                </a:lnTo>
                <a:lnTo>
                  <a:pt x="576920" y="19732"/>
                </a:lnTo>
                <a:lnTo>
                  <a:pt x="576968" y="19883"/>
                </a:lnTo>
                <a:lnTo>
                  <a:pt x="577019" y="20033"/>
                </a:lnTo>
                <a:lnTo>
                  <a:pt x="577074" y="20181"/>
                </a:lnTo>
                <a:lnTo>
                  <a:pt x="577132" y="20329"/>
                </a:lnTo>
                <a:lnTo>
                  <a:pt x="577194" y="20475"/>
                </a:lnTo>
                <a:lnTo>
                  <a:pt x="577259" y="20620"/>
                </a:lnTo>
                <a:lnTo>
                  <a:pt x="577328" y="20764"/>
                </a:lnTo>
                <a:lnTo>
                  <a:pt x="577400" y="20907"/>
                </a:lnTo>
                <a:lnTo>
                  <a:pt x="577476" y="21048"/>
                </a:lnTo>
                <a:lnTo>
                  <a:pt x="577556" y="21188"/>
                </a:lnTo>
                <a:lnTo>
                  <a:pt x="577638" y="21327"/>
                </a:lnTo>
                <a:lnTo>
                  <a:pt x="577725" y="21464"/>
                </a:lnTo>
                <a:lnTo>
                  <a:pt x="577814" y="21599"/>
                </a:lnTo>
                <a:lnTo>
                  <a:pt x="577907" y="21731"/>
                </a:lnTo>
                <a:lnTo>
                  <a:pt x="578004" y="21861"/>
                </a:lnTo>
                <a:lnTo>
                  <a:pt x="578103" y="21988"/>
                </a:lnTo>
                <a:lnTo>
                  <a:pt x="578206" y="22113"/>
                </a:lnTo>
                <a:lnTo>
                  <a:pt x="578312" y="22235"/>
                </a:lnTo>
                <a:lnTo>
                  <a:pt x="578422" y="22355"/>
                </a:lnTo>
                <a:lnTo>
                  <a:pt x="578535" y="22472"/>
                </a:lnTo>
                <a:lnTo>
                  <a:pt x="578651" y="22586"/>
                </a:lnTo>
                <a:lnTo>
                  <a:pt x="578770" y="22698"/>
                </a:lnTo>
                <a:lnTo>
                  <a:pt x="578893" y="22808"/>
                </a:lnTo>
                <a:lnTo>
                  <a:pt x="579019" y="22915"/>
                </a:lnTo>
                <a:lnTo>
                  <a:pt x="579148" y="23020"/>
                </a:lnTo>
                <a:lnTo>
                  <a:pt x="579281" y="23122"/>
                </a:lnTo>
                <a:lnTo>
                  <a:pt x="579417" y="23222"/>
                </a:lnTo>
                <a:lnTo>
                  <a:pt x="579556" y="23319"/>
                </a:lnTo>
                <a:lnTo>
                  <a:pt x="579698" y="23413"/>
                </a:lnTo>
                <a:lnTo>
                  <a:pt x="579844" y="23505"/>
                </a:lnTo>
                <a:lnTo>
                  <a:pt x="579993" y="23595"/>
                </a:lnTo>
                <a:lnTo>
                  <a:pt x="580146" y="23682"/>
                </a:lnTo>
                <a:lnTo>
                  <a:pt x="580302" y="23767"/>
                </a:lnTo>
                <a:lnTo>
                  <a:pt x="580461" y="23849"/>
                </a:lnTo>
                <a:lnTo>
                  <a:pt x="580623" y="23928"/>
                </a:lnTo>
                <a:lnTo>
                  <a:pt x="580793" y="24007"/>
                </a:lnTo>
                <a:lnTo>
                  <a:pt x="580973" y="24087"/>
                </a:lnTo>
                <a:lnTo>
                  <a:pt x="581164" y="24169"/>
                </a:lnTo>
                <a:lnTo>
                  <a:pt x="581366" y="24251"/>
                </a:lnTo>
                <a:lnTo>
                  <a:pt x="581579" y="24335"/>
                </a:lnTo>
                <a:lnTo>
                  <a:pt x="581803" y="24420"/>
                </a:lnTo>
                <a:lnTo>
                  <a:pt x="582037" y="24506"/>
                </a:lnTo>
                <a:lnTo>
                  <a:pt x="582283" y="24594"/>
                </a:lnTo>
                <a:lnTo>
                  <a:pt x="582539" y="24682"/>
                </a:lnTo>
                <a:lnTo>
                  <a:pt x="582806" y="24772"/>
                </a:lnTo>
                <a:lnTo>
                  <a:pt x="583084" y="24863"/>
                </a:lnTo>
                <a:lnTo>
                  <a:pt x="583373" y="24955"/>
                </a:lnTo>
                <a:lnTo>
                  <a:pt x="583673" y="25048"/>
                </a:lnTo>
                <a:lnTo>
                  <a:pt x="583983" y="25143"/>
                </a:lnTo>
                <a:lnTo>
                  <a:pt x="584305" y="25239"/>
                </a:lnTo>
                <a:lnTo>
                  <a:pt x="584637" y="25336"/>
                </a:lnTo>
                <a:lnTo>
                  <a:pt x="584980" y="25434"/>
                </a:lnTo>
                <a:lnTo>
                  <a:pt x="585334" y="25534"/>
                </a:lnTo>
                <a:lnTo>
                  <a:pt x="585699" y="25634"/>
                </a:lnTo>
                <a:lnTo>
                  <a:pt x="586074" y="25736"/>
                </a:lnTo>
                <a:lnTo>
                  <a:pt x="586461" y="25839"/>
                </a:lnTo>
                <a:lnTo>
                  <a:pt x="586858" y="25943"/>
                </a:lnTo>
                <a:lnTo>
                  <a:pt x="587267" y="26049"/>
                </a:lnTo>
                <a:lnTo>
                  <a:pt x="587686" y="26156"/>
                </a:lnTo>
                <a:lnTo>
                  <a:pt x="587996" y="26234"/>
                </a:lnTo>
                <a:lnTo>
                  <a:pt x="588296" y="26311"/>
                </a:lnTo>
                <a:lnTo>
                  <a:pt x="588587" y="26387"/>
                </a:lnTo>
                <a:lnTo>
                  <a:pt x="588868" y="26461"/>
                </a:lnTo>
                <a:lnTo>
                  <a:pt x="589139" y="26535"/>
                </a:lnTo>
                <a:lnTo>
                  <a:pt x="589400" y="26607"/>
                </a:lnTo>
                <a:lnTo>
                  <a:pt x="589651" y="26678"/>
                </a:lnTo>
                <a:lnTo>
                  <a:pt x="589893" y="26748"/>
                </a:lnTo>
                <a:lnTo>
                  <a:pt x="590124" y="26817"/>
                </a:lnTo>
                <a:lnTo>
                  <a:pt x="590346" y="26885"/>
                </a:lnTo>
                <a:lnTo>
                  <a:pt x="590558" y="26952"/>
                </a:lnTo>
                <a:lnTo>
                  <a:pt x="590760" y="27017"/>
                </a:lnTo>
                <a:lnTo>
                  <a:pt x="590953" y="27082"/>
                </a:lnTo>
                <a:lnTo>
                  <a:pt x="591135" y="27145"/>
                </a:lnTo>
                <a:lnTo>
                  <a:pt x="591308" y="27207"/>
                </a:lnTo>
                <a:lnTo>
                  <a:pt x="591471" y="27268"/>
                </a:lnTo>
                <a:lnTo>
                  <a:pt x="591624" y="27327"/>
                </a:lnTo>
                <a:lnTo>
                  <a:pt x="591767" y="27386"/>
                </a:lnTo>
                <a:lnTo>
                  <a:pt x="591900" y="27443"/>
                </a:lnTo>
                <a:lnTo>
                  <a:pt x="592024" y="27500"/>
                </a:lnTo>
                <a:lnTo>
                  <a:pt x="592138" y="27555"/>
                </a:lnTo>
                <a:lnTo>
                  <a:pt x="592242" y="27609"/>
                </a:lnTo>
                <a:lnTo>
                  <a:pt x="592336" y="27661"/>
                </a:lnTo>
                <a:lnTo>
                  <a:pt x="592420" y="27713"/>
                </a:lnTo>
                <a:lnTo>
                  <a:pt x="592531" y="27789"/>
                </a:lnTo>
                <a:lnTo>
                  <a:pt x="592638" y="27866"/>
                </a:lnTo>
                <a:lnTo>
                  <a:pt x="592740" y="27947"/>
                </a:lnTo>
                <a:lnTo>
                  <a:pt x="592837" y="28029"/>
                </a:lnTo>
                <a:lnTo>
                  <a:pt x="592929" y="28114"/>
                </a:lnTo>
                <a:lnTo>
                  <a:pt x="593017" y="28201"/>
                </a:lnTo>
                <a:lnTo>
                  <a:pt x="593099" y="28291"/>
                </a:lnTo>
                <a:lnTo>
                  <a:pt x="593178" y="28382"/>
                </a:lnTo>
                <a:lnTo>
                  <a:pt x="593251" y="28476"/>
                </a:lnTo>
                <a:lnTo>
                  <a:pt x="593320" y="28573"/>
                </a:lnTo>
                <a:lnTo>
                  <a:pt x="593384" y="28671"/>
                </a:lnTo>
                <a:lnTo>
                  <a:pt x="593443" y="28772"/>
                </a:lnTo>
                <a:lnTo>
                  <a:pt x="593497" y="28876"/>
                </a:lnTo>
                <a:lnTo>
                  <a:pt x="593547" y="28981"/>
                </a:lnTo>
                <a:lnTo>
                  <a:pt x="593592" y="29089"/>
                </a:lnTo>
                <a:lnTo>
                  <a:pt x="593632" y="29199"/>
                </a:lnTo>
                <a:lnTo>
                  <a:pt x="593668" y="29312"/>
                </a:lnTo>
                <a:lnTo>
                  <a:pt x="593698" y="29426"/>
                </a:lnTo>
                <a:lnTo>
                  <a:pt x="593724" y="29544"/>
                </a:lnTo>
                <a:lnTo>
                  <a:pt x="593746" y="29663"/>
                </a:lnTo>
                <a:lnTo>
                  <a:pt x="593762" y="29785"/>
                </a:lnTo>
                <a:lnTo>
                  <a:pt x="593774" y="29909"/>
                </a:lnTo>
                <a:lnTo>
                  <a:pt x="593781" y="30035"/>
                </a:lnTo>
                <a:lnTo>
                  <a:pt x="593784" y="30164"/>
                </a:lnTo>
                <a:lnTo>
                  <a:pt x="593781" y="30308"/>
                </a:lnTo>
                <a:lnTo>
                  <a:pt x="593773" y="30450"/>
                </a:lnTo>
                <a:lnTo>
                  <a:pt x="593760" y="30591"/>
                </a:lnTo>
                <a:lnTo>
                  <a:pt x="593741" y="30730"/>
                </a:lnTo>
                <a:lnTo>
                  <a:pt x="593717" y="30867"/>
                </a:lnTo>
                <a:lnTo>
                  <a:pt x="593687" y="31003"/>
                </a:lnTo>
                <a:lnTo>
                  <a:pt x="593652" y="31138"/>
                </a:lnTo>
                <a:lnTo>
                  <a:pt x="593612" y="31271"/>
                </a:lnTo>
                <a:lnTo>
                  <a:pt x="593567" y="31402"/>
                </a:lnTo>
                <a:lnTo>
                  <a:pt x="593516" y="31532"/>
                </a:lnTo>
                <a:lnTo>
                  <a:pt x="593459" y="31661"/>
                </a:lnTo>
                <a:lnTo>
                  <a:pt x="593398" y="31787"/>
                </a:lnTo>
                <a:lnTo>
                  <a:pt x="593331" y="31913"/>
                </a:lnTo>
                <a:lnTo>
                  <a:pt x="593258" y="32036"/>
                </a:lnTo>
                <a:lnTo>
                  <a:pt x="593181" y="32159"/>
                </a:lnTo>
                <a:lnTo>
                  <a:pt x="593098" y="32279"/>
                </a:lnTo>
                <a:lnTo>
                  <a:pt x="593009" y="32398"/>
                </a:lnTo>
                <a:lnTo>
                  <a:pt x="592915" y="32516"/>
                </a:lnTo>
                <a:lnTo>
                  <a:pt x="592816" y="32632"/>
                </a:lnTo>
                <a:lnTo>
                  <a:pt x="592712" y="32746"/>
                </a:lnTo>
                <a:lnTo>
                  <a:pt x="592602" y="32859"/>
                </a:lnTo>
                <a:lnTo>
                  <a:pt x="592486" y="32970"/>
                </a:lnTo>
                <a:lnTo>
                  <a:pt x="592366" y="33080"/>
                </a:lnTo>
                <a:lnTo>
                  <a:pt x="592240" y="33188"/>
                </a:lnTo>
                <a:lnTo>
                  <a:pt x="592108" y="33294"/>
                </a:lnTo>
                <a:lnTo>
                  <a:pt x="591971" y="33394"/>
                </a:lnTo>
                <a:lnTo>
                  <a:pt x="591828" y="33491"/>
                </a:lnTo>
                <a:lnTo>
                  <a:pt x="591680" y="33582"/>
                </a:lnTo>
                <a:lnTo>
                  <a:pt x="591525" y="33670"/>
                </a:lnTo>
                <a:lnTo>
                  <a:pt x="591365" y="33752"/>
                </a:lnTo>
                <a:lnTo>
                  <a:pt x="591199" y="33831"/>
                </a:lnTo>
                <a:lnTo>
                  <a:pt x="591028" y="33905"/>
                </a:lnTo>
                <a:lnTo>
                  <a:pt x="590850" y="33974"/>
                </a:lnTo>
                <a:lnTo>
                  <a:pt x="590668" y="34039"/>
                </a:lnTo>
                <a:lnTo>
                  <a:pt x="590479" y="34099"/>
                </a:lnTo>
                <a:lnTo>
                  <a:pt x="590284" y="34155"/>
                </a:lnTo>
                <a:lnTo>
                  <a:pt x="590084" y="34207"/>
                </a:lnTo>
                <a:lnTo>
                  <a:pt x="589878" y="34254"/>
                </a:lnTo>
                <a:lnTo>
                  <a:pt x="589667" y="34296"/>
                </a:lnTo>
                <a:lnTo>
                  <a:pt x="589450" y="34334"/>
                </a:lnTo>
                <a:lnTo>
                  <a:pt x="589227" y="34368"/>
                </a:lnTo>
                <a:lnTo>
                  <a:pt x="588998" y="34397"/>
                </a:lnTo>
                <a:lnTo>
                  <a:pt x="588764" y="34421"/>
                </a:lnTo>
                <a:lnTo>
                  <a:pt x="588523" y="34442"/>
                </a:lnTo>
                <a:lnTo>
                  <a:pt x="588278" y="34457"/>
                </a:lnTo>
                <a:lnTo>
                  <a:pt x="588026" y="34468"/>
                </a:lnTo>
                <a:lnTo>
                  <a:pt x="587769" y="34475"/>
                </a:lnTo>
                <a:lnTo>
                  <a:pt x="587506" y="34477"/>
                </a:lnTo>
                <a:lnTo>
                  <a:pt x="587244" y="34475"/>
                </a:lnTo>
                <a:lnTo>
                  <a:pt x="586988" y="34467"/>
                </a:lnTo>
                <a:lnTo>
                  <a:pt x="586736" y="34455"/>
                </a:lnTo>
                <a:lnTo>
                  <a:pt x="586490" y="34437"/>
                </a:lnTo>
                <a:lnTo>
                  <a:pt x="586248" y="34414"/>
                </a:lnTo>
                <a:lnTo>
                  <a:pt x="586011" y="34386"/>
                </a:lnTo>
                <a:lnTo>
                  <a:pt x="585779" y="34353"/>
                </a:lnTo>
                <a:lnTo>
                  <a:pt x="585552" y="34315"/>
                </a:lnTo>
                <a:lnTo>
                  <a:pt x="585329" y="34272"/>
                </a:lnTo>
                <a:lnTo>
                  <a:pt x="585112" y="34224"/>
                </a:lnTo>
                <a:lnTo>
                  <a:pt x="584899" y="34171"/>
                </a:lnTo>
                <a:lnTo>
                  <a:pt x="584692" y="34113"/>
                </a:lnTo>
                <a:lnTo>
                  <a:pt x="584489" y="34049"/>
                </a:lnTo>
                <a:lnTo>
                  <a:pt x="584291" y="33981"/>
                </a:lnTo>
                <a:lnTo>
                  <a:pt x="584098" y="33907"/>
                </a:lnTo>
                <a:lnTo>
                  <a:pt x="583909" y="33829"/>
                </a:lnTo>
                <a:lnTo>
                  <a:pt x="583726" y="33745"/>
                </a:lnTo>
                <a:lnTo>
                  <a:pt x="583547" y="33657"/>
                </a:lnTo>
                <a:lnTo>
                  <a:pt x="583374" y="33563"/>
                </a:lnTo>
                <a:lnTo>
                  <a:pt x="583205" y="33464"/>
                </a:lnTo>
                <a:lnTo>
                  <a:pt x="583041" y="33360"/>
                </a:lnTo>
                <a:lnTo>
                  <a:pt x="582882" y="33251"/>
                </a:lnTo>
                <a:lnTo>
                  <a:pt x="582728" y="33137"/>
                </a:lnTo>
                <a:lnTo>
                  <a:pt x="582578" y="33018"/>
                </a:lnTo>
                <a:lnTo>
                  <a:pt x="582434" y="32894"/>
                </a:lnTo>
                <a:lnTo>
                  <a:pt x="582294" y="32766"/>
                </a:lnTo>
                <a:lnTo>
                  <a:pt x="582159" y="32633"/>
                </a:lnTo>
                <a:lnTo>
                  <a:pt x="582029" y="32496"/>
                </a:lnTo>
                <a:lnTo>
                  <a:pt x="581904" y="32354"/>
                </a:lnTo>
                <a:lnTo>
                  <a:pt x="581783" y="32208"/>
                </a:lnTo>
                <a:lnTo>
                  <a:pt x="581667" y="32057"/>
                </a:lnTo>
                <a:lnTo>
                  <a:pt x="581556" y="31902"/>
                </a:lnTo>
                <a:lnTo>
                  <a:pt x="581450" y="31743"/>
                </a:lnTo>
                <a:lnTo>
                  <a:pt x="581349" y="31579"/>
                </a:lnTo>
                <a:lnTo>
                  <a:pt x="581252" y="31411"/>
                </a:lnTo>
                <a:lnTo>
                  <a:pt x="581160" y="31238"/>
                </a:lnTo>
                <a:lnTo>
                  <a:pt x="581073" y="31060"/>
                </a:lnTo>
                <a:lnTo>
                  <a:pt x="580991" y="30879"/>
                </a:lnTo>
                <a:lnTo>
                  <a:pt x="580913" y="30693"/>
                </a:lnTo>
                <a:lnTo>
                  <a:pt x="580840" y="30502"/>
                </a:lnTo>
                <a:lnTo>
                  <a:pt x="580772" y="30307"/>
                </a:lnTo>
                <a:lnTo>
                  <a:pt x="580709" y="30107"/>
                </a:lnTo>
                <a:lnTo>
                  <a:pt x="580651" y="29903"/>
                </a:lnTo>
                <a:lnTo>
                  <a:pt x="580597" y="29695"/>
                </a:lnTo>
                <a:lnTo>
                  <a:pt x="580548" y="29482"/>
                </a:lnTo>
                <a:lnTo>
                  <a:pt x="580504" y="29265"/>
                </a:lnTo>
                <a:lnTo>
                  <a:pt x="580465" y="29043"/>
                </a:lnTo>
                <a:lnTo>
                  <a:pt x="580430" y="28817"/>
                </a:lnTo>
                <a:lnTo>
                  <a:pt x="575850" y="29537"/>
                </a:lnTo>
                <a:lnTo>
                  <a:pt x="575918" y="29897"/>
                </a:lnTo>
                <a:lnTo>
                  <a:pt x="575993" y="30249"/>
                </a:lnTo>
                <a:lnTo>
                  <a:pt x="576075" y="30594"/>
                </a:lnTo>
                <a:lnTo>
                  <a:pt x="576164" y="30932"/>
                </a:lnTo>
                <a:lnTo>
                  <a:pt x="576260" y="31262"/>
                </a:lnTo>
                <a:close/>
                <a:moveTo>
                  <a:pt x="602607" y="31262"/>
                </a:moveTo>
                <a:lnTo>
                  <a:pt x="602709" y="31584"/>
                </a:lnTo>
                <a:lnTo>
                  <a:pt x="602819" y="31899"/>
                </a:lnTo>
                <a:lnTo>
                  <a:pt x="602936" y="32207"/>
                </a:lnTo>
                <a:lnTo>
                  <a:pt x="603060" y="32507"/>
                </a:lnTo>
                <a:lnTo>
                  <a:pt x="603191" y="32800"/>
                </a:lnTo>
                <a:lnTo>
                  <a:pt x="603329" y="33085"/>
                </a:lnTo>
                <a:lnTo>
                  <a:pt x="603474" y="33363"/>
                </a:lnTo>
                <a:lnTo>
                  <a:pt x="603626" y="33633"/>
                </a:lnTo>
                <a:lnTo>
                  <a:pt x="603785" y="33896"/>
                </a:lnTo>
                <a:lnTo>
                  <a:pt x="603951" y="34152"/>
                </a:lnTo>
                <a:lnTo>
                  <a:pt x="604124" y="34400"/>
                </a:lnTo>
                <a:lnTo>
                  <a:pt x="604304" y="34641"/>
                </a:lnTo>
                <a:lnTo>
                  <a:pt x="604491" y="34874"/>
                </a:lnTo>
                <a:lnTo>
                  <a:pt x="604685" y="35100"/>
                </a:lnTo>
                <a:lnTo>
                  <a:pt x="604886" y="35318"/>
                </a:lnTo>
                <a:lnTo>
                  <a:pt x="605094" y="35529"/>
                </a:lnTo>
                <a:lnTo>
                  <a:pt x="605310" y="35733"/>
                </a:lnTo>
                <a:lnTo>
                  <a:pt x="605532" y="35929"/>
                </a:lnTo>
                <a:lnTo>
                  <a:pt x="605761" y="36118"/>
                </a:lnTo>
                <a:lnTo>
                  <a:pt x="605998" y="36299"/>
                </a:lnTo>
                <a:lnTo>
                  <a:pt x="606244" y="36472"/>
                </a:lnTo>
                <a:lnTo>
                  <a:pt x="606498" y="36638"/>
                </a:lnTo>
                <a:lnTo>
                  <a:pt x="606762" y="36796"/>
                </a:lnTo>
                <a:lnTo>
                  <a:pt x="607034" y="36946"/>
                </a:lnTo>
                <a:lnTo>
                  <a:pt x="607315" y="37089"/>
                </a:lnTo>
                <a:lnTo>
                  <a:pt x="607605" y="37223"/>
                </a:lnTo>
                <a:lnTo>
                  <a:pt x="607903" y="37350"/>
                </a:lnTo>
                <a:lnTo>
                  <a:pt x="608211" y="37470"/>
                </a:lnTo>
                <a:lnTo>
                  <a:pt x="608527" y="37582"/>
                </a:lnTo>
                <a:lnTo>
                  <a:pt x="608852" y="37686"/>
                </a:lnTo>
                <a:lnTo>
                  <a:pt x="609186" y="37782"/>
                </a:lnTo>
                <a:lnTo>
                  <a:pt x="609529" y="37871"/>
                </a:lnTo>
                <a:lnTo>
                  <a:pt x="609880" y="37952"/>
                </a:lnTo>
                <a:lnTo>
                  <a:pt x="610240" y="38025"/>
                </a:lnTo>
                <a:lnTo>
                  <a:pt x="610609" y="38090"/>
                </a:lnTo>
                <a:lnTo>
                  <a:pt x="610987" y="38148"/>
                </a:lnTo>
                <a:lnTo>
                  <a:pt x="611374" y="38198"/>
                </a:lnTo>
                <a:lnTo>
                  <a:pt x="611769" y="38240"/>
                </a:lnTo>
                <a:lnTo>
                  <a:pt x="612173" y="38275"/>
                </a:lnTo>
                <a:lnTo>
                  <a:pt x="612587" y="38302"/>
                </a:lnTo>
                <a:lnTo>
                  <a:pt x="613008" y="38321"/>
                </a:lnTo>
                <a:lnTo>
                  <a:pt x="613439" y="38333"/>
                </a:lnTo>
                <a:lnTo>
                  <a:pt x="613878" y="38337"/>
                </a:lnTo>
                <a:lnTo>
                  <a:pt x="614145" y="38335"/>
                </a:lnTo>
                <a:lnTo>
                  <a:pt x="614410" y="38329"/>
                </a:lnTo>
                <a:lnTo>
                  <a:pt x="614672" y="38319"/>
                </a:lnTo>
                <a:lnTo>
                  <a:pt x="614932" y="38306"/>
                </a:lnTo>
                <a:lnTo>
                  <a:pt x="615189" y="38288"/>
                </a:lnTo>
                <a:lnTo>
                  <a:pt x="615445" y="38267"/>
                </a:lnTo>
                <a:lnTo>
                  <a:pt x="615698" y="38242"/>
                </a:lnTo>
                <a:lnTo>
                  <a:pt x="615948" y="38213"/>
                </a:lnTo>
                <a:lnTo>
                  <a:pt x="616196" y="38180"/>
                </a:lnTo>
                <a:lnTo>
                  <a:pt x="616442" y="38143"/>
                </a:lnTo>
                <a:lnTo>
                  <a:pt x="616686" y="38102"/>
                </a:lnTo>
                <a:lnTo>
                  <a:pt x="616927" y="38057"/>
                </a:lnTo>
                <a:lnTo>
                  <a:pt x="617166" y="38009"/>
                </a:lnTo>
                <a:lnTo>
                  <a:pt x="617403" y="37956"/>
                </a:lnTo>
                <a:lnTo>
                  <a:pt x="617637" y="37900"/>
                </a:lnTo>
                <a:lnTo>
                  <a:pt x="617869" y="37840"/>
                </a:lnTo>
                <a:lnTo>
                  <a:pt x="618099" y="37776"/>
                </a:lnTo>
                <a:lnTo>
                  <a:pt x="618326" y="37708"/>
                </a:lnTo>
                <a:lnTo>
                  <a:pt x="618551" y="37636"/>
                </a:lnTo>
                <a:lnTo>
                  <a:pt x="618774" y="37560"/>
                </a:lnTo>
                <a:lnTo>
                  <a:pt x="618995" y="37480"/>
                </a:lnTo>
                <a:lnTo>
                  <a:pt x="619213" y="37397"/>
                </a:lnTo>
                <a:lnTo>
                  <a:pt x="619428" y="37310"/>
                </a:lnTo>
                <a:lnTo>
                  <a:pt x="619642" y="37218"/>
                </a:lnTo>
                <a:lnTo>
                  <a:pt x="619852" y="37124"/>
                </a:lnTo>
                <a:lnTo>
                  <a:pt x="620058" y="37026"/>
                </a:lnTo>
                <a:lnTo>
                  <a:pt x="620260" y="36924"/>
                </a:lnTo>
                <a:lnTo>
                  <a:pt x="620458" y="36820"/>
                </a:lnTo>
                <a:lnTo>
                  <a:pt x="620651" y="36712"/>
                </a:lnTo>
                <a:lnTo>
                  <a:pt x="620841" y="36601"/>
                </a:lnTo>
                <a:lnTo>
                  <a:pt x="621026" y="36487"/>
                </a:lnTo>
                <a:lnTo>
                  <a:pt x="621207" y="36370"/>
                </a:lnTo>
                <a:lnTo>
                  <a:pt x="621384" y="36250"/>
                </a:lnTo>
                <a:lnTo>
                  <a:pt x="621557" y="36126"/>
                </a:lnTo>
                <a:lnTo>
                  <a:pt x="621725" y="35999"/>
                </a:lnTo>
                <a:lnTo>
                  <a:pt x="621890" y="35869"/>
                </a:lnTo>
                <a:lnTo>
                  <a:pt x="622050" y="35735"/>
                </a:lnTo>
                <a:lnTo>
                  <a:pt x="622206" y="35599"/>
                </a:lnTo>
                <a:lnTo>
                  <a:pt x="622358" y="35459"/>
                </a:lnTo>
                <a:lnTo>
                  <a:pt x="622506" y="35316"/>
                </a:lnTo>
                <a:lnTo>
                  <a:pt x="622650" y="35170"/>
                </a:lnTo>
                <a:lnTo>
                  <a:pt x="622790" y="35021"/>
                </a:lnTo>
                <a:lnTo>
                  <a:pt x="622925" y="34868"/>
                </a:lnTo>
                <a:lnTo>
                  <a:pt x="623056" y="34712"/>
                </a:lnTo>
                <a:lnTo>
                  <a:pt x="623183" y="34553"/>
                </a:lnTo>
                <a:lnTo>
                  <a:pt x="623306" y="34391"/>
                </a:lnTo>
                <a:lnTo>
                  <a:pt x="623425" y="34226"/>
                </a:lnTo>
                <a:lnTo>
                  <a:pt x="623540" y="34057"/>
                </a:lnTo>
                <a:lnTo>
                  <a:pt x="623650" y="33886"/>
                </a:lnTo>
                <a:lnTo>
                  <a:pt x="623756" y="33714"/>
                </a:lnTo>
                <a:lnTo>
                  <a:pt x="623856" y="33542"/>
                </a:lnTo>
                <a:lnTo>
                  <a:pt x="623953" y="33368"/>
                </a:lnTo>
                <a:lnTo>
                  <a:pt x="624044" y="33194"/>
                </a:lnTo>
                <a:lnTo>
                  <a:pt x="624131" y="33018"/>
                </a:lnTo>
                <a:lnTo>
                  <a:pt x="624213" y="32842"/>
                </a:lnTo>
                <a:lnTo>
                  <a:pt x="624290" y="32664"/>
                </a:lnTo>
                <a:lnTo>
                  <a:pt x="624363" y="32486"/>
                </a:lnTo>
                <a:lnTo>
                  <a:pt x="624431" y="32307"/>
                </a:lnTo>
                <a:lnTo>
                  <a:pt x="624494" y="32127"/>
                </a:lnTo>
                <a:lnTo>
                  <a:pt x="624553" y="31945"/>
                </a:lnTo>
                <a:lnTo>
                  <a:pt x="624607" y="31763"/>
                </a:lnTo>
                <a:lnTo>
                  <a:pt x="624656" y="31580"/>
                </a:lnTo>
                <a:lnTo>
                  <a:pt x="624701" y="31396"/>
                </a:lnTo>
                <a:lnTo>
                  <a:pt x="624740" y="31212"/>
                </a:lnTo>
                <a:lnTo>
                  <a:pt x="624776" y="31026"/>
                </a:lnTo>
                <a:lnTo>
                  <a:pt x="624806" y="30839"/>
                </a:lnTo>
                <a:lnTo>
                  <a:pt x="624832" y="30651"/>
                </a:lnTo>
                <a:lnTo>
                  <a:pt x="624853" y="30463"/>
                </a:lnTo>
                <a:lnTo>
                  <a:pt x="624869" y="30273"/>
                </a:lnTo>
                <a:lnTo>
                  <a:pt x="624881" y="30083"/>
                </a:lnTo>
                <a:lnTo>
                  <a:pt x="624888" y="29891"/>
                </a:lnTo>
                <a:lnTo>
                  <a:pt x="624891" y="29699"/>
                </a:lnTo>
                <a:lnTo>
                  <a:pt x="624889" y="29503"/>
                </a:lnTo>
                <a:lnTo>
                  <a:pt x="624883" y="29310"/>
                </a:lnTo>
                <a:lnTo>
                  <a:pt x="624873" y="29120"/>
                </a:lnTo>
                <a:lnTo>
                  <a:pt x="624860" y="28932"/>
                </a:lnTo>
                <a:lnTo>
                  <a:pt x="624843" y="28747"/>
                </a:lnTo>
                <a:lnTo>
                  <a:pt x="624821" y="28565"/>
                </a:lnTo>
                <a:lnTo>
                  <a:pt x="624796" y="28385"/>
                </a:lnTo>
                <a:lnTo>
                  <a:pt x="624768" y="28208"/>
                </a:lnTo>
                <a:lnTo>
                  <a:pt x="624735" y="28034"/>
                </a:lnTo>
                <a:lnTo>
                  <a:pt x="624699" y="27862"/>
                </a:lnTo>
                <a:lnTo>
                  <a:pt x="624658" y="27693"/>
                </a:lnTo>
                <a:lnTo>
                  <a:pt x="624614" y="27527"/>
                </a:lnTo>
                <a:lnTo>
                  <a:pt x="624566" y="27363"/>
                </a:lnTo>
                <a:lnTo>
                  <a:pt x="624514" y="27203"/>
                </a:lnTo>
                <a:lnTo>
                  <a:pt x="624458" y="27044"/>
                </a:lnTo>
                <a:lnTo>
                  <a:pt x="624399" y="26889"/>
                </a:lnTo>
                <a:lnTo>
                  <a:pt x="624335" y="26736"/>
                </a:lnTo>
                <a:lnTo>
                  <a:pt x="624268" y="26586"/>
                </a:lnTo>
                <a:lnTo>
                  <a:pt x="624197" y="26438"/>
                </a:lnTo>
                <a:lnTo>
                  <a:pt x="624122" y="26293"/>
                </a:lnTo>
                <a:lnTo>
                  <a:pt x="624044" y="26151"/>
                </a:lnTo>
                <a:lnTo>
                  <a:pt x="623961" y="26012"/>
                </a:lnTo>
                <a:lnTo>
                  <a:pt x="623875" y="25875"/>
                </a:lnTo>
                <a:lnTo>
                  <a:pt x="623784" y="25741"/>
                </a:lnTo>
                <a:lnTo>
                  <a:pt x="623691" y="25609"/>
                </a:lnTo>
                <a:lnTo>
                  <a:pt x="623594" y="25480"/>
                </a:lnTo>
                <a:lnTo>
                  <a:pt x="623495" y="25354"/>
                </a:lnTo>
                <a:lnTo>
                  <a:pt x="623392" y="25230"/>
                </a:lnTo>
                <a:lnTo>
                  <a:pt x="623287" y="25109"/>
                </a:lnTo>
                <a:lnTo>
                  <a:pt x="623179" y="24991"/>
                </a:lnTo>
                <a:lnTo>
                  <a:pt x="623068" y="24875"/>
                </a:lnTo>
                <a:lnTo>
                  <a:pt x="622954" y="24762"/>
                </a:lnTo>
                <a:lnTo>
                  <a:pt x="622837" y="24652"/>
                </a:lnTo>
                <a:lnTo>
                  <a:pt x="622717" y="24544"/>
                </a:lnTo>
                <a:lnTo>
                  <a:pt x="622594" y="24439"/>
                </a:lnTo>
                <a:lnTo>
                  <a:pt x="622469" y="24336"/>
                </a:lnTo>
                <a:lnTo>
                  <a:pt x="622340" y="24236"/>
                </a:lnTo>
                <a:lnTo>
                  <a:pt x="622209" y="24139"/>
                </a:lnTo>
                <a:lnTo>
                  <a:pt x="622075" y="24044"/>
                </a:lnTo>
                <a:lnTo>
                  <a:pt x="621937" y="23952"/>
                </a:lnTo>
                <a:lnTo>
                  <a:pt x="621797" y="23863"/>
                </a:lnTo>
                <a:lnTo>
                  <a:pt x="621654" y="23776"/>
                </a:lnTo>
                <a:lnTo>
                  <a:pt x="621508" y="23692"/>
                </a:lnTo>
                <a:lnTo>
                  <a:pt x="621360" y="23610"/>
                </a:lnTo>
                <a:lnTo>
                  <a:pt x="621208" y="23532"/>
                </a:lnTo>
                <a:lnTo>
                  <a:pt x="621053" y="23455"/>
                </a:lnTo>
                <a:lnTo>
                  <a:pt x="620896" y="23382"/>
                </a:lnTo>
                <a:lnTo>
                  <a:pt x="620735" y="23311"/>
                </a:lnTo>
                <a:lnTo>
                  <a:pt x="620568" y="23240"/>
                </a:lnTo>
                <a:lnTo>
                  <a:pt x="620391" y="23168"/>
                </a:lnTo>
                <a:lnTo>
                  <a:pt x="620203" y="23095"/>
                </a:lnTo>
                <a:lnTo>
                  <a:pt x="620005" y="23019"/>
                </a:lnTo>
                <a:lnTo>
                  <a:pt x="619797" y="22942"/>
                </a:lnTo>
                <a:lnTo>
                  <a:pt x="619578" y="22863"/>
                </a:lnTo>
                <a:lnTo>
                  <a:pt x="619349" y="22783"/>
                </a:lnTo>
                <a:lnTo>
                  <a:pt x="619110" y="22701"/>
                </a:lnTo>
                <a:lnTo>
                  <a:pt x="618860" y="22617"/>
                </a:lnTo>
                <a:lnTo>
                  <a:pt x="618601" y="22532"/>
                </a:lnTo>
                <a:lnTo>
                  <a:pt x="618330" y="22445"/>
                </a:lnTo>
                <a:lnTo>
                  <a:pt x="618050" y="22356"/>
                </a:lnTo>
                <a:lnTo>
                  <a:pt x="617759" y="22266"/>
                </a:lnTo>
                <a:lnTo>
                  <a:pt x="617458" y="22174"/>
                </a:lnTo>
                <a:lnTo>
                  <a:pt x="617146" y="22081"/>
                </a:lnTo>
                <a:lnTo>
                  <a:pt x="616824" y="21985"/>
                </a:lnTo>
                <a:lnTo>
                  <a:pt x="616492" y="21889"/>
                </a:lnTo>
                <a:lnTo>
                  <a:pt x="616150" y="21790"/>
                </a:lnTo>
                <a:lnTo>
                  <a:pt x="615797" y="21690"/>
                </a:lnTo>
                <a:lnTo>
                  <a:pt x="615434" y="21588"/>
                </a:lnTo>
                <a:lnTo>
                  <a:pt x="615061" y="21484"/>
                </a:lnTo>
                <a:lnTo>
                  <a:pt x="614677" y="21379"/>
                </a:lnTo>
                <a:lnTo>
                  <a:pt x="614283" y="21272"/>
                </a:lnTo>
                <a:lnTo>
                  <a:pt x="613878" y="21164"/>
                </a:lnTo>
                <a:lnTo>
                  <a:pt x="613600" y="21088"/>
                </a:lnTo>
                <a:lnTo>
                  <a:pt x="613331" y="21015"/>
                </a:lnTo>
                <a:lnTo>
                  <a:pt x="613072" y="20944"/>
                </a:lnTo>
                <a:lnTo>
                  <a:pt x="612821" y="20875"/>
                </a:lnTo>
                <a:lnTo>
                  <a:pt x="612581" y="20809"/>
                </a:lnTo>
                <a:lnTo>
                  <a:pt x="612349" y="20745"/>
                </a:lnTo>
                <a:lnTo>
                  <a:pt x="612127" y="20683"/>
                </a:lnTo>
                <a:lnTo>
                  <a:pt x="611914" y="20624"/>
                </a:lnTo>
                <a:lnTo>
                  <a:pt x="611711" y="20566"/>
                </a:lnTo>
                <a:lnTo>
                  <a:pt x="611517" y="20512"/>
                </a:lnTo>
                <a:lnTo>
                  <a:pt x="611333" y="20459"/>
                </a:lnTo>
                <a:lnTo>
                  <a:pt x="611158" y="20409"/>
                </a:lnTo>
                <a:lnTo>
                  <a:pt x="610992" y="20361"/>
                </a:lnTo>
                <a:lnTo>
                  <a:pt x="610835" y="20315"/>
                </a:lnTo>
                <a:lnTo>
                  <a:pt x="610688" y="20272"/>
                </a:lnTo>
                <a:lnTo>
                  <a:pt x="610551" y="20231"/>
                </a:lnTo>
                <a:lnTo>
                  <a:pt x="610422" y="20192"/>
                </a:lnTo>
                <a:lnTo>
                  <a:pt x="610304" y="20156"/>
                </a:lnTo>
                <a:lnTo>
                  <a:pt x="610194" y="20122"/>
                </a:lnTo>
                <a:lnTo>
                  <a:pt x="610094" y="20090"/>
                </a:lnTo>
                <a:lnTo>
                  <a:pt x="610003" y="20061"/>
                </a:lnTo>
                <a:lnTo>
                  <a:pt x="609922" y="20033"/>
                </a:lnTo>
                <a:lnTo>
                  <a:pt x="609850" y="20009"/>
                </a:lnTo>
                <a:lnTo>
                  <a:pt x="609787" y="19986"/>
                </a:lnTo>
                <a:lnTo>
                  <a:pt x="609688" y="19945"/>
                </a:lnTo>
                <a:lnTo>
                  <a:pt x="609590" y="19903"/>
                </a:lnTo>
                <a:lnTo>
                  <a:pt x="609495" y="19860"/>
                </a:lnTo>
                <a:lnTo>
                  <a:pt x="609402" y="19817"/>
                </a:lnTo>
                <a:lnTo>
                  <a:pt x="609311" y="19772"/>
                </a:lnTo>
                <a:lnTo>
                  <a:pt x="609223" y="19727"/>
                </a:lnTo>
                <a:lnTo>
                  <a:pt x="609137" y="19681"/>
                </a:lnTo>
                <a:lnTo>
                  <a:pt x="609053" y="19633"/>
                </a:lnTo>
                <a:lnTo>
                  <a:pt x="608971" y="19585"/>
                </a:lnTo>
                <a:lnTo>
                  <a:pt x="608891" y="19536"/>
                </a:lnTo>
                <a:lnTo>
                  <a:pt x="608814" y="19486"/>
                </a:lnTo>
                <a:lnTo>
                  <a:pt x="608739" y="19436"/>
                </a:lnTo>
                <a:lnTo>
                  <a:pt x="608666" y="19384"/>
                </a:lnTo>
                <a:lnTo>
                  <a:pt x="608595" y="19332"/>
                </a:lnTo>
                <a:lnTo>
                  <a:pt x="608527" y="19278"/>
                </a:lnTo>
                <a:lnTo>
                  <a:pt x="608461" y="19224"/>
                </a:lnTo>
                <a:lnTo>
                  <a:pt x="608397" y="19169"/>
                </a:lnTo>
                <a:lnTo>
                  <a:pt x="608335" y="19113"/>
                </a:lnTo>
                <a:lnTo>
                  <a:pt x="608276" y="19056"/>
                </a:lnTo>
                <a:lnTo>
                  <a:pt x="608219" y="18998"/>
                </a:lnTo>
                <a:lnTo>
                  <a:pt x="608164" y="18939"/>
                </a:lnTo>
                <a:lnTo>
                  <a:pt x="608111" y="18879"/>
                </a:lnTo>
                <a:lnTo>
                  <a:pt x="608060" y="18819"/>
                </a:lnTo>
                <a:lnTo>
                  <a:pt x="608012" y="18758"/>
                </a:lnTo>
                <a:lnTo>
                  <a:pt x="607966" y="18697"/>
                </a:lnTo>
                <a:lnTo>
                  <a:pt x="607922" y="18637"/>
                </a:lnTo>
                <a:lnTo>
                  <a:pt x="607879" y="18575"/>
                </a:lnTo>
                <a:lnTo>
                  <a:pt x="607839" y="18514"/>
                </a:lnTo>
                <a:lnTo>
                  <a:pt x="607801" y="18451"/>
                </a:lnTo>
                <a:lnTo>
                  <a:pt x="607764" y="18388"/>
                </a:lnTo>
                <a:lnTo>
                  <a:pt x="607730" y="18324"/>
                </a:lnTo>
                <a:lnTo>
                  <a:pt x="607698" y="18260"/>
                </a:lnTo>
                <a:lnTo>
                  <a:pt x="607667" y="18195"/>
                </a:lnTo>
                <a:lnTo>
                  <a:pt x="607639" y="18129"/>
                </a:lnTo>
                <a:lnTo>
                  <a:pt x="607612" y="18063"/>
                </a:lnTo>
                <a:lnTo>
                  <a:pt x="607588" y="17996"/>
                </a:lnTo>
                <a:lnTo>
                  <a:pt x="607565" y="17928"/>
                </a:lnTo>
                <a:lnTo>
                  <a:pt x="607544" y="17860"/>
                </a:lnTo>
                <a:lnTo>
                  <a:pt x="607526" y="17791"/>
                </a:lnTo>
                <a:lnTo>
                  <a:pt x="607509" y="17722"/>
                </a:lnTo>
                <a:lnTo>
                  <a:pt x="607494" y="17652"/>
                </a:lnTo>
                <a:lnTo>
                  <a:pt x="607481" y="17581"/>
                </a:lnTo>
                <a:lnTo>
                  <a:pt x="607471" y="17510"/>
                </a:lnTo>
                <a:lnTo>
                  <a:pt x="607462" y="17438"/>
                </a:lnTo>
                <a:lnTo>
                  <a:pt x="607455" y="17366"/>
                </a:lnTo>
                <a:lnTo>
                  <a:pt x="607450" y="17293"/>
                </a:lnTo>
                <a:lnTo>
                  <a:pt x="607447" y="17219"/>
                </a:lnTo>
                <a:lnTo>
                  <a:pt x="607446" y="17145"/>
                </a:lnTo>
                <a:lnTo>
                  <a:pt x="607448" y="17028"/>
                </a:lnTo>
                <a:lnTo>
                  <a:pt x="607456" y="16912"/>
                </a:lnTo>
                <a:lnTo>
                  <a:pt x="607467" y="16798"/>
                </a:lnTo>
                <a:lnTo>
                  <a:pt x="607484" y="16685"/>
                </a:lnTo>
                <a:lnTo>
                  <a:pt x="607505" y="16573"/>
                </a:lnTo>
                <a:lnTo>
                  <a:pt x="607531" y="16463"/>
                </a:lnTo>
                <a:lnTo>
                  <a:pt x="607562" y="16353"/>
                </a:lnTo>
                <a:lnTo>
                  <a:pt x="607598" y="16245"/>
                </a:lnTo>
                <a:lnTo>
                  <a:pt x="607638" y="16139"/>
                </a:lnTo>
                <a:lnTo>
                  <a:pt x="607683" y="16033"/>
                </a:lnTo>
                <a:lnTo>
                  <a:pt x="607733" y="15929"/>
                </a:lnTo>
                <a:lnTo>
                  <a:pt x="607787" y="15826"/>
                </a:lnTo>
                <a:lnTo>
                  <a:pt x="607846" y="15724"/>
                </a:lnTo>
                <a:lnTo>
                  <a:pt x="607910" y="15623"/>
                </a:lnTo>
                <a:lnTo>
                  <a:pt x="607979" y="15524"/>
                </a:lnTo>
                <a:lnTo>
                  <a:pt x="608052" y="15426"/>
                </a:lnTo>
                <a:lnTo>
                  <a:pt x="608130" y="15329"/>
                </a:lnTo>
                <a:lnTo>
                  <a:pt x="608213" y="15234"/>
                </a:lnTo>
                <a:lnTo>
                  <a:pt x="608301" y="15139"/>
                </a:lnTo>
                <a:lnTo>
                  <a:pt x="608393" y="15046"/>
                </a:lnTo>
                <a:lnTo>
                  <a:pt x="608490" y="14955"/>
                </a:lnTo>
                <a:lnTo>
                  <a:pt x="608592" y="14864"/>
                </a:lnTo>
                <a:lnTo>
                  <a:pt x="608698" y="14775"/>
                </a:lnTo>
                <a:lnTo>
                  <a:pt x="608810" y="14687"/>
                </a:lnTo>
                <a:lnTo>
                  <a:pt x="608927" y="14601"/>
                </a:lnTo>
                <a:lnTo>
                  <a:pt x="609050" y="14519"/>
                </a:lnTo>
                <a:lnTo>
                  <a:pt x="609179" y="14441"/>
                </a:lnTo>
                <a:lnTo>
                  <a:pt x="609315" y="14366"/>
                </a:lnTo>
                <a:lnTo>
                  <a:pt x="609457" y="14295"/>
                </a:lnTo>
                <a:lnTo>
                  <a:pt x="609606" y="14227"/>
                </a:lnTo>
                <a:lnTo>
                  <a:pt x="609761" y="14163"/>
                </a:lnTo>
                <a:lnTo>
                  <a:pt x="609922" y="14103"/>
                </a:lnTo>
                <a:lnTo>
                  <a:pt x="610089" y="14047"/>
                </a:lnTo>
                <a:lnTo>
                  <a:pt x="610263" y="13994"/>
                </a:lnTo>
                <a:lnTo>
                  <a:pt x="610443" y="13945"/>
                </a:lnTo>
                <a:lnTo>
                  <a:pt x="610630" y="13899"/>
                </a:lnTo>
                <a:lnTo>
                  <a:pt x="610823" y="13857"/>
                </a:lnTo>
                <a:lnTo>
                  <a:pt x="611022" y="13819"/>
                </a:lnTo>
                <a:lnTo>
                  <a:pt x="611228" y="13784"/>
                </a:lnTo>
                <a:lnTo>
                  <a:pt x="611440" y="13753"/>
                </a:lnTo>
                <a:lnTo>
                  <a:pt x="611658" y="13726"/>
                </a:lnTo>
                <a:lnTo>
                  <a:pt x="611883" y="13702"/>
                </a:lnTo>
                <a:lnTo>
                  <a:pt x="612114" y="13682"/>
                </a:lnTo>
                <a:lnTo>
                  <a:pt x="612351" y="13666"/>
                </a:lnTo>
                <a:lnTo>
                  <a:pt x="612595" y="13653"/>
                </a:lnTo>
                <a:lnTo>
                  <a:pt x="612845" y="13644"/>
                </a:lnTo>
                <a:lnTo>
                  <a:pt x="613101" y="13638"/>
                </a:lnTo>
                <a:lnTo>
                  <a:pt x="613364" y="13637"/>
                </a:lnTo>
                <a:lnTo>
                  <a:pt x="613587" y="13639"/>
                </a:lnTo>
                <a:lnTo>
                  <a:pt x="613806" y="13645"/>
                </a:lnTo>
                <a:lnTo>
                  <a:pt x="614020" y="13655"/>
                </a:lnTo>
                <a:lnTo>
                  <a:pt x="614230" y="13669"/>
                </a:lnTo>
                <a:lnTo>
                  <a:pt x="614436" y="13688"/>
                </a:lnTo>
                <a:lnTo>
                  <a:pt x="614638" y="13711"/>
                </a:lnTo>
                <a:lnTo>
                  <a:pt x="614836" y="13737"/>
                </a:lnTo>
                <a:lnTo>
                  <a:pt x="615029" y="13768"/>
                </a:lnTo>
                <a:lnTo>
                  <a:pt x="615218" y="13803"/>
                </a:lnTo>
                <a:lnTo>
                  <a:pt x="615403" y="13842"/>
                </a:lnTo>
                <a:lnTo>
                  <a:pt x="615584" y="13885"/>
                </a:lnTo>
                <a:lnTo>
                  <a:pt x="615760" y="13932"/>
                </a:lnTo>
                <a:lnTo>
                  <a:pt x="615932" y="13984"/>
                </a:lnTo>
                <a:lnTo>
                  <a:pt x="616100" y="14039"/>
                </a:lnTo>
                <a:lnTo>
                  <a:pt x="616263" y="14099"/>
                </a:lnTo>
                <a:lnTo>
                  <a:pt x="616423" y="14163"/>
                </a:lnTo>
                <a:lnTo>
                  <a:pt x="616578" y="14230"/>
                </a:lnTo>
                <a:lnTo>
                  <a:pt x="616729" y="14302"/>
                </a:lnTo>
                <a:lnTo>
                  <a:pt x="616875" y="14378"/>
                </a:lnTo>
                <a:lnTo>
                  <a:pt x="617018" y="14458"/>
                </a:lnTo>
                <a:lnTo>
                  <a:pt x="617156" y="14543"/>
                </a:lnTo>
                <a:lnTo>
                  <a:pt x="617290" y="14631"/>
                </a:lnTo>
                <a:lnTo>
                  <a:pt x="617419" y="14724"/>
                </a:lnTo>
                <a:lnTo>
                  <a:pt x="617545" y="14820"/>
                </a:lnTo>
                <a:lnTo>
                  <a:pt x="617666" y="14920"/>
                </a:lnTo>
                <a:lnTo>
                  <a:pt x="617783" y="15024"/>
                </a:lnTo>
                <a:lnTo>
                  <a:pt x="617896" y="15130"/>
                </a:lnTo>
                <a:lnTo>
                  <a:pt x="618005" y="15240"/>
                </a:lnTo>
                <a:lnTo>
                  <a:pt x="618110" y="15353"/>
                </a:lnTo>
                <a:lnTo>
                  <a:pt x="618211" y="15470"/>
                </a:lnTo>
                <a:lnTo>
                  <a:pt x="618308" y="15589"/>
                </a:lnTo>
                <a:lnTo>
                  <a:pt x="618401" y="15712"/>
                </a:lnTo>
                <a:lnTo>
                  <a:pt x="618490" y="15838"/>
                </a:lnTo>
                <a:lnTo>
                  <a:pt x="618574" y="15967"/>
                </a:lnTo>
                <a:lnTo>
                  <a:pt x="618655" y="16100"/>
                </a:lnTo>
                <a:lnTo>
                  <a:pt x="618732" y="16235"/>
                </a:lnTo>
                <a:lnTo>
                  <a:pt x="618804" y="16374"/>
                </a:lnTo>
                <a:lnTo>
                  <a:pt x="618873" y="16516"/>
                </a:lnTo>
                <a:lnTo>
                  <a:pt x="618937" y="16661"/>
                </a:lnTo>
                <a:lnTo>
                  <a:pt x="618997" y="16810"/>
                </a:lnTo>
                <a:lnTo>
                  <a:pt x="619053" y="16962"/>
                </a:lnTo>
                <a:lnTo>
                  <a:pt x="619105" y="17116"/>
                </a:lnTo>
                <a:lnTo>
                  <a:pt x="619154" y="17275"/>
                </a:lnTo>
                <a:lnTo>
                  <a:pt x="619198" y="17436"/>
                </a:lnTo>
                <a:lnTo>
                  <a:pt x="619238" y="17601"/>
                </a:lnTo>
                <a:lnTo>
                  <a:pt x="619273" y="17768"/>
                </a:lnTo>
                <a:lnTo>
                  <a:pt x="619305" y="17939"/>
                </a:lnTo>
                <a:lnTo>
                  <a:pt x="619333" y="18113"/>
                </a:lnTo>
                <a:lnTo>
                  <a:pt x="623861" y="17496"/>
                </a:lnTo>
                <a:lnTo>
                  <a:pt x="623824" y="17276"/>
                </a:lnTo>
                <a:lnTo>
                  <a:pt x="623784" y="17059"/>
                </a:lnTo>
                <a:lnTo>
                  <a:pt x="623741" y="16846"/>
                </a:lnTo>
                <a:lnTo>
                  <a:pt x="623696" y="16637"/>
                </a:lnTo>
                <a:lnTo>
                  <a:pt x="623648" y="16431"/>
                </a:lnTo>
                <a:lnTo>
                  <a:pt x="623598" y="16229"/>
                </a:lnTo>
                <a:lnTo>
                  <a:pt x="623545" y="16031"/>
                </a:lnTo>
                <a:lnTo>
                  <a:pt x="623490" y="15837"/>
                </a:lnTo>
                <a:lnTo>
                  <a:pt x="623432" y="15646"/>
                </a:lnTo>
                <a:lnTo>
                  <a:pt x="623372" y="15459"/>
                </a:lnTo>
                <a:lnTo>
                  <a:pt x="623309" y="15276"/>
                </a:lnTo>
                <a:lnTo>
                  <a:pt x="623244" y="15097"/>
                </a:lnTo>
                <a:lnTo>
                  <a:pt x="623176" y="14921"/>
                </a:lnTo>
                <a:lnTo>
                  <a:pt x="623106" y="14749"/>
                </a:lnTo>
                <a:lnTo>
                  <a:pt x="623033" y="14581"/>
                </a:lnTo>
                <a:lnTo>
                  <a:pt x="622958" y="14417"/>
                </a:lnTo>
                <a:lnTo>
                  <a:pt x="622880" y="14256"/>
                </a:lnTo>
                <a:lnTo>
                  <a:pt x="622800" y="14099"/>
                </a:lnTo>
                <a:lnTo>
                  <a:pt x="622717" y="13946"/>
                </a:lnTo>
                <a:lnTo>
                  <a:pt x="622632" y="13796"/>
                </a:lnTo>
                <a:lnTo>
                  <a:pt x="622544" y="13650"/>
                </a:lnTo>
                <a:lnTo>
                  <a:pt x="622454" y="13508"/>
                </a:lnTo>
                <a:lnTo>
                  <a:pt x="622361" y="13370"/>
                </a:lnTo>
                <a:lnTo>
                  <a:pt x="622266" y="13235"/>
                </a:lnTo>
                <a:lnTo>
                  <a:pt x="622167" y="13104"/>
                </a:lnTo>
                <a:lnTo>
                  <a:pt x="622064" y="12974"/>
                </a:lnTo>
                <a:lnTo>
                  <a:pt x="621957" y="12847"/>
                </a:lnTo>
                <a:lnTo>
                  <a:pt x="621845" y="12723"/>
                </a:lnTo>
                <a:lnTo>
                  <a:pt x="621728" y="12600"/>
                </a:lnTo>
                <a:lnTo>
                  <a:pt x="621608" y="12480"/>
                </a:lnTo>
                <a:lnTo>
                  <a:pt x="621482" y="12362"/>
                </a:lnTo>
                <a:lnTo>
                  <a:pt x="621353" y="12246"/>
                </a:lnTo>
                <a:lnTo>
                  <a:pt x="621219" y="12133"/>
                </a:lnTo>
                <a:lnTo>
                  <a:pt x="621080" y="12022"/>
                </a:lnTo>
                <a:lnTo>
                  <a:pt x="620937" y="11914"/>
                </a:lnTo>
                <a:lnTo>
                  <a:pt x="620790" y="11807"/>
                </a:lnTo>
                <a:lnTo>
                  <a:pt x="620638" y="11703"/>
                </a:lnTo>
                <a:lnTo>
                  <a:pt x="620482" y="11601"/>
                </a:lnTo>
                <a:lnTo>
                  <a:pt x="620321" y="11502"/>
                </a:lnTo>
                <a:lnTo>
                  <a:pt x="620156" y="11405"/>
                </a:lnTo>
                <a:lnTo>
                  <a:pt x="619987" y="11310"/>
                </a:lnTo>
                <a:lnTo>
                  <a:pt x="619813" y="11217"/>
                </a:lnTo>
                <a:lnTo>
                  <a:pt x="619635" y="11127"/>
                </a:lnTo>
                <a:lnTo>
                  <a:pt x="619452" y="11039"/>
                </a:lnTo>
                <a:lnTo>
                  <a:pt x="619265" y="10953"/>
                </a:lnTo>
                <a:lnTo>
                  <a:pt x="619073" y="10870"/>
                </a:lnTo>
                <a:lnTo>
                  <a:pt x="618877" y="10789"/>
                </a:lnTo>
                <a:lnTo>
                  <a:pt x="618677" y="10710"/>
                </a:lnTo>
                <a:lnTo>
                  <a:pt x="618473" y="10634"/>
                </a:lnTo>
                <a:lnTo>
                  <a:pt x="618266" y="10561"/>
                </a:lnTo>
                <a:lnTo>
                  <a:pt x="618057" y="10491"/>
                </a:lnTo>
                <a:lnTo>
                  <a:pt x="617845" y="10425"/>
                </a:lnTo>
                <a:lnTo>
                  <a:pt x="617630" y="10362"/>
                </a:lnTo>
                <a:lnTo>
                  <a:pt x="617412" y="10302"/>
                </a:lnTo>
                <a:lnTo>
                  <a:pt x="617192" y="10245"/>
                </a:lnTo>
                <a:lnTo>
                  <a:pt x="616969" y="10192"/>
                </a:lnTo>
                <a:lnTo>
                  <a:pt x="616743" y="10141"/>
                </a:lnTo>
                <a:lnTo>
                  <a:pt x="616515" y="10095"/>
                </a:lnTo>
                <a:lnTo>
                  <a:pt x="616283" y="10051"/>
                </a:lnTo>
                <a:lnTo>
                  <a:pt x="616049" y="10010"/>
                </a:lnTo>
                <a:lnTo>
                  <a:pt x="615813" y="9973"/>
                </a:lnTo>
                <a:lnTo>
                  <a:pt x="615573" y="9939"/>
                </a:lnTo>
                <a:lnTo>
                  <a:pt x="615331" y="9908"/>
                </a:lnTo>
                <a:lnTo>
                  <a:pt x="615086" y="9881"/>
                </a:lnTo>
                <a:lnTo>
                  <a:pt x="614839" y="9857"/>
                </a:lnTo>
                <a:lnTo>
                  <a:pt x="614588" y="9835"/>
                </a:lnTo>
                <a:lnTo>
                  <a:pt x="614335" y="9818"/>
                </a:lnTo>
                <a:lnTo>
                  <a:pt x="614080" y="9803"/>
                </a:lnTo>
                <a:lnTo>
                  <a:pt x="613821" y="9792"/>
                </a:lnTo>
                <a:lnTo>
                  <a:pt x="613560" y="9784"/>
                </a:lnTo>
                <a:lnTo>
                  <a:pt x="613296" y="9779"/>
                </a:lnTo>
                <a:lnTo>
                  <a:pt x="613029" y="9777"/>
                </a:lnTo>
                <a:lnTo>
                  <a:pt x="612852" y="9778"/>
                </a:lnTo>
                <a:lnTo>
                  <a:pt x="612675" y="9781"/>
                </a:lnTo>
                <a:lnTo>
                  <a:pt x="612500" y="9786"/>
                </a:lnTo>
                <a:lnTo>
                  <a:pt x="612325" y="9793"/>
                </a:lnTo>
                <a:lnTo>
                  <a:pt x="612151" y="9801"/>
                </a:lnTo>
                <a:lnTo>
                  <a:pt x="611978" y="9812"/>
                </a:lnTo>
                <a:lnTo>
                  <a:pt x="611807" y="9824"/>
                </a:lnTo>
                <a:lnTo>
                  <a:pt x="611636" y="9839"/>
                </a:lnTo>
                <a:lnTo>
                  <a:pt x="611466" y="9855"/>
                </a:lnTo>
                <a:lnTo>
                  <a:pt x="611297" y="9873"/>
                </a:lnTo>
                <a:lnTo>
                  <a:pt x="611129" y="9894"/>
                </a:lnTo>
                <a:lnTo>
                  <a:pt x="610961" y="9916"/>
                </a:lnTo>
                <a:lnTo>
                  <a:pt x="610795" y="9940"/>
                </a:lnTo>
                <a:lnTo>
                  <a:pt x="610630" y="9966"/>
                </a:lnTo>
                <a:lnTo>
                  <a:pt x="610465" y="9994"/>
                </a:lnTo>
                <a:lnTo>
                  <a:pt x="610302" y="10023"/>
                </a:lnTo>
                <a:lnTo>
                  <a:pt x="610140" y="10055"/>
                </a:lnTo>
                <a:lnTo>
                  <a:pt x="609978" y="10089"/>
                </a:lnTo>
                <a:lnTo>
                  <a:pt x="609817" y="10124"/>
                </a:lnTo>
                <a:lnTo>
                  <a:pt x="609658" y="10162"/>
                </a:lnTo>
                <a:lnTo>
                  <a:pt x="609499" y="10201"/>
                </a:lnTo>
                <a:lnTo>
                  <a:pt x="609341" y="10243"/>
                </a:lnTo>
                <a:lnTo>
                  <a:pt x="609184" y="10286"/>
                </a:lnTo>
                <a:lnTo>
                  <a:pt x="609028" y="10331"/>
                </a:lnTo>
                <a:lnTo>
                  <a:pt x="608874" y="10378"/>
                </a:lnTo>
                <a:lnTo>
                  <a:pt x="608723" y="10425"/>
                </a:lnTo>
                <a:lnTo>
                  <a:pt x="608574" y="10473"/>
                </a:lnTo>
                <a:lnTo>
                  <a:pt x="608428" y="10522"/>
                </a:lnTo>
                <a:lnTo>
                  <a:pt x="608285" y="10572"/>
                </a:lnTo>
                <a:lnTo>
                  <a:pt x="608145" y="10623"/>
                </a:lnTo>
                <a:lnTo>
                  <a:pt x="608007" y="10675"/>
                </a:lnTo>
                <a:lnTo>
                  <a:pt x="607872" y="10727"/>
                </a:lnTo>
                <a:lnTo>
                  <a:pt x="607740" y="10781"/>
                </a:lnTo>
                <a:lnTo>
                  <a:pt x="607610" y="10835"/>
                </a:lnTo>
                <a:lnTo>
                  <a:pt x="607483" y="10890"/>
                </a:lnTo>
                <a:lnTo>
                  <a:pt x="607359" y="10946"/>
                </a:lnTo>
                <a:lnTo>
                  <a:pt x="607238" y="11002"/>
                </a:lnTo>
                <a:lnTo>
                  <a:pt x="607119" y="11060"/>
                </a:lnTo>
                <a:lnTo>
                  <a:pt x="607003" y="11118"/>
                </a:lnTo>
                <a:lnTo>
                  <a:pt x="606890" y="11178"/>
                </a:lnTo>
                <a:lnTo>
                  <a:pt x="606780" y="11238"/>
                </a:lnTo>
                <a:lnTo>
                  <a:pt x="606672" y="11299"/>
                </a:lnTo>
                <a:lnTo>
                  <a:pt x="606567" y="11361"/>
                </a:lnTo>
                <a:lnTo>
                  <a:pt x="606464" y="11423"/>
                </a:lnTo>
                <a:lnTo>
                  <a:pt x="606365" y="11487"/>
                </a:lnTo>
                <a:lnTo>
                  <a:pt x="606268" y="11551"/>
                </a:lnTo>
                <a:lnTo>
                  <a:pt x="606174" y="11617"/>
                </a:lnTo>
                <a:lnTo>
                  <a:pt x="606082" y="11683"/>
                </a:lnTo>
                <a:lnTo>
                  <a:pt x="605963" y="11769"/>
                </a:lnTo>
                <a:lnTo>
                  <a:pt x="605846" y="11858"/>
                </a:lnTo>
                <a:lnTo>
                  <a:pt x="605732" y="11948"/>
                </a:lnTo>
                <a:lnTo>
                  <a:pt x="605619" y="12041"/>
                </a:lnTo>
                <a:lnTo>
                  <a:pt x="605508" y="12135"/>
                </a:lnTo>
                <a:lnTo>
                  <a:pt x="605400" y="12231"/>
                </a:lnTo>
                <a:lnTo>
                  <a:pt x="605293" y="12329"/>
                </a:lnTo>
                <a:lnTo>
                  <a:pt x="605189" y="12428"/>
                </a:lnTo>
                <a:lnTo>
                  <a:pt x="605087" y="12530"/>
                </a:lnTo>
                <a:lnTo>
                  <a:pt x="604987" y="12633"/>
                </a:lnTo>
                <a:lnTo>
                  <a:pt x="604889" y="12738"/>
                </a:lnTo>
                <a:lnTo>
                  <a:pt x="604793" y="12845"/>
                </a:lnTo>
                <a:lnTo>
                  <a:pt x="604699" y="12954"/>
                </a:lnTo>
                <a:lnTo>
                  <a:pt x="604607" y="13064"/>
                </a:lnTo>
                <a:lnTo>
                  <a:pt x="604518" y="13177"/>
                </a:lnTo>
                <a:lnTo>
                  <a:pt x="604430" y="13291"/>
                </a:lnTo>
                <a:lnTo>
                  <a:pt x="604345" y="13407"/>
                </a:lnTo>
                <a:lnTo>
                  <a:pt x="604261" y="13525"/>
                </a:lnTo>
                <a:lnTo>
                  <a:pt x="604180" y="13645"/>
                </a:lnTo>
                <a:lnTo>
                  <a:pt x="604101" y="13766"/>
                </a:lnTo>
                <a:lnTo>
                  <a:pt x="604024" y="13890"/>
                </a:lnTo>
                <a:lnTo>
                  <a:pt x="603949" y="14015"/>
                </a:lnTo>
                <a:lnTo>
                  <a:pt x="603876" y="14142"/>
                </a:lnTo>
                <a:lnTo>
                  <a:pt x="603805" y="14271"/>
                </a:lnTo>
                <a:lnTo>
                  <a:pt x="603737" y="14401"/>
                </a:lnTo>
                <a:lnTo>
                  <a:pt x="603672" y="14533"/>
                </a:lnTo>
                <a:lnTo>
                  <a:pt x="603609" y="14665"/>
                </a:lnTo>
                <a:lnTo>
                  <a:pt x="603550" y="14798"/>
                </a:lnTo>
                <a:lnTo>
                  <a:pt x="603493" y="14932"/>
                </a:lnTo>
                <a:lnTo>
                  <a:pt x="603440" y="15067"/>
                </a:lnTo>
                <a:lnTo>
                  <a:pt x="603389" y="15203"/>
                </a:lnTo>
                <a:lnTo>
                  <a:pt x="603341" y="15340"/>
                </a:lnTo>
                <a:lnTo>
                  <a:pt x="603296" y="15478"/>
                </a:lnTo>
                <a:lnTo>
                  <a:pt x="603254" y="15616"/>
                </a:lnTo>
                <a:lnTo>
                  <a:pt x="603214" y="15756"/>
                </a:lnTo>
                <a:lnTo>
                  <a:pt x="603178" y="15897"/>
                </a:lnTo>
                <a:lnTo>
                  <a:pt x="603145" y="16038"/>
                </a:lnTo>
                <a:lnTo>
                  <a:pt x="603114" y="16181"/>
                </a:lnTo>
                <a:lnTo>
                  <a:pt x="603087" y="16324"/>
                </a:lnTo>
                <a:lnTo>
                  <a:pt x="603062" y="16469"/>
                </a:lnTo>
                <a:lnTo>
                  <a:pt x="603040" y="16614"/>
                </a:lnTo>
                <a:lnTo>
                  <a:pt x="603021" y="16760"/>
                </a:lnTo>
                <a:lnTo>
                  <a:pt x="603005" y="16907"/>
                </a:lnTo>
                <a:lnTo>
                  <a:pt x="602992" y="17056"/>
                </a:lnTo>
                <a:lnTo>
                  <a:pt x="602982" y="17205"/>
                </a:lnTo>
                <a:lnTo>
                  <a:pt x="602975" y="17355"/>
                </a:lnTo>
                <a:lnTo>
                  <a:pt x="602971" y="17506"/>
                </a:lnTo>
                <a:lnTo>
                  <a:pt x="602969" y="17658"/>
                </a:lnTo>
                <a:lnTo>
                  <a:pt x="602971" y="17824"/>
                </a:lnTo>
                <a:lnTo>
                  <a:pt x="602976" y="17990"/>
                </a:lnTo>
                <a:lnTo>
                  <a:pt x="602985" y="18154"/>
                </a:lnTo>
                <a:lnTo>
                  <a:pt x="602997" y="18317"/>
                </a:lnTo>
                <a:lnTo>
                  <a:pt x="603013" y="18479"/>
                </a:lnTo>
                <a:lnTo>
                  <a:pt x="603033" y="18640"/>
                </a:lnTo>
                <a:lnTo>
                  <a:pt x="603056" y="18800"/>
                </a:lnTo>
                <a:lnTo>
                  <a:pt x="603082" y="18958"/>
                </a:lnTo>
                <a:lnTo>
                  <a:pt x="603112" y="19115"/>
                </a:lnTo>
                <a:lnTo>
                  <a:pt x="603146" y="19271"/>
                </a:lnTo>
                <a:lnTo>
                  <a:pt x="603183" y="19426"/>
                </a:lnTo>
                <a:lnTo>
                  <a:pt x="603223" y="19579"/>
                </a:lnTo>
                <a:lnTo>
                  <a:pt x="603267" y="19732"/>
                </a:lnTo>
                <a:lnTo>
                  <a:pt x="603315" y="19883"/>
                </a:lnTo>
                <a:lnTo>
                  <a:pt x="603366" y="20033"/>
                </a:lnTo>
                <a:lnTo>
                  <a:pt x="603421" y="20181"/>
                </a:lnTo>
                <a:lnTo>
                  <a:pt x="603479" y="20329"/>
                </a:lnTo>
                <a:lnTo>
                  <a:pt x="603541" y="20475"/>
                </a:lnTo>
                <a:lnTo>
                  <a:pt x="603606" y="20620"/>
                </a:lnTo>
                <a:lnTo>
                  <a:pt x="603675" y="20764"/>
                </a:lnTo>
                <a:lnTo>
                  <a:pt x="603747" y="20907"/>
                </a:lnTo>
                <a:lnTo>
                  <a:pt x="603823" y="21048"/>
                </a:lnTo>
                <a:lnTo>
                  <a:pt x="603903" y="21188"/>
                </a:lnTo>
                <a:lnTo>
                  <a:pt x="603985" y="21327"/>
                </a:lnTo>
                <a:lnTo>
                  <a:pt x="604072" y="21464"/>
                </a:lnTo>
                <a:lnTo>
                  <a:pt x="604161" y="21599"/>
                </a:lnTo>
                <a:lnTo>
                  <a:pt x="604254" y="21731"/>
                </a:lnTo>
                <a:lnTo>
                  <a:pt x="604351" y="21861"/>
                </a:lnTo>
                <a:lnTo>
                  <a:pt x="604450" y="21988"/>
                </a:lnTo>
                <a:lnTo>
                  <a:pt x="604553" y="22113"/>
                </a:lnTo>
                <a:lnTo>
                  <a:pt x="604659" y="22235"/>
                </a:lnTo>
                <a:lnTo>
                  <a:pt x="604769" y="22355"/>
                </a:lnTo>
                <a:lnTo>
                  <a:pt x="604882" y="22472"/>
                </a:lnTo>
                <a:lnTo>
                  <a:pt x="604998" y="22586"/>
                </a:lnTo>
                <a:lnTo>
                  <a:pt x="605117" y="22698"/>
                </a:lnTo>
                <a:lnTo>
                  <a:pt x="605240" y="22808"/>
                </a:lnTo>
                <a:lnTo>
                  <a:pt x="605366" y="22915"/>
                </a:lnTo>
                <a:lnTo>
                  <a:pt x="605495" y="23020"/>
                </a:lnTo>
                <a:lnTo>
                  <a:pt x="605628" y="23122"/>
                </a:lnTo>
                <a:lnTo>
                  <a:pt x="605764" y="23222"/>
                </a:lnTo>
                <a:lnTo>
                  <a:pt x="605903" y="23319"/>
                </a:lnTo>
                <a:lnTo>
                  <a:pt x="606045" y="23413"/>
                </a:lnTo>
                <a:lnTo>
                  <a:pt x="606191" y="23505"/>
                </a:lnTo>
                <a:lnTo>
                  <a:pt x="606340" y="23595"/>
                </a:lnTo>
                <a:lnTo>
                  <a:pt x="606493" y="23682"/>
                </a:lnTo>
                <a:lnTo>
                  <a:pt x="606649" y="23767"/>
                </a:lnTo>
                <a:lnTo>
                  <a:pt x="606808" y="23849"/>
                </a:lnTo>
                <a:lnTo>
                  <a:pt x="606970" y="23928"/>
                </a:lnTo>
                <a:lnTo>
                  <a:pt x="607140" y="24007"/>
                </a:lnTo>
                <a:lnTo>
                  <a:pt x="607320" y="24087"/>
                </a:lnTo>
                <a:lnTo>
                  <a:pt x="607511" y="24169"/>
                </a:lnTo>
                <a:lnTo>
                  <a:pt x="607713" y="24251"/>
                </a:lnTo>
                <a:lnTo>
                  <a:pt x="607926" y="24335"/>
                </a:lnTo>
                <a:lnTo>
                  <a:pt x="608150" y="24420"/>
                </a:lnTo>
                <a:lnTo>
                  <a:pt x="608384" y="24506"/>
                </a:lnTo>
                <a:lnTo>
                  <a:pt x="608630" y="24594"/>
                </a:lnTo>
                <a:lnTo>
                  <a:pt x="608886" y="24682"/>
                </a:lnTo>
                <a:lnTo>
                  <a:pt x="609153" y="24772"/>
                </a:lnTo>
                <a:lnTo>
                  <a:pt x="609431" y="24863"/>
                </a:lnTo>
                <a:lnTo>
                  <a:pt x="609720" y="24955"/>
                </a:lnTo>
                <a:lnTo>
                  <a:pt x="610020" y="25048"/>
                </a:lnTo>
                <a:lnTo>
                  <a:pt x="610330" y="25143"/>
                </a:lnTo>
                <a:lnTo>
                  <a:pt x="610652" y="25239"/>
                </a:lnTo>
                <a:lnTo>
                  <a:pt x="610984" y="25336"/>
                </a:lnTo>
                <a:lnTo>
                  <a:pt x="611327" y="25434"/>
                </a:lnTo>
                <a:lnTo>
                  <a:pt x="611681" y="25534"/>
                </a:lnTo>
                <a:lnTo>
                  <a:pt x="612046" y="25634"/>
                </a:lnTo>
                <a:lnTo>
                  <a:pt x="612421" y="25736"/>
                </a:lnTo>
                <a:lnTo>
                  <a:pt x="612808" y="25839"/>
                </a:lnTo>
                <a:lnTo>
                  <a:pt x="613205" y="25943"/>
                </a:lnTo>
                <a:lnTo>
                  <a:pt x="613614" y="26049"/>
                </a:lnTo>
                <a:lnTo>
                  <a:pt x="614033" y="26156"/>
                </a:lnTo>
                <a:lnTo>
                  <a:pt x="614343" y="26234"/>
                </a:lnTo>
                <a:lnTo>
                  <a:pt x="614644" y="26311"/>
                </a:lnTo>
                <a:lnTo>
                  <a:pt x="614934" y="26387"/>
                </a:lnTo>
                <a:lnTo>
                  <a:pt x="615215" y="26461"/>
                </a:lnTo>
                <a:lnTo>
                  <a:pt x="615486" y="26535"/>
                </a:lnTo>
                <a:lnTo>
                  <a:pt x="615747" y="26607"/>
                </a:lnTo>
                <a:lnTo>
                  <a:pt x="615998" y="26678"/>
                </a:lnTo>
                <a:lnTo>
                  <a:pt x="616240" y="26748"/>
                </a:lnTo>
                <a:lnTo>
                  <a:pt x="616471" y="26817"/>
                </a:lnTo>
                <a:lnTo>
                  <a:pt x="616693" y="26885"/>
                </a:lnTo>
                <a:lnTo>
                  <a:pt x="616905" y="26952"/>
                </a:lnTo>
                <a:lnTo>
                  <a:pt x="617107" y="27017"/>
                </a:lnTo>
                <a:lnTo>
                  <a:pt x="617300" y="27082"/>
                </a:lnTo>
                <a:lnTo>
                  <a:pt x="617482" y="27145"/>
                </a:lnTo>
                <a:lnTo>
                  <a:pt x="617655" y="27207"/>
                </a:lnTo>
                <a:lnTo>
                  <a:pt x="617818" y="27268"/>
                </a:lnTo>
                <a:lnTo>
                  <a:pt x="617971" y="27327"/>
                </a:lnTo>
                <a:lnTo>
                  <a:pt x="618114" y="27386"/>
                </a:lnTo>
                <a:lnTo>
                  <a:pt x="618247" y="27443"/>
                </a:lnTo>
                <a:lnTo>
                  <a:pt x="618371" y="27500"/>
                </a:lnTo>
                <a:lnTo>
                  <a:pt x="618485" y="27555"/>
                </a:lnTo>
                <a:lnTo>
                  <a:pt x="618589" y="27609"/>
                </a:lnTo>
                <a:lnTo>
                  <a:pt x="618683" y="27661"/>
                </a:lnTo>
                <a:lnTo>
                  <a:pt x="618767" y="27713"/>
                </a:lnTo>
                <a:lnTo>
                  <a:pt x="618878" y="27789"/>
                </a:lnTo>
                <a:lnTo>
                  <a:pt x="618985" y="27866"/>
                </a:lnTo>
                <a:lnTo>
                  <a:pt x="619087" y="27947"/>
                </a:lnTo>
                <a:lnTo>
                  <a:pt x="619184" y="28029"/>
                </a:lnTo>
                <a:lnTo>
                  <a:pt x="619276" y="28114"/>
                </a:lnTo>
                <a:lnTo>
                  <a:pt x="619364" y="28201"/>
                </a:lnTo>
                <a:lnTo>
                  <a:pt x="619446" y="28291"/>
                </a:lnTo>
                <a:lnTo>
                  <a:pt x="619525" y="28382"/>
                </a:lnTo>
                <a:lnTo>
                  <a:pt x="619598" y="28476"/>
                </a:lnTo>
                <a:lnTo>
                  <a:pt x="619667" y="28573"/>
                </a:lnTo>
                <a:lnTo>
                  <a:pt x="619731" y="28671"/>
                </a:lnTo>
                <a:lnTo>
                  <a:pt x="619790" y="28772"/>
                </a:lnTo>
                <a:lnTo>
                  <a:pt x="619844" y="28876"/>
                </a:lnTo>
                <a:lnTo>
                  <a:pt x="619894" y="28981"/>
                </a:lnTo>
                <a:lnTo>
                  <a:pt x="619939" y="29089"/>
                </a:lnTo>
                <a:lnTo>
                  <a:pt x="619979" y="29199"/>
                </a:lnTo>
                <a:lnTo>
                  <a:pt x="620015" y="29312"/>
                </a:lnTo>
                <a:lnTo>
                  <a:pt x="620045" y="29426"/>
                </a:lnTo>
                <a:lnTo>
                  <a:pt x="620071" y="29544"/>
                </a:lnTo>
                <a:lnTo>
                  <a:pt x="620093" y="29663"/>
                </a:lnTo>
                <a:lnTo>
                  <a:pt x="620109" y="29785"/>
                </a:lnTo>
                <a:lnTo>
                  <a:pt x="620121" y="29909"/>
                </a:lnTo>
                <a:lnTo>
                  <a:pt x="620128" y="30035"/>
                </a:lnTo>
                <a:lnTo>
                  <a:pt x="620131" y="30164"/>
                </a:lnTo>
                <a:lnTo>
                  <a:pt x="620128" y="30308"/>
                </a:lnTo>
                <a:lnTo>
                  <a:pt x="620120" y="30450"/>
                </a:lnTo>
                <a:lnTo>
                  <a:pt x="620107" y="30591"/>
                </a:lnTo>
                <a:lnTo>
                  <a:pt x="620088" y="30730"/>
                </a:lnTo>
                <a:lnTo>
                  <a:pt x="620064" y="30867"/>
                </a:lnTo>
                <a:lnTo>
                  <a:pt x="620034" y="31003"/>
                </a:lnTo>
                <a:lnTo>
                  <a:pt x="619999" y="31138"/>
                </a:lnTo>
                <a:lnTo>
                  <a:pt x="619959" y="31271"/>
                </a:lnTo>
                <a:lnTo>
                  <a:pt x="619914" y="31402"/>
                </a:lnTo>
                <a:lnTo>
                  <a:pt x="619863" y="31532"/>
                </a:lnTo>
                <a:lnTo>
                  <a:pt x="619806" y="31661"/>
                </a:lnTo>
                <a:lnTo>
                  <a:pt x="619745" y="31787"/>
                </a:lnTo>
                <a:lnTo>
                  <a:pt x="619678" y="31913"/>
                </a:lnTo>
                <a:lnTo>
                  <a:pt x="619605" y="32036"/>
                </a:lnTo>
                <a:lnTo>
                  <a:pt x="619528" y="32159"/>
                </a:lnTo>
                <a:lnTo>
                  <a:pt x="619445" y="32279"/>
                </a:lnTo>
                <a:lnTo>
                  <a:pt x="619356" y="32398"/>
                </a:lnTo>
                <a:lnTo>
                  <a:pt x="619262" y="32516"/>
                </a:lnTo>
                <a:lnTo>
                  <a:pt x="619163" y="32632"/>
                </a:lnTo>
                <a:lnTo>
                  <a:pt x="619059" y="32746"/>
                </a:lnTo>
                <a:lnTo>
                  <a:pt x="618949" y="32859"/>
                </a:lnTo>
                <a:lnTo>
                  <a:pt x="618833" y="32970"/>
                </a:lnTo>
                <a:lnTo>
                  <a:pt x="618713" y="33080"/>
                </a:lnTo>
                <a:lnTo>
                  <a:pt x="618587" y="33188"/>
                </a:lnTo>
                <a:lnTo>
                  <a:pt x="618455" y="33294"/>
                </a:lnTo>
                <a:lnTo>
                  <a:pt x="618318" y="33394"/>
                </a:lnTo>
                <a:lnTo>
                  <a:pt x="618175" y="33491"/>
                </a:lnTo>
                <a:lnTo>
                  <a:pt x="618027" y="33582"/>
                </a:lnTo>
                <a:lnTo>
                  <a:pt x="617872" y="33670"/>
                </a:lnTo>
                <a:lnTo>
                  <a:pt x="617712" y="33752"/>
                </a:lnTo>
                <a:lnTo>
                  <a:pt x="617546" y="33831"/>
                </a:lnTo>
                <a:lnTo>
                  <a:pt x="617375" y="33905"/>
                </a:lnTo>
                <a:lnTo>
                  <a:pt x="617198" y="33974"/>
                </a:lnTo>
                <a:lnTo>
                  <a:pt x="617015" y="34039"/>
                </a:lnTo>
                <a:lnTo>
                  <a:pt x="616826" y="34099"/>
                </a:lnTo>
                <a:lnTo>
                  <a:pt x="616631" y="34155"/>
                </a:lnTo>
                <a:lnTo>
                  <a:pt x="616431" y="34207"/>
                </a:lnTo>
                <a:lnTo>
                  <a:pt x="616226" y="34254"/>
                </a:lnTo>
                <a:lnTo>
                  <a:pt x="616014" y="34296"/>
                </a:lnTo>
                <a:lnTo>
                  <a:pt x="615797" y="34334"/>
                </a:lnTo>
                <a:lnTo>
                  <a:pt x="615574" y="34368"/>
                </a:lnTo>
                <a:lnTo>
                  <a:pt x="615345" y="34397"/>
                </a:lnTo>
                <a:lnTo>
                  <a:pt x="615111" y="34421"/>
                </a:lnTo>
                <a:lnTo>
                  <a:pt x="614870" y="34442"/>
                </a:lnTo>
                <a:lnTo>
                  <a:pt x="614625" y="34457"/>
                </a:lnTo>
                <a:lnTo>
                  <a:pt x="614373" y="34468"/>
                </a:lnTo>
                <a:lnTo>
                  <a:pt x="614116" y="34475"/>
                </a:lnTo>
                <a:lnTo>
                  <a:pt x="613853" y="34477"/>
                </a:lnTo>
                <a:lnTo>
                  <a:pt x="613591" y="34475"/>
                </a:lnTo>
                <a:lnTo>
                  <a:pt x="613335" y="34467"/>
                </a:lnTo>
                <a:lnTo>
                  <a:pt x="613083" y="34455"/>
                </a:lnTo>
                <a:lnTo>
                  <a:pt x="612837" y="34437"/>
                </a:lnTo>
                <a:lnTo>
                  <a:pt x="612595" y="34414"/>
                </a:lnTo>
                <a:lnTo>
                  <a:pt x="612358" y="34386"/>
                </a:lnTo>
                <a:lnTo>
                  <a:pt x="612126" y="34353"/>
                </a:lnTo>
                <a:lnTo>
                  <a:pt x="611899" y="34315"/>
                </a:lnTo>
                <a:lnTo>
                  <a:pt x="611676" y="34272"/>
                </a:lnTo>
                <a:lnTo>
                  <a:pt x="611459" y="34224"/>
                </a:lnTo>
                <a:lnTo>
                  <a:pt x="611246" y="34171"/>
                </a:lnTo>
                <a:lnTo>
                  <a:pt x="611039" y="34113"/>
                </a:lnTo>
                <a:lnTo>
                  <a:pt x="610836" y="34049"/>
                </a:lnTo>
                <a:lnTo>
                  <a:pt x="610638" y="33981"/>
                </a:lnTo>
                <a:lnTo>
                  <a:pt x="610445" y="33907"/>
                </a:lnTo>
                <a:lnTo>
                  <a:pt x="610256" y="33829"/>
                </a:lnTo>
                <a:lnTo>
                  <a:pt x="610073" y="33745"/>
                </a:lnTo>
                <a:lnTo>
                  <a:pt x="609894" y="33657"/>
                </a:lnTo>
                <a:lnTo>
                  <a:pt x="609721" y="33563"/>
                </a:lnTo>
                <a:lnTo>
                  <a:pt x="609552" y="33464"/>
                </a:lnTo>
                <a:lnTo>
                  <a:pt x="609388" y="33360"/>
                </a:lnTo>
                <a:lnTo>
                  <a:pt x="609229" y="33251"/>
                </a:lnTo>
                <a:lnTo>
                  <a:pt x="609075" y="33137"/>
                </a:lnTo>
                <a:lnTo>
                  <a:pt x="608926" y="33018"/>
                </a:lnTo>
                <a:lnTo>
                  <a:pt x="608781" y="32894"/>
                </a:lnTo>
                <a:lnTo>
                  <a:pt x="608641" y="32766"/>
                </a:lnTo>
                <a:lnTo>
                  <a:pt x="608506" y="32633"/>
                </a:lnTo>
                <a:lnTo>
                  <a:pt x="608376" y="32496"/>
                </a:lnTo>
                <a:lnTo>
                  <a:pt x="608251" y="32354"/>
                </a:lnTo>
                <a:lnTo>
                  <a:pt x="608130" y="32208"/>
                </a:lnTo>
                <a:lnTo>
                  <a:pt x="608014" y="32057"/>
                </a:lnTo>
                <a:lnTo>
                  <a:pt x="607903" y="31902"/>
                </a:lnTo>
                <a:lnTo>
                  <a:pt x="607797" y="31743"/>
                </a:lnTo>
                <a:lnTo>
                  <a:pt x="607696" y="31579"/>
                </a:lnTo>
                <a:lnTo>
                  <a:pt x="607599" y="31411"/>
                </a:lnTo>
                <a:lnTo>
                  <a:pt x="607507" y="31238"/>
                </a:lnTo>
                <a:lnTo>
                  <a:pt x="607420" y="31060"/>
                </a:lnTo>
                <a:lnTo>
                  <a:pt x="607338" y="30879"/>
                </a:lnTo>
                <a:lnTo>
                  <a:pt x="607260" y="30693"/>
                </a:lnTo>
                <a:lnTo>
                  <a:pt x="607187" y="30502"/>
                </a:lnTo>
                <a:lnTo>
                  <a:pt x="607119" y="30307"/>
                </a:lnTo>
                <a:lnTo>
                  <a:pt x="607056" y="30107"/>
                </a:lnTo>
                <a:lnTo>
                  <a:pt x="606998" y="29903"/>
                </a:lnTo>
                <a:lnTo>
                  <a:pt x="606944" y="29695"/>
                </a:lnTo>
                <a:lnTo>
                  <a:pt x="606895" y="29482"/>
                </a:lnTo>
                <a:lnTo>
                  <a:pt x="606851" y="29265"/>
                </a:lnTo>
                <a:lnTo>
                  <a:pt x="606812" y="29043"/>
                </a:lnTo>
                <a:lnTo>
                  <a:pt x="606777" y="28817"/>
                </a:lnTo>
                <a:lnTo>
                  <a:pt x="602197" y="29537"/>
                </a:lnTo>
                <a:lnTo>
                  <a:pt x="602265" y="29897"/>
                </a:lnTo>
                <a:lnTo>
                  <a:pt x="602340" y="30249"/>
                </a:lnTo>
                <a:lnTo>
                  <a:pt x="602422" y="30594"/>
                </a:lnTo>
                <a:lnTo>
                  <a:pt x="602511" y="30932"/>
                </a:lnTo>
                <a:lnTo>
                  <a:pt x="602607" y="31262"/>
                </a:lnTo>
                <a:close/>
                <a:moveTo>
                  <a:pt x="677927" y="30062"/>
                </a:moveTo>
                <a:lnTo>
                  <a:pt x="677825" y="30274"/>
                </a:lnTo>
                <a:lnTo>
                  <a:pt x="677720" y="30481"/>
                </a:lnTo>
                <a:lnTo>
                  <a:pt x="677613" y="30682"/>
                </a:lnTo>
                <a:lnTo>
                  <a:pt x="677503" y="30878"/>
                </a:lnTo>
                <a:lnTo>
                  <a:pt x="677391" y="31068"/>
                </a:lnTo>
                <a:lnTo>
                  <a:pt x="677275" y="31252"/>
                </a:lnTo>
                <a:lnTo>
                  <a:pt x="677158" y="31431"/>
                </a:lnTo>
                <a:lnTo>
                  <a:pt x="677037" y="31605"/>
                </a:lnTo>
                <a:lnTo>
                  <a:pt x="676915" y="31773"/>
                </a:lnTo>
                <a:lnTo>
                  <a:pt x="676789" y="31936"/>
                </a:lnTo>
                <a:lnTo>
                  <a:pt x="676661" y="32093"/>
                </a:lnTo>
                <a:lnTo>
                  <a:pt x="676530" y="32244"/>
                </a:lnTo>
                <a:lnTo>
                  <a:pt x="676397" y="32391"/>
                </a:lnTo>
                <a:lnTo>
                  <a:pt x="676261" y="32531"/>
                </a:lnTo>
                <a:lnTo>
                  <a:pt x="676123" y="32666"/>
                </a:lnTo>
                <a:lnTo>
                  <a:pt x="675982" y="32796"/>
                </a:lnTo>
                <a:lnTo>
                  <a:pt x="675838" y="32920"/>
                </a:lnTo>
                <a:lnTo>
                  <a:pt x="675692" y="33039"/>
                </a:lnTo>
                <a:lnTo>
                  <a:pt x="675543" y="33152"/>
                </a:lnTo>
                <a:lnTo>
                  <a:pt x="675392" y="33260"/>
                </a:lnTo>
                <a:lnTo>
                  <a:pt x="675238" y="33364"/>
                </a:lnTo>
                <a:lnTo>
                  <a:pt x="675081" y="33463"/>
                </a:lnTo>
                <a:lnTo>
                  <a:pt x="674922" y="33557"/>
                </a:lnTo>
                <a:lnTo>
                  <a:pt x="674760" y="33647"/>
                </a:lnTo>
                <a:lnTo>
                  <a:pt x="674596" y="33732"/>
                </a:lnTo>
                <a:lnTo>
                  <a:pt x="674429" y="33813"/>
                </a:lnTo>
                <a:lnTo>
                  <a:pt x="674260" y="33888"/>
                </a:lnTo>
                <a:lnTo>
                  <a:pt x="674087" y="33960"/>
                </a:lnTo>
                <a:lnTo>
                  <a:pt x="673913" y="34026"/>
                </a:lnTo>
                <a:lnTo>
                  <a:pt x="673735" y="34089"/>
                </a:lnTo>
                <a:lnTo>
                  <a:pt x="673556" y="34146"/>
                </a:lnTo>
                <a:lnTo>
                  <a:pt x="673373" y="34199"/>
                </a:lnTo>
                <a:lnTo>
                  <a:pt x="673188" y="34247"/>
                </a:lnTo>
                <a:lnTo>
                  <a:pt x="673000" y="34291"/>
                </a:lnTo>
                <a:lnTo>
                  <a:pt x="672810" y="34330"/>
                </a:lnTo>
                <a:lnTo>
                  <a:pt x="672617" y="34365"/>
                </a:lnTo>
                <a:lnTo>
                  <a:pt x="672422" y="34395"/>
                </a:lnTo>
                <a:lnTo>
                  <a:pt x="672224" y="34420"/>
                </a:lnTo>
                <a:lnTo>
                  <a:pt x="672023" y="34441"/>
                </a:lnTo>
                <a:lnTo>
                  <a:pt x="671820" y="34457"/>
                </a:lnTo>
                <a:lnTo>
                  <a:pt x="671614" y="34468"/>
                </a:lnTo>
                <a:lnTo>
                  <a:pt x="671406" y="34475"/>
                </a:lnTo>
                <a:lnTo>
                  <a:pt x="671195" y="34477"/>
                </a:lnTo>
                <a:lnTo>
                  <a:pt x="670912" y="34473"/>
                </a:lnTo>
                <a:lnTo>
                  <a:pt x="670632" y="34461"/>
                </a:lnTo>
                <a:lnTo>
                  <a:pt x="670357" y="34440"/>
                </a:lnTo>
                <a:lnTo>
                  <a:pt x="670086" y="34411"/>
                </a:lnTo>
                <a:lnTo>
                  <a:pt x="669818" y="34374"/>
                </a:lnTo>
                <a:lnTo>
                  <a:pt x="669555" y="34328"/>
                </a:lnTo>
                <a:lnTo>
                  <a:pt x="669295" y="34274"/>
                </a:lnTo>
                <a:lnTo>
                  <a:pt x="669039" y="34212"/>
                </a:lnTo>
                <a:lnTo>
                  <a:pt x="668788" y="34142"/>
                </a:lnTo>
                <a:lnTo>
                  <a:pt x="668540" y="34063"/>
                </a:lnTo>
                <a:lnTo>
                  <a:pt x="668296" y="33976"/>
                </a:lnTo>
                <a:lnTo>
                  <a:pt x="668056" y="33881"/>
                </a:lnTo>
                <a:lnTo>
                  <a:pt x="667820" y="33777"/>
                </a:lnTo>
                <a:lnTo>
                  <a:pt x="667588" y="33665"/>
                </a:lnTo>
                <a:lnTo>
                  <a:pt x="667360" y="33545"/>
                </a:lnTo>
                <a:lnTo>
                  <a:pt x="667135" y="33417"/>
                </a:lnTo>
                <a:lnTo>
                  <a:pt x="666915" y="33280"/>
                </a:lnTo>
                <a:lnTo>
                  <a:pt x="666699" y="33135"/>
                </a:lnTo>
                <a:lnTo>
                  <a:pt x="666486" y="32982"/>
                </a:lnTo>
                <a:lnTo>
                  <a:pt x="666278" y="32820"/>
                </a:lnTo>
                <a:lnTo>
                  <a:pt x="666073" y="32650"/>
                </a:lnTo>
                <a:lnTo>
                  <a:pt x="665873" y="32472"/>
                </a:lnTo>
                <a:lnTo>
                  <a:pt x="665676" y="32286"/>
                </a:lnTo>
                <a:lnTo>
                  <a:pt x="665483" y="32091"/>
                </a:lnTo>
                <a:lnTo>
                  <a:pt x="665296" y="31888"/>
                </a:lnTo>
                <a:lnTo>
                  <a:pt x="665115" y="31679"/>
                </a:lnTo>
                <a:lnTo>
                  <a:pt x="664942" y="31462"/>
                </a:lnTo>
                <a:lnTo>
                  <a:pt x="664776" y="31237"/>
                </a:lnTo>
                <a:lnTo>
                  <a:pt x="664617" y="31005"/>
                </a:lnTo>
                <a:lnTo>
                  <a:pt x="664465" y="30766"/>
                </a:lnTo>
                <a:lnTo>
                  <a:pt x="664320" y="30520"/>
                </a:lnTo>
                <a:lnTo>
                  <a:pt x="664182" y="30266"/>
                </a:lnTo>
                <a:lnTo>
                  <a:pt x="664051" y="30005"/>
                </a:lnTo>
                <a:lnTo>
                  <a:pt x="663928" y="29737"/>
                </a:lnTo>
                <a:lnTo>
                  <a:pt x="663811" y="29462"/>
                </a:lnTo>
                <a:lnTo>
                  <a:pt x="663701" y="29179"/>
                </a:lnTo>
                <a:lnTo>
                  <a:pt x="663599" y="28889"/>
                </a:lnTo>
                <a:lnTo>
                  <a:pt x="663503" y="28591"/>
                </a:lnTo>
                <a:lnTo>
                  <a:pt x="663415" y="28286"/>
                </a:lnTo>
                <a:lnTo>
                  <a:pt x="663333" y="27974"/>
                </a:lnTo>
                <a:lnTo>
                  <a:pt x="663259" y="27655"/>
                </a:lnTo>
                <a:lnTo>
                  <a:pt x="663191" y="27328"/>
                </a:lnTo>
                <a:lnTo>
                  <a:pt x="663131" y="26994"/>
                </a:lnTo>
                <a:lnTo>
                  <a:pt x="663078" y="26653"/>
                </a:lnTo>
                <a:lnTo>
                  <a:pt x="663032" y="26304"/>
                </a:lnTo>
                <a:lnTo>
                  <a:pt x="662993" y="25948"/>
                </a:lnTo>
                <a:lnTo>
                  <a:pt x="662961" y="25585"/>
                </a:lnTo>
                <a:lnTo>
                  <a:pt x="662936" y="25215"/>
                </a:lnTo>
                <a:lnTo>
                  <a:pt x="683313" y="25215"/>
                </a:lnTo>
                <a:lnTo>
                  <a:pt x="683316" y="25147"/>
                </a:lnTo>
                <a:lnTo>
                  <a:pt x="683318" y="25081"/>
                </a:lnTo>
                <a:lnTo>
                  <a:pt x="683319" y="25016"/>
                </a:lnTo>
                <a:lnTo>
                  <a:pt x="683321" y="24952"/>
                </a:lnTo>
                <a:lnTo>
                  <a:pt x="683323" y="24890"/>
                </a:lnTo>
                <a:lnTo>
                  <a:pt x="683325" y="24830"/>
                </a:lnTo>
                <a:lnTo>
                  <a:pt x="683326" y="24770"/>
                </a:lnTo>
                <a:lnTo>
                  <a:pt x="683328" y="24713"/>
                </a:lnTo>
                <a:lnTo>
                  <a:pt x="683329" y="24656"/>
                </a:lnTo>
                <a:lnTo>
                  <a:pt x="683330" y="24601"/>
                </a:lnTo>
                <a:lnTo>
                  <a:pt x="683332" y="24548"/>
                </a:lnTo>
                <a:lnTo>
                  <a:pt x="683333" y="24496"/>
                </a:lnTo>
                <a:lnTo>
                  <a:pt x="683334" y="24445"/>
                </a:lnTo>
                <a:lnTo>
                  <a:pt x="683335" y="24396"/>
                </a:lnTo>
                <a:lnTo>
                  <a:pt x="683336" y="24348"/>
                </a:lnTo>
                <a:lnTo>
                  <a:pt x="683336" y="24302"/>
                </a:lnTo>
                <a:lnTo>
                  <a:pt x="683337" y="24257"/>
                </a:lnTo>
                <a:lnTo>
                  <a:pt x="683338" y="24213"/>
                </a:lnTo>
                <a:lnTo>
                  <a:pt x="683338" y="24171"/>
                </a:lnTo>
                <a:lnTo>
                  <a:pt x="683338" y="24131"/>
                </a:lnTo>
                <a:lnTo>
                  <a:pt x="683339" y="24091"/>
                </a:lnTo>
                <a:lnTo>
                  <a:pt x="683339" y="24054"/>
                </a:lnTo>
                <a:lnTo>
                  <a:pt x="683339" y="24017"/>
                </a:lnTo>
                <a:lnTo>
                  <a:pt x="683339" y="23982"/>
                </a:lnTo>
                <a:lnTo>
                  <a:pt x="683333" y="23425"/>
                </a:lnTo>
                <a:lnTo>
                  <a:pt x="683315" y="22877"/>
                </a:lnTo>
                <a:lnTo>
                  <a:pt x="683285" y="22341"/>
                </a:lnTo>
                <a:lnTo>
                  <a:pt x="683243" y="21815"/>
                </a:lnTo>
                <a:lnTo>
                  <a:pt x="683188" y="21299"/>
                </a:lnTo>
                <a:lnTo>
                  <a:pt x="683122" y="20794"/>
                </a:lnTo>
                <a:lnTo>
                  <a:pt x="683044" y="20299"/>
                </a:lnTo>
                <a:lnTo>
                  <a:pt x="682953" y="19815"/>
                </a:lnTo>
                <a:lnTo>
                  <a:pt x="682851" y="19342"/>
                </a:lnTo>
                <a:lnTo>
                  <a:pt x="682736" y="18879"/>
                </a:lnTo>
                <a:lnTo>
                  <a:pt x="682610" y="18426"/>
                </a:lnTo>
                <a:lnTo>
                  <a:pt x="682471" y="17984"/>
                </a:lnTo>
                <a:lnTo>
                  <a:pt x="682320" y="17553"/>
                </a:lnTo>
                <a:lnTo>
                  <a:pt x="682157" y="17132"/>
                </a:lnTo>
                <a:lnTo>
                  <a:pt x="681982" y="16722"/>
                </a:lnTo>
                <a:lnTo>
                  <a:pt x="681795" y="16322"/>
                </a:lnTo>
                <a:lnTo>
                  <a:pt x="681596" y="15933"/>
                </a:lnTo>
                <a:lnTo>
                  <a:pt x="681385" y="15554"/>
                </a:lnTo>
                <a:lnTo>
                  <a:pt x="681162" y="15186"/>
                </a:lnTo>
                <a:lnTo>
                  <a:pt x="680927" y="14828"/>
                </a:lnTo>
                <a:lnTo>
                  <a:pt x="680680" y="14481"/>
                </a:lnTo>
                <a:lnTo>
                  <a:pt x="680421" y="14144"/>
                </a:lnTo>
                <a:lnTo>
                  <a:pt x="680149" y="13818"/>
                </a:lnTo>
                <a:lnTo>
                  <a:pt x="679866" y="13502"/>
                </a:lnTo>
                <a:lnTo>
                  <a:pt x="679573" y="13198"/>
                </a:lnTo>
                <a:lnTo>
                  <a:pt x="679273" y="12907"/>
                </a:lnTo>
                <a:lnTo>
                  <a:pt x="678966" y="12629"/>
                </a:lnTo>
                <a:lnTo>
                  <a:pt x="678652" y="12364"/>
                </a:lnTo>
                <a:lnTo>
                  <a:pt x="678331" y="12112"/>
                </a:lnTo>
                <a:lnTo>
                  <a:pt x="678004" y="11873"/>
                </a:lnTo>
                <a:lnTo>
                  <a:pt x="677669" y="11646"/>
                </a:lnTo>
                <a:lnTo>
                  <a:pt x="677327" y="11433"/>
                </a:lnTo>
                <a:lnTo>
                  <a:pt x="676978" y="11232"/>
                </a:lnTo>
                <a:lnTo>
                  <a:pt x="676623" y="11045"/>
                </a:lnTo>
                <a:lnTo>
                  <a:pt x="676260" y="10870"/>
                </a:lnTo>
                <a:lnTo>
                  <a:pt x="675891" y="10708"/>
                </a:lnTo>
                <a:lnTo>
                  <a:pt x="675514" y="10560"/>
                </a:lnTo>
                <a:lnTo>
                  <a:pt x="675130" y="10424"/>
                </a:lnTo>
                <a:lnTo>
                  <a:pt x="674740" y="10301"/>
                </a:lnTo>
                <a:lnTo>
                  <a:pt x="674342" y="10191"/>
                </a:lnTo>
                <a:lnTo>
                  <a:pt x="673938" y="10094"/>
                </a:lnTo>
                <a:lnTo>
                  <a:pt x="673527" y="10010"/>
                </a:lnTo>
                <a:lnTo>
                  <a:pt x="673108" y="9939"/>
                </a:lnTo>
                <a:lnTo>
                  <a:pt x="672683" y="9881"/>
                </a:lnTo>
                <a:lnTo>
                  <a:pt x="672251" y="9835"/>
                </a:lnTo>
                <a:lnTo>
                  <a:pt x="671811" y="9803"/>
                </a:lnTo>
                <a:lnTo>
                  <a:pt x="671365" y="9784"/>
                </a:lnTo>
                <a:lnTo>
                  <a:pt x="670912" y="9777"/>
                </a:lnTo>
                <a:lnTo>
                  <a:pt x="670444" y="9784"/>
                </a:lnTo>
                <a:lnTo>
                  <a:pt x="669983" y="9804"/>
                </a:lnTo>
                <a:lnTo>
                  <a:pt x="669530" y="9837"/>
                </a:lnTo>
                <a:lnTo>
                  <a:pt x="669084" y="9883"/>
                </a:lnTo>
                <a:lnTo>
                  <a:pt x="668645" y="9942"/>
                </a:lnTo>
                <a:lnTo>
                  <a:pt x="668214" y="10015"/>
                </a:lnTo>
                <a:lnTo>
                  <a:pt x="667789" y="10101"/>
                </a:lnTo>
                <a:lnTo>
                  <a:pt x="667373" y="10200"/>
                </a:lnTo>
                <a:lnTo>
                  <a:pt x="666963" y="10313"/>
                </a:lnTo>
                <a:lnTo>
                  <a:pt x="666561" y="10438"/>
                </a:lnTo>
                <a:lnTo>
                  <a:pt x="666166" y="10577"/>
                </a:lnTo>
                <a:lnTo>
                  <a:pt x="665779" y="10729"/>
                </a:lnTo>
                <a:lnTo>
                  <a:pt x="665399" y="10894"/>
                </a:lnTo>
                <a:lnTo>
                  <a:pt x="665026" y="11073"/>
                </a:lnTo>
                <a:lnTo>
                  <a:pt x="664660" y="11265"/>
                </a:lnTo>
                <a:lnTo>
                  <a:pt x="664302" y="11470"/>
                </a:lnTo>
                <a:lnTo>
                  <a:pt x="663951" y="11688"/>
                </a:lnTo>
                <a:lnTo>
                  <a:pt x="663608" y="11919"/>
                </a:lnTo>
                <a:lnTo>
                  <a:pt x="663272" y="12164"/>
                </a:lnTo>
                <a:lnTo>
                  <a:pt x="662943" y="12422"/>
                </a:lnTo>
                <a:lnTo>
                  <a:pt x="662621" y="12693"/>
                </a:lnTo>
                <a:lnTo>
                  <a:pt x="662307" y="12977"/>
                </a:lnTo>
                <a:lnTo>
                  <a:pt x="662000" y="13274"/>
                </a:lnTo>
                <a:lnTo>
                  <a:pt x="661701" y="13585"/>
                </a:lnTo>
                <a:lnTo>
                  <a:pt x="661411" y="13908"/>
                </a:lnTo>
                <a:lnTo>
                  <a:pt x="661134" y="14241"/>
                </a:lnTo>
                <a:lnTo>
                  <a:pt x="660869" y="14585"/>
                </a:lnTo>
                <a:lnTo>
                  <a:pt x="660616" y="14940"/>
                </a:lnTo>
                <a:lnTo>
                  <a:pt x="660375" y="15306"/>
                </a:lnTo>
                <a:lnTo>
                  <a:pt x="660147" y="15682"/>
                </a:lnTo>
                <a:lnTo>
                  <a:pt x="659932" y="16069"/>
                </a:lnTo>
                <a:lnTo>
                  <a:pt x="659728" y="16467"/>
                </a:lnTo>
                <a:lnTo>
                  <a:pt x="659537" y="16875"/>
                </a:lnTo>
                <a:lnTo>
                  <a:pt x="659358" y="17294"/>
                </a:lnTo>
                <a:lnTo>
                  <a:pt x="659192" y="17724"/>
                </a:lnTo>
                <a:lnTo>
                  <a:pt x="659038" y="18165"/>
                </a:lnTo>
                <a:lnTo>
                  <a:pt x="658896" y="18616"/>
                </a:lnTo>
                <a:lnTo>
                  <a:pt x="658767" y="19078"/>
                </a:lnTo>
                <a:lnTo>
                  <a:pt x="658649" y="19551"/>
                </a:lnTo>
                <a:lnTo>
                  <a:pt x="658545" y="20035"/>
                </a:lnTo>
                <a:lnTo>
                  <a:pt x="658452" y="20529"/>
                </a:lnTo>
                <a:lnTo>
                  <a:pt x="658372" y="21034"/>
                </a:lnTo>
                <a:lnTo>
                  <a:pt x="658304" y="21549"/>
                </a:lnTo>
                <a:lnTo>
                  <a:pt x="658249" y="22076"/>
                </a:lnTo>
                <a:lnTo>
                  <a:pt x="658206" y="22613"/>
                </a:lnTo>
                <a:lnTo>
                  <a:pt x="658175" y="23161"/>
                </a:lnTo>
                <a:lnTo>
                  <a:pt x="658156" y="23719"/>
                </a:lnTo>
                <a:lnTo>
                  <a:pt x="658150" y="24289"/>
                </a:lnTo>
                <a:lnTo>
                  <a:pt x="658156" y="24839"/>
                </a:lnTo>
                <a:lnTo>
                  <a:pt x="658175" y="25379"/>
                </a:lnTo>
                <a:lnTo>
                  <a:pt x="658205" y="25908"/>
                </a:lnTo>
                <a:lnTo>
                  <a:pt x="658248" y="26427"/>
                </a:lnTo>
                <a:lnTo>
                  <a:pt x="658303" y="26936"/>
                </a:lnTo>
                <a:lnTo>
                  <a:pt x="658370" y="27435"/>
                </a:lnTo>
                <a:lnTo>
                  <a:pt x="658449" y="27923"/>
                </a:lnTo>
                <a:lnTo>
                  <a:pt x="658540" y="28401"/>
                </a:lnTo>
                <a:lnTo>
                  <a:pt x="658644" y="28869"/>
                </a:lnTo>
                <a:lnTo>
                  <a:pt x="658760" y="29326"/>
                </a:lnTo>
                <a:lnTo>
                  <a:pt x="658888" y="29773"/>
                </a:lnTo>
                <a:lnTo>
                  <a:pt x="659028" y="30210"/>
                </a:lnTo>
                <a:lnTo>
                  <a:pt x="659181" y="30636"/>
                </a:lnTo>
                <a:lnTo>
                  <a:pt x="659345" y="31052"/>
                </a:lnTo>
                <a:lnTo>
                  <a:pt x="659522" y="31458"/>
                </a:lnTo>
                <a:lnTo>
                  <a:pt x="659711" y="31853"/>
                </a:lnTo>
                <a:lnTo>
                  <a:pt x="659912" y="32238"/>
                </a:lnTo>
                <a:lnTo>
                  <a:pt x="660126" y="32613"/>
                </a:lnTo>
                <a:lnTo>
                  <a:pt x="660351" y="32977"/>
                </a:lnTo>
                <a:lnTo>
                  <a:pt x="660589" y="33331"/>
                </a:lnTo>
                <a:lnTo>
                  <a:pt x="660839" y="33675"/>
                </a:lnTo>
                <a:lnTo>
                  <a:pt x="661101" y="34009"/>
                </a:lnTo>
                <a:lnTo>
                  <a:pt x="661376" y="34332"/>
                </a:lnTo>
                <a:lnTo>
                  <a:pt x="661662" y="34645"/>
                </a:lnTo>
                <a:lnTo>
                  <a:pt x="661959" y="34946"/>
                </a:lnTo>
                <a:lnTo>
                  <a:pt x="662265" y="35234"/>
                </a:lnTo>
                <a:lnTo>
                  <a:pt x="662579" y="35510"/>
                </a:lnTo>
                <a:lnTo>
                  <a:pt x="662902" y="35773"/>
                </a:lnTo>
                <a:lnTo>
                  <a:pt x="663233" y="36023"/>
                </a:lnTo>
                <a:lnTo>
                  <a:pt x="663573" y="36260"/>
                </a:lnTo>
                <a:lnTo>
                  <a:pt x="663922" y="36484"/>
                </a:lnTo>
                <a:lnTo>
                  <a:pt x="664279" y="36696"/>
                </a:lnTo>
                <a:lnTo>
                  <a:pt x="664645" y="36895"/>
                </a:lnTo>
                <a:lnTo>
                  <a:pt x="665020" y="37080"/>
                </a:lnTo>
                <a:lnTo>
                  <a:pt x="665403" y="37253"/>
                </a:lnTo>
                <a:lnTo>
                  <a:pt x="665795" y="37414"/>
                </a:lnTo>
                <a:lnTo>
                  <a:pt x="666195" y="37561"/>
                </a:lnTo>
                <a:lnTo>
                  <a:pt x="666604" y="37696"/>
                </a:lnTo>
                <a:lnTo>
                  <a:pt x="667022" y="37818"/>
                </a:lnTo>
                <a:lnTo>
                  <a:pt x="667448" y="37927"/>
                </a:lnTo>
                <a:lnTo>
                  <a:pt x="667883" y="38023"/>
                </a:lnTo>
                <a:lnTo>
                  <a:pt x="668327" y="38106"/>
                </a:lnTo>
                <a:lnTo>
                  <a:pt x="668779" y="38177"/>
                </a:lnTo>
                <a:lnTo>
                  <a:pt x="669240" y="38234"/>
                </a:lnTo>
                <a:lnTo>
                  <a:pt x="669709" y="38279"/>
                </a:lnTo>
                <a:lnTo>
                  <a:pt x="670187" y="38311"/>
                </a:lnTo>
                <a:lnTo>
                  <a:pt x="670674" y="38330"/>
                </a:lnTo>
                <a:lnTo>
                  <a:pt x="671169" y="38337"/>
                </a:lnTo>
                <a:lnTo>
                  <a:pt x="671563" y="38333"/>
                </a:lnTo>
                <a:lnTo>
                  <a:pt x="671951" y="38321"/>
                </a:lnTo>
                <a:lnTo>
                  <a:pt x="672333" y="38301"/>
                </a:lnTo>
                <a:lnTo>
                  <a:pt x="672709" y="38272"/>
                </a:lnTo>
                <a:lnTo>
                  <a:pt x="673079" y="38236"/>
                </a:lnTo>
                <a:lnTo>
                  <a:pt x="673443" y="38192"/>
                </a:lnTo>
                <a:lnTo>
                  <a:pt x="673801" y="38140"/>
                </a:lnTo>
                <a:lnTo>
                  <a:pt x="674154" y="38079"/>
                </a:lnTo>
                <a:lnTo>
                  <a:pt x="674500" y="38011"/>
                </a:lnTo>
                <a:lnTo>
                  <a:pt x="674841" y="37935"/>
                </a:lnTo>
                <a:lnTo>
                  <a:pt x="675176" y="37850"/>
                </a:lnTo>
                <a:lnTo>
                  <a:pt x="675505" y="37758"/>
                </a:lnTo>
                <a:lnTo>
                  <a:pt x="675828" y="37657"/>
                </a:lnTo>
                <a:lnTo>
                  <a:pt x="676145" y="37549"/>
                </a:lnTo>
                <a:lnTo>
                  <a:pt x="676456" y="37432"/>
                </a:lnTo>
                <a:lnTo>
                  <a:pt x="676761" y="37308"/>
                </a:lnTo>
                <a:lnTo>
                  <a:pt x="677060" y="37175"/>
                </a:lnTo>
                <a:lnTo>
                  <a:pt x="677354" y="37034"/>
                </a:lnTo>
                <a:lnTo>
                  <a:pt x="677641" y="36885"/>
                </a:lnTo>
                <a:lnTo>
                  <a:pt x="677923" y="36729"/>
                </a:lnTo>
                <a:lnTo>
                  <a:pt x="678199" y="36564"/>
                </a:lnTo>
                <a:lnTo>
                  <a:pt x="678469" y="36391"/>
                </a:lnTo>
                <a:lnTo>
                  <a:pt x="678733" y="36210"/>
                </a:lnTo>
                <a:lnTo>
                  <a:pt x="678991" y="36021"/>
                </a:lnTo>
                <a:lnTo>
                  <a:pt x="679243" y="35825"/>
                </a:lnTo>
                <a:lnTo>
                  <a:pt x="679488" y="35622"/>
                </a:lnTo>
                <a:lnTo>
                  <a:pt x="679726" y="35413"/>
                </a:lnTo>
                <a:lnTo>
                  <a:pt x="679958" y="35197"/>
                </a:lnTo>
                <a:lnTo>
                  <a:pt x="680183" y="34975"/>
                </a:lnTo>
                <a:lnTo>
                  <a:pt x="680401" y="34746"/>
                </a:lnTo>
                <a:lnTo>
                  <a:pt x="680613" y="34511"/>
                </a:lnTo>
                <a:lnTo>
                  <a:pt x="680818" y="34269"/>
                </a:lnTo>
                <a:lnTo>
                  <a:pt x="681016" y="34020"/>
                </a:lnTo>
                <a:lnTo>
                  <a:pt x="681207" y="33765"/>
                </a:lnTo>
                <a:lnTo>
                  <a:pt x="681392" y="33504"/>
                </a:lnTo>
                <a:lnTo>
                  <a:pt x="681570" y="33236"/>
                </a:lnTo>
                <a:lnTo>
                  <a:pt x="681742" y="32961"/>
                </a:lnTo>
                <a:lnTo>
                  <a:pt x="681906" y="32680"/>
                </a:lnTo>
                <a:lnTo>
                  <a:pt x="682064" y="32393"/>
                </a:lnTo>
                <a:lnTo>
                  <a:pt x="682216" y="32099"/>
                </a:lnTo>
                <a:lnTo>
                  <a:pt x="682360" y="31798"/>
                </a:lnTo>
                <a:lnTo>
                  <a:pt x="682498" y="31491"/>
                </a:lnTo>
                <a:lnTo>
                  <a:pt x="682629" y="31178"/>
                </a:lnTo>
                <a:lnTo>
                  <a:pt x="682754" y="30857"/>
                </a:lnTo>
                <a:lnTo>
                  <a:pt x="682872" y="30531"/>
                </a:lnTo>
                <a:lnTo>
                  <a:pt x="682983" y="30198"/>
                </a:lnTo>
                <a:lnTo>
                  <a:pt x="683087" y="29858"/>
                </a:lnTo>
                <a:lnTo>
                  <a:pt x="683185" y="29512"/>
                </a:lnTo>
                <a:lnTo>
                  <a:pt x="678399" y="28920"/>
                </a:lnTo>
                <a:lnTo>
                  <a:pt x="678310" y="29159"/>
                </a:lnTo>
                <a:lnTo>
                  <a:pt x="678218" y="29393"/>
                </a:lnTo>
                <a:lnTo>
                  <a:pt x="678124" y="29622"/>
                </a:lnTo>
                <a:lnTo>
                  <a:pt x="678027" y="29845"/>
                </a:lnTo>
                <a:lnTo>
                  <a:pt x="677927" y="30062"/>
                </a:lnTo>
                <a:close/>
                <a:moveTo>
                  <a:pt x="663374" y="19951"/>
                </a:moveTo>
                <a:lnTo>
                  <a:pt x="663430" y="19685"/>
                </a:lnTo>
                <a:lnTo>
                  <a:pt x="663493" y="19424"/>
                </a:lnTo>
                <a:lnTo>
                  <a:pt x="663563" y="19168"/>
                </a:lnTo>
                <a:lnTo>
                  <a:pt x="663640" y="18916"/>
                </a:lnTo>
                <a:lnTo>
                  <a:pt x="663723" y="18670"/>
                </a:lnTo>
                <a:lnTo>
                  <a:pt x="663813" y="18429"/>
                </a:lnTo>
                <a:lnTo>
                  <a:pt x="663910" y="18192"/>
                </a:lnTo>
                <a:lnTo>
                  <a:pt x="664014" y="17960"/>
                </a:lnTo>
                <a:lnTo>
                  <a:pt x="664124" y="17734"/>
                </a:lnTo>
                <a:lnTo>
                  <a:pt x="664241" y="17512"/>
                </a:lnTo>
                <a:lnTo>
                  <a:pt x="664365" y="17295"/>
                </a:lnTo>
                <a:lnTo>
                  <a:pt x="664496" y="17083"/>
                </a:lnTo>
                <a:lnTo>
                  <a:pt x="664633" y="16876"/>
                </a:lnTo>
                <a:lnTo>
                  <a:pt x="664777" y="16674"/>
                </a:lnTo>
                <a:lnTo>
                  <a:pt x="664928" y="16477"/>
                </a:lnTo>
                <a:lnTo>
                  <a:pt x="665086" y="16285"/>
                </a:lnTo>
                <a:lnTo>
                  <a:pt x="665250" y="16097"/>
                </a:lnTo>
                <a:lnTo>
                  <a:pt x="665421" y="15915"/>
                </a:lnTo>
                <a:lnTo>
                  <a:pt x="665599" y="15738"/>
                </a:lnTo>
                <a:lnTo>
                  <a:pt x="665782" y="15566"/>
                </a:lnTo>
                <a:lnTo>
                  <a:pt x="665968" y="15402"/>
                </a:lnTo>
                <a:lnTo>
                  <a:pt x="666158" y="15245"/>
                </a:lnTo>
                <a:lnTo>
                  <a:pt x="666352" y="15096"/>
                </a:lnTo>
                <a:lnTo>
                  <a:pt x="666549" y="14953"/>
                </a:lnTo>
                <a:lnTo>
                  <a:pt x="666749" y="14818"/>
                </a:lnTo>
                <a:lnTo>
                  <a:pt x="666953" y="14691"/>
                </a:lnTo>
                <a:lnTo>
                  <a:pt x="667161" y="14570"/>
                </a:lnTo>
                <a:lnTo>
                  <a:pt x="667372" y="14457"/>
                </a:lnTo>
                <a:lnTo>
                  <a:pt x="667587" y="14351"/>
                </a:lnTo>
                <a:lnTo>
                  <a:pt x="667805" y="14253"/>
                </a:lnTo>
                <a:lnTo>
                  <a:pt x="668027" y="14162"/>
                </a:lnTo>
                <a:lnTo>
                  <a:pt x="668252" y="14078"/>
                </a:lnTo>
                <a:lnTo>
                  <a:pt x="668481" y="14001"/>
                </a:lnTo>
                <a:lnTo>
                  <a:pt x="668713" y="13932"/>
                </a:lnTo>
                <a:lnTo>
                  <a:pt x="668949" y="13870"/>
                </a:lnTo>
                <a:lnTo>
                  <a:pt x="669189" y="13815"/>
                </a:lnTo>
                <a:lnTo>
                  <a:pt x="669432" y="13768"/>
                </a:lnTo>
                <a:lnTo>
                  <a:pt x="669678" y="13728"/>
                </a:lnTo>
                <a:lnTo>
                  <a:pt x="669928" y="13695"/>
                </a:lnTo>
                <a:lnTo>
                  <a:pt x="670182" y="13669"/>
                </a:lnTo>
                <a:lnTo>
                  <a:pt x="670439" y="13651"/>
                </a:lnTo>
                <a:lnTo>
                  <a:pt x="670699" y="13640"/>
                </a:lnTo>
                <a:lnTo>
                  <a:pt x="670963" y="13637"/>
                </a:lnTo>
                <a:lnTo>
                  <a:pt x="671255" y="13641"/>
                </a:lnTo>
                <a:lnTo>
                  <a:pt x="671542" y="13655"/>
                </a:lnTo>
                <a:lnTo>
                  <a:pt x="671824" y="13678"/>
                </a:lnTo>
                <a:lnTo>
                  <a:pt x="672102" y="13710"/>
                </a:lnTo>
                <a:lnTo>
                  <a:pt x="672375" y="13751"/>
                </a:lnTo>
                <a:lnTo>
                  <a:pt x="672644" y="13801"/>
                </a:lnTo>
                <a:lnTo>
                  <a:pt x="672908" y="13860"/>
                </a:lnTo>
                <a:lnTo>
                  <a:pt x="673168" y="13929"/>
                </a:lnTo>
                <a:lnTo>
                  <a:pt x="673423" y="14007"/>
                </a:lnTo>
                <a:lnTo>
                  <a:pt x="673673" y="14093"/>
                </a:lnTo>
                <a:lnTo>
                  <a:pt x="673919" y="14189"/>
                </a:lnTo>
                <a:lnTo>
                  <a:pt x="674160" y="14294"/>
                </a:lnTo>
                <a:lnTo>
                  <a:pt x="674397" y="14409"/>
                </a:lnTo>
                <a:lnTo>
                  <a:pt x="674629" y="14532"/>
                </a:lnTo>
                <a:lnTo>
                  <a:pt x="674857" y="14665"/>
                </a:lnTo>
                <a:lnTo>
                  <a:pt x="675080" y="14806"/>
                </a:lnTo>
                <a:lnTo>
                  <a:pt x="675299" y="14957"/>
                </a:lnTo>
                <a:lnTo>
                  <a:pt x="675513" y="15117"/>
                </a:lnTo>
                <a:lnTo>
                  <a:pt x="675722" y="15286"/>
                </a:lnTo>
                <a:lnTo>
                  <a:pt x="675927" y="15464"/>
                </a:lnTo>
                <a:lnTo>
                  <a:pt x="676127" y="15651"/>
                </a:lnTo>
                <a:lnTo>
                  <a:pt x="676323" y="15848"/>
                </a:lnTo>
                <a:lnTo>
                  <a:pt x="676514" y="16053"/>
                </a:lnTo>
                <a:lnTo>
                  <a:pt x="676701" y="16268"/>
                </a:lnTo>
                <a:lnTo>
                  <a:pt x="676819" y="16412"/>
                </a:lnTo>
                <a:lnTo>
                  <a:pt x="676933" y="16563"/>
                </a:lnTo>
                <a:lnTo>
                  <a:pt x="677044" y="16719"/>
                </a:lnTo>
                <a:lnTo>
                  <a:pt x="677150" y="16881"/>
                </a:lnTo>
                <a:lnTo>
                  <a:pt x="677252" y="17048"/>
                </a:lnTo>
                <a:lnTo>
                  <a:pt x="677351" y="17222"/>
                </a:lnTo>
                <a:lnTo>
                  <a:pt x="677445" y="17402"/>
                </a:lnTo>
                <a:lnTo>
                  <a:pt x="677536" y="17587"/>
                </a:lnTo>
                <a:lnTo>
                  <a:pt x="677622" y="17778"/>
                </a:lnTo>
                <a:lnTo>
                  <a:pt x="677705" y="17976"/>
                </a:lnTo>
                <a:lnTo>
                  <a:pt x="677784" y="18179"/>
                </a:lnTo>
                <a:lnTo>
                  <a:pt x="677859" y="18388"/>
                </a:lnTo>
                <a:lnTo>
                  <a:pt x="677930" y="18603"/>
                </a:lnTo>
                <a:lnTo>
                  <a:pt x="677997" y="18824"/>
                </a:lnTo>
                <a:lnTo>
                  <a:pt x="678060" y="19050"/>
                </a:lnTo>
                <a:lnTo>
                  <a:pt x="678119" y="19283"/>
                </a:lnTo>
                <a:lnTo>
                  <a:pt x="678174" y="19521"/>
                </a:lnTo>
                <a:lnTo>
                  <a:pt x="678225" y="19766"/>
                </a:lnTo>
                <a:lnTo>
                  <a:pt x="678273" y="20016"/>
                </a:lnTo>
                <a:lnTo>
                  <a:pt x="678316" y="20272"/>
                </a:lnTo>
                <a:lnTo>
                  <a:pt x="678356" y="20534"/>
                </a:lnTo>
                <a:lnTo>
                  <a:pt x="678391" y="20802"/>
                </a:lnTo>
                <a:lnTo>
                  <a:pt x="678423" y="21076"/>
                </a:lnTo>
                <a:lnTo>
                  <a:pt x="678451" y="21355"/>
                </a:lnTo>
                <a:lnTo>
                  <a:pt x="663193" y="21355"/>
                </a:lnTo>
                <a:lnTo>
                  <a:pt x="663216" y="21065"/>
                </a:lnTo>
                <a:lnTo>
                  <a:pt x="663245" y="20779"/>
                </a:lnTo>
                <a:lnTo>
                  <a:pt x="663281" y="20498"/>
                </a:lnTo>
                <a:lnTo>
                  <a:pt x="663324" y="20222"/>
                </a:lnTo>
                <a:lnTo>
                  <a:pt x="663374" y="19951"/>
                </a:lnTo>
                <a:close/>
                <a:moveTo>
                  <a:pt x="739593" y="30062"/>
                </a:moveTo>
                <a:lnTo>
                  <a:pt x="739491" y="30274"/>
                </a:lnTo>
                <a:lnTo>
                  <a:pt x="739387" y="30481"/>
                </a:lnTo>
                <a:lnTo>
                  <a:pt x="739279" y="30682"/>
                </a:lnTo>
                <a:lnTo>
                  <a:pt x="739169" y="30878"/>
                </a:lnTo>
                <a:lnTo>
                  <a:pt x="739057" y="31068"/>
                </a:lnTo>
                <a:lnTo>
                  <a:pt x="738942" y="31252"/>
                </a:lnTo>
                <a:lnTo>
                  <a:pt x="738824" y="31431"/>
                </a:lnTo>
                <a:lnTo>
                  <a:pt x="738704" y="31605"/>
                </a:lnTo>
                <a:lnTo>
                  <a:pt x="738581" y="31773"/>
                </a:lnTo>
                <a:lnTo>
                  <a:pt x="738455" y="31936"/>
                </a:lnTo>
                <a:lnTo>
                  <a:pt x="738327" y="32093"/>
                </a:lnTo>
                <a:lnTo>
                  <a:pt x="738197" y="32244"/>
                </a:lnTo>
                <a:lnTo>
                  <a:pt x="738063" y="32391"/>
                </a:lnTo>
                <a:lnTo>
                  <a:pt x="737928" y="32531"/>
                </a:lnTo>
                <a:lnTo>
                  <a:pt x="737789" y="32666"/>
                </a:lnTo>
                <a:lnTo>
                  <a:pt x="737648" y="32796"/>
                </a:lnTo>
                <a:lnTo>
                  <a:pt x="737504" y="32920"/>
                </a:lnTo>
                <a:lnTo>
                  <a:pt x="737358" y="33039"/>
                </a:lnTo>
                <a:lnTo>
                  <a:pt x="737209" y="33152"/>
                </a:lnTo>
                <a:lnTo>
                  <a:pt x="737058" y="33260"/>
                </a:lnTo>
                <a:lnTo>
                  <a:pt x="736904" y="33364"/>
                </a:lnTo>
                <a:lnTo>
                  <a:pt x="736748" y="33463"/>
                </a:lnTo>
                <a:lnTo>
                  <a:pt x="736588" y="33557"/>
                </a:lnTo>
                <a:lnTo>
                  <a:pt x="736427" y="33647"/>
                </a:lnTo>
                <a:lnTo>
                  <a:pt x="736262" y="33732"/>
                </a:lnTo>
                <a:lnTo>
                  <a:pt x="736095" y="33813"/>
                </a:lnTo>
                <a:lnTo>
                  <a:pt x="735926" y="33888"/>
                </a:lnTo>
                <a:lnTo>
                  <a:pt x="735754" y="33960"/>
                </a:lnTo>
                <a:lnTo>
                  <a:pt x="735579" y="34026"/>
                </a:lnTo>
                <a:lnTo>
                  <a:pt x="735402" y="34089"/>
                </a:lnTo>
                <a:lnTo>
                  <a:pt x="735222" y="34146"/>
                </a:lnTo>
                <a:lnTo>
                  <a:pt x="735039" y="34199"/>
                </a:lnTo>
                <a:lnTo>
                  <a:pt x="734854" y="34247"/>
                </a:lnTo>
                <a:lnTo>
                  <a:pt x="734667" y="34291"/>
                </a:lnTo>
                <a:lnTo>
                  <a:pt x="734476" y="34330"/>
                </a:lnTo>
                <a:lnTo>
                  <a:pt x="734284" y="34365"/>
                </a:lnTo>
                <a:lnTo>
                  <a:pt x="734088" y="34395"/>
                </a:lnTo>
                <a:lnTo>
                  <a:pt x="733890" y="34420"/>
                </a:lnTo>
                <a:lnTo>
                  <a:pt x="733690" y="34441"/>
                </a:lnTo>
                <a:lnTo>
                  <a:pt x="733486" y="34457"/>
                </a:lnTo>
                <a:lnTo>
                  <a:pt x="733281" y="34468"/>
                </a:lnTo>
                <a:lnTo>
                  <a:pt x="733072" y="34475"/>
                </a:lnTo>
                <a:lnTo>
                  <a:pt x="732861" y="34477"/>
                </a:lnTo>
                <a:lnTo>
                  <a:pt x="732578" y="34473"/>
                </a:lnTo>
                <a:lnTo>
                  <a:pt x="732299" y="34461"/>
                </a:lnTo>
                <a:lnTo>
                  <a:pt x="732023" y="34440"/>
                </a:lnTo>
                <a:lnTo>
                  <a:pt x="731752" y="34411"/>
                </a:lnTo>
                <a:lnTo>
                  <a:pt x="731484" y="34374"/>
                </a:lnTo>
                <a:lnTo>
                  <a:pt x="731221" y="34328"/>
                </a:lnTo>
                <a:lnTo>
                  <a:pt x="730961" y="34274"/>
                </a:lnTo>
                <a:lnTo>
                  <a:pt x="730706" y="34212"/>
                </a:lnTo>
                <a:lnTo>
                  <a:pt x="730454" y="34142"/>
                </a:lnTo>
                <a:lnTo>
                  <a:pt x="730206" y="34063"/>
                </a:lnTo>
                <a:lnTo>
                  <a:pt x="729962" y="33976"/>
                </a:lnTo>
                <a:lnTo>
                  <a:pt x="729722" y="33881"/>
                </a:lnTo>
                <a:lnTo>
                  <a:pt x="729486" y="33777"/>
                </a:lnTo>
                <a:lnTo>
                  <a:pt x="729254" y="33665"/>
                </a:lnTo>
                <a:lnTo>
                  <a:pt x="729026" y="33545"/>
                </a:lnTo>
                <a:lnTo>
                  <a:pt x="728802" y="33417"/>
                </a:lnTo>
                <a:lnTo>
                  <a:pt x="728581" y="33280"/>
                </a:lnTo>
                <a:lnTo>
                  <a:pt x="728365" y="33135"/>
                </a:lnTo>
                <a:lnTo>
                  <a:pt x="728153" y="32982"/>
                </a:lnTo>
                <a:lnTo>
                  <a:pt x="727944" y="32820"/>
                </a:lnTo>
                <a:lnTo>
                  <a:pt x="727739" y="32650"/>
                </a:lnTo>
                <a:lnTo>
                  <a:pt x="727539" y="32472"/>
                </a:lnTo>
                <a:lnTo>
                  <a:pt x="727342" y="32286"/>
                </a:lnTo>
                <a:lnTo>
                  <a:pt x="727149" y="32091"/>
                </a:lnTo>
                <a:lnTo>
                  <a:pt x="726962" y="31888"/>
                </a:lnTo>
                <a:lnTo>
                  <a:pt x="726782" y="31679"/>
                </a:lnTo>
                <a:lnTo>
                  <a:pt x="726609" y="31462"/>
                </a:lnTo>
                <a:lnTo>
                  <a:pt x="726442" y="31237"/>
                </a:lnTo>
                <a:lnTo>
                  <a:pt x="726283" y="31005"/>
                </a:lnTo>
                <a:lnTo>
                  <a:pt x="726131" y="30766"/>
                </a:lnTo>
                <a:lnTo>
                  <a:pt x="725986" y="30520"/>
                </a:lnTo>
                <a:lnTo>
                  <a:pt x="725849" y="30266"/>
                </a:lnTo>
                <a:lnTo>
                  <a:pt x="725718" y="30005"/>
                </a:lnTo>
                <a:lnTo>
                  <a:pt x="725594" y="29737"/>
                </a:lnTo>
                <a:lnTo>
                  <a:pt x="725477" y="29462"/>
                </a:lnTo>
                <a:lnTo>
                  <a:pt x="725368" y="29179"/>
                </a:lnTo>
                <a:lnTo>
                  <a:pt x="725265" y="28889"/>
                </a:lnTo>
                <a:lnTo>
                  <a:pt x="725169" y="28591"/>
                </a:lnTo>
                <a:lnTo>
                  <a:pt x="725081" y="28286"/>
                </a:lnTo>
                <a:lnTo>
                  <a:pt x="724999" y="27974"/>
                </a:lnTo>
                <a:lnTo>
                  <a:pt x="724925" y="27655"/>
                </a:lnTo>
                <a:lnTo>
                  <a:pt x="724858" y="27328"/>
                </a:lnTo>
                <a:lnTo>
                  <a:pt x="724797" y="26994"/>
                </a:lnTo>
                <a:lnTo>
                  <a:pt x="724744" y="26653"/>
                </a:lnTo>
                <a:lnTo>
                  <a:pt x="724698" y="26304"/>
                </a:lnTo>
                <a:lnTo>
                  <a:pt x="724659" y="25948"/>
                </a:lnTo>
                <a:lnTo>
                  <a:pt x="724627" y="25585"/>
                </a:lnTo>
                <a:lnTo>
                  <a:pt x="724602" y="25215"/>
                </a:lnTo>
                <a:lnTo>
                  <a:pt x="744980" y="25215"/>
                </a:lnTo>
                <a:lnTo>
                  <a:pt x="744982" y="25147"/>
                </a:lnTo>
                <a:lnTo>
                  <a:pt x="744984" y="25081"/>
                </a:lnTo>
                <a:lnTo>
                  <a:pt x="744986" y="25016"/>
                </a:lnTo>
                <a:lnTo>
                  <a:pt x="744988" y="24952"/>
                </a:lnTo>
                <a:lnTo>
                  <a:pt x="744989" y="24890"/>
                </a:lnTo>
                <a:lnTo>
                  <a:pt x="744991" y="24830"/>
                </a:lnTo>
                <a:lnTo>
                  <a:pt x="744993" y="24770"/>
                </a:lnTo>
                <a:lnTo>
                  <a:pt x="744994" y="24713"/>
                </a:lnTo>
                <a:lnTo>
                  <a:pt x="744995" y="24656"/>
                </a:lnTo>
                <a:lnTo>
                  <a:pt x="744997" y="24601"/>
                </a:lnTo>
                <a:lnTo>
                  <a:pt x="744998" y="24548"/>
                </a:lnTo>
                <a:lnTo>
                  <a:pt x="744999" y="24496"/>
                </a:lnTo>
                <a:lnTo>
                  <a:pt x="745000" y="24445"/>
                </a:lnTo>
                <a:lnTo>
                  <a:pt x="745001" y="24396"/>
                </a:lnTo>
                <a:lnTo>
                  <a:pt x="745002" y="24348"/>
                </a:lnTo>
                <a:lnTo>
                  <a:pt x="745003" y="24302"/>
                </a:lnTo>
                <a:lnTo>
                  <a:pt x="745003" y="24257"/>
                </a:lnTo>
                <a:lnTo>
                  <a:pt x="745004" y="24213"/>
                </a:lnTo>
                <a:lnTo>
                  <a:pt x="745004" y="24171"/>
                </a:lnTo>
                <a:lnTo>
                  <a:pt x="745005" y="24131"/>
                </a:lnTo>
                <a:lnTo>
                  <a:pt x="745005" y="24091"/>
                </a:lnTo>
                <a:lnTo>
                  <a:pt x="745005" y="24054"/>
                </a:lnTo>
                <a:lnTo>
                  <a:pt x="745005" y="24017"/>
                </a:lnTo>
                <a:lnTo>
                  <a:pt x="745005" y="23982"/>
                </a:lnTo>
                <a:lnTo>
                  <a:pt x="744999" y="23425"/>
                </a:lnTo>
                <a:lnTo>
                  <a:pt x="744981" y="22877"/>
                </a:lnTo>
                <a:lnTo>
                  <a:pt x="744951" y="22341"/>
                </a:lnTo>
                <a:lnTo>
                  <a:pt x="744909" y="21815"/>
                </a:lnTo>
                <a:lnTo>
                  <a:pt x="744855" y="21299"/>
                </a:lnTo>
                <a:lnTo>
                  <a:pt x="744788" y="20794"/>
                </a:lnTo>
                <a:lnTo>
                  <a:pt x="744710" y="20299"/>
                </a:lnTo>
                <a:lnTo>
                  <a:pt x="744620" y="19815"/>
                </a:lnTo>
                <a:lnTo>
                  <a:pt x="744517" y="19342"/>
                </a:lnTo>
                <a:lnTo>
                  <a:pt x="744402" y="18879"/>
                </a:lnTo>
                <a:lnTo>
                  <a:pt x="744276" y="18426"/>
                </a:lnTo>
                <a:lnTo>
                  <a:pt x="744137" y="17984"/>
                </a:lnTo>
                <a:lnTo>
                  <a:pt x="743986" y="17553"/>
                </a:lnTo>
                <a:lnTo>
                  <a:pt x="743824" y="17132"/>
                </a:lnTo>
                <a:lnTo>
                  <a:pt x="743649" y="16722"/>
                </a:lnTo>
                <a:lnTo>
                  <a:pt x="743462" y="16322"/>
                </a:lnTo>
                <a:lnTo>
                  <a:pt x="743263" y="15933"/>
                </a:lnTo>
                <a:lnTo>
                  <a:pt x="743052" y="15554"/>
                </a:lnTo>
                <a:lnTo>
                  <a:pt x="742829" y="15186"/>
                </a:lnTo>
                <a:lnTo>
                  <a:pt x="742593" y="14828"/>
                </a:lnTo>
                <a:lnTo>
                  <a:pt x="742346" y="14481"/>
                </a:lnTo>
                <a:lnTo>
                  <a:pt x="742087" y="14144"/>
                </a:lnTo>
                <a:lnTo>
                  <a:pt x="741815" y="13818"/>
                </a:lnTo>
                <a:lnTo>
                  <a:pt x="741532" y="13502"/>
                </a:lnTo>
                <a:lnTo>
                  <a:pt x="741239" y="13198"/>
                </a:lnTo>
                <a:lnTo>
                  <a:pt x="740939" y="12907"/>
                </a:lnTo>
                <a:lnTo>
                  <a:pt x="740632" y="12629"/>
                </a:lnTo>
                <a:lnTo>
                  <a:pt x="740318" y="12364"/>
                </a:lnTo>
                <a:lnTo>
                  <a:pt x="739998" y="12112"/>
                </a:lnTo>
                <a:lnTo>
                  <a:pt x="739670" y="11873"/>
                </a:lnTo>
                <a:lnTo>
                  <a:pt x="739335" y="11646"/>
                </a:lnTo>
                <a:lnTo>
                  <a:pt x="738993" y="11433"/>
                </a:lnTo>
                <a:lnTo>
                  <a:pt x="738645" y="11232"/>
                </a:lnTo>
                <a:lnTo>
                  <a:pt x="738289" y="11045"/>
                </a:lnTo>
                <a:lnTo>
                  <a:pt x="737926" y="10870"/>
                </a:lnTo>
                <a:lnTo>
                  <a:pt x="737557" y="10708"/>
                </a:lnTo>
                <a:lnTo>
                  <a:pt x="737180" y="10560"/>
                </a:lnTo>
                <a:lnTo>
                  <a:pt x="736797" y="10424"/>
                </a:lnTo>
                <a:lnTo>
                  <a:pt x="736406" y="10301"/>
                </a:lnTo>
                <a:lnTo>
                  <a:pt x="736009" y="10191"/>
                </a:lnTo>
                <a:lnTo>
                  <a:pt x="735604" y="10094"/>
                </a:lnTo>
                <a:lnTo>
                  <a:pt x="735193" y="10010"/>
                </a:lnTo>
                <a:lnTo>
                  <a:pt x="734775" y="9939"/>
                </a:lnTo>
                <a:lnTo>
                  <a:pt x="734349" y="9881"/>
                </a:lnTo>
                <a:lnTo>
                  <a:pt x="733917" y="9835"/>
                </a:lnTo>
                <a:lnTo>
                  <a:pt x="733478" y="9803"/>
                </a:lnTo>
                <a:lnTo>
                  <a:pt x="733031" y="9784"/>
                </a:lnTo>
                <a:lnTo>
                  <a:pt x="732578" y="9777"/>
                </a:lnTo>
                <a:lnTo>
                  <a:pt x="732110" y="9784"/>
                </a:lnTo>
                <a:lnTo>
                  <a:pt x="731649" y="9804"/>
                </a:lnTo>
                <a:lnTo>
                  <a:pt x="731196" y="9837"/>
                </a:lnTo>
                <a:lnTo>
                  <a:pt x="730750" y="9883"/>
                </a:lnTo>
                <a:lnTo>
                  <a:pt x="730311" y="9942"/>
                </a:lnTo>
                <a:lnTo>
                  <a:pt x="729880" y="10015"/>
                </a:lnTo>
                <a:lnTo>
                  <a:pt x="729456" y="10101"/>
                </a:lnTo>
                <a:lnTo>
                  <a:pt x="729039" y="10200"/>
                </a:lnTo>
                <a:lnTo>
                  <a:pt x="728630" y="10313"/>
                </a:lnTo>
                <a:lnTo>
                  <a:pt x="728227" y="10438"/>
                </a:lnTo>
                <a:lnTo>
                  <a:pt x="727833" y="10577"/>
                </a:lnTo>
                <a:lnTo>
                  <a:pt x="727445" y="10729"/>
                </a:lnTo>
                <a:lnTo>
                  <a:pt x="727065" y="10894"/>
                </a:lnTo>
                <a:lnTo>
                  <a:pt x="726692" y="11073"/>
                </a:lnTo>
                <a:lnTo>
                  <a:pt x="726327" y="11265"/>
                </a:lnTo>
                <a:lnTo>
                  <a:pt x="725969" y="11470"/>
                </a:lnTo>
                <a:lnTo>
                  <a:pt x="725618" y="11688"/>
                </a:lnTo>
                <a:lnTo>
                  <a:pt x="725274" y="11919"/>
                </a:lnTo>
                <a:lnTo>
                  <a:pt x="724938" y="12164"/>
                </a:lnTo>
                <a:lnTo>
                  <a:pt x="724609" y="12422"/>
                </a:lnTo>
                <a:lnTo>
                  <a:pt x="724288" y="12693"/>
                </a:lnTo>
                <a:lnTo>
                  <a:pt x="723973" y="12977"/>
                </a:lnTo>
                <a:lnTo>
                  <a:pt x="723667" y="13274"/>
                </a:lnTo>
                <a:lnTo>
                  <a:pt x="723367" y="13585"/>
                </a:lnTo>
                <a:lnTo>
                  <a:pt x="723077" y="13908"/>
                </a:lnTo>
                <a:lnTo>
                  <a:pt x="722800" y="14241"/>
                </a:lnTo>
                <a:lnTo>
                  <a:pt x="722535" y="14585"/>
                </a:lnTo>
                <a:lnTo>
                  <a:pt x="722282" y="14940"/>
                </a:lnTo>
                <a:lnTo>
                  <a:pt x="722042" y="15306"/>
                </a:lnTo>
                <a:lnTo>
                  <a:pt x="721814" y="15682"/>
                </a:lnTo>
                <a:lnTo>
                  <a:pt x="721598" y="16069"/>
                </a:lnTo>
                <a:lnTo>
                  <a:pt x="721394" y="16467"/>
                </a:lnTo>
                <a:lnTo>
                  <a:pt x="721203" y="16875"/>
                </a:lnTo>
                <a:lnTo>
                  <a:pt x="721025" y="17294"/>
                </a:lnTo>
                <a:lnTo>
                  <a:pt x="720858" y="17724"/>
                </a:lnTo>
                <a:lnTo>
                  <a:pt x="720704" y="18165"/>
                </a:lnTo>
                <a:lnTo>
                  <a:pt x="720562" y="18616"/>
                </a:lnTo>
                <a:lnTo>
                  <a:pt x="720433" y="19078"/>
                </a:lnTo>
                <a:lnTo>
                  <a:pt x="720316" y="19551"/>
                </a:lnTo>
                <a:lnTo>
                  <a:pt x="720211" y="20035"/>
                </a:lnTo>
                <a:lnTo>
                  <a:pt x="720118" y="20529"/>
                </a:lnTo>
                <a:lnTo>
                  <a:pt x="720038" y="21034"/>
                </a:lnTo>
                <a:lnTo>
                  <a:pt x="719971" y="21549"/>
                </a:lnTo>
                <a:lnTo>
                  <a:pt x="719915" y="22076"/>
                </a:lnTo>
                <a:lnTo>
                  <a:pt x="719872" y="22613"/>
                </a:lnTo>
                <a:lnTo>
                  <a:pt x="719841" y="23161"/>
                </a:lnTo>
                <a:lnTo>
                  <a:pt x="719823" y="23719"/>
                </a:lnTo>
                <a:lnTo>
                  <a:pt x="719816" y="24289"/>
                </a:lnTo>
                <a:lnTo>
                  <a:pt x="719822" y="24839"/>
                </a:lnTo>
                <a:lnTo>
                  <a:pt x="719841" y="25379"/>
                </a:lnTo>
                <a:lnTo>
                  <a:pt x="719871" y="25908"/>
                </a:lnTo>
                <a:lnTo>
                  <a:pt x="719914" y="26427"/>
                </a:lnTo>
                <a:lnTo>
                  <a:pt x="719969" y="26936"/>
                </a:lnTo>
                <a:lnTo>
                  <a:pt x="720036" y="27435"/>
                </a:lnTo>
                <a:lnTo>
                  <a:pt x="720115" y="27923"/>
                </a:lnTo>
                <a:lnTo>
                  <a:pt x="720207" y="28401"/>
                </a:lnTo>
                <a:lnTo>
                  <a:pt x="720310" y="28869"/>
                </a:lnTo>
                <a:lnTo>
                  <a:pt x="720426" y="29326"/>
                </a:lnTo>
                <a:lnTo>
                  <a:pt x="720554" y="29773"/>
                </a:lnTo>
                <a:lnTo>
                  <a:pt x="720694" y="30210"/>
                </a:lnTo>
                <a:lnTo>
                  <a:pt x="720847" y="30636"/>
                </a:lnTo>
                <a:lnTo>
                  <a:pt x="721011" y="31052"/>
                </a:lnTo>
                <a:lnTo>
                  <a:pt x="721188" y="31458"/>
                </a:lnTo>
                <a:lnTo>
                  <a:pt x="721377" y="31853"/>
                </a:lnTo>
                <a:lnTo>
                  <a:pt x="721579" y="32238"/>
                </a:lnTo>
                <a:lnTo>
                  <a:pt x="721792" y="32613"/>
                </a:lnTo>
                <a:lnTo>
                  <a:pt x="722018" y="32977"/>
                </a:lnTo>
                <a:lnTo>
                  <a:pt x="722255" y="33331"/>
                </a:lnTo>
                <a:lnTo>
                  <a:pt x="722505" y="33675"/>
                </a:lnTo>
                <a:lnTo>
                  <a:pt x="722768" y="34009"/>
                </a:lnTo>
                <a:lnTo>
                  <a:pt x="723042" y="34332"/>
                </a:lnTo>
                <a:lnTo>
                  <a:pt x="723328" y="34645"/>
                </a:lnTo>
                <a:lnTo>
                  <a:pt x="723625" y="34946"/>
                </a:lnTo>
                <a:lnTo>
                  <a:pt x="723931" y="35234"/>
                </a:lnTo>
                <a:lnTo>
                  <a:pt x="724245" y="35510"/>
                </a:lnTo>
                <a:lnTo>
                  <a:pt x="724568" y="35773"/>
                </a:lnTo>
                <a:lnTo>
                  <a:pt x="724900" y="36023"/>
                </a:lnTo>
                <a:lnTo>
                  <a:pt x="725240" y="36260"/>
                </a:lnTo>
                <a:lnTo>
                  <a:pt x="725588" y="36484"/>
                </a:lnTo>
                <a:lnTo>
                  <a:pt x="725946" y="36696"/>
                </a:lnTo>
                <a:lnTo>
                  <a:pt x="726312" y="36895"/>
                </a:lnTo>
                <a:lnTo>
                  <a:pt x="726686" y="37080"/>
                </a:lnTo>
                <a:lnTo>
                  <a:pt x="727069" y="37253"/>
                </a:lnTo>
                <a:lnTo>
                  <a:pt x="727461" y="37414"/>
                </a:lnTo>
                <a:lnTo>
                  <a:pt x="727862" y="37561"/>
                </a:lnTo>
                <a:lnTo>
                  <a:pt x="728271" y="37696"/>
                </a:lnTo>
                <a:lnTo>
                  <a:pt x="728688" y="37818"/>
                </a:lnTo>
                <a:lnTo>
                  <a:pt x="729115" y="37927"/>
                </a:lnTo>
                <a:lnTo>
                  <a:pt x="729550" y="38023"/>
                </a:lnTo>
                <a:lnTo>
                  <a:pt x="729993" y="38106"/>
                </a:lnTo>
                <a:lnTo>
                  <a:pt x="730445" y="38177"/>
                </a:lnTo>
                <a:lnTo>
                  <a:pt x="730906" y="38234"/>
                </a:lnTo>
                <a:lnTo>
                  <a:pt x="731376" y="38279"/>
                </a:lnTo>
                <a:lnTo>
                  <a:pt x="731854" y="38311"/>
                </a:lnTo>
                <a:lnTo>
                  <a:pt x="732340" y="38330"/>
                </a:lnTo>
                <a:lnTo>
                  <a:pt x="732835" y="38337"/>
                </a:lnTo>
                <a:lnTo>
                  <a:pt x="733229" y="38333"/>
                </a:lnTo>
                <a:lnTo>
                  <a:pt x="733617" y="38321"/>
                </a:lnTo>
                <a:lnTo>
                  <a:pt x="733999" y="38301"/>
                </a:lnTo>
                <a:lnTo>
                  <a:pt x="734375" y="38272"/>
                </a:lnTo>
                <a:lnTo>
                  <a:pt x="734745" y="38236"/>
                </a:lnTo>
                <a:lnTo>
                  <a:pt x="735109" y="38192"/>
                </a:lnTo>
                <a:lnTo>
                  <a:pt x="735468" y="38140"/>
                </a:lnTo>
                <a:lnTo>
                  <a:pt x="735820" y="38079"/>
                </a:lnTo>
                <a:lnTo>
                  <a:pt x="736167" y="38011"/>
                </a:lnTo>
                <a:lnTo>
                  <a:pt x="736507" y="37935"/>
                </a:lnTo>
                <a:lnTo>
                  <a:pt x="736842" y="37850"/>
                </a:lnTo>
                <a:lnTo>
                  <a:pt x="737171" y="37758"/>
                </a:lnTo>
                <a:lnTo>
                  <a:pt x="737494" y="37657"/>
                </a:lnTo>
                <a:lnTo>
                  <a:pt x="737811" y="37549"/>
                </a:lnTo>
                <a:lnTo>
                  <a:pt x="738122" y="37432"/>
                </a:lnTo>
                <a:lnTo>
                  <a:pt x="738427" y="37308"/>
                </a:lnTo>
                <a:lnTo>
                  <a:pt x="738727" y="37175"/>
                </a:lnTo>
                <a:lnTo>
                  <a:pt x="739020" y="37034"/>
                </a:lnTo>
                <a:lnTo>
                  <a:pt x="739308" y="36885"/>
                </a:lnTo>
                <a:lnTo>
                  <a:pt x="739589" y="36729"/>
                </a:lnTo>
                <a:lnTo>
                  <a:pt x="739865" y="36564"/>
                </a:lnTo>
                <a:lnTo>
                  <a:pt x="740135" y="36391"/>
                </a:lnTo>
                <a:lnTo>
                  <a:pt x="740399" y="36210"/>
                </a:lnTo>
                <a:lnTo>
                  <a:pt x="740657" y="36021"/>
                </a:lnTo>
                <a:lnTo>
                  <a:pt x="740909" y="35825"/>
                </a:lnTo>
                <a:lnTo>
                  <a:pt x="741154" y="35622"/>
                </a:lnTo>
                <a:lnTo>
                  <a:pt x="741392" y="35413"/>
                </a:lnTo>
                <a:lnTo>
                  <a:pt x="741624" y="35197"/>
                </a:lnTo>
                <a:lnTo>
                  <a:pt x="741849" y="34975"/>
                </a:lnTo>
                <a:lnTo>
                  <a:pt x="742067" y="34746"/>
                </a:lnTo>
                <a:lnTo>
                  <a:pt x="742279" y="34511"/>
                </a:lnTo>
                <a:lnTo>
                  <a:pt x="742484" y="34269"/>
                </a:lnTo>
                <a:lnTo>
                  <a:pt x="742682" y="34020"/>
                </a:lnTo>
                <a:lnTo>
                  <a:pt x="742874" y="33765"/>
                </a:lnTo>
                <a:lnTo>
                  <a:pt x="743058" y="33504"/>
                </a:lnTo>
                <a:lnTo>
                  <a:pt x="743237" y="33236"/>
                </a:lnTo>
                <a:lnTo>
                  <a:pt x="743408" y="32961"/>
                </a:lnTo>
                <a:lnTo>
                  <a:pt x="743573" y="32680"/>
                </a:lnTo>
                <a:lnTo>
                  <a:pt x="743731" y="32393"/>
                </a:lnTo>
                <a:lnTo>
                  <a:pt x="743882" y="32099"/>
                </a:lnTo>
                <a:lnTo>
                  <a:pt x="744027" y="31798"/>
                </a:lnTo>
                <a:lnTo>
                  <a:pt x="744164" y="31491"/>
                </a:lnTo>
                <a:lnTo>
                  <a:pt x="744296" y="31178"/>
                </a:lnTo>
                <a:lnTo>
                  <a:pt x="744420" y="30857"/>
                </a:lnTo>
                <a:lnTo>
                  <a:pt x="744538" y="30531"/>
                </a:lnTo>
                <a:lnTo>
                  <a:pt x="744649" y="30198"/>
                </a:lnTo>
                <a:lnTo>
                  <a:pt x="744753" y="29858"/>
                </a:lnTo>
                <a:lnTo>
                  <a:pt x="744851" y="29512"/>
                </a:lnTo>
                <a:lnTo>
                  <a:pt x="740065" y="28920"/>
                </a:lnTo>
                <a:lnTo>
                  <a:pt x="739976" y="29159"/>
                </a:lnTo>
                <a:lnTo>
                  <a:pt x="739884" y="29393"/>
                </a:lnTo>
                <a:lnTo>
                  <a:pt x="739790" y="29622"/>
                </a:lnTo>
                <a:lnTo>
                  <a:pt x="739693" y="29845"/>
                </a:lnTo>
                <a:lnTo>
                  <a:pt x="739593" y="30062"/>
                </a:lnTo>
                <a:close/>
                <a:moveTo>
                  <a:pt x="725040" y="19951"/>
                </a:moveTo>
                <a:lnTo>
                  <a:pt x="725097" y="19685"/>
                </a:lnTo>
                <a:lnTo>
                  <a:pt x="725160" y="19424"/>
                </a:lnTo>
                <a:lnTo>
                  <a:pt x="725230" y="19168"/>
                </a:lnTo>
                <a:lnTo>
                  <a:pt x="725306" y="18916"/>
                </a:lnTo>
                <a:lnTo>
                  <a:pt x="725390" y="18670"/>
                </a:lnTo>
                <a:lnTo>
                  <a:pt x="725480" y="18429"/>
                </a:lnTo>
                <a:lnTo>
                  <a:pt x="725577" y="18192"/>
                </a:lnTo>
                <a:lnTo>
                  <a:pt x="725680" y="17960"/>
                </a:lnTo>
                <a:lnTo>
                  <a:pt x="725791" y="17734"/>
                </a:lnTo>
                <a:lnTo>
                  <a:pt x="725908" y="17512"/>
                </a:lnTo>
                <a:lnTo>
                  <a:pt x="726031" y="17295"/>
                </a:lnTo>
                <a:lnTo>
                  <a:pt x="726162" y="17083"/>
                </a:lnTo>
                <a:lnTo>
                  <a:pt x="726299" y="16876"/>
                </a:lnTo>
                <a:lnTo>
                  <a:pt x="726443" y="16674"/>
                </a:lnTo>
                <a:lnTo>
                  <a:pt x="726594" y="16477"/>
                </a:lnTo>
                <a:lnTo>
                  <a:pt x="726752" y="16285"/>
                </a:lnTo>
                <a:lnTo>
                  <a:pt x="726916" y="16097"/>
                </a:lnTo>
                <a:lnTo>
                  <a:pt x="727087" y="15915"/>
                </a:lnTo>
                <a:lnTo>
                  <a:pt x="727265" y="15738"/>
                </a:lnTo>
                <a:lnTo>
                  <a:pt x="727448" y="15566"/>
                </a:lnTo>
                <a:lnTo>
                  <a:pt x="727634" y="15402"/>
                </a:lnTo>
                <a:lnTo>
                  <a:pt x="727824" y="15245"/>
                </a:lnTo>
                <a:lnTo>
                  <a:pt x="728018" y="15096"/>
                </a:lnTo>
                <a:lnTo>
                  <a:pt x="728215" y="14953"/>
                </a:lnTo>
                <a:lnTo>
                  <a:pt x="728416" y="14818"/>
                </a:lnTo>
                <a:lnTo>
                  <a:pt x="728620" y="14691"/>
                </a:lnTo>
                <a:lnTo>
                  <a:pt x="728827" y="14570"/>
                </a:lnTo>
                <a:lnTo>
                  <a:pt x="729039" y="14457"/>
                </a:lnTo>
                <a:lnTo>
                  <a:pt x="729253" y="14351"/>
                </a:lnTo>
                <a:lnTo>
                  <a:pt x="729472" y="14253"/>
                </a:lnTo>
                <a:lnTo>
                  <a:pt x="729693" y="14162"/>
                </a:lnTo>
                <a:lnTo>
                  <a:pt x="729919" y="14078"/>
                </a:lnTo>
                <a:lnTo>
                  <a:pt x="730147" y="14001"/>
                </a:lnTo>
                <a:lnTo>
                  <a:pt x="730380" y="13932"/>
                </a:lnTo>
                <a:lnTo>
                  <a:pt x="730616" y="13870"/>
                </a:lnTo>
                <a:lnTo>
                  <a:pt x="730855" y="13815"/>
                </a:lnTo>
                <a:lnTo>
                  <a:pt x="731098" y="13768"/>
                </a:lnTo>
                <a:lnTo>
                  <a:pt x="731344" y="13728"/>
                </a:lnTo>
                <a:lnTo>
                  <a:pt x="731594" y="13695"/>
                </a:lnTo>
                <a:lnTo>
                  <a:pt x="731848" y="13669"/>
                </a:lnTo>
                <a:lnTo>
                  <a:pt x="732105" y="13651"/>
                </a:lnTo>
                <a:lnTo>
                  <a:pt x="732366" y="13640"/>
                </a:lnTo>
                <a:lnTo>
                  <a:pt x="732630" y="13637"/>
                </a:lnTo>
                <a:lnTo>
                  <a:pt x="732921" y="13641"/>
                </a:lnTo>
                <a:lnTo>
                  <a:pt x="733208" y="13655"/>
                </a:lnTo>
                <a:lnTo>
                  <a:pt x="733490" y="13678"/>
                </a:lnTo>
                <a:lnTo>
                  <a:pt x="733768" y="13710"/>
                </a:lnTo>
                <a:lnTo>
                  <a:pt x="734041" y="13751"/>
                </a:lnTo>
                <a:lnTo>
                  <a:pt x="734310" y="13801"/>
                </a:lnTo>
                <a:lnTo>
                  <a:pt x="734574" y="13860"/>
                </a:lnTo>
                <a:lnTo>
                  <a:pt x="734834" y="13929"/>
                </a:lnTo>
                <a:lnTo>
                  <a:pt x="735089" y="14007"/>
                </a:lnTo>
                <a:lnTo>
                  <a:pt x="735339" y="14093"/>
                </a:lnTo>
                <a:lnTo>
                  <a:pt x="735585" y="14189"/>
                </a:lnTo>
                <a:lnTo>
                  <a:pt x="735827" y="14294"/>
                </a:lnTo>
                <a:lnTo>
                  <a:pt x="736063" y="14409"/>
                </a:lnTo>
                <a:lnTo>
                  <a:pt x="736296" y="14532"/>
                </a:lnTo>
                <a:lnTo>
                  <a:pt x="736523" y="14665"/>
                </a:lnTo>
                <a:lnTo>
                  <a:pt x="736746" y="14806"/>
                </a:lnTo>
                <a:lnTo>
                  <a:pt x="736965" y="14957"/>
                </a:lnTo>
                <a:lnTo>
                  <a:pt x="737179" y="15117"/>
                </a:lnTo>
                <a:lnTo>
                  <a:pt x="737388" y="15286"/>
                </a:lnTo>
                <a:lnTo>
                  <a:pt x="737593" y="15464"/>
                </a:lnTo>
                <a:lnTo>
                  <a:pt x="737794" y="15651"/>
                </a:lnTo>
                <a:lnTo>
                  <a:pt x="737989" y="15848"/>
                </a:lnTo>
                <a:lnTo>
                  <a:pt x="738181" y="16053"/>
                </a:lnTo>
                <a:lnTo>
                  <a:pt x="738367" y="16268"/>
                </a:lnTo>
                <a:lnTo>
                  <a:pt x="738485" y="16412"/>
                </a:lnTo>
                <a:lnTo>
                  <a:pt x="738600" y="16563"/>
                </a:lnTo>
                <a:lnTo>
                  <a:pt x="738710" y="16719"/>
                </a:lnTo>
                <a:lnTo>
                  <a:pt x="738816" y="16881"/>
                </a:lnTo>
                <a:lnTo>
                  <a:pt x="738919" y="17048"/>
                </a:lnTo>
                <a:lnTo>
                  <a:pt x="739017" y="17222"/>
                </a:lnTo>
                <a:lnTo>
                  <a:pt x="739111" y="17402"/>
                </a:lnTo>
                <a:lnTo>
                  <a:pt x="739202" y="17587"/>
                </a:lnTo>
                <a:lnTo>
                  <a:pt x="739289" y="17778"/>
                </a:lnTo>
                <a:lnTo>
                  <a:pt x="739371" y="17976"/>
                </a:lnTo>
                <a:lnTo>
                  <a:pt x="739450" y="18179"/>
                </a:lnTo>
                <a:lnTo>
                  <a:pt x="739525" y="18388"/>
                </a:lnTo>
                <a:lnTo>
                  <a:pt x="739596" y="18603"/>
                </a:lnTo>
                <a:lnTo>
                  <a:pt x="739663" y="18824"/>
                </a:lnTo>
                <a:lnTo>
                  <a:pt x="739726" y="19050"/>
                </a:lnTo>
                <a:lnTo>
                  <a:pt x="739785" y="19283"/>
                </a:lnTo>
                <a:lnTo>
                  <a:pt x="739840" y="19521"/>
                </a:lnTo>
                <a:lnTo>
                  <a:pt x="739892" y="19766"/>
                </a:lnTo>
                <a:lnTo>
                  <a:pt x="739939" y="20016"/>
                </a:lnTo>
                <a:lnTo>
                  <a:pt x="739983" y="20272"/>
                </a:lnTo>
                <a:lnTo>
                  <a:pt x="740022" y="20534"/>
                </a:lnTo>
                <a:lnTo>
                  <a:pt x="740058" y="20802"/>
                </a:lnTo>
                <a:lnTo>
                  <a:pt x="740089" y="21076"/>
                </a:lnTo>
                <a:lnTo>
                  <a:pt x="740117" y="21355"/>
                </a:lnTo>
                <a:lnTo>
                  <a:pt x="724859" y="21355"/>
                </a:lnTo>
                <a:lnTo>
                  <a:pt x="724882" y="21065"/>
                </a:lnTo>
                <a:lnTo>
                  <a:pt x="724911" y="20779"/>
                </a:lnTo>
                <a:lnTo>
                  <a:pt x="724948" y="20498"/>
                </a:lnTo>
                <a:lnTo>
                  <a:pt x="724991" y="20222"/>
                </a:lnTo>
                <a:lnTo>
                  <a:pt x="725040" y="19951"/>
                </a:lnTo>
                <a:close/>
                <a:moveTo>
                  <a:pt x="777815" y="26800"/>
                </a:moveTo>
                <a:lnTo>
                  <a:pt x="777882" y="27315"/>
                </a:lnTo>
                <a:lnTo>
                  <a:pt x="777962" y="27819"/>
                </a:lnTo>
                <a:lnTo>
                  <a:pt x="778054" y="28311"/>
                </a:lnTo>
                <a:lnTo>
                  <a:pt x="778158" y="28792"/>
                </a:lnTo>
                <a:lnTo>
                  <a:pt x="778275" y="29262"/>
                </a:lnTo>
                <a:lnTo>
                  <a:pt x="778404" y="29720"/>
                </a:lnTo>
                <a:lnTo>
                  <a:pt x="778545" y="30168"/>
                </a:lnTo>
                <a:lnTo>
                  <a:pt x="778699" y="30604"/>
                </a:lnTo>
                <a:lnTo>
                  <a:pt x="778865" y="31029"/>
                </a:lnTo>
                <a:lnTo>
                  <a:pt x="779043" y="31442"/>
                </a:lnTo>
                <a:lnTo>
                  <a:pt x="779233" y="31844"/>
                </a:lnTo>
                <a:lnTo>
                  <a:pt x="779436" y="32235"/>
                </a:lnTo>
                <a:lnTo>
                  <a:pt x="779651" y="32615"/>
                </a:lnTo>
                <a:lnTo>
                  <a:pt x="779878" y="32984"/>
                </a:lnTo>
                <a:lnTo>
                  <a:pt x="780118" y="33341"/>
                </a:lnTo>
                <a:lnTo>
                  <a:pt x="780370" y="33687"/>
                </a:lnTo>
                <a:lnTo>
                  <a:pt x="780634" y="34022"/>
                </a:lnTo>
                <a:lnTo>
                  <a:pt x="780910" y="34345"/>
                </a:lnTo>
                <a:lnTo>
                  <a:pt x="781199" y="34657"/>
                </a:lnTo>
                <a:lnTo>
                  <a:pt x="781497" y="34958"/>
                </a:lnTo>
                <a:lnTo>
                  <a:pt x="781804" y="35245"/>
                </a:lnTo>
                <a:lnTo>
                  <a:pt x="782118" y="35520"/>
                </a:lnTo>
                <a:lnTo>
                  <a:pt x="782439" y="35782"/>
                </a:lnTo>
                <a:lnTo>
                  <a:pt x="782768" y="36031"/>
                </a:lnTo>
                <a:lnTo>
                  <a:pt x="783105" y="36267"/>
                </a:lnTo>
                <a:lnTo>
                  <a:pt x="783450" y="36491"/>
                </a:lnTo>
                <a:lnTo>
                  <a:pt x="783802" y="36702"/>
                </a:lnTo>
                <a:lnTo>
                  <a:pt x="784161" y="36900"/>
                </a:lnTo>
                <a:lnTo>
                  <a:pt x="784529" y="37085"/>
                </a:lnTo>
                <a:lnTo>
                  <a:pt x="784904" y="37257"/>
                </a:lnTo>
                <a:lnTo>
                  <a:pt x="785287" y="37417"/>
                </a:lnTo>
                <a:lnTo>
                  <a:pt x="785677" y="37564"/>
                </a:lnTo>
                <a:lnTo>
                  <a:pt x="786075" y="37698"/>
                </a:lnTo>
                <a:lnTo>
                  <a:pt x="786480" y="37819"/>
                </a:lnTo>
                <a:lnTo>
                  <a:pt x="786894" y="37928"/>
                </a:lnTo>
                <a:lnTo>
                  <a:pt x="787314" y="38024"/>
                </a:lnTo>
                <a:lnTo>
                  <a:pt x="787743" y="38107"/>
                </a:lnTo>
                <a:lnTo>
                  <a:pt x="788179" y="38177"/>
                </a:lnTo>
                <a:lnTo>
                  <a:pt x="788623" y="38235"/>
                </a:lnTo>
                <a:lnTo>
                  <a:pt x="789074" y="38279"/>
                </a:lnTo>
                <a:lnTo>
                  <a:pt x="789533" y="38311"/>
                </a:lnTo>
                <a:lnTo>
                  <a:pt x="790000" y="38330"/>
                </a:lnTo>
                <a:lnTo>
                  <a:pt x="790474" y="38337"/>
                </a:lnTo>
                <a:lnTo>
                  <a:pt x="790771" y="38334"/>
                </a:lnTo>
                <a:lnTo>
                  <a:pt x="791066" y="38325"/>
                </a:lnTo>
                <a:lnTo>
                  <a:pt x="791360" y="38311"/>
                </a:lnTo>
                <a:lnTo>
                  <a:pt x="791651" y="38290"/>
                </a:lnTo>
                <a:lnTo>
                  <a:pt x="791940" y="38264"/>
                </a:lnTo>
                <a:lnTo>
                  <a:pt x="792228" y="38232"/>
                </a:lnTo>
                <a:lnTo>
                  <a:pt x="792513" y="38195"/>
                </a:lnTo>
                <a:lnTo>
                  <a:pt x="792797" y="38151"/>
                </a:lnTo>
                <a:lnTo>
                  <a:pt x="793079" y="38102"/>
                </a:lnTo>
                <a:lnTo>
                  <a:pt x="793358" y="38046"/>
                </a:lnTo>
                <a:lnTo>
                  <a:pt x="793636" y="37985"/>
                </a:lnTo>
                <a:lnTo>
                  <a:pt x="793912" y="37919"/>
                </a:lnTo>
                <a:lnTo>
                  <a:pt x="794186" y="37846"/>
                </a:lnTo>
                <a:lnTo>
                  <a:pt x="794458" y="37768"/>
                </a:lnTo>
                <a:lnTo>
                  <a:pt x="794729" y="37684"/>
                </a:lnTo>
                <a:lnTo>
                  <a:pt x="794997" y="37593"/>
                </a:lnTo>
                <a:lnTo>
                  <a:pt x="795263" y="37498"/>
                </a:lnTo>
                <a:lnTo>
                  <a:pt x="795528" y="37396"/>
                </a:lnTo>
                <a:lnTo>
                  <a:pt x="795790" y="37289"/>
                </a:lnTo>
                <a:lnTo>
                  <a:pt x="796051" y="37175"/>
                </a:lnTo>
                <a:lnTo>
                  <a:pt x="796309" y="37056"/>
                </a:lnTo>
                <a:lnTo>
                  <a:pt x="796566" y="36931"/>
                </a:lnTo>
                <a:lnTo>
                  <a:pt x="796821" y="36801"/>
                </a:lnTo>
                <a:lnTo>
                  <a:pt x="797074" y="36664"/>
                </a:lnTo>
                <a:lnTo>
                  <a:pt x="797323" y="36523"/>
                </a:lnTo>
                <a:lnTo>
                  <a:pt x="797568" y="36376"/>
                </a:lnTo>
                <a:lnTo>
                  <a:pt x="797807" y="36225"/>
                </a:lnTo>
                <a:lnTo>
                  <a:pt x="798042" y="36069"/>
                </a:lnTo>
                <a:lnTo>
                  <a:pt x="798271" y="35909"/>
                </a:lnTo>
                <a:lnTo>
                  <a:pt x="798495" y="35744"/>
                </a:lnTo>
                <a:lnTo>
                  <a:pt x="798715" y="35574"/>
                </a:lnTo>
                <a:lnTo>
                  <a:pt x="798929" y="35399"/>
                </a:lnTo>
                <a:lnTo>
                  <a:pt x="799139" y="35220"/>
                </a:lnTo>
                <a:lnTo>
                  <a:pt x="799343" y="35036"/>
                </a:lnTo>
                <a:lnTo>
                  <a:pt x="799542" y="34848"/>
                </a:lnTo>
                <a:lnTo>
                  <a:pt x="799737" y="34654"/>
                </a:lnTo>
                <a:lnTo>
                  <a:pt x="799926" y="34456"/>
                </a:lnTo>
                <a:lnTo>
                  <a:pt x="800111" y="34254"/>
                </a:lnTo>
                <a:lnTo>
                  <a:pt x="800290" y="34046"/>
                </a:lnTo>
                <a:lnTo>
                  <a:pt x="800464" y="33834"/>
                </a:lnTo>
                <a:lnTo>
                  <a:pt x="800634" y="33617"/>
                </a:lnTo>
                <a:lnTo>
                  <a:pt x="800798" y="33396"/>
                </a:lnTo>
                <a:lnTo>
                  <a:pt x="800958" y="33170"/>
                </a:lnTo>
                <a:lnTo>
                  <a:pt x="801112" y="32939"/>
                </a:lnTo>
                <a:lnTo>
                  <a:pt x="801261" y="32703"/>
                </a:lnTo>
                <a:lnTo>
                  <a:pt x="801406" y="32463"/>
                </a:lnTo>
                <a:lnTo>
                  <a:pt x="801545" y="32218"/>
                </a:lnTo>
                <a:lnTo>
                  <a:pt x="801679" y="31969"/>
                </a:lnTo>
                <a:lnTo>
                  <a:pt x="801808" y="31713"/>
                </a:lnTo>
                <a:lnTo>
                  <a:pt x="801932" y="31449"/>
                </a:lnTo>
                <a:lnTo>
                  <a:pt x="802050" y="31178"/>
                </a:lnTo>
                <a:lnTo>
                  <a:pt x="802163" y="30898"/>
                </a:lnTo>
                <a:lnTo>
                  <a:pt x="802270" y="30611"/>
                </a:lnTo>
                <a:lnTo>
                  <a:pt x="802372" y="30316"/>
                </a:lnTo>
                <a:lnTo>
                  <a:pt x="802468" y="30014"/>
                </a:lnTo>
                <a:lnTo>
                  <a:pt x="802558" y="29703"/>
                </a:lnTo>
                <a:lnTo>
                  <a:pt x="802644" y="29385"/>
                </a:lnTo>
                <a:lnTo>
                  <a:pt x="802723" y="29059"/>
                </a:lnTo>
                <a:lnTo>
                  <a:pt x="802797" y="28725"/>
                </a:lnTo>
                <a:lnTo>
                  <a:pt x="802866" y="28383"/>
                </a:lnTo>
                <a:lnTo>
                  <a:pt x="802929" y="28033"/>
                </a:lnTo>
                <a:lnTo>
                  <a:pt x="802987" y="27676"/>
                </a:lnTo>
                <a:lnTo>
                  <a:pt x="803039" y="27310"/>
                </a:lnTo>
                <a:lnTo>
                  <a:pt x="803086" y="26937"/>
                </a:lnTo>
                <a:lnTo>
                  <a:pt x="803127" y="26556"/>
                </a:lnTo>
                <a:lnTo>
                  <a:pt x="803163" y="26168"/>
                </a:lnTo>
                <a:lnTo>
                  <a:pt x="803193" y="25771"/>
                </a:lnTo>
                <a:lnTo>
                  <a:pt x="803218" y="25367"/>
                </a:lnTo>
                <a:lnTo>
                  <a:pt x="803237" y="24954"/>
                </a:lnTo>
                <a:lnTo>
                  <a:pt x="803251" y="24534"/>
                </a:lnTo>
                <a:lnTo>
                  <a:pt x="803259" y="24107"/>
                </a:lnTo>
                <a:lnTo>
                  <a:pt x="803262" y="23671"/>
                </a:lnTo>
                <a:lnTo>
                  <a:pt x="803256" y="23133"/>
                </a:lnTo>
                <a:lnTo>
                  <a:pt x="803237" y="22606"/>
                </a:lnTo>
                <a:lnTo>
                  <a:pt x="803206" y="22088"/>
                </a:lnTo>
                <a:lnTo>
                  <a:pt x="803162" y="21579"/>
                </a:lnTo>
                <a:lnTo>
                  <a:pt x="803106" y="21081"/>
                </a:lnTo>
                <a:lnTo>
                  <a:pt x="803038" y="20592"/>
                </a:lnTo>
                <a:lnTo>
                  <a:pt x="802957" y="20113"/>
                </a:lnTo>
                <a:lnTo>
                  <a:pt x="802864" y="19644"/>
                </a:lnTo>
                <a:lnTo>
                  <a:pt x="802759" y="19185"/>
                </a:lnTo>
                <a:lnTo>
                  <a:pt x="802641" y="18736"/>
                </a:lnTo>
                <a:lnTo>
                  <a:pt x="802510" y="18296"/>
                </a:lnTo>
                <a:lnTo>
                  <a:pt x="802368" y="17866"/>
                </a:lnTo>
                <a:lnTo>
                  <a:pt x="802212" y="17446"/>
                </a:lnTo>
                <a:lnTo>
                  <a:pt x="802045" y="17035"/>
                </a:lnTo>
                <a:lnTo>
                  <a:pt x="801865" y="16635"/>
                </a:lnTo>
                <a:lnTo>
                  <a:pt x="801672" y="16244"/>
                </a:lnTo>
                <a:lnTo>
                  <a:pt x="801467" y="15863"/>
                </a:lnTo>
                <a:lnTo>
                  <a:pt x="801250" y="15492"/>
                </a:lnTo>
                <a:lnTo>
                  <a:pt x="801020" y="15130"/>
                </a:lnTo>
                <a:lnTo>
                  <a:pt x="800778" y="14778"/>
                </a:lnTo>
                <a:lnTo>
                  <a:pt x="800524" y="14436"/>
                </a:lnTo>
                <a:lnTo>
                  <a:pt x="800257" y="14104"/>
                </a:lnTo>
                <a:lnTo>
                  <a:pt x="799977" y="13782"/>
                </a:lnTo>
                <a:lnTo>
                  <a:pt x="799685" y="13469"/>
                </a:lnTo>
                <a:lnTo>
                  <a:pt x="799384" y="13168"/>
                </a:lnTo>
                <a:lnTo>
                  <a:pt x="799075" y="12880"/>
                </a:lnTo>
                <a:lnTo>
                  <a:pt x="798759" y="12604"/>
                </a:lnTo>
                <a:lnTo>
                  <a:pt x="798436" y="12341"/>
                </a:lnTo>
                <a:lnTo>
                  <a:pt x="798106" y="12091"/>
                </a:lnTo>
                <a:lnTo>
                  <a:pt x="797768" y="11854"/>
                </a:lnTo>
                <a:lnTo>
                  <a:pt x="797424" y="11630"/>
                </a:lnTo>
                <a:lnTo>
                  <a:pt x="797072" y="11418"/>
                </a:lnTo>
                <a:lnTo>
                  <a:pt x="796714" y="11219"/>
                </a:lnTo>
                <a:lnTo>
                  <a:pt x="796348" y="11034"/>
                </a:lnTo>
                <a:lnTo>
                  <a:pt x="795975" y="10860"/>
                </a:lnTo>
                <a:lnTo>
                  <a:pt x="795594" y="10700"/>
                </a:lnTo>
                <a:lnTo>
                  <a:pt x="795207" y="10553"/>
                </a:lnTo>
                <a:lnTo>
                  <a:pt x="794812" y="10418"/>
                </a:lnTo>
                <a:lnTo>
                  <a:pt x="794411" y="10296"/>
                </a:lnTo>
                <a:lnTo>
                  <a:pt x="794002" y="10187"/>
                </a:lnTo>
                <a:lnTo>
                  <a:pt x="793586" y="10091"/>
                </a:lnTo>
                <a:lnTo>
                  <a:pt x="793163" y="10008"/>
                </a:lnTo>
                <a:lnTo>
                  <a:pt x="792733" y="9937"/>
                </a:lnTo>
                <a:lnTo>
                  <a:pt x="792295" y="9880"/>
                </a:lnTo>
                <a:lnTo>
                  <a:pt x="791851" y="9835"/>
                </a:lnTo>
                <a:lnTo>
                  <a:pt x="791399" y="9803"/>
                </a:lnTo>
                <a:lnTo>
                  <a:pt x="790940" y="9784"/>
                </a:lnTo>
                <a:lnTo>
                  <a:pt x="790474" y="9777"/>
                </a:lnTo>
                <a:lnTo>
                  <a:pt x="790054" y="9782"/>
                </a:lnTo>
                <a:lnTo>
                  <a:pt x="789640" y="9798"/>
                </a:lnTo>
                <a:lnTo>
                  <a:pt x="789231" y="9825"/>
                </a:lnTo>
                <a:lnTo>
                  <a:pt x="788828" y="9862"/>
                </a:lnTo>
                <a:lnTo>
                  <a:pt x="788429" y="9909"/>
                </a:lnTo>
                <a:lnTo>
                  <a:pt x="788036" y="9967"/>
                </a:lnTo>
                <a:lnTo>
                  <a:pt x="787649" y="10035"/>
                </a:lnTo>
                <a:lnTo>
                  <a:pt x="787267" y="10115"/>
                </a:lnTo>
                <a:lnTo>
                  <a:pt x="786890" y="10204"/>
                </a:lnTo>
                <a:lnTo>
                  <a:pt x="786518" y="10304"/>
                </a:lnTo>
                <a:lnTo>
                  <a:pt x="786152" y="10415"/>
                </a:lnTo>
                <a:lnTo>
                  <a:pt x="785791" y="10536"/>
                </a:lnTo>
                <a:lnTo>
                  <a:pt x="785436" y="10668"/>
                </a:lnTo>
                <a:lnTo>
                  <a:pt x="785086" y="10810"/>
                </a:lnTo>
                <a:lnTo>
                  <a:pt x="784741" y="10963"/>
                </a:lnTo>
                <a:lnTo>
                  <a:pt x="784402" y="11127"/>
                </a:lnTo>
                <a:lnTo>
                  <a:pt x="784068" y="11300"/>
                </a:lnTo>
                <a:lnTo>
                  <a:pt x="783740" y="11485"/>
                </a:lnTo>
                <a:lnTo>
                  <a:pt x="783416" y="11680"/>
                </a:lnTo>
                <a:lnTo>
                  <a:pt x="783098" y="11886"/>
                </a:lnTo>
                <a:lnTo>
                  <a:pt x="782786" y="12102"/>
                </a:lnTo>
                <a:lnTo>
                  <a:pt x="782479" y="12328"/>
                </a:lnTo>
                <a:lnTo>
                  <a:pt x="782177" y="12565"/>
                </a:lnTo>
                <a:lnTo>
                  <a:pt x="781881" y="12813"/>
                </a:lnTo>
                <a:lnTo>
                  <a:pt x="781536" y="13125"/>
                </a:lnTo>
                <a:lnTo>
                  <a:pt x="781207" y="13450"/>
                </a:lnTo>
                <a:lnTo>
                  <a:pt x="780892" y="13788"/>
                </a:lnTo>
                <a:lnTo>
                  <a:pt x="780591" y="14140"/>
                </a:lnTo>
                <a:lnTo>
                  <a:pt x="780306" y="14506"/>
                </a:lnTo>
                <a:lnTo>
                  <a:pt x="780035" y="14886"/>
                </a:lnTo>
                <a:lnTo>
                  <a:pt x="779778" y="15279"/>
                </a:lnTo>
                <a:lnTo>
                  <a:pt x="779536" y="15686"/>
                </a:lnTo>
                <a:lnTo>
                  <a:pt x="779309" y="16107"/>
                </a:lnTo>
                <a:lnTo>
                  <a:pt x="779097" y="16541"/>
                </a:lnTo>
                <a:lnTo>
                  <a:pt x="778899" y="16989"/>
                </a:lnTo>
                <a:lnTo>
                  <a:pt x="778716" y="17451"/>
                </a:lnTo>
                <a:lnTo>
                  <a:pt x="778547" y="17926"/>
                </a:lnTo>
                <a:lnTo>
                  <a:pt x="778394" y="18415"/>
                </a:lnTo>
                <a:lnTo>
                  <a:pt x="778254" y="18918"/>
                </a:lnTo>
                <a:lnTo>
                  <a:pt x="778130" y="19434"/>
                </a:lnTo>
                <a:lnTo>
                  <a:pt x="778020" y="19964"/>
                </a:lnTo>
                <a:lnTo>
                  <a:pt x="777925" y="20508"/>
                </a:lnTo>
                <a:lnTo>
                  <a:pt x="777844" y="21065"/>
                </a:lnTo>
                <a:lnTo>
                  <a:pt x="777778" y="21636"/>
                </a:lnTo>
                <a:lnTo>
                  <a:pt x="777727" y="22221"/>
                </a:lnTo>
                <a:lnTo>
                  <a:pt x="777690" y="22819"/>
                </a:lnTo>
                <a:lnTo>
                  <a:pt x="777668" y="23431"/>
                </a:lnTo>
                <a:lnTo>
                  <a:pt x="777661" y="24057"/>
                </a:lnTo>
                <a:lnTo>
                  <a:pt x="777667" y="24628"/>
                </a:lnTo>
                <a:lnTo>
                  <a:pt x="777686" y="25188"/>
                </a:lnTo>
                <a:lnTo>
                  <a:pt x="777716" y="25737"/>
                </a:lnTo>
                <a:lnTo>
                  <a:pt x="777759" y="26274"/>
                </a:lnTo>
                <a:lnTo>
                  <a:pt x="777815" y="26800"/>
                </a:lnTo>
                <a:close/>
                <a:moveTo>
                  <a:pt x="782520" y="21980"/>
                </a:moveTo>
                <a:lnTo>
                  <a:pt x="782564" y="21594"/>
                </a:lnTo>
                <a:lnTo>
                  <a:pt x="782616" y="21218"/>
                </a:lnTo>
                <a:lnTo>
                  <a:pt x="782675" y="20851"/>
                </a:lnTo>
                <a:lnTo>
                  <a:pt x="782743" y="20493"/>
                </a:lnTo>
                <a:lnTo>
                  <a:pt x="782818" y="20145"/>
                </a:lnTo>
                <a:lnTo>
                  <a:pt x="782902" y="19805"/>
                </a:lnTo>
                <a:lnTo>
                  <a:pt x="782993" y="19475"/>
                </a:lnTo>
                <a:lnTo>
                  <a:pt x="783093" y="19154"/>
                </a:lnTo>
                <a:lnTo>
                  <a:pt x="783200" y="18842"/>
                </a:lnTo>
                <a:lnTo>
                  <a:pt x="783315" y="18539"/>
                </a:lnTo>
                <a:lnTo>
                  <a:pt x="783439" y="18245"/>
                </a:lnTo>
                <a:lnTo>
                  <a:pt x="783570" y="17960"/>
                </a:lnTo>
                <a:lnTo>
                  <a:pt x="783709" y="17685"/>
                </a:lnTo>
                <a:lnTo>
                  <a:pt x="783856" y="17419"/>
                </a:lnTo>
                <a:lnTo>
                  <a:pt x="784011" y="17162"/>
                </a:lnTo>
                <a:lnTo>
                  <a:pt x="784174" y="16914"/>
                </a:lnTo>
                <a:lnTo>
                  <a:pt x="784345" y="16675"/>
                </a:lnTo>
                <a:lnTo>
                  <a:pt x="784524" y="16446"/>
                </a:lnTo>
                <a:lnTo>
                  <a:pt x="784711" y="16226"/>
                </a:lnTo>
                <a:lnTo>
                  <a:pt x="784904" y="16014"/>
                </a:lnTo>
                <a:lnTo>
                  <a:pt x="785101" y="15812"/>
                </a:lnTo>
                <a:lnTo>
                  <a:pt x="785302" y="15619"/>
                </a:lnTo>
                <a:lnTo>
                  <a:pt x="785507" y="15435"/>
                </a:lnTo>
                <a:lnTo>
                  <a:pt x="785716" y="15259"/>
                </a:lnTo>
                <a:lnTo>
                  <a:pt x="785930" y="15093"/>
                </a:lnTo>
                <a:lnTo>
                  <a:pt x="786147" y="14936"/>
                </a:lnTo>
                <a:lnTo>
                  <a:pt x="786369" y="14787"/>
                </a:lnTo>
                <a:lnTo>
                  <a:pt x="786595" y="14648"/>
                </a:lnTo>
                <a:lnTo>
                  <a:pt x="786825" y="14518"/>
                </a:lnTo>
                <a:lnTo>
                  <a:pt x="787059" y="14396"/>
                </a:lnTo>
                <a:lnTo>
                  <a:pt x="787297" y="14284"/>
                </a:lnTo>
                <a:lnTo>
                  <a:pt x="787539" y="14180"/>
                </a:lnTo>
                <a:lnTo>
                  <a:pt x="787785" y="14086"/>
                </a:lnTo>
                <a:lnTo>
                  <a:pt x="788036" y="14001"/>
                </a:lnTo>
                <a:lnTo>
                  <a:pt x="788290" y="13924"/>
                </a:lnTo>
                <a:lnTo>
                  <a:pt x="788549" y="13857"/>
                </a:lnTo>
                <a:lnTo>
                  <a:pt x="788811" y="13798"/>
                </a:lnTo>
                <a:lnTo>
                  <a:pt x="789078" y="13749"/>
                </a:lnTo>
                <a:lnTo>
                  <a:pt x="789349" y="13708"/>
                </a:lnTo>
                <a:lnTo>
                  <a:pt x="789624" y="13677"/>
                </a:lnTo>
                <a:lnTo>
                  <a:pt x="789904" y="13655"/>
                </a:lnTo>
                <a:lnTo>
                  <a:pt x="790187" y="13641"/>
                </a:lnTo>
                <a:lnTo>
                  <a:pt x="790474" y="13637"/>
                </a:lnTo>
                <a:lnTo>
                  <a:pt x="790757" y="13641"/>
                </a:lnTo>
                <a:lnTo>
                  <a:pt x="791037" y="13655"/>
                </a:lnTo>
                <a:lnTo>
                  <a:pt x="791312" y="13677"/>
                </a:lnTo>
                <a:lnTo>
                  <a:pt x="791584" y="13709"/>
                </a:lnTo>
                <a:lnTo>
                  <a:pt x="791851" y="13750"/>
                </a:lnTo>
                <a:lnTo>
                  <a:pt x="792115" y="13799"/>
                </a:lnTo>
                <a:lnTo>
                  <a:pt x="792375" y="13858"/>
                </a:lnTo>
                <a:lnTo>
                  <a:pt x="792631" y="13926"/>
                </a:lnTo>
                <a:lnTo>
                  <a:pt x="792883" y="14002"/>
                </a:lnTo>
                <a:lnTo>
                  <a:pt x="793132" y="14088"/>
                </a:lnTo>
                <a:lnTo>
                  <a:pt x="793376" y="14183"/>
                </a:lnTo>
                <a:lnTo>
                  <a:pt x="793616" y="14287"/>
                </a:lnTo>
                <a:lnTo>
                  <a:pt x="793853" y="14400"/>
                </a:lnTo>
                <a:lnTo>
                  <a:pt x="794086" y="14522"/>
                </a:lnTo>
                <a:lnTo>
                  <a:pt x="794315" y="14653"/>
                </a:lnTo>
                <a:lnTo>
                  <a:pt x="794539" y="14793"/>
                </a:lnTo>
                <a:lnTo>
                  <a:pt x="794760" y="14942"/>
                </a:lnTo>
                <a:lnTo>
                  <a:pt x="794978" y="15100"/>
                </a:lnTo>
                <a:lnTo>
                  <a:pt x="795191" y="15267"/>
                </a:lnTo>
                <a:lnTo>
                  <a:pt x="795400" y="15443"/>
                </a:lnTo>
                <a:lnTo>
                  <a:pt x="795606" y="15629"/>
                </a:lnTo>
                <a:lnTo>
                  <a:pt x="795807" y="15823"/>
                </a:lnTo>
                <a:lnTo>
                  <a:pt x="796005" y="16026"/>
                </a:lnTo>
                <a:lnTo>
                  <a:pt x="796199" y="16238"/>
                </a:lnTo>
                <a:lnTo>
                  <a:pt x="796387" y="16460"/>
                </a:lnTo>
                <a:lnTo>
                  <a:pt x="796567" y="16689"/>
                </a:lnTo>
                <a:lnTo>
                  <a:pt x="796739" y="16927"/>
                </a:lnTo>
                <a:lnTo>
                  <a:pt x="796903" y="17174"/>
                </a:lnTo>
                <a:lnTo>
                  <a:pt x="797059" y="17429"/>
                </a:lnTo>
                <a:lnTo>
                  <a:pt x="797206" y="17692"/>
                </a:lnTo>
                <a:lnTo>
                  <a:pt x="797346" y="17965"/>
                </a:lnTo>
                <a:lnTo>
                  <a:pt x="797478" y="18245"/>
                </a:lnTo>
                <a:lnTo>
                  <a:pt x="797602" y="18534"/>
                </a:lnTo>
                <a:lnTo>
                  <a:pt x="797718" y="18832"/>
                </a:lnTo>
                <a:lnTo>
                  <a:pt x="797826" y="19138"/>
                </a:lnTo>
                <a:lnTo>
                  <a:pt x="797926" y="19452"/>
                </a:lnTo>
                <a:lnTo>
                  <a:pt x="798018" y="19776"/>
                </a:lnTo>
                <a:lnTo>
                  <a:pt x="798102" y="20107"/>
                </a:lnTo>
                <a:lnTo>
                  <a:pt x="798178" y="20447"/>
                </a:lnTo>
                <a:lnTo>
                  <a:pt x="798246" y="20796"/>
                </a:lnTo>
                <a:lnTo>
                  <a:pt x="798306" y="21153"/>
                </a:lnTo>
                <a:lnTo>
                  <a:pt x="798358" y="21518"/>
                </a:lnTo>
                <a:lnTo>
                  <a:pt x="798402" y="21893"/>
                </a:lnTo>
                <a:lnTo>
                  <a:pt x="798438" y="22275"/>
                </a:lnTo>
                <a:lnTo>
                  <a:pt x="798466" y="22666"/>
                </a:lnTo>
                <a:lnTo>
                  <a:pt x="798486" y="23066"/>
                </a:lnTo>
                <a:lnTo>
                  <a:pt x="798498" y="23474"/>
                </a:lnTo>
                <a:lnTo>
                  <a:pt x="798502" y="23891"/>
                </a:lnTo>
                <a:lnTo>
                  <a:pt x="798498" y="24332"/>
                </a:lnTo>
                <a:lnTo>
                  <a:pt x="798486" y="24764"/>
                </a:lnTo>
                <a:lnTo>
                  <a:pt x="798466" y="25187"/>
                </a:lnTo>
                <a:lnTo>
                  <a:pt x="798438" y="25600"/>
                </a:lnTo>
                <a:lnTo>
                  <a:pt x="798402" y="26004"/>
                </a:lnTo>
                <a:lnTo>
                  <a:pt x="798359" y="26398"/>
                </a:lnTo>
                <a:lnTo>
                  <a:pt x="798307" y="26782"/>
                </a:lnTo>
                <a:lnTo>
                  <a:pt x="798247" y="27157"/>
                </a:lnTo>
                <a:lnTo>
                  <a:pt x="798180" y="27523"/>
                </a:lnTo>
                <a:lnTo>
                  <a:pt x="798104" y="27879"/>
                </a:lnTo>
                <a:lnTo>
                  <a:pt x="798021" y="28225"/>
                </a:lnTo>
                <a:lnTo>
                  <a:pt x="797929" y="28562"/>
                </a:lnTo>
                <a:lnTo>
                  <a:pt x="797830" y="28890"/>
                </a:lnTo>
                <a:lnTo>
                  <a:pt x="797723" y="29208"/>
                </a:lnTo>
                <a:lnTo>
                  <a:pt x="797607" y="29516"/>
                </a:lnTo>
                <a:lnTo>
                  <a:pt x="797484" y="29815"/>
                </a:lnTo>
                <a:lnTo>
                  <a:pt x="797353" y="30104"/>
                </a:lnTo>
                <a:lnTo>
                  <a:pt x="797214" y="30384"/>
                </a:lnTo>
                <a:lnTo>
                  <a:pt x="797067" y="30654"/>
                </a:lnTo>
                <a:lnTo>
                  <a:pt x="796912" y="30915"/>
                </a:lnTo>
                <a:lnTo>
                  <a:pt x="796749" y="31166"/>
                </a:lnTo>
                <a:lnTo>
                  <a:pt x="796578" y="31408"/>
                </a:lnTo>
                <a:lnTo>
                  <a:pt x="796399" y="31640"/>
                </a:lnTo>
                <a:lnTo>
                  <a:pt x="796212" y="31863"/>
                </a:lnTo>
                <a:lnTo>
                  <a:pt x="796019" y="32076"/>
                </a:lnTo>
                <a:lnTo>
                  <a:pt x="795822" y="32280"/>
                </a:lnTo>
                <a:lnTo>
                  <a:pt x="795621" y="32475"/>
                </a:lnTo>
                <a:lnTo>
                  <a:pt x="795416" y="32662"/>
                </a:lnTo>
                <a:lnTo>
                  <a:pt x="795207" y="32839"/>
                </a:lnTo>
                <a:lnTo>
                  <a:pt x="794995" y="33007"/>
                </a:lnTo>
                <a:lnTo>
                  <a:pt x="794778" y="33165"/>
                </a:lnTo>
                <a:lnTo>
                  <a:pt x="794557" y="33315"/>
                </a:lnTo>
                <a:lnTo>
                  <a:pt x="794332" y="33456"/>
                </a:lnTo>
                <a:lnTo>
                  <a:pt x="794103" y="33588"/>
                </a:lnTo>
                <a:lnTo>
                  <a:pt x="793870" y="33710"/>
                </a:lnTo>
                <a:lnTo>
                  <a:pt x="793632" y="33824"/>
                </a:lnTo>
                <a:lnTo>
                  <a:pt x="793391" y="33928"/>
                </a:lnTo>
                <a:lnTo>
                  <a:pt x="793146" y="34023"/>
                </a:lnTo>
                <a:lnTo>
                  <a:pt x="792897" y="34110"/>
                </a:lnTo>
                <a:lnTo>
                  <a:pt x="792644" y="34187"/>
                </a:lnTo>
                <a:lnTo>
                  <a:pt x="792387" y="34255"/>
                </a:lnTo>
                <a:lnTo>
                  <a:pt x="792126" y="34314"/>
                </a:lnTo>
                <a:lnTo>
                  <a:pt x="791861" y="34364"/>
                </a:lnTo>
                <a:lnTo>
                  <a:pt x="791591" y="34405"/>
                </a:lnTo>
                <a:lnTo>
                  <a:pt x="791318" y="34437"/>
                </a:lnTo>
                <a:lnTo>
                  <a:pt x="791041" y="34459"/>
                </a:lnTo>
                <a:lnTo>
                  <a:pt x="790760" y="34473"/>
                </a:lnTo>
                <a:lnTo>
                  <a:pt x="790474" y="34477"/>
                </a:lnTo>
                <a:lnTo>
                  <a:pt x="790187" y="34473"/>
                </a:lnTo>
                <a:lnTo>
                  <a:pt x="789904" y="34459"/>
                </a:lnTo>
                <a:lnTo>
                  <a:pt x="789624" y="34437"/>
                </a:lnTo>
                <a:lnTo>
                  <a:pt x="789349" y="34405"/>
                </a:lnTo>
                <a:lnTo>
                  <a:pt x="789078" y="34364"/>
                </a:lnTo>
                <a:lnTo>
                  <a:pt x="788811" y="34315"/>
                </a:lnTo>
                <a:lnTo>
                  <a:pt x="788549" y="34256"/>
                </a:lnTo>
                <a:lnTo>
                  <a:pt x="788290" y="34188"/>
                </a:lnTo>
                <a:lnTo>
                  <a:pt x="788036" y="34111"/>
                </a:lnTo>
                <a:lnTo>
                  <a:pt x="787785" y="34026"/>
                </a:lnTo>
                <a:lnTo>
                  <a:pt x="787539" y="33931"/>
                </a:lnTo>
                <a:lnTo>
                  <a:pt x="787297" y="33827"/>
                </a:lnTo>
                <a:lnTo>
                  <a:pt x="787059" y="33714"/>
                </a:lnTo>
                <a:lnTo>
                  <a:pt x="786825" y="33592"/>
                </a:lnTo>
                <a:lnTo>
                  <a:pt x="786595" y="33461"/>
                </a:lnTo>
                <a:lnTo>
                  <a:pt x="786369" y="33321"/>
                </a:lnTo>
                <a:lnTo>
                  <a:pt x="786147" y="33172"/>
                </a:lnTo>
                <a:lnTo>
                  <a:pt x="785930" y="33014"/>
                </a:lnTo>
                <a:lnTo>
                  <a:pt x="785716" y="32847"/>
                </a:lnTo>
                <a:lnTo>
                  <a:pt x="785507" y="32671"/>
                </a:lnTo>
                <a:lnTo>
                  <a:pt x="785302" y="32485"/>
                </a:lnTo>
                <a:lnTo>
                  <a:pt x="785101" y="32291"/>
                </a:lnTo>
                <a:lnTo>
                  <a:pt x="784904" y="32088"/>
                </a:lnTo>
                <a:lnTo>
                  <a:pt x="784711" y="31875"/>
                </a:lnTo>
                <a:lnTo>
                  <a:pt x="784524" y="31654"/>
                </a:lnTo>
                <a:lnTo>
                  <a:pt x="784345" y="31424"/>
                </a:lnTo>
                <a:lnTo>
                  <a:pt x="784174" y="31184"/>
                </a:lnTo>
                <a:lnTo>
                  <a:pt x="784011" y="30935"/>
                </a:lnTo>
                <a:lnTo>
                  <a:pt x="783856" y="30677"/>
                </a:lnTo>
                <a:lnTo>
                  <a:pt x="783709" y="30410"/>
                </a:lnTo>
                <a:lnTo>
                  <a:pt x="783570" y="30134"/>
                </a:lnTo>
                <a:lnTo>
                  <a:pt x="783439" y="29849"/>
                </a:lnTo>
                <a:lnTo>
                  <a:pt x="783315" y="29555"/>
                </a:lnTo>
                <a:lnTo>
                  <a:pt x="783200" y="29251"/>
                </a:lnTo>
                <a:lnTo>
                  <a:pt x="783093" y="28938"/>
                </a:lnTo>
                <a:lnTo>
                  <a:pt x="782993" y="28617"/>
                </a:lnTo>
                <a:lnTo>
                  <a:pt x="782902" y="28286"/>
                </a:lnTo>
                <a:lnTo>
                  <a:pt x="782818" y="27946"/>
                </a:lnTo>
                <a:lnTo>
                  <a:pt x="782743" y="27597"/>
                </a:lnTo>
                <a:lnTo>
                  <a:pt x="782675" y="27238"/>
                </a:lnTo>
                <a:lnTo>
                  <a:pt x="782616" y="26871"/>
                </a:lnTo>
                <a:lnTo>
                  <a:pt x="782564" y="26495"/>
                </a:lnTo>
                <a:lnTo>
                  <a:pt x="782520" y="26109"/>
                </a:lnTo>
                <a:lnTo>
                  <a:pt x="782485" y="25714"/>
                </a:lnTo>
                <a:lnTo>
                  <a:pt x="782457" y="25310"/>
                </a:lnTo>
                <a:lnTo>
                  <a:pt x="782437" y="24897"/>
                </a:lnTo>
                <a:lnTo>
                  <a:pt x="782425" y="24475"/>
                </a:lnTo>
                <a:lnTo>
                  <a:pt x="782421" y="24044"/>
                </a:lnTo>
                <a:lnTo>
                  <a:pt x="782425" y="23613"/>
                </a:lnTo>
                <a:lnTo>
                  <a:pt x="782437" y="23191"/>
                </a:lnTo>
                <a:lnTo>
                  <a:pt x="782457" y="22778"/>
                </a:lnTo>
                <a:lnTo>
                  <a:pt x="782485" y="22374"/>
                </a:lnTo>
                <a:lnTo>
                  <a:pt x="782520" y="21980"/>
                </a:lnTo>
                <a:close/>
                <a:moveTo>
                  <a:pt x="570661" y="37719"/>
                </a:moveTo>
                <a:lnTo>
                  <a:pt x="570661" y="10395"/>
                </a:lnTo>
                <a:lnTo>
                  <a:pt x="566030" y="10395"/>
                </a:lnTo>
                <a:lnTo>
                  <a:pt x="566030" y="37719"/>
                </a:lnTo>
                <a:lnTo>
                  <a:pt x="570661" y="37719"/>
                </a:lnTo>
                <a:close/>
                <a:moveTo>
                  <a:pt x="647813" y="25323"/>
                </a:moveTo>
                <a:lnTo>
                  <a:pt x="647809" y="25606"/>
                </a:lnTo>
                <a:lnTo>
                  <a:pt x="647803" y="25884"/>
                </a:lnTo>
                <a:lnTo>
                  <a:pt x="647794" y="26155"/>
                </a:lnTo>
                <a:lnTo>
                  <a:pt x="647782" y="26421"/>
                </a:lnTo>
                <a:lnTo>
                  <a:pt x="647767" y="26681"/>
                </a:lnTo>
                <a:lnTo>
                  <a:pt x="647750" y="26935"/>
                </a:lnTo>
                <a:lnTo>
                  <a:pt x="647730" y="27183"/>
                </a:lnTo>
                <a:lnTo>
                  <a:pt x="647708" y="27426"/>
                </a:lnTo>
                <a:lnTo>
                  <a:pt x="647683" y="27663"/>
                </a:lnTo>
                <a:lnTo>
                  <a:pt x="647655" y="27894"/>
                </a:lnTo>
                <a:lnTo>
                  <a:pt x="647625" y="28119"/>
                </a:lnTo>
                <a:lnTo>
                  <a:pt x="647592" y="28339"/>
                </a:lnTo>
                <a:lnTo>
                  <a:pt x="647556" y="28552"/>
                </a:lnTo>
                <a:lnTo>
                  <a:pt x="647518" y="28760"/>
                </a:lnTo>
                <a:lnTo>
                  <a:pt x="647477" y="28963"/>
                </a:lnTo>
                <a:lnTo>
                  <a:pt x="647434" y="29159"/>
                </a:lnTo>
                <a:lnTo>
                  <a:pt x="647388" y="29350"/>
                </a:lnTo>
                <a:lnTo>
                  <a:pt x="647339" y="29535"/>
                </a:lnTo>
                <a:lnTo>
                  <a:pt x="647288" y="29714"/>
                </a:lnTo>
                <a:lnTo>
                  <a:pt x="647234" y="29888"/>
                </a:lnTo>
                <a:lnTo>
                  <a:pt x="647177" y="30055"/>
                </a:lnTo>
                <a:lnTo>
                  <a:pt x="647118" y="30217"/>
                </a:lnTo>
                <a:lnTo>
                  <a:pt x="647056" y="30374"/>
                </a:lnTo>
                <a:lnTo>
                  <a:pt x="646991" y="30526"/>
                </a:lnTo>
                <a:lnTo>
                  <a:pt x="646922" y="30675"/>
                </a:lnTo>
                <a:lnTo>
                  <a:pt x="646849" y="30821"/>
                </a:lnTo>
                <a:lnTo>
                  <a:pt x="646773" y="30965"/>
                </a:lnTo>
                <a:lnTo>
                  <a:pt x="646693" y="31107"/>
                </a:lnTo>
                <a:lnTo>
                  <a:pt x="646609" y="31245"/>
                </a:lnTo>
                <a:lnTo>
                  <a:pt x="646522" y="31381"/>
                </a:lnTo>
                <a:lnTo>
                  <a:pt x="646431" y="31514"/>
                </a:lnTo>
                <a:lnTo>
                  <a:pt x="646336" y="31645"/>
                </a:lnTo>
                <a:lnTo>
                  <a:pt x="646238" y="31773"/>
                </a:lnTo>
                <a:lnTo>
                  <a:pt x="646136" y="31898"/>
                </a:lnTo>
                <a:lnTo>
                  <a:pt x="646030" y="32020"/>
                </a:lnTo>
                <a:lnTo>
                  <a:pt x="645920" y="32140"/>
                </a:lnTo>
                <a:lnTo>
                  <a:pt x="645807" y="32257"/>
                </a:lnTo>
                <a:lnTo>
                  <a:pt x="645690" y="32372"/>
                </a:lnTo>
                <a:lnTo>
                  <a:pt x="645569" y="32483"/>
                </a:lnTo>
                <a:lnTo>
                  <a:pt x="645445" y="32592"/>
                </a:lnTo>
                <a:lnTo>
                  <a:pt x="645317" y="32699"/>
                </a:lnTo>
                <a:lnTo>
                  <a:pt x="645185" y="32803"/>
                </a:lnTo>
                <a:lnTo>
                  <a:pt x="645049" y="32904"/>
                </a:lnTo>
                <a:lnTo>
                  <a:pt x="644910" y="33002"/>
                </a:lnTo>
                <a:lnTo>
                  <a:pt x="644767" y="33098"/>
                </a:lnTo>
                <a:lnTo>
                  <a:pt x="644620" y="33191"/>
                </a:lnTo>
                <a:lnTo>
                  <a:pt x="644470" y="33281"/>
                </a:lnTo>
                <a:lnTo>
                  <a:pt x="644317" y="33368"/>
                </a:lnTo>
                <a:lnTo>
                  <a:pt x="644164" y="33452"/>
                </a:lnTo>
                <a:lnTo>
                  <a:pt x="644009" y="33531"/>
                </a:lnTo>
                <a:lnTo>
                  <a:pt x="643854" y="33607"/>
                </a:lnTo>
                <a:lnTo>
                  <a:pt x="643698" y="33680"/>
                </a:lnTo>
                <a:lnTo>
                  <a:pt x="643540" y="33748"/>
                </a:lnTo>
                <a:lnTo>
                  <a:pt x="643382" y="33813"/>
                </a:lnTo>
                <a:lnTo>
                  <a:pt x="643223" y="33874"/>
                </a:lnTo>
                <a:lnTo>
                  <a:pt x="643064" y="33932"/>
                </a:lnTo>
                <a:lnTo>
                  <a:pt x="642903" y="33985"/>
                </a:lnTo>
                <a:lnTo>
                  <a:pt x="642741" y="34035"/>
                </a:lnTo>
                <a:lnTo>
                  <a:pt x="642579" y="34082"/>
                </a:lnTo>
                <a:lnTo>
                  <a:pt x="642415" y="34124"/>
                </a:lnTo>
                <a:lnTo>
                  <a:pt x="642251" y="34163"/>
                </a:lnTo>
                <a:lnTo>
                  <a:pt x="642086" y="34199"/>
                </a:lnTo>
                <a:lnTo>
                  <a:pt x="641920" y="34230"/>
                </a:lnTo>
                <a:lnTo>
                  <a:pt x="641753" y="34258"/>
                </a:lnTo>
                <a:lnTo>
                  <a:pt x="641585" y="34282"/>
                </a:lnTo>
                <a:lnTo>
                  <a:pt x="641416" y="34302"/>
                </a:lnTo>
                <a:lnTo>
                  <a:pt x="641247" y="34319"/>
                </a:lnTo>
                <a:lnTo>
                  <a:pt x="641076" y="34332"/>
                </a:lnTo>
                <a:lnTo>
                  <a:pt x="640905" y="34341"/>
                </a:lnTo>
                <a:lnTo>
                  <a:pt x="640732" y="34347"/>
                </a:lnTo>
                <a:lnTo>
                  <a:pt x="640559" y="34349"/>
                </a:lnTo>
                <a:lnTo>
                  <a:pt x="640387" y="34347"/>
                </a:lnTo>
                <a:lnTo>
                  <a:pt x="640216" y="34341"/>
                </a:lnTo>
                <a:lnTo>
                  <a:pt x="640048" y="34332"/>
                </a:lnTo>
                <a:lnTo>
                  <a:pt x="639883" y="34320"/>
                </a:lnTo>
                <a:lnTo>
                  <a:pt x="639720" y="34304"/>
                </a:lnTo>
                <a:lnTo>
                  <a:pt x="639559" y="34284"/>
                </a:lnTo>
                <a:lnTo>
                  <a:pt x="639400" y="34260"/>
                </a:lnTo>
                <a:lnTo>
                  <a:pt x="639244" y="34233"/>
                </a:lnTo>
                <a:lnTo>
                  <a:pt x="639090" y="34202"/>
                </a:lnTo>
                <a:lnTo>
                  <a:pt x="638938" y="34168"/>
                </a:lnTo>
                <a:lnTo>
                  <a:pt x="638789" y="34130"/>
                </a:lnTo>
                <a:lnTo>
                  <a:pt x="638642" y="34088"/>
                </a:lnTo>
                <a:lnTo>
                  <a:pt x="638498" y="34043"/>
                </a:lnTo>
                <a:lnTo>
                  <a:pt x="638355" y="33994"/>
                </a:lnTo>
                <a:lnTo>
                  <a:pt x="638215" y="33942"/>
                </a:lnTo>
                <a:lnTo>
                  <a:pt x="638078" y="33886"/>
                </a:lnTo>
                <a:lnTo>
                  <a:pt x="637942" y="33826"/>
                </a:lnTo>
                <a:lnTo>
                  <a:pt x="637809" y="33763"/>
                </a:lnTo>
                <a:lnTo>
                  <a:pt x="637679" y="33696"/>
                </a:lnTo>
                <a:lnTo>
                  <a:pt x="637550" y="33625"/>
                </a:lnTo>
                <a:lnTo>
                  <a:pt x="637424" y="33551"/>
                </a:lnTo>
                <a:lnTo>
                  <a:pt x="637300" y="33473"/>
                </a:lnTo>
                <a:lnTo>
                  <a:pt x="637179" y="33392"/>
                </a:lnTo>
                <a:lnTo>
                  <a:pt x="637060" y="33307"/>
                </a:lnTo>
                <a:lnTo>
                  <a:pt x="636944" y="33218"/>
                </a:lnTo>
                <a:lnTo>
                  <a:pt x="636831" y="33128"/>
                </a:lnTo>
                <a:lnTo>
                  <a:pt x="636721" y="33034"/>
                </a:lnTo>
                <a:lnTo>
                  <a:pt x="636615" y="32938"/>
                </a:lnTo>
                <a:lnTo>
                  <a:pt x="636513" y="32838"/>
                </a:lnTo>
                <a:lnTo>
                  <a:pt x="636413" y="32737"/>
                </a:lnTo>
                <a:lnTo>
                  <a:pt x="636318" y="32632"/>
                </a:lnTo>
                <a:lnTo>
                  <a:pt x="636225" y="32525"/>
                </a:lnTo>
                <a:lnTo>
                  <a:pt x="636136" y="32415"/>
                </a:lnTo>
                <a:lnTo>
                  <a:pt x="636050" y="32302"/>
                </a:lnTo>
                <a:lnTo>
                  <a:pt x="635968" y="32187"/>
                </a:lnTo>
                <a:lnTo>
                  <a:pt x="635889" y="32068"/>
                </a:lnTo>
                <a:lnTo>
                  <a:pt x="635814" y="31948"/>
                </a:lnTo>
                <a:lnTo>
                  <a:pt x="635742" y="31824"/>
                </a:lnTo>
                <a:lnTo>
                  <a:pt x="635673" y="31698"/>
                </a:lnTo>
                <a:lnTo>
                  <a:pt x="635608" y="31569"/>
                </a:lnTo>
                <a:lnTo>
                  <a:pt x="635546" y="31437"/>
                </a:lnTo>
                <a:lnTo>
                  <a:pt x="635487" y="31302"/>
                </a:lnTo>
                <a:lnTo>
                  <a:pt x="635432" y="31165"/>
                </a:lnTo>
                <a:lnTo>
                  <a:pt x="635380" y="31025"/>
                </a:lnTo>
                <a:lnTo>
                  <a:pt x="635332" y="30882"/>
                </a:lnTo>
                <a:lnTo>
                  <a:pt x="635287" y="30737"/>
                </a:lnTo>
                <a:lnTo>
                  <a:pt x="635245" y="30589"/>
                </a:lnTo>
                <a:lnTo>
                  <a:pt x="635207" y="30438"/>
                </a:lnTo>
                <a:lnTo>
                  <a:pt x="635184" y="30329"/>
                </a:lnTo>
                <a:lnTo>
                  <a:pt x="635162" y="30211"/>
                </a:lnTo>
                <a:lnTo>
                  <a:pt x="635141" y="30086"/>
                </a:lnTo>
                <a:lnTo>
                  <a:pt x="635121" y="29952"/>
                </a:lnTo>
                <a:lnTo>
                  <a:pt x="635102" y="29810"/>
                </a:lnTo>
                <a:lnTo>
                  <a:pt x="635084" y="29660"/>
                </a:lnTo>
                <a:lnTo>
                  <a:pt x="635066" y="29501"/>
                </a:lnTo>
                <a:lnTo>
                  <a:pt x="635050" y="29334"/>
                </a:lnTo>
                <a:lnTo>
                  <a:pt x="635035" y="29159"/>
                </a:lnTo>
                <a:lnTo>
                  <a:pt x="635021" y="28976"/>
                </a:lnTo>
                <a:lnTo>
                  <a:pt x="635007" y="28785"/>
                </a:lnTo>
                <a:lnTo>
                  <a:pt x="634995" y="28585"/>
                </a:lnTo>
                <a:lnTo>
                  <a:pt x="634984" y="28378"/>
                </a:lnTo>
                <a:lnTo>
                  <a:pt x="634973" y="28162"/>
                </a:lnTo>
                <a:lnTo>
                  <a:pt x="634964" y="27937"/>
                </a:lnTo>
                <a:lnTo>
                  <a:pt x="634956" y="27705"/>
                </a:lnTo>
                <a:lnTo>
                  <a:pt x="634948" y="27464"/>
                </a:lnTo>
                <a:lnTo>
                  <a:pt x="634942" y="27215"/>
                </a:lnTo>
                <a:lnTo>
                  <a:pt x="634937" y="26958"/>
                </a:lnTo>
                <a:lnTo>
                  <a:pt x="634932" y="26693"/>
                </a:lnTo>
                <a:lnTo>
                  <a:pt x="634929" y="26419"/>
                </a:lnTo>
                <a:lnTo>
                  <a:pt x="634926" y="26137"/>
                </a:lnTo>
                <a:lnTo>
                  <a:pt x="634925" y="25847"/>
                </a:lnTo>
                <a:lnTo>
                  <a:pt x="634924" y="25549"/>
                </a:lnTo>
                <a:lnTo>
                  <a:pt x="634924" y="10395"/>
                </a:lnTo>
                <a:lnTo>
                  <a:pt x="630293" y="10395"/>
                </a:lnTo>
                <a:lnTo>
                  <a:pt x="630293" y="27325"/>
                </a:lnTo>
                <a:lnTo>
                  <a:pt x="630294" y="27568"/>
                </a:lnTo>
                <a:lnTo>
                  <a:pt x="630295" y="27807"/>
                </a:lnTo>
                <a:lnTo>
                  <a:pt x="630297" y="28039"/>
                </a:lnTo>
                <a:lnTo>
                  <a:pt x="630301" y="28267"/>
                </a:lnTo>
                <a:lnTo>
                  <a:pt x="630305" y="28488"/>
                </a:lnTo>
                <a:lnTo>
                  <a:pt x="630311" y="28704"/>
                </a:lnTo>
                <a:lnTo>
                  <a:pt x="630317" y="28915"/>
                </a:lnTo>
                <a:lnTo>
                  <a:pt x="630324" y="29120"/>
                </a:lnTo>
                <a:lnTo>
                  <a:pt x="630333" y="29319"/>
                </a:lnTo>
                <a:lnTo>
                  <a:pt x="630342" y="29513"/>
                </a:lnTo>
                <a:lnTo>
                  <a:pt x="630352" y="29702"/>
                </a:lnTo>
                <a:lnTo>
                  <a:pt x="630364" y="29885"/>
                </a:lnTo>
                <a:lnTo>
                  <a:pt x="630376" y="30062"/>
                </a:lnTo>
                <a:lnTo>
                  <a:pt x="630389" y="30234"/>
                </a:lnTo>
                <a:lnTo>
                  <a:pt x="630404" y="30400"/>
                </a:lnTo>
                <a:lnTo>
                  <a:pt x="630419" y="30561"/>
                </a:lnTo>
                <a:lnTo>
                  <a:pt x="630435" y="30716"/>
                </a:lnTo>
                <a:lnTo>
                  <a:pt x="630452" y="30866"/>
                </a:lnTo>
                <a:lnTo>
                  <a:pt x="630470" y="31010"/>
                </a:lnTo>
                <a:lnTo>
                  <a:pt x="630490" y="31148"/>
                </a:lnTo>
                <a:lnTo>
                  <a:pt x="630510" y="31281"/>
                </a:lnTo>
                <a:lnTo>
                  <a:pt x="630531" y="31409"/>
                </a:lnTo>
                <a:lnTo>
                  <a:pt x="630553" y="31531"/>
                </a:lnTo>
                <a:lnTo>
                  <a:pt x="630576" y="31647"/>
                </a:lnTo>
                <a:lnTo>
                  <a:pt x="630611" y="31815"/>
                </a:lnTo>
                <a:lnTo>
                  <a:pt x="630649" y="31982"/>
                </a:lnTo>
                <a:lnTo>
                  <a:pt x="630688" y="32145"/>
                </a:lnTo>
                <a:lnTo>
                  <a:pt x="630730" y="32307"/>
                </a:lnTo>
                <a:lnTo>
                  <a:pt x="630774" y="32467"/>
                </a:lnTo>
                <a:lnTo>
                  <a:pt x="630820" y="32624"/>
                </a:lnTo>
                <a:lnTo>
                  <a:pt x="630868" y="32779"/>
                </a:lnTo>
                <a:lnTo>
                  <a:pt x="630918" y="32932"/>
                </a:lnTo>
                <a:lnTo>
                  <a:pt x="630970" y="33083"/>
                </a:lnTo>
                <a:lnTo>
                  <a:pt x="631024" y="33232"/>
                </a:lnTo>
                <a:lnTo>
                  <a:pt x="631080" y="33378"/>
                </a:lnTo>
                <a:lnTo>
                  <a:pt x="631139" y="33522"/>
                </a:lnTo>
                <a:lnTo>
                  <a:pt x="631199" y="33664"/>
                </a:lnTo>
                <a:lnTo>
                  <a:pt x="631262" y="33804"/>
                </a:lnTo>
                <a:lnTo>
                  <a:pt x="631327" y="33942"/>
                </a:lnTo>
                <a:lnTo>
                  <a:pt x="631394" y="34077"/>
                </a:lnTo>
                <a:lnTo>
                  <a:pt x="631463" y="34210"/>
                </a:lnTo>
                <a:lnTo>
                  <a:pt x="631534" y="34341"/>
                </a:lnTo>
                <a:lnTo>
                  <a:pt x="631607" y="34470"/>
                </a:lnTo>
                <a:lnTo>
                  <a:pt x="631682" y="34597"/>
                </a:lnTo>
                <a:lnTo>
                  <a:pt x="631759" y="34722"/>
                </a:lnTo>
                <a:lnTo>
                  <a:pt x="631839" y="34844"/>
                </a:lnTo>
                <a:lnTo>
                  <a:pt x="631920" y="34964"/>
                </a:lnTo>
                <a:lnTo>
                  <a:pt x="632004" y="35082"/>
                </a:lnTo>
                <a:lnTo>
                  <a:pt x="632091" y="35198"/>
                </a:lnTo>
                <a:lnTo>
                  <a:pt x="632181" y="35312"/>
                </a:lnTo>
                <a:lnTo>
                  <a:pt x="632275" y="35425"/>
                </a:lnTo>
                <a:lnTo>
                  <a:pt x="632373" y="35536"/>
                </a:lnTo>
                <a:lnTo>
                  <a:pt x="632474" y="35646"/>
                </a:lnTo>
                <a:lnTo>
                  <a:pt x="632580" y="35753"/>
                </a:lnTo>
                <a:lnTo>
                  <a:pt x="632689" y="35860"/>
                </a:lnTo>
                <a:lnTo>
                  <a:pt x="632802" y="35964"/>
                </a:lnTo>
                <a:lnTo>
                  <a:pt x="632918" y="36067"/>
                </a:lnTo>
                <a:lnTo>
                  <a:pt x="633039" y="36168"/>
                </a:lnTo>
                <a:lnTo>
                  <a:pt x="633163" y="36267"/>
                </a:lnTo>
                <a:lnTo>
                  <a:pt x="633290" y="36365"/>
                </a:lnTo>
                <a:lnTo>
                  <a:pt x="633422" y="36461"/>
                </a:lnTo>
                <a:lnTo>
                  <a:pt x="633557" y="36556"/>
                </a:lnTo>
                <a:lnTo>
                  <a:pt x="633697" y="36649"/>
                </a:lnTo>
                <a:lnTo>
                  <a:pt x="633839" y="36740"/>
                </a:lnTo>
                <a:lnTo>
                  <a:pt x="633986" y="36830"/>
                </a:lnTo>
                <a:lnTo>
                  <a:pt x="634136" y="36918"/>
                </a:lnTo>
                <a:lnTo>
                  <a:pt x="634290" y="37004"/>
                </a:lnTo>
                <a:lnTo>
                  <a:pt x="634448" y="37089"/>
                </a:lnTo>
                <a:lnTo>
                  <a:pt x="634610" y="37172"/>
                </a:lnTo>
                <a:lnTo>
                  <a:pt x="634775" y="37253"/>
                </a:lnTo>
                <a:lnTo>
                  <a:pt x="634944" y="37333"/>
                </a:lnTo>
                <a:lnTo>
                  <a:pt x="635117" y="37411"/>
                </a:lnTo>
                <a:lnTo>
                  <a:pt x="635293" y="37486"/>
                </a:lnTo>
                <a:lnTo>
                  <a:pt x="635469" y="37558"/>
                </a:lnTo>
                <a:lnTo>
                  <a:pt x="635647" y="37628"/>
                </a:lnTo>
                <a:lnTo>
                  <a:pt x="635825" y="37694"/>
                </a:lnTo>
                <a:lnTo>
                  <a:pt x="636005" y="37756"/>
                </a:lnTo>
                <a:lnTo>
                  <a:pt x="636186" y="37816"/>
                </a:lnTo>
                <a:lnTo>
                  <a:pt x="636368" y="37872"/>
                </a:lnTo>
                <a:lnTo>
                  <a:pt x="636551" y="37925"/>
                </a:lnTo>
                <a:lnTo>
                  <a:pt x="636735" y="37975"/>
                </a:lnTo>
                <a:lnTo>
                  <a:pt x="636921" y="38022"/>
                </a:lnTo>
                <a:lnTo>
                  <a:pt x="637107" y="38065"/>
                </a:lnTo>
                <a:lnTo>
                  <a:pt x="637295" y="38105"/>
                </a:lnTo>
                <a:lnTo>
                  <a:pt x="637483" y="38142"/>
                </a:lnTo>
                <a:lnTo>
                  <a:pt x="637673" y="38176"/>
                </a:lnTo>
                <a:lnTo>
                  <a:pt x="637864" y="38207"/>
                </a:lnTo>
                <a:lnTo>
                  <a:pt x="638056" y="38234"/>
                </a:lnTo>
                <a:lnTo>
                  <a:pt x="638249" y="38258"/>
                </a:lnTo>
                <a:lnTo>
                  <a:pt x="638444" y="38279"/>
                </a:lnTo>
                <a:lnTo>
                  <a:pt x="638639" y="38297"/>
                </a:lnTo>
                <a:lnTo>
                  <a:pt x="638836" y="38311"/>
                </a:lnTo>
                <a:lnTo>
                  <a:pt x="639033" y="38322"/>
                </a:lnTo>
                <a:lnTo>
                  <a:pt x="639232" y="38330"/>
                </a:lnTo>
                <a:lnTo>
                  <a:pt x="639432" y="38335"/>
                </a:lnTo>
                <a:lnTo>
                  <a:pt x="639633" y="38337"/>
                </a:lnTo>
                <a:lnTo>
                  <a:pt x="640086" y="38329"/>
                </a:lnTo>
                <a:lnTo>
                  <a:pt x="640530" y="38305"/>
                </a:lnTo>
                <a:lnTo>
                  <a:pt x="640967" y="38264"/>
                </a:lnTo>
                <a:lnTo>
                  <a:pt x="641396" y="38208"/>
                </a:lnTo>
                <a:lnTo>
                  <a:pt x="641817" y="38136"/>
                </a:lnTo>
                <a:lnTo>
                  <a:pt x="642230" y="38047"/>
                </a:lnTo>
                <a:lnTo>
                  <a:pt x="642635" y="37943"/>
                </a:lnTo>
                <a:lnTo>
                  <a:pt x="643032" y="37822"/>
                </a:lnTo>
                <a:lnTo>
                  <a:pt x="643421" y="37686"/>
                </a:lnTo>
                <a:lnTo>
                  <a:pt x="643802" y="37533"/>
                </a:lnTo>
                <a:lnTo>
                  <a:pt x="644175" y="37364"/>
                </a:lnTo>
                <a:lnTo>
                  <a:pt x="644541" y="37179"/>
                </a:lnTo>
                <a:lnTo>
                  <a:pt x="644898" y="36978"/>
                </a:lnTo>
                <a:lnTo>
                  <a:pt x="645247" y="36761"/>
                </a:lnTo>
                <a:lnTo>
                  <a:pt x="645589" y="36528"/>
                </a:lnTo>
                <a:lnTo>
                  <a:pt x="645922" y="36278"/>
                </a:lnTo>
                <a:lnTo>
                  <a:pt x="646248" y="36013"/>
                </a:lnTo>
                <a:lnTo>
                  <a:pt x="646565" y="35732"/>
                </a:lnTo>
                <a:lnTo>
                  <a:pt x="646875" y="35434"/>
                </a:lnTo>
                <a:lnTo>
                  <a:pt x="647176" y="35121"/>
                </a:lnTo>
                <a:lnTo>
                  <a:pt x="647470" y="34791"/>
                </a:lnTo>
                <a:lnTo>
                  <a:pt x="647756" y="34445"/>
                </a:lnTo>
                <a:lnTo>
                  <a:pt x="648034" y="34083"/>
                </a:lnTo>
                <a:lnTo>
                  <a:pt x="648304" y="33705"/>
                </a:lnTo>
                <a:lnTo>
                  <a:pt x="648304" y="37719"/>
                </a:lnTo>
                <a:lnTo>
                  <a:pt x="652446" y="37719"/>
                </a:lnTo>
                <a:lnTo>
                  <a:pt x="652446" y="10395"/>
                </a:lnTo>
                <a:lnTo>
                  <a:pt x="647815" y="10395"/>
                </a:lnTo>
                <a:lnTo>
                  <a:pt x="647815" y="25035"/>
                </a:lnTo>
                <a:lnTo>
                  <a:pt x="647813" y="25323"/>
                </a:lnTo>
                <a:close/>
                <a:moveTo>
                  <a:pt x="755416" y="35332"/>
                </a:moveTo>
                <a:lnTo>
                  <a:pt x="755525" y="35450"/>
                </a:lnTo>
                <a:lnTo>
                  <a:pt x="755636" y="35566"/>
                </a:lnTo>
                <a:lnTo>
                  <a:pt x="755750" y="35680"/>
                </a:lnTo>
                <a:lnTo>
                  <a:pt x="755865" y="35793"/>
                </a:lnTo>
                <a:lnTo>
                  <a:pt x="755983" y="35903"/>
                </a:lnTo>
                <a:lnTo>
                  <a:pt x="756104" y="36012"/>
                </a:lnTo>
                <a:lnTo>
                  <a:pt x="756226" y="36119"/>
                </a:lnTo>
                <a:lnTo>
                  <a:pt x="756351" y="36225"/>
                </a:lnTo>
                <a:lnTo>
                  <a:pt x="756478" y="36328"/>
                </a:lnTo>
                <a:lnTo>
                  <a:pt x="756607" y="36430"/>
                </a:lnTo>
                <a:lnTo>
                  <a:pt x="756739" y="36529"/>
                </a:lnTo>
                <a:lnTo>
                  <a:pt x="756873" y="36627"/>
                </a:lnTo>
                <a:lnTo>
                  <a:pt x="757009" y="36724"/>
                </a:lnTo>
                <a:lnTo>
                  <a:pt x="757148" y="36818"/>
                </a:lnTo>
                <a:lnTo>
                  <a:pt x="757289" y="36911"/>
                </a:lnTo>
                <a:lnTo>
                  <a:pt x="757432" y="37001"/>
                </a:lnTo>
                <a:lnTo>
                  <a:pt x="757577" y="37090"/>
                </a:lnTo>
                <a:lnTo>
                  <a:pt x="757725" y="37177"/>
                </a:lnTo>
                <a:lnTo>
                  <a:pt x="757874" y="37263"/>
                </a:lnTo>
                <a:lnTo>
                  <a:pt x="758027" y="37346"/>
                </a:lnTo>
                <a:lnTo>
                  <a:pt x="758181" y="37427"/>
                </a:lnTo>
                <a:lnTo>
                  <a:pt x="758336" y="37504"/>
                </a:lnTo>
                <a:lnTo>
                  <a:pt x="758494" y="37578"/>
                </a:lnTo>
                <a:lnTo>
                  <a:pt x="758653" y="37649"/>
                </a:lnTo>
                <a:lnTo>
                  <a:pt x="758814" y="37716"/>
                </a:lnTo>
                <a:lnTo>
                  <a:pt x="758976" y="37780"/>
                </a:lnTo>
                <a:lnTo>
                  <a:pt x="759140" y="37840"/>
                </a:lnTo>
                <a:lnTo>
                  <a:pt x="759306" y="37897"/>
                </a:lnTo>
                <a:lnTo>
                  <a:pt x="759473" y="37950"/>
                </a:lnTo>
                <a:lnTo>
                  <a:pt x="759642" y="38000"/>
                </a:lnTo>
                <a:lnTo>
                  <a:pt x="759813" y="38046"/>
                </a:lnTo>
                <a:lnTo>
                  <a:pt x="759985" y="38089"/>
                </a:lnTo>
                <a:lnTo>
                  <a:pt x="760159" y="38129"/>
                </a:lnTo>
                <a:lnTo>
                  <a:pt x="760335" y="38165"/>
                </a:lnTo>
                <a:lnTo>
                  <a:pt x="760512" y="38197"/>
                </a:lnTo>
                <a:lnTo>
                  <a:pt x="760691" y="38227"/>
                </a:lnTo>
                <a:lnTo>
                  <a:pt x="760872" y="38253"/>
                </a:lnTo>
                <a:lnTo>
                  <a:pt x="761054" y="38275"/>
                </a:lnTo>
                <a:lnTo>
                  <a:pt x="761238" y="38294"/>
                </a:lnTo>
                <a:lnTo>
                  <a:pt x="761423" y="38309"/>
                </a:lnTo>
                <a:lnTo>
                  <a:pt x="761610" y="38321"/>
                </a:lnTo>
                <a:lnTo>
                  <a:pt x="761799" y="38330"/>
                </a:lnTo>
                <a:lnTo>
                  <a:pt x="761990" y="38335"/>
                </a:lnTo>
                <a:lnTo>
                  <a:pt x="762182" y="38337"/>
                </a:lnTo>
                <a:lnTo>
                  <a:pt x="762445" y="38334"/>
                </a:lnTo>
                <a:lnTo>
                  <a:pt x="762707" y="38324"/>
                </a:lnTo>
                <a:lnTo>
                  <a:pt x="762968" y="38309"/>
                </a:lnTo>
                <a:lnTo>
                  <a:pt x="763229" y="38287"/>
                </a:lnTo>
                <a:lnTo>
                  <a:pt x="763488" y="38259"/>
                </a:lnTo>
                <a:lnTo>
                  <a:pt x="763746" y="38225"/>
                </a:lnTo>
                <a:lnTo>
                  <a:pt x="764003" y="38185"/>
                </a:lnTo>
                <a:lnTo>
                  <a:pt x="764259" y="38138"/>
                </a:lnTo>
                <a:lnTo>
                  <a:pt x="764514" y="38085"/>
                </a:lnTo>
                <a:lnTo>
                  <a:pt x="764768" y="38026"/>
                </a:lnTo>
                <a:lnTo>
                  <a:pt x="765021" y="37961"/>
                </a:lnTo>
                <a:lnTo>
                  <a:pt x="765273" y="37890"/>
                </a:lnTo>
                <a:lnTo>
                  <a:pt x="765523" y="37812"/>
                </a:lnTo>
                <a:lnTo>
                  <a:pt x="765773" y="37728"/>
                </a:lnTo>
                <a:lnTo>
                  <a:pt x="766022" y="37638"/>
                </a:lnTo>
                <a:lnTo>
                  <a:pt x="766270" y="37542"/>
                </a:lnTo>
                <a:lnTo>
                  <a:pt x="766517" y="37440"/>
                </a:lnTo>
                <a:lnTo>
                  <a:pt x="766762" y="37331"/>
                </a:lnTo>
                <a:lnTo>
                  <a:pt x="767007" y="37216"/>
                </a:lnTo>
                <a:lnTo>
                  <a:pt x="767251" y="37095"/>
                </a:lnTo>
                <a:lnTo>
                  <a:pt x="767494" y="36968"/>
                </a:lnTo>
                <a:lnTo>
                  <a:pt x="767735" y="36834"/>
                </a:lnTo>
                <a:lnTo>
                  <a:pt x="767976" y="36695"/>
                </a:lnTo>
                <a:lnTo>
                  <a:pt x="768215" y="36549"/>
                </a:lnTo>
                <a:lnTo>
                  <a:pt x="768452" y="36397"/>
                </a:lnTo>
                <a:lnTo>
                  <a:pt x="768684" y="36240"/>
                </a:lnTo>
                <a:lnTo>
                  <a:pt x="768911" y="36077"/>
                </a:lnTo>
                <a:lnTo>
                  <a:pt x="769134" y="35909"/>
                </a:lnTo>
                <a:lnTo>
                  <a:pt x="769352" y="35735"/>
                </a:lnTo>
                <a:lnTo>
                  <a:pt x="769565" y="35556"/>
                </a:lnTo>
                <a:lnTo>
                  <a:pt x="769773" y="35372"/>
                </a:lnTo>
                <a:lnTo>
                  <a:pt x="769976" y="35182"/>
                </a:lnTo>
                <a:lnTo>
                  <a:pt x="770175" y="34987"/>
                </a:lnTo>
                <a:lnTo>
                  <a:pt x="770369" y="34786"/>
                </a:lnTo>
                <a:lnTo>
                  <a:pt x="770559" y="34580"/>
                </a:lnTo>
                <a:lnTo>
                  <a:pt x="770743" y="34368"/>
                </a:lnTo>
                <a:lnTo>
                  <a:pt x="770923" y="34151"/>
                </a:lnTo>
                <a:lnTo>
                  <a:pt x="771098" y="33928"/>
                </a:lnTo>
                <a:lnTo>
                  <a:pt x="771269" y="33700"/>
                </a:lnTo>
                <a:lnTo>
                  <a:pt x="771434" y="33467"/>
                </a:lnTo>
                <a:lnTo>
                  <a:pt x="771595" y="33228"/>
                </a:lnTo>
                <a:lnTo>
                  <a:pt x="771752" y="32983"/>
                </a:lnTo>
                <a:lnTo>
                  <a:pt x="771903" y="32734"/>
                </a:lnTo>
                <a:lnTo>
                  <a:pt x="772050" y="32478"/>
                </a:lnTo>
                <a:lnTo>
                  <a:pt x="772192" y="32218"/>
                </a:lnTo>
                <a:lnTo>
                  <a:pt x="772329" y="31951"/>
                </a:lnTo>
                <a:lnTo>
                  <a:pt x="772462" y="31680"/>
                </a:lnTo>
                <a:lnTo>
                  <a:pt x="772589" y="31403"/>
                </a:lnTo>
                <a:lnTo>
                  <a:pt x="772712" y="31121"/>
                </a:lnTo>
                <a:lnTo>
                  <a:pt x="772830" y="30837"/>
                </a:lnTo>
                <a:lnTo>
                  <a:pt x="772942" y="30550"/>
                </a:lnTo>
                <a:lnTo>
                  <a:pt x="773049" y="30260"/>
                </a:lnTo>
                <a:lnTo>
                  <a:pt x="773151" y="29967"/>
                </a:lnTo>
                <a:lnTo>
                  <a:pt x="773248" y="29672"/>
                </a:lnTo>
                <a:lnTo>
                  <a:pt x="773339" y="29373"/>
                </a:lnTo>
                <a:lnTo>
                  <a:pt x="773426" y="29071"/>
                </a:lnTo>
                <a:lnTo>
                  <a:pt x="773507" y="28767"/>
                </a:lnTo>
                <a:lnTo>
                  <a:pt x="773582" y="28459"/>
                </a:lnTo>
                <a:lnTo>
                  <a:pt x="773653" y="28149"/>
                </a:lnTo>
                <a:lnTo>
                  <a:pt x="773718" y="27836"/>
                </a:lnTo>
                <a:lnTo>
                  <a:pt x="773778" y="27520"/>
                </a:lnTo>
                <a:lnTo>
                  <a:pt x="773833" y="27201"/>
                </a:lnTo>
                <a:lnTo>
                  <a:pt x="773883" y="26879"/>
                </a:lnTo>
                <a:lnTo>
                  <a:pt x="773927" y="26554"/>
                </a:lnTo>
                <a:lnTo>
                  <a:pt x="773967" y="26226"/>
                </a:lnTo>
                <a:lnTo>
                  <a:pt x="774000" y="25896"/>
                </a:lnTo>
                <a:lnTo>
                  <a:pt x="774029" y="25562"/>
                </a:lnTo>
                <a:lnTo>
                  <a:pt x="774053" y="25226"/>
                </a:lnTo>
                <a:lnTo>
                  <a:pt x="774071" y="24887"/>
                </a:lnTo>
                <a:lnTo>
                  <a:pt x="774084" y="24544"/>
                </a:lnTo>
                <a:lnTo>
                  <a:pt x="774092" y="24199"/>
                </a:lnTo>
                <a:lnTo>
                  <a:pt x="774095" y="23851"/>
                </a:lnTo>
                <a:lnTo>
                  <a:pt x="774092" y="23526"/>
                </a:lnTo>
                <a:lnTo>
                  <a:pt x="774085" y="23204"/>
                </a:lnTo>
                <a:lnTo>
                  <a:pt x="774073" y="22883"/>
                </a:lnTo>
                <a:lnTo>
                  <a:pt x="774057" y="22565"/>
                </a:lnTo>
                <a:lnTo>
                  <a:pt x="774035" y="22249"/>
                </a:lnTo>
                <a:lnTo>
                  <a:pt x="774009" y="21935"/>
                </a:lnTo>
                <a:lnTo>
                  <a:pt x="773979" y="21623"/>
                </a:lnTo>
                <a:lnTo>
                  <a:pt x="773943" y="21314"/>
                </a:lnTo>
                <a:lnTo>
                  <a:pt x="773903" y="21007"/>
                </a:lnTo>
                <a:lnTo>
                  <a:pt x="773858" y="20702"/>
                </a:lnTo>
                <a:lnTo>
                  <a:pt x="773808" y="20399"/>
                </a:lnTo>
                <a:lnTo>
                  <a:pt x="773754" y="20098"/>
                </a:lnTo>
                <a:lnTo>
                  <a:pt x="773694" y="19799"/>
                </a:lnTo>
                <a:lnTo>
                  <a:pt x="773631" y="19503"/>
                </a:lnTo>
                <a:lnTo>
                  <a:pt x="773562" y="19209"/>
                </a:lnTo>
                <a:lnTo>
                  <a:pt x="773488" y="18917"/>
                </a:lnTo>
                <a:lnTo>
                  <a:pt x="773410" y="18627"/>
                </a:lnTo>
                <a:lnTo>
                  <a:pt x="773328" y="18339"/>
                </a:lnTo>
                <a:lnTo>
                  <a:pt x="773240" y="18054"/>
                </a:lnTo>
                <a:lnTo>
                  <a:pt x="773148" y="17771"/>
                </a:lnTo>
                <a:lnTo>
                  <a:pt x="773051" y="17490"/>
                </a:lnTo>
                <a:lnTo>
                  <a:pt x="772949" y="17211"/>
                </a:lnTo>
                <a:lnTo>
                  <a:pt x="772842" y="16934"/>
                </a:lnTo>
                <a:lnTo>
                  <a:pt x="772731" y="16660"/>
                </a:lnTo>
                <a:lnTo>
                  <a:pt x="772615" y="16389"/>
                </a:lnTo>
                <a:lnTo>
                  <a:pt x="772495" y="16123"/>
                </a:lnTo>
                <a:lnTo>
                  <a:pt x="772369" y="15863"/>
                </a:lnTo>
                <a:lnTo>
                  <a:pt x="772240" y="15607"/>
                </a:lnTo>
                <a:lnTo>
                  <a:pt x="772106" y="15357"/>
                </a:lnTo>
                <a:lnTo>
                  <a:pt x="771967" y="15112"/>
                </a:lnTo>
                <a:lnTo>
                  <a:pt x="771824" y="14872"/>
                </a:lnTo>
                <a:lnTo>
                  <a:pt x="771676" y="14637"/>
                </a:lnTo>
                <a:lnTo>
                  <a:pt x="771524" y="14407"/>
                </a:lnTo>
                <a:lnTo>
                  <a:pt x="771367" y="14183"/>
                </a:lnTo>
                <a:lnTo>
                  <a:pt x="771205" y="13963"/>
                </a:lnTo>
                <a:lnTo>
                  <a:pt x="771039" y="13749"/>
                </a:lnTo>
                <a:lnTo>
                  <a:pt x="770869" y="13540"/>
                </a:lnTo>
                <a:lnTo>
                  <a:pt x="770693" y="13336"/>
                </a:lnTo>
                <a:lnTo>
                  <a:pt x="770514" y="13137"/>
                </a:lnTo>
                <a:lnTo>
                  <a:pt x="770330" y="12943"/>
                </a:lnTo>
                <a:lnTo>
                  <a:pt x="770141" y="12755"/>
                </a:lnTo>
                <a:lnTo>
                  <a:pt x="769947" y="12571"/>
                </a:lnTo>
                <a:lnTo>
                  <a:pt x="769749" y="12393"/>
                </a:lnTo>
                <a:lnTo>
                  <a:pt x="769547" y="12220"/>
                </a:lnTo>
                <a:lnTo>
                  <a:pt x="769340" y="12052"/>
                </a:lnTo>
                <a:lnTo>
                  <a:pt x="769128" y="11889"/>
                </a:lnTo>
                <a:lnTo>
                  <a:pt x="768912" y="11731"/>
                </a:lnTo>
                <a:lnTo>
                  <a:pt x="768691" y="11578"/>
                </a:lnTo>
                <a:lnTo>
                  <a:pt x="768467" y="11431"/>
                </a:lnTo>
                <a:lnTo>
                  <a:pt x="768240" y="11291"/>
                </a:lnTo>
                <a:lnTo>
                  <a:pt x="768010" y="11156"/>
                </a:lnTo>
                <a:lnTo>
                  <a:pt x="767777" y="11028"/>
                </a:lnTo>
                <a:lnTo>
                  <a:pt x="767541" y="10906"/>
                </a:lnTo>
                <a:lnTo>
                  <a:pt x="767302" y="10790"/>
                </a:lnTo>
                <a:lnTo>
                  <a:pt x="767060" y="10681"/>
                </a:lnTo>
                <a:lnTo>
                  <a:pt x="766816" y="10578"/>
                </a:lnTo>
                <a:lnTo>
                  <a:pt x="766569" y="10481"/>
                </a:lnTo>
                <a:lnTo>
                  <a:pt x="766319" y="10390"/>
                </a:lnTo>
                <a:lnTo>
                  <a:pt x="766066" y="10306"/>
                </a:lnTo>
                <a:lnTo>
                  <a:pt x="765810" y="10227"/>
                </a:lnTo>
                <a:lnTo>
                  <a:pt x="765551" y="10156"/>
                </a:lnTo>
                <a:lnTo>
                  <a:pt x="765289" y="10090"/>
                </a:lnTo>
                <a:lnTo>
                  <a:pt x="765025" y="10030"/>
                </a:lnTo>
                <a:lnTo>
                  <a:pt x="764758" y="9977"/>
                </a:lnTo>
                <a:lnTo>
                  <a:pt x="764487" y="9930"/>
                </a:lnTo>
                <a:lnTo>
                  <a:pt x="764214" y="9890"/>
                </a:lnTo>
                <a:lnTo>
                  <a:pt x="763939" y="9855"/>
                </a:lnTo>
                <a:lnTo>
                  <a:pt x="763660" y="9827"/>
                </a:lnTo>
                <a:lnTo>
                  <a:pt x="763378" y="9805"/>
                </a:lnTo>
                <a:lnTo>
                  <a:pt x="763094" y="9790"/>
                </a:lnTo>
                <a:lnTo>
                  <a:pt x="762807" y="9780"/>
                </a:lnTo>
                <a:lnTo>
                  <a:pt x="762516" y="9777"/>
                </a:lnTo>
                <a:lnTo>
                  <a:pt x="762295" y="9779"/>
                </a:lnTo>
                <a:lnTo>
                  <a:pt x="762076" y="9784"/>
                </a:lnTo>
                <a:lnTo>
                  <a:pt x="761860" y="9793"/>
                </a:lnTo>
                <a:lnTo>
                  <a:pt x="761647" y="9806"/>
                </a:lnTo>
                <a:lnTo>
                  <a:pt x="761436" y="9822"/>
                </a:lnTo>
                <a:lnTo>
                  <a:pt x="761228" y="9842"/>
                </a:lnTo>
                <a:lnTo>
                  <a:pt x="761023" y="9865"/>
                </a:lnTo>
                <a:lnTo>
                  <a:pt x="760821" y="9892"/>
                </a:lnTo>
                <a:lnTo>
                  <a:pt x="760622" y="9923"/>
                </a:lnTo>
                <a:lnTo>
                  <a:pt x="760425" y="9957"/>
                </a:lnTo>
                <a:lnTo>
                  <a:pt x="760231" y="9995"/>
                </a:lnTo>
                <a:lnTo>
                  <a:pt x="760040" y="10036"/>
                </a:lnTo>
                <a:lnTo>
                  <a:pt x="759852" y="10081"/>
                </a:lnTo>
                <a:lnTo>
                  <a:pt x="759666" y="10130"/>
                </a:lnTo>
                <a:lnTo>
                  <a:pt x="759483" y="10182"/>
                </a:lnTo>
                <a:lnTo>
                  <a:pt x="759303" y="10237"/>
                </a:lnTo>
                <a:lnTo>
                  <a:pt x="759126" y="10297"/>
                </a:lnTo>
                <a:lnTo>
                  <a:pt x="758951" y="10360"/>
                </a:lnTo>
                <a:lnTo>
                  <a:pt x="758779" y="10426"/>
                </a:lnTo>
                <a:lnTo>
                  <a:pt x="758610" y="10496"/>
                </a:lnTo>
                <a:lnTo>
                  <a:pt x="758444" y="10570"/>
                </a:lnTo>
                <a:lnTo>
                  <a:pt x="758281" y="10647"/>
                </a:lnTo>
                <a:lnTo>
                  <a:pt x="758120" y="10728"/>
                </a:lnTo>
                <a:lnTo>
                  <a:pt x="757962" y="10813"/>
                </a:lnTo>
                <a:lnTo>
                  <a:pt x="757806" y="10901"/>
                </a:lnTo>
                <a:lnTo>
                  <a:pt x="757652" y="10993"/>
                </a:lnTo>
                <a:lnTo>
                  <a:pt x="757499" y="11088"/>
                </a:lnTo>
                <a:lnTo>
                  <a:pt x="757347" y="11187"/>
                </a:lnTo>
                <a:lnTo>
                  <a:pt x="757196" y="11289"/>
                </a:lnTo>
                <a:lnTo>
                  <a:pt x="757047" y="11395"/>
                </a:lnTo>
                <a:lnTo>
                  <a:pt x="756899" y="11505"/>
                </a:lnTo>
                <a:lnTo>
                  <a:pt x="756753" y="11618"/>
                </a:lnTo>
                <a:lnTo>
                  <a:pt x="756608" y="11735"/>
                </a:lnTo>
                <a:lnTo>
                  <a:pt x="756464" y="11856"/>
                </a:lnTo>
                <a:lnTo>
                  <a:pt x="756322" y="11980"/>
                </a:lnTo>
                <a:lnTo>
                  <a:pt x="756180" y="12107"/>
                </a:lnTo>
                <a:lnTo>
                  <a:pt x="756041" y="12239"/>
                </a:lnTo>
                <a:lnTo>
                  <a:pt x="755902" y="12373"/>
                </a:lnTo>
                <a:lnTo>
                  <a:pt x="755765" y="12512"/>
                </a:lnTo>
                <a:lnTo>
                  <a:pt x="755629" y="12654"/>
                </a:lnTo>
                <a:lnTo>
                  <a:pt x="755495" y="12799"/>
                </a:lnTo>
                <a:lnTo>
                  <a:pt x="755362" y="12949"/>
                </a:lnTo>
                <a:lnTo>
                  <a:pt x="755230" y="13102"/>
                </a:lnTo>
                <a:lnTo>
                  <a:pt x="755100" y="13258"/>
                </a:lnTo>
                <a:lnTo>
                  <a:pt x="754971" y="13418"/>
                </a:lnTo>
                <a:lnTo>
                  <a:pt x="754843" y="13582"/>
                </a:lnTo>
                <a:lnTo>
                  <a:pt x="754717" y="13749"/>
                </a:lnTo>
                <a:lnTo>
                  <a:pt x="754592" y="13920"/>
                </a:lnTo>
                <a:lnTo>
                  <a:pt x="754592" y="10395"/>
                </a:lnTo>
                <a:lnTo>
                  <a:pt x="750372" y="10395"/>
                </a:lnTo>
                <a:lnTo>
                  <a:pt x="750372" y="48217"/>
                </a:lnTo>
                <a:lnTo>
                  <a:pt x="755003" y="48217"/>
                </a:lnTo>
                <a:lnTo>
                  <a:pt x="755003" y="34842"/>
                </a:lnTo>
                <a:lnTo>
                  <a:pt x="755103" y="34968"/>
                </a:lnTo>
                <a:lnTo>
                  <a:pt x="755205" y="35091"/>
                </a:lnTo>
                <a:lnTo>
                  <a:pt x="755310" y="35212"/>
                </a:lnTo>
                <a:lnTo>
                  <a:pt x="755416" y="35332"/>
                </a:lnTo>
                <a:close/>
                <a:moveTo>
                  <a:pt x="754708" y="21695"/>
                </a:moveTo>
                <a:lnTo>
                  <a:pt x="754760" y="21313"/>
                </a:lnTo>
                <a:lnTo>
                  <a:pt x="754819" y="20939"/>
                </a:lnTo>
                <a:lnTo>
                  <a:pt x="754886" y="20574"/>
                </a:lnTo>
                <a:lnTo>
                  <a:pt x="754961" y="20218"/>
                </a:lnTo>
                <a:lnTo>
                  <a:pt x="755044" y="19870"/>
                </a:lnTo>
                <a:lnTo>
                  <a:pt x="755135" y="19531"/>
                </a:lnTo>
                <a:lnTo>
                  <a:pt x="755234" y="19201"/>
                </a:lnTo>
                <a:lnTo>
                  <a:pt x="755341" y="18879"/>
                </a:lnTo>
                <a:lnTo>
                  <a:pt x="755455" y="18566"/>
                </a:lnTo>
                <a:lnTo>
                  <a:pt x="755578" y="18262"/>
                </a:lnTo>
                <a:lnTo>
                  <a:pt x="755708" y="17967"/>
                </a:lnTo>
                <a:lnTo>
                  <a:pt x="755847" y="17680"/>
                </a:lnTo>
                <a:lnTo>
                  <a:pt x="755993" y="17402"/>
                </a:lnTo>
                <a:lnTo>
                  <a:pt x="756147" y="17132"/>
                </a:lnTo>
                <a:lnTo>
                  <a:pt x="756309" y="16872"/>
                </a:lnTo>
                <a:lnTo>
                  <a:pt x="756479" y="16620"/>
                </a:lnTo>
                <a:lnTo>
                  <a:pt x="756657" y="16377"/>
                </a:lnTo>
                <a:lnTo>
                  <a:pt x="756843" y="16142"/>
                </a:lnTo>
                <a:lnTo>
                  <a:pt x="757034" y="15917"/>
                </a:lnTo>
                <a:lnTo>
                  <a:pt x="757227" y="15701"/>
                </a:lnTo>
                <a:lnTo>
                  <a:pt x="757423" y="15494"/>
                </a:lnTo>
                <a:lnTo>
                  <a:pt x="757621" y="15298"/>
                </a:lnTo>
                <a:lnTo>
                  <a:pt x="757821" y="15111"/>
                </a:lnTo>
                <a:lnTo>
                  <a:pt x="758024" y="14933"/>
                </a:lnTo>
                <a:lnTo>
                  <a:pt x="758229" y="14765"/>
                </a:lnTo>
                <a:lnTo>
                  <a:pt x="758437" y="14607"/>
                </a:lnTo>
                <a:lnTo>
                  <a:pt x="758647" y="14458"/>
                </a:lnTo>
                <a:lnTo>
                  <a:pt x="758859" y="14319"/>
                </a:lnTo>
                <a:lnTo>
                  <a:pt x="759074" y="14190"/>
                </a:lnTo>
                <a:lnTo>
                  <a:pt x="759291" y="14070"/>
                </a:lnTo>
                <a:lnTo>
                  <a:pt x="759510" y="13960"/>
                </a:lnTo>
                <a:lnTo>
                  <a:pt x="759732" y="13859"/>
                </a:lnTo>
                <a:lnTo>
                  <a:pt x="759956" y="13768"/>
                </a:lnTo>
                <a:lnTo>
                  <a:pt x="760182" y="13686"/>
                </a:lnTo>
                <a:lnTo>
                  <a:pt x="760411" y="13614"/>
                </a:lnTo>
                <a:lnTo>
                  <a:pt x="760642" y="13552"/>
                </a:lnTo>
                <a:lnTo>
                  <a:pt x="760876" y="13499"/>
                </a:lnTo>
                <a:lnTo>
                  <a:pt x="761112" y="13456"/>
                </a:lnTo>
                <a:lnTo>
                  <a:pt x="761350" y="13422"/>
                </a:lnTo>
                <a:lnTo>
                  <a:pt x="761591" y="13398"/>
                </a:lnTo>
                <a:lnTo>
                  <a:pt x="761834" y="13384"/>
                </a:lnTo>
                <a:lnTo>
                  <a:pt x="762079" y="13379"/>
                </a:lnTo>
                <a:lnTo>
                  <a:pt x="762326" y="13384"/>
                </a:lnTo>
                <a:lnTo>
                  <a:pt x="762571" y="13397"/>
                </a:lnTo>
                <a:lnTo>
                  <a:pt x="762812" y="13420"/>
                </a:lnTo>
                <a:lnTo>
                  <a:pt x="763051" y="13451"/>
                </a:lnTo>
                <a:lnTo>
                  <a:pt x="763286" y="13492"/>
                </a:lnTo>
                <a:lnTo>
                  <a:pt x="763519" y="13541"/>
                </a:lnTo>
                <a:lnTo>
                  <a:pt x="763749" y="13600"/>
                </a:lnTo>
                <a:lnTo>
                  <a:pt x="763976" y="13668"/>
                </a:lnTo>
                <a:lnTo>
                  <a:pt x="764200" y="13744"/>
                </a:lnTo>
                <a:lnTo>
                  <a:pt x="764421" y="13830"/>
                </a:lnTo>
                <a:lnTo>
                  <a:pt x="764639" y="13925"/>
                </a:lnTo>
                <a:lnTo>
                  <a:pt x="764855" y="14028"/>
                </a:lnTo>
                <a:lnTo>
                  <a:pt x="765067" y="14141"/>
                </a:lnTo>
                <a:lnTo>
                  <a:pt x="765276" y="14262"/>
                </a:lnTo>
                <a:lnTo>
                  <a:pt x="765483" y="14393"/>
                </a:lnTo>
                <a:lnTo>
                  <a:pt x="765687" y="14533"/>
                </a:lnTo>
                <a:lnTo>
                  <a:pt x="765888" y="14682"/>
                </a:lnTo>
                <a:lnTo>
                  <a:pt x="766085" y="14839"/>
                </a:lnTo>
                <a:lnTo>
                  <a:pt x="766280" y="15006"/>
                </a:lnTo>
                <a:lnTo>
                  <a:pt x="766473" y="15182"/>
                </a:lnTo>
                <a:lnTo>
                  <a:pt x="766662" y="15366"/>
                </a:lnTo>
                <a:lnTo>
                  <a:pt x="766848" y="15560"/>
                </a:lnTo>
                <a:lnTo>
                  <a:pt x="767031" y="15763"/>
                </a:lnTo>
                <a:lnTo>
                  <a:pt x="767212" y="15975"/>
                </a:lnTo>
                <a:lnTo>
                  <a:pt x="767387" y="16196"/>
                </a:lnTo>
                <a:lnTo>
                  <a:pt x="767555" y="16426"/>
                </a:lnTo>
                <a:lnTo>
                  <a:pt x="767715" y="16665"/>
                </a:lnTo>
                <a:lnTo>
                  <a:pt x="767868" y="16913"/>
                </a:lnTo>
                <a:lnTo>
                  <a:pt x="768014" y="17170"/>
                </a:lnTo>
                <a:lnTo>
                  <a:pt x="768152" y="17436"/>
                </a:lnTo>
                <a:lnTo>
                  <a:pt x="768282" y="17712"/>
                </a:lnTo>
                <a:lnTo>
                  <a:pt x="768406" y="17996"/>
                </a:lnTo>
                <a:lnTo>
                  <a:pt x="768521" y="18290"/>
                </a:lnTo>
                <a:lnTo>
                  <a:pt x="768629" y="18593"/>
                </a:lnTo>
                <a:lnTo>
                  <a:pt x="768730" y="18905"/>
                </a:lnTo>
                <a:lnTo>
                  <a:pt x="768823" y="19225"/>
                </a:lnTo>
                <a:lnTo>
                  <a:pt x="768909" y="19556"/>
                </a:lnTo>
                <a:lnTo>
                  <a:pt x="768987" y="19895"/>
                </a:lnTo>
                <a:lnTo>
                  <a:pt x="769058" y="20243"/>
                </a:lnTo>
                <a:lnTo>
                  <a:pt x="769122" y="20600"/>
                </a:lnTo>
                <a:lnTo>
                  <a:pt x="769178" y="20967"/>
                </a:lnTo>
                <a:lnTo>
                  <a:pt x="769226" y="21342"/>
                </a:lnTo>
                <a:lnTo>
                  <a:pt x="769267" y="21727"/>
                </a:lnTo>
                <a:lnTo>
                  <a:pt x="769301" y="22121"/>
                </a:lnTo>
                <a:lnTo>
                  <a:pt x="769327" y="22524"/>
                </a:lnTo>
                <a:lnTo>
                  <a:pt x="769345" y="22936"/>
                </a:lnTo>
                <a:lnTo>
                  <a:pt x="769357" y="23357"/>
                </a:lnTo>
                <a:lnTo>
                  <a:pt x="769360" y="23787"/>
                </a:lnTo>
                <a:lnTo>
                  <a:pt x="769357" y="24238"/>
                </a:lnTo>
                <a:lnTo>
                  <a:pt x="769345" y="24679"/>
                </a:lnTo>
                <a:lnTo>
                  <a:pt x="769326" y="25111"/>
                </a:lnTo>
                <a:lnTo>
                  <a:pt x="769299" y="25532"/>
                </a:lnTo>
                <a:lnTo>
                  <a:pt x="769265" y="25943"/>
                </a:lnTo>
                <a:lnTo>
                  <a:pt x="769223" y="26345"/>
                </a:lnTo>
                <a:lnTo>
                  <a:pt x="769173" y="26736"/>
                </a:lnTo>
                <a:lnTo>
                  <a:pt x="769116" y="27118"/>
                </a:lnTo>
                <a:lnTo>
                  <a:pt x="769051" y="27489"/>
                </a:lnTo>
                <a:lnTo>
                  <a:pt x="768978" y="27851"/>
                </a:lnTo>
                <a:lnTo>
                  <a:pt x="768898" y="28203"/>
                </a:lnTo>
                <a:lnTo>
                  <a:pt x="768810" y="28544"/>
                </a:lnTo>
                <a:lnTo>
                  <a:pt x="768715" y="28876"/>
                </a:lnTo>
                <a:lnTo>
                  <a:pt x="768612" y="29198"/>
                </a:lnTo>
                <a:lnTo>
                  <a:pt x="768501" y="29510"/>
                </a:lnTo>
                <a:lnTo>
                  <a:pt x="768383" y="29812"/>
                </a:lnTo>
                <a:lnTo>
                  <a:pt x="768257" y="30104"/>
                </a:lnTo>
                <a:lnTo>
                  <a:pt x="768123" y="30386"/>
                </a:lnTo>
                <a:lnTo>
                  <a:pt x="767982" y="30658"/>
                </a:lnTo>
                <a:lnTo>
                  <a:pt x="767833" y="30920"/>
                </a:lnTo>
                <a:lnTo>
                  <a:pt x="767676" y="31172"/>
                </a:lnTo>
                <a:lnTo>
                  <a:pt x="767512" y="31414"/>
                </a:lnTo>
                <a:lnTo>
                  <a:pt x="767340" y="31647"/>
                </a:lnTo>
                <a:lnTo>
                  <a:pt x="767160" y="31869"/>
                </a:lnTo>
                <a:lnTo>
                  <a:pt x="766976" y="32082"/>
                </a:lnTo>
                <a:lnTo>
                  <a:pt x="766788" y="32286"/>
                </a:lnTo>
                <a:lnTo>
                  <a:pt x="766597" y="32480"/>
                </a:lnTo>
                <a:lnTo>
                  <a:pt x="766403" y="32666"/>
                </a:lnTo>
                <a:lnTo>
                  <a:pt x="766205" y="32843"/>
                </a:lnTo>
                <a:lnTo>
                  <a:pt x="766005" y="33010"/>
                </a:lnTo>
                <a:lnTo>
                  <a:pt x="765802" y="33169"/>
                </a:lnTo>
                <a:lnTo>
                  <a:pt x="765595" y="33318"/>
                </a:lnTo>
                <a:lnTo>
                  <a:pt x="765386" y="33459"/>
                </a:lnTo>
                <a:lnTo>
                  <a:pt x="765173" y="33590"/>
                </a:lnTo>
                <a:lnTo>
                  <a:pt x="764957" y="33712"/>
                </a:lnTo>
                <a:lnTo>
                  <a:pt x="764739" y="33825"/>
                </a:lnTo>
                <a:lnTo>
                  <a:pt x="764517" y="33929"/>
                </a:lnTo>
                <a:lnTo>
                  <a:pt x="764292" y="34025"/>
                </a:lnTo>
                <a:lnTo>
                  <a:pt x="764064" y="34111"/>
                </a:lnTo>
                <a:lnTo>
                  <a:pt x="763833" y="34188"/>
                </a:lnTo>
                <a:lnTo>
                  <a:pt x="763599" y="34255"/>
                </a:lnTo>
                <a:lnTo>
                  <a:pt x="763361" y="34314"/>
                </a:lnTo>
                <a:lnTo>
                  <a:pt x="763121" y="34364"/>
                </a:lnTo>
                <a:lnTo>
                  <a:pt x="762878" y="34405"/>
                </a:lnTo>
                <a:lnTo>
                  <a:pt x="762631" y="34437"/>
                </a:lnTo>
                <a:lnTo>
                  <a:pt x="762382" y="34459"/>
                </a:lnTo>
                <a:lnTo>
                  <a:pt x="762129" y="34473"/>
                </a:lnTo>
                <a:lnTo>
                  <a:pt x="761873" y="34477"/>
                </a:lnTo>
                <a:lnTo>
                  <a:pt x="761622" y="34473"/>
                </a:lnTo>
                <a:lnTo>
                  <a:pt x="761373" y="34460"/>
                </a:lnTo>
                <a:lnTo>
                  <a:pt x="761128" y="34438"/>
                </a:lnTo>
                <a:lnTo>
                  <a:pt x="760886" y="34407"/>
                </a:lnTo>
                <a:lnTo>
                  <a:pt x="760647" y="34368"/>
                </a:lnTo>
                <a:lnTo>
                  <a:pt x="760411" y="34320"/>
                </a:lnTo>
                <a:lnTo>
                  <a:pt x="760179" y="34263"/>
                </a:lnTo>
                <a:lnTo>
                  <a:pt x="759949" y="34198"/>
                </a:lnTo>
                <a:lnTo>
                  <a:pt x="759723" y="34123"/>
                </a:lnTo>
                <a:lnTo>
                  <a:pt x="759499" y="34040"/>
                </a:lnTo>
                <a:lnTo>
                  <a:pt x="759279" y="33948"/>
                </a:lnTo>
                <a:lnTo>
                  <a:pt x="759062" y="33848"/>
                </a:lnTo>
                <a:lnTo>
                  <a:pt x="758848" y="33739"/>
                </a:lnTo>
                <a:lnTo>
                  <a:pt x="758637" y="33620"/>
                </a:lnTo>
                <a:lnTo>
                  <a:pt x="758430" y="33494"/>
                </a:lnTo>
                <a:lnTo>
                  <a:pt x="758225" y="33358"/>
                </a:lnTo>
                <a:lnTo>
                  <a:pt x="758024" y="33214"/>
                </a:lnTo>
                <a:lnTo>
                  <a:pt x="757826" y="33061"/>
                </a:lnTo>
                <a:lnTo>
                  <a:pt x="757630" y="32899"/>
                </a:lnTo>
                <a:lnTo>
                  <a:pt x="757438" y="32729"/>
                </a:lnTo>
                <a:lnTo>
                  <a:pt x="757249" y="32549"/>
                </a:lnTo>
                <a:lnTo>
                  <a:pt x="757064" y="32361"/>
                </a:lnTo>
                <a:lnTo>
                  <a:pt x="756881" y="32165"/>
                </a:lnTo>
                <a:lnTo>
                  <a:pt x="756702" y="31959"/>
                </a:lnTo>
                <a:lnTo>
                  <a:pt x="756527" y="31744"/>
                </a:lnTo>
                <a:lnTo>
                  <a:pt x="756360" y="31520"/>
                </a:lnTo>
                <a:lnTo>
                  <a:pt x="756201" y="31287"/>
                </a:lnTo>
                <a:lnTo>
                  <a:pt x="756049" y="31043"/>
                </a:lnTo>
                <a:lnTo>
                  <a:pt x="755904" y="30790"/>
                </a:lnTo>
                <a:lnTo>
                  <a:pt x="755767" y="30528"/>
                </a:lnTo>
                <a:lnTo>
                  <a:pt x="755637" y="30256"/>
                </a:lnTo>
                <a:lnTo>
                  <a:pt x="755515" y="29975"/>
                </a:lnTo>
                <a:lnTo>
                  <a:pt x="755400" y="29684"/>
                </a:lnTo>
                <a:lnTo>
                  <a:pt x="755293" y="29383"/>
                </a:lnTo>
                <a:lnTo>
                  <a:pt x="755193" y="29073"/>
                </a:lnTo>
                <a:lnTo>
                  <a:pt x="755100" y="28753"/>
                </a:lnTo>
                <a:lnTo>
                  <a:pt x="755015" y="28424"/>
                </a:lnTo>
                <a:lnTo>
                  <a:pt x="754937" y="28085"/>
                </a:lnTo>
                <a:lnTo>
                  <a:pt x="754866" y="27737"/>
                </a:lnTo>
                <a:lnTo>
                  <a:pt x="754803" y="27379"/>
                </a:lnTo>
                <a:lnTo>
                  <a:pt x="754748" y="27012"/>
                </a:lnTo>
                <a:lnTo>
                  <a:pt x="754699" y="26635"/>
                </a:lnTo>
                <a:lnTo>
                  <a:pt x="754659" y="26248"/>
                </a:lnTo>
                <a:lnTo>
                  <a:pt x="754625" y="25852"/>
                </a:lnTo>
                <a:lnTo>
                  <a:pt x="754599" y="25447"/>
                </a:lnTo>
                <a:lnTo>
                  <a:pt x="754581" y="25032"/>
                </a:lnTo>
                <a:lnTo>
                  <a:pt x="754570" y="24607"/>
                </a:lnTo>
                <a:lnTo>
                  <a:pt x="754566" y="24173"/>
                </a:lnTo>
                <a:lnTo>
                  <a:pt x="754570" y="23738"/>
                </a:lnTo>
                <a:lnTo>
                  <a:pt x="754582" y="23312"/>
                </a:lnTo>
                <a:lnTo>
                  <a:pt x="754602" y="22895"/>
                </a:lnTo>
                <a:lnTo>
                  <a:pt x="754629" y="22486"/>
                </a:lnTo>
                <a:lnTo>
                  <a:pt x="754665" y="22086"/>
                </a:lnTo>
                <a:lnTo>
                  <a:pt x="754708" y="21695"/>
                </a:lnTo>
                <a:close/>
                <a:moveTo>
                  <a:pt x="846962" y="32419"/>
                </a:moveTo>
                <a:lnTo>
                  <a:pt x="841688" y="32419"/>
                </a:lnTo>
                <a:lnTo>
                  <a:pt x="841688" y="37719"/>
                </a:lnTo>
                <a:lnTo>
                  <a:pt x="846962" y="37719"/>
                </a:lnTo>
                <a:lnTo>
                  <a:pt x="846962" y="32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GUIRendering">
            <a:extLst xmlns:a="http://schemas.openxmlformats.org/drawingml/2006/main">
              <a:ext uri="{FF2B5EF4-FFF2-40B4-BE49-F238E27FC236}">
                <a16:creationId xmlns:a16="http://schemas.microsoft.com/office/drawing/2014/main" id="{223F139C-852B-4640-A095-92C69E40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889" y="5936880"/>
            <a:ext cx="919696" cy="127804"/>
          </a:xfrm>
          <a:custGeom xmlns:a="http://schemas.openxmlformats.org/drawingml/2006/main">
            <a:pathLst>
              <a:path w="919696" h="127804">
                <a:moveTo>
                  <a:pt x="69070" y="79887"/>
                </a:moveTo>
                <a:cubicBezTo>
                  <a:pt x="69070" y="68959"/>
                  <a:pt x="68626" y="60248"/>
                  <a:pt x="67739" y="53753"/>
                </a:cubicBezTo>
                <a:lnTo>
                  <a:pt x="68005" y="53350"/>
                </a:lnTo>
                <a:cubicBezTo>
                  <a:pt x="72353" y="53619"/>
                  <a:pt x="76079" y="53753"/>
                  <a:pt x="79184" y="53753"/>
                </a:cubicBezTo>
                <a:lnTo>
                  <a:pt x="89099" y="53350"/>
                </a:lnTo>
                <a:lnTo>
                  <a:pt x="89232" y="53753"/>
                </a:lnTo>
                <a:cubicBezTo>
                  <a:pt x="88345" y="59800"/>
                  <a:pt x="87901" y="67594"/>
                  <a:pt x="87901" y="77134"/>
                </a:cubicBezTo>
                <a:cubicBezTo>
                  <a:pt x="87901" y="80985"/>
                  <a:pt x="88345" y="83471"/>
                  <a:pt x="89232" y="84591"/>
                </a:cubicBezTo>
                <a:lnTo>
                  <a:pt x="89232" y="84994"/>
                </a:lnTo>
                <a:cubicBezTo>
                  <a:pt x="84707" y="88617"/>
                  <a:pt x="78830" y="91460"/>
                  <a:pt x="71599" y="93524"/>
                </a:cubicBezTo>
                <a:cubicBezTo>
                  <a:pt x="64368" y="95587"/>
                  <a:pt x="56760" y="96618"/>
                  <a:pt x="48775" y="96618"/>
                </a:cubicBezTo>
                <a:cubicBezTo>
                  <a:pt x="36709" y="96618"/>
                  <a:pt x="26772" y="94020"/>
                  <a:pt x="18964" y="88825"/>
                </a:cubicBezTo>
                <a:cubicBezTo>
                  <a:pt x="13064" y="84861"/>
                  <a:pt x="8429" y="79765"/>
                  <a:pt x="5057" y="73535"/>
                </a:cubicBezTo>
                <a:cubicBezTo>
                  <a:pt x="1686" y="67305"/>
                  <a:pt x="0" y="60711"/>
                  <a:pt x="0" y="53753"/>
                </a:cubicBezTo>
                <a:cubicBezTo>
                  <a:pt x="0" y="37721"/>
                  <a:pt x="5257" y="25429"/>
                  <a:pt x="15770" y="16877"/>
                </a:cubicBezTo>
                <a:cubicBezTo>
                  <a:pt x="25219" y="9263"/>
                  <a:pt x="36908" y="5456"/>
                  <a:pt x="50838" y="5456"/>
                </a:cubicBezTo>
                <a:cubicBezTo>
                  <a:pt x="55762" y="5456"/>
                  <a:pt x="60941" y="5960"/>
                  <a:pt x="66375" y="6968"/>
                </a:cubicBezTo>
                <a:cubicBezTo>
                  <a:pt x="71809" y="7975"/>
                  <a:pt x="76013" y="9015"/>
                  <a:pt x="78985" y="10089"/>
                </a:cubicBezTo>
                <a:lnTo>
                  <a:pt x="83377" y="11699"/>
                </a:lnTo>
                <a:lnTo>
                  <a:pt x="83643" y="12102"/>
                </a:lnTo>
                <a:cubicBezTo>
                  <a:pt x="82268" y="17969"/>
                  <a:pt x="81358" y="23925"/>
                  <a:pt x="80914" y="29971"/>
                </a:cubicBezTo>
                <a:lnTo>
                  <a:pt x="76855" y="30106"/>
                </a:lnTo>
                <a:cubicBezTo>
                  <a:pt x="74238" y="24687"/>
                  <a:pt x="70334" y="20511"/>
                  <a:pt x="65144" y="17577"/>
                </a:cubicBezTo>
                <a:cubicBezTo>
                  <a:pt x="59954" y="14643"/>
                  <a:pt x="54542" y="13175"/>
                  <a:pt x="48908" y="13175"/>
                </a:cubicBezTo>
                <a:cubicBezTo>
                  <a:pt x="39991" y="13175"/>
                  <a:pt x="33193" y="16613"/>
                  <a:pt x="28513" y="23489"/>
                </a:cubicBezTo>
                <a:cubicBezTo>
                  <a:pt x="23833" y="30364"/>
                  <a:pt x="21493" y="39534"/>
                  <a:pt x="21493" y="51000"/>
                </a:cubicBezTo>
                <a:cubicBezTo>
                  <a:pt x="21493" y="60719"/>
                  <a:pt x="24365" y="69621"/>
                  <a:pt x="30110" y="77706"/>
                </a:cubicBezTo>
                <a:cubicBezTo>
                  <a:pt x="35855" y="85789"/>
                  <a:pt x="43119" y="89831"/>
                  <a:pt x="51902" y="89831"/>
                </a:cubicBezTo>
                <a:cubicBezTo>
                  <a:pt x="59710" y="89831"/>
                  <a:pt x="65433" y="88084"/>
                  <a:pt x="69070" y="84591"/>
                </a:cubicBezTo>
                <a:lnTo>
                  <a:pt x="69070" y="79887"/>
                </a:lnTo>
                <a:close/>
                <a:moveTo>
                  <a:pt x="171683" y="34602"/>
                </a:moveTo>
                <a:cubicBezTo>
                  <a:pt x="171683" y="22890"/>
                  <a:pt x="171240" y="13796"/>
                  <a:pt x="170353" y="7320"/>
                </a:cubicBezTo>
                <a:lnTo>
                  <a:pt x="170619" y="6920"/>
                </a:lnTo>
                <a:cubicBezTo>
                  <a:pt x="173059" y="7186"/>
                  <a:pt x="175365" y="7320"/>
                  <a:pt x="177539" y="7320"/>
                </a:cubicBezTo>
                <a:lnTo>
                  <a:pt x="184526" y="6920"/>
                </a:lnTo>
                <a:lnTo>
                  <a:pt x="184659" y="7320"/>
                </a:lnTo>
                <a:cubicBezTo>
                  <a:pt x="183772" y="13308"/>
                  <a:pt x="183306" y="22402"/>
                  <a:pt x="183262" y="34602"/>
                </a:cubicBezTo>
                <a:lnTo>
                  <a:pt x="183262" y="55030"/>
                </a:lnTo>
                <a:cubicBezTo>
                  <a:pt x="183262" y="82800"/>
                  <a:pt x="170818" y="96663"/>
                  <a:pt x="145932" y="96618"/>
                </a:cubicBezTo>
                <a:cubicBezTo>
                  <a:pt x="141851" y="96618"/>
                  <a:pt x="137880" y="96141"/>
                  <a:pt x="134021" y="95186"/>
                </a:cubicBezTo>
                <a:cubicBezTo>
                  <a:pt x="130162" y="94229"/>
                  <a:pt x="126236" y="92617"/>
                  <a:pt x="122243" y="90351"/>
                </a:cubicBezTo>
                <a:cubicBezTo>
                  <a:pt x="118251" y="88084"/>
                  <a:pt x="115023" y="84606"/>
                  <a:pt x="112561" y="79916"/>
                </a:cubicBezTo>
                <a:cubicBezTo>
                  <a:pt x="110099" y="75227"/>
                  <a:pt x="108868" y="69615"/>
                  <a:pt x="108868" y="63081"/>
                </a:cubicBezTo>
                <a:lnTo>
                  <a:pt x="108868" y="34602"/>
                </a:lnTo>
                <a:cubicBezTo>
                  <a:pt x="108868" y="22890"/>
                  <a:pt x="108425" y="13796"/>
                  <a:pt x="107537" y="7320"/>
                </a:cubicBezTo>
                <a:lnTo>
                  <a:pt x="107804" y="6920"/>
                </a:lnTo>
                <a:cubicBezTo>
                  <a:pt x="111796" y="7186"/>
                  <a:pt x="115323" y="7320"/>
                  <a:pt x="118384" y="7320"/>
                </a:cubicBezTo>
                <a:lnTo>
                  <a:pt x="129696" y="6920"/>
                </a:lnTo>
                <a:lnTo>
                  <a:pt x="129895" y="7320"/>
                </a:lnTo>
                <a:cubicBezTo>
                  <a:pt x="129008" y="13308"/>
                  <a:pt x="128542" y="22402"/>
                  <a:pt x="128498" y="34602"/>
                </a:cubicBezTo>
                <a:lnTo>
                  <a:pt x="128498" y="58557"/>
                </a:lnTo>
                <a:cubicBezTo>
                  <a:pt x="128498" y="61751"/>
                  <a:pt x="128731" y="64778"/>
                  <a:pt x="129197" y="67639"/>
                </a:cubicBezTo>
                <a:cubicBezTo>
                  <a:pt x="129662" y="70501"/>
                  <a:pt x="130527" y="73562"/>
                  <a:pt x="131792" y="76822"/>
                </a:cubicBezTo>
                <a:cubicBezTo>
                  <a:pt x="133056" y="80083"/>
                  <a:pt x="135141" y="82711"/>
                  <a:pt x="138047" y="84707"/>
                </a:cubicBezTo>
                <a:cubicBezTo>
                  <a:pt x="140952" y="86704"/>
                  <a:pt x="144534" y="87702"/>
                  <a:pt x="148793" y="87702"/>
                </a:cubicBezTo>
                <a:cubicBezTo>
                  <a:pt x="153495" y="87702"/>
                  <a:pt x="157444" y="86892"/>
                  <a:pt x="160638" y="85273"/>
                </a:cubicBezTo>
                <a:cubicBezTo>
                  <a:pt x="163832" y="83654"/>
                  <a:pt x="166205" y="81292"/>
                  <a:pt x="167757" y="78186"/>
                </a:cubicBezTo>
                <a:cubicBezTo>
                  <a:pt x="169310" y="75081"/>
                  <a:pt x="170353" y="71920"/>
                  <a:pt x="170885" y="68704"/>
                </a:cubicBezTo>
                <a:cubicBezTo>
                  <a:pt x="171417" y="65488"/>
                  <a:pt x="171683" y="61751"/>
                  <a:pt x="171683" y="57492"/>
                </a:cubicBezTo>
                <a:lnTo>
                  <a:pt x="171683" y="34602"/>
                </a:lnTo>
                <a:close/>
                <a:moveTo>
                  <a:pt x="209580" y="34622"/>
                </a:moveTo>
                <a:cubicBezTo>
                  <a:pt x="209580" y="24145"/>
                  <a:pt x="209047" y="15044"/>
                  <a:pt x="207983" y="7320"/>
                </a:cubicBezTo>
                <a:lnTo>
                  <a:pt x="208249" y="6920"/>
                </a:lnTo>
                <a:cubicBezTo>
                  <a:pt x="212596" y="7186"/>
                  <a:pt x="216323" y="7320"/>
                  <a:pt x="219428" y="7320"/>
                </a:cubicBezTo>
                <a:lnTo>
                  <a:pt x="230740" y="6920"/>
                </a:lnTo>
                <a:lnTo>
                  <a:pt x="230873" y="7320"/>
                </a:lnTo>
                <a:cubicBezTo>
                  <a:pt x="229764" y="14512"/>
                  <a:pt x="229210" y="23613"/>
                  <a:pt x="229210" y="34622"/>
                </a:cubicBezTo>
                <a:lnTo>
                  <a:pt x="229210" y="67985"/>
                </a:lnTo>
                <a:cubicBezTo>
                  <a:pt x="229210" y="78329"/>
                  <a:pt x="229764" y="87430"/>
                  <a:pt x="230873" y="95287"/>
                </a:cubicBezTo>
                <a:lnTo>
                  <a:pt x="230540" y="95687"/>
                </a:lnTo>
                <a:cubicBezTo>
                  <a:pt x="226193" y="95421"/>
                  <a:pt x="222489" y="95287"/>
                  <a:pt x="219428" y="95287"/>
                </a:cubicBezTo>
                <a:lnTo>
                  <a:pt x="208116" y="95687"/>
                </a:lnTo>
                <a:lnTo>
                  <a:pt x="207983" y="95287"/>
                </a:lnTo>
                <a:cubicBezTo>
                  <a:pt x="209092" y="87918"/>
                  <a:pt x="209624" y="78817"/>
                  <a:pt x="209580" y="67985"/>
                </a:cubicBezTo>
                <a:lnTo>
                  <a:pt x="209580" y="34622"/>
                </a:lnTo>
                <a:close/>
                <a:moveTo>
                  <a:pt x="321467" y="13175"/>
                </a:moveTo>
                <a:cubicBezTo>
                  <a:pt x="316942" y="13175"/>
                  <a:pt x="313793" y="13741"/>
                  <a:pt x="312018" y="14872"/>
                </a:cubicBezTo>
                <a:cubicBezTo>
                  <a:pt x="310244" y="16003"/>
                  <a:pt x="309357" y="17656"/>
                  <a:pt x="309357" y="19829"/>
                </a:cubicBezTo>
                <a:lnTo>
                  <a:pt x="309357" y="47244"/>
                </a:lnTo>
                <a:lnTo>
                  <a:pt x="316676" y="47244"/>
                </a:lnTo>
                <a:cubicBezTo>
                  <a:pt x="319293" y="47244"/>
                  <a:pt x="321334" y="47200"/>
                  <a:pt x="322798" y="47111"/>
                </a:cubicBezTo>
                <a:cubicBezTo>
                  <a:pt x="324262" y="47023"/>
                  <a:pt x="325859" y="46801"/>
                  <a:pt x="327589" y="46446"/>
                </a:cubicBezTo>
                <a:cubicBezTo>
                  <a:pt x="329319" y="46091"/>
                  <a:pt x="330617" y="45548"/>
                  <a:pt x="331482" y="44816"/>
                </a:cubicBezTo>
                <a:cubicBezTo>
                  <a:pt x="332347" y="44084"/>
                  <a:pt x="333189" y="43052"/>
                  <a:pt x="334010" y="41722"/>
                </a:cubicBezTo>
                <a:cubicBezTo>
                  <a:pt x="334831" y="40391"/>
                  <a:pt x="335396" y="38727"/>
                  <a:pt x="335707" y="36731"/>
                </a:cubicBezTo>
                <a:cubicBezTo>
                  <a:pt x="336018" y="34735"/>
                  <a:pt x="336173" y="32339"/>
                  <a:pt x="336173" y="29544"/>
                </a:cubicBezTo>
                <a:cubicBezTo>
                  <a:pt x="336173" y="25641"/>
                  <a:pt x="335829" y="22524"/>
                  <a:pt x="335141" y="20195"/>
                </a:cubicBezTo>
                <a:cubicBezTo>
                  <a:pt x="334454" y="17866"/>
                  <a:pt x="333323" y="16225"/>
                  <a:pt x="331748" y="15271"/>
                </a:cubicBezTo>
                <a:cubicBezTo>
                  <a:pt x="330173" y="14318"/>
                  <a:pt x="328720" y="13730"/>
                  <a:pt x="327389" y="13508"/>
                </a:cubicBezTo>
                <a:cubicBezTo>
                  <a:pt x="326058" y="13286"/>
                  <a:pt x="324084" y="13175"/>
                  <a:pt x="321467" y="13175"/>
                </a:cubicBezTo>
                <a:moveTo>
                  <a:pt x="309357" y="54963"/>
                </a:moveTo>
                <a:lnTo>
                  <a:pt x="309357" y="68005"/>
                </a:lnTo>
                <a:cubicBezTo>
                  <a:pt x="309357" y="79717"/>
                  <a:pt x="309800" y="88811"/>
                  <a:pt x="310687" y="95287"/>
                </a:cubicBezTo>
                <a:lnTo>
                  <a:pt x="310421" y="95687"/>
                </a:lnTo>
                <a:cubicBezTo>
                  <a:pt x="306251" y="95421"/>
                  <a:pt x="302614" y="95287"/>
                  <a:pt x="299508" y="95287"/>
                </a:cubicBezTo>
                <a:lnTo>
                  <a:pt x="288462" y="95687"/>
                </a:lnTo>
                <a:lnTo>
                  <a:pt x="288329" y="95287"/>
                </a:lnTo>
                <a:cubicBezTo>
                  <a:pt x="289438" y="87918"/>
                  <a:pt x="289993" y="78817"/>
                  <a:pt x="289993" y="67985"/>
                </a:cubicBezTo>
                <a:lnTo>
                  <a:pt x="289993" y="34622"/>
                </a:lnTo>
                <a:cubicBezTo>
                  <a:pt x="289993" y="24145"/>
                  <a:pt x="289438" y="15044"/>
                  <a:pt x="288329" y="7320"/>
                </a:cubicBezTo>
                <a:lnTo>
                  <a:pt x="288596" y="6920"/>
                </a:lnTo>
                <a:cubicBezTo>
                  <a:pt x="293120" y="7186"/>
                  <a:pt x="296935" y="7320"/>
                  <a:pt x="300041" y="7320"/>
                </a:cubicBezTo>
                <a:cubicBezTo>
                  <a:pt x="301505" y="7320"/>
                  <a:pt x="305597" y="7164"/>
                  <a:pt x="312318" y="6854"/>
                </a:cubicBezTo>
                <a:cubicBezTo>
                  <a:pt x="319038" y="6543"/>
                  <a:pt x="322953" y="6388"/>
                  <a:pt x="324062" y="6388"/>
                </a:cubicBezTo>
                <a:cubicBezTo>
                  <a:pt x="335596" y="6388"/>
                  <a:pt x="343736" y="7918"/>
                  <a:pt x="348483" y="10979"/>
                </a:cubicBezTo>
                <a:cubicBezTo>
                  <a:pt x="354383" y="14794"/>
                  <a:pt x="357333" y="20938"/>
                  <a:pt x="357333" y="29411"/>
                </a:cubicBezTo>
                <a:cubicBezTo>
                  <a:pt x="357333" y="41189"/>
                  <a:pt x="350390" y="48856"/>
                  <a:pt x="336505" y="52412"/>
                </a:cubicBezTo>
                <a:cubicBezTo>
                  <a:pt x="338901" y="55607"/>
                  <a:pt x="343814" y="62831"/>
                  <a:pt x="351244" y="74084"/>
                </a:cubicBezTo>
                <a:cubicBezTo>
                  <a:pt x="358675" y="85336"/>
                  <a:pt x="363654" y="92404"/>
                  <a:pt x="366183" y="95287"/>
                </a:cubicBezTo>
                <a:lnTo>
                  <a:pt x="365917" y="95687"/>
                </a:lnTo>
                <a:cubicBezTo>
                  <a:pt x="364098" y="95421"/>
                  <a:pt x="359862" y="95287"/>
                  <a:pt x="353207" y="95287"/>
                </a:cubicBezTo>
                <a:cubicBezTo>
                  <a:pt x="347840" y="95287"/>
                  <a:pt x="344291" y="95421"/>
                  <a:pt x="342561" y="95687"/>
                </a:cubicBezTo>
                <a:cubicBezTo>
                  <a:pt x="341008" y="90984"/>
                  <a:pt x="336239" y="82866"/>
                  <a:pt x="328254" y="71333"/>
                </a:cubicBezTo>
                <a:cubicBezTo>
                  <a:pt x="327589" y="70357"/>
                  <a:pt x="325936" y="67817"/>
                  <a:pt x="323297" y="63714"/>
                </a:cubicBezTo>
                <a:cubicBezTo>
                  <a:pt x="320657" y="59610"/>
                  <a:pt x="318584" y="56649"/>
                  <a:pt x="317075" y="54830"/>
                </a:cubicBezTo>
                <a:cubicBezTo>
                  <a:pt x="316232" y="54875"/>
                  <a:pt x="315334" y="54908"/>
                  <a:pt x="314380" y="54930"/>
                </a:cubicBezTo>
                <a:cubicBezTo>
                  <a:pt x="313427" y="54952"/>
                  <a:pt x="312584" y="54963"/>
                  <a:pt x="311852" y="54963"/>
                </a:cubicBezTo>
                <a:cubicBezTo>
                  <a:pt x="311120" y="54963"/>
                  <a:pt x="310288" y="54963"/>
                  <a:pt x="309357" y="54963"/>
                </a:cubicBezTo>
                <a:close/>
                <a:moveTo>
                  <a:pt x="392998" y="57093"/>
                </a:moveTo>
                <a:lnTo>
                  <a:pt x="413759" y="57093"/>
                </a:lnTo>
                <a:cubicBezTo>
                  <a:pt x="413937" y="56922"/>
                  <a:pt x="414025" y="56007"/>
                  <a:pt x="414025" y="54348"/>
                </a:cubicBezTo>
                <a:cubicBezTo>
                  <a:pt x="414025" y="49626"/>
                  <a:pt x="413049" y="46308"/>
                  <a:pt x="411097" y="44394"/>
                </a:cubicBezTo>
                <a:cubicBezTo>
                  <a:pt x="409146" y="42479"/>
                  <a:pt x="406972" y="41522"/>
                  <a:pt x="404576" y="41522"/>
                </a:cubicBezTo>
                <a:cubicBezTo>
                  <a:pt x="401382" y="41522"/>
                  <a:pt x="398943" y="42777"/>
                  <a:pt x="397257" y="45288"/>
                </a:cubicBezTo>
                <a:cubicBezTo>
                  <a:pt x="394506" y="49158"/>
                  <a:pt x="393087" y="53093"/>
                  <a:pt x="392998" y="57093"/>
                </a:cubicBezTo>
                <a:moveTo>
                  <a:pt x="429796" y="77654"/>
                </a:moveTo>
                <a:cubicBezTo>
                  <a:pt x="431171" y="77654"/>
                  <a:pt x="431858" y="79051"/>
                  <a:pt x="431858" y="81846"/>
                </a:cubicBezTo>
                <a:cubicBezTo>
                  <a:pt x="425116" y="91694"/>
                  <a:pt x="416620" y="96618"/>
                  <a:pt x="406373" y="96618"/>
                </a:cubicBezTo>
                <a:cubicBezTo>
                  <a:pt x="396569" y="96618"/>
                  <a:pt x="389161" y="94350"/>
                  <a:pt x="384148" y="89814"/>
                </a:cubicBezTo>
                <a:cubicBezTo>
                  <a:pt x="381353" y="87280"/>
                  <a:pt x="379135" y="83980"/>
                  <a:pt x="377494" y="79912"/>
                </a:cubicBezTo>
                <a:cubicBezTo>
                  <a:pt x="375853" y="75843"/>
                  <a:pt x="375032" y="71764"/>
                  <a:pt x="375032" y="67673"/>
                </a:cubicBezTo>
                <a:cubicBezTo>
                  <a:pt x="375032" y="57692"/>
                  <a:pt x="378048" y="49707"/>
                  <a:pt x="384082" y="43718"/>
                </a:cubicBezTo>
                <a:cubicBezTo>
                  <a:pt x="390115" y="37729"/>
                  <a:pt x="397235" y="34735"/>
                  <a:pt x="405441" y="34735"/>
                </a:cubicBezTo>
                <a:cubicBezTo>
                  <a:pt x="414624" y="34735"/>
                  <a:pt x="421234" y="37045"/>
                  <a:pt x="425271" y="41665"/>
                </a:cubicBezTo>
                <a:cubicBezTo>
                  <a:pt x="429308" y="46286"/>
                  <a:pt x="431326" y="51871"/>
                  <a:pt x="431326" y="58421"/>
                </a:cubicBezTo>
                <a:cubicBezTo>
                  <a:pt x="431326" y="62060"/>
                  <a:pt x="429995" y="63880"/>
                  <a:pt x="427334" y="63880"/>
                </a:cubicBezTo>
                <a:lnTo>
                  <a:pt x="392466" y="63880"/>
                </a:lnTo>
                <a:lnTo>
                  <a:pt x="392466" y="66076"/>
                </a:lnTo>
                <a:cubicBezTo>
                  <a:pt x="392466" y="73795"/>
                  <a:pt x="394152" y="79085"/>
                  <a:pt x="397523" y="81946"/>
                </a:cubicBezTo>
                <a:cubicBezTo>
                  <a:pt x="400894" y="84807"/>
                  <a:pt x="405619" y="86238"/>
                  <a:pt x="411696" y="86238"/>
                </a:cubicBezTo>
                <a:cubicBezTo>
                  <a:pt x="414402" y="86238"/>
                  <a:pt x="417441" y="85484"/>
                  <a:pt x="420813" y="83975"/>
                </a:cubicBezTo>
                <a:cubicBezTo>
                  <a:pt x="424184" y="82467"/>
                  <a:pt x="427178" y="80360"/>
                  <a:pt x="429796" y="77654"/>
                </a:cubicBezTo>
                <a:close/>
                <a:moveTo>
                  <a:pt x="507789" y="70700"/>
                </a:moveTo>
                <a:cubicBezTo>
                  <a:pt x="507789" y="80695"/>
                  <a:pt x="508277" y="88891"/>
                  <a:pt x="509253" y="95287"/>
                </a:cubicBezTo>
                <a:lnTo>
                  <a:pt x="508986" y="95687"/>
                </a:lnTo>
                <a:cubicBezTo>
                  <a:pt x="504994" y="95421"/>
                  <a:pt x="501445" y="95287"/>
                  <a:pt x="498340" y="95287"/>
                </a:cubicBezTo>
                <a:lnTo>
                  <a:pt x="489224" y="95687"/>
                </a:lnTo>
                <a:lnTo>
                  <a:pt x="488957" y="95287"/>
                </a:lnTo>
                <a:cubicBezTo>
                  <a:pt x="489490" y="90445"/>
                  <a:pt x="489756" y="82249"/>
                  <a:pt x="489756" y="70700"/>
                </a:cubicBezTo>
                <a:lnTo>
                  <a:pt x="489756" y="58573"/>
                </a:lnTo>
                <a:cubicBezTo>
                  <a:pt x="489756" y="50133"/>
                  <a:pt x="487405" y="45914"/>
                  <a:pt x="482703" y="45914"/>
                </a:cubicBezTo>
                <a:cubicBezTo>
                  <a:pt x="477690" y="45914"/>
                  <a:pt x="472411" y="49534"/>
                  <a:pt x="466866" y="56774"/>
                </a:cubicBezTo>
                <a:lnTo>
                  <a:pt x="466866" y="70700"/>
                </a:lnTo>
                <a:cubicBezTo>
                  <a:pt x="466866" y="80873"/>
                  <a:pt x="467132" y="89069"/>
                  <a:pt x="467664" y="95287"/>
                </a:cubicBezTo>
                <a:lnTo>
                  <a:pt x="467265" y="95687"/>
                </a:lnTo>
                <a:cubicBezTo>
                  <a:pt x="464736" y="95421"/>
                  <a:pt x="461919" y="95287"/>
                  <a:pt x="458814" y="95287"/>
                </a:cubicBezTo>
                <a:lnTo>
                  <a:pt x="447635" y="95687"/>
                </a:lnTo>
                <a:lnTo>
                  <a:pt x="447369" y="95287"/>
                </a:lnTo>
                <a:cubicBezTo>
                  <a:pt x="448389" y="89026"/>
                  <a:pt x="448899" y="80831"/>
                  <a:pt x="448899" y="70705"/>
                </a:cubicBezTo>
                <a:lnTo>
                  <a:pt x="448899" y="63244"/>
                </a:lnTo>
                <a:cubicBezTo>
                  <a:pt x="448899" y="51165"/>
                  <a:pt x="448389" y="42327"/>
                  <a:pt x="447369" y="36731"/>
                </a:cubicBezTo>
                <a:lnTo>
                  <a:pt x="447635" y="36332"/>
                </a:lnTo>
                <a:cubicBezTo>
                  <a:pt x="455443" y="36687"/>
                  <a:pt x="461365" y="36553"/>
                  <a:pt x="465402" y="35932"/>
                </a:cubicBezTo>
                <a:cubicBezTo>
                  <a:pt x="466023" y="35932"/>
                  <a:pt x="466422" y="36387"/>
                  <a:pt x="466600" y="37297"/>
                </a:cubicBezTo>
                <a:cubicBezTo>
                  <a:pt x="466777" y="38206"/>
                  <a:pt x="466866" y="41523"/>
                  <a:pt x="466866" y="47247"/>
                </a:cubicBezTo>
                <a:lnTo>
                  <a:pt x="467398" y="47646"/>
                </a:lnTo>
                <a:cubicBezTo>
                  <a:pt x="470503" y="43742"/>
                  <a:pt x="473963" y="40725"/>
                  <a:pt x="477778" y="38596"/>
                </a:cubicBezTo>
                <a:cubicBezTo>
                  <a:pt x="481594" y="36465"/>
                  <a:pt x="485275" y="35400"/>
                  <a:pt x="488824" y="35400"/>
                </a:cubicBezTo>
                <a:cubicBezTo>
                  <a:pt x="495079" y="35400"/>
                  <a:pt x="499804" y="37010"/>
                  <a:pt x="502998" y="40229"/>
                </a:cubicBezTo>
                <a:cubicBezTo>
                  <a:pt x="506192" y="43446"/>
                  <a:pt x="507789" y="48561"/>
                  <a:pt x="507789" y="55575"/>
                </a:cubicBezTo>
                <a:lnTo>
                  <a:pt x="507789" y="70700"/>
                </a:lnTo>
                <a:close/>
                <a:moveTo>
                  <a:pt x="570590" y="77172"/>
                </a:moveTo>
                <a:lnTo>
                  <a:pt x="570590" y="53915"/>
                </a:lnTo>
                <a:cubicBezTo>
                  <a:pt x="569881" y="50361"/>
                  <a:pt x="568339" y="47518"/>
                  <a:pt x="565966" y="45385"/>
                </a:cubicBezTo>
                <a:cubicBezTo>
                  <a:pt x="563592" y="43253"/>
                  <a:pt x="560809" y="42187"/>
                  <a:pt x="557615" y="42187"/>
                </a:cubicBezTo>
                <a:cubicBezTo>
                  <a:pt x="549275" y="42187"/>
                  <a:pt x="545105" y="49829"/>
                  <a:pt x="545105" y="65111"/>
                </a:cubicBezTo>
                <a:cubicBezTo>
                  <a:pt x="545105" y="80837"/>
                  <a:pt x="549186" y="88722"/>
                  <a:pt x="557349" y="88766"/>
                </a:cubicBezTo>
                <a:cubicBezTo>
                  <a:pt x="563160" y="88766"/>
                  <a:pt x="567574" y="84901"/>
                  <a:pt x="570590" y="77172"/>
                </a:cubicBezTo>
                <a:moveTo>
                  <a:pt x="570590" y="87899"/>
                </a:moveTo>
                <a:cubicBezTo>
                  <a:pt x="567219" y="93712"/>
                  <a:pt x="560720" y="96618"/>
                  <a:pt x="551094" y="96618"/>
                </a:cubicBezTo>
                <a:cubicBezTo>
                  <a:pt x="543552" y="96618"/>
                  <a:pt x="537442" y="93898"/>
                  <a:pt x="532761" y="88459"/>
                </a:cubicBezTo>
                <a:cubicBezTo>
                  <a:pt x="528081" y="83019"/>
                  <a:pt x="525741" y="76058"/>
                  <a:pt x="525741" y="67575"/>
                </a:cubicBezTo>
                <a:cubicBezTo>
                  <a:pt x="525741" y="56029"/>
                  <a:pt x="529645" y="47413"/>
                  <a:pt x="537453" y="41728"/>
                </a:cubicBezTo>
                <a:cubicBezTo>
                  <a:pt x="540647" y="39374"/>
                  <a:pt x="543719" y="37731"/>
                  <a:pt x="546669" y="36800"/>
                </a:cubicBezTo>
                <a:cubicBezTo>
                  <a:pt x="549619" y="35867"/>
                  <a:pt x="553312" y="35400"/>
                  <a:pt x="557748" y="35400"/>
                </a:cubicBezTo>
                <a:cubicBezTo>
                  <a:pt x="559833" y="35400"/>
                  <a:pt x="562173" y="35988"/>
                  <a:pt x="564768" y="37163"/>
                </a:cubicBezTo>
                <a:cubicBezTo>
                  <a:pt x="567363" y="38339"/>
                  <a:pt x="569304" y="39792"/>
                  <a:pt x="570590" y="41522"/>
                </a:cubicBezTo>
                <a:lnTo>
                  <a:pt x="570590" y="30592"/>
                </a:lnTo>
                <a:cubicBezTo>
                  <a:pt x="570590" y="19573"/>
                  <a:pt x="570036" y="11020"/>
                  <a:pt x="568927" y="4932"/>
                </a:cubicBezTo>
                <a:lnTo>
                  <a:pt x="569193" y="4533"/>
                </a:lnTo>
                <a:cubicBezTo>
                  <a:pt x="571722" y="4354"/>
                  <a:pt x="575126" y="3743"/>
                  <a:pt x="579407" y="2699"/>
                </a:cubicBezTo>
                <a:cubicBezTo>
                  <a:pt x="583688" y="1655"/>
                  <a:pt x="586782" y="756"/>
                  <a:pt x="588690" y="0"/>
                </a:cubicBezTo>
                <a:cubicBezTo>
                  <a:pt x="589710" y="0"/>
                  <a:pt x="590220" y="466"/>
                  <a:pt x="590220" y="1399"/>
                </a:cubicBezTo>
                <a:cubicBezTo>
                  <a:pt x="589111" y="10151"/>
                  <a:pt x="588557" y="18702"/>
                  <a:pt x="588557" y="27053"/>
                </a:cubicBezTo>
                <a:lnTo>
                  <a:pt x="588557" y="69099"/>
                </a:lnTo>
                <a:cubicBezTo>
                  <a:pt x="588557" y="77273"/>
                  <a:pt x="589422" y="86002"/>
                  <a:pt x="591152" y="95287"/>
                </a:cubicBezTo>
                <a:lnTo>
                  <a:pt x="590885" y="95687"/>
                </a:lnTo>
                <a:cubicBezTo>
                  <a:pt x="589067" y="95421"/>
                  <a:pt x="585917" y="95287"/>
                  <a:pt x="581437" y="95287"/>
                </a:cubicBezTo>
                <a:cubicBezTo>
                  <a:pt x="577755" y="95287"/>
                  <a:pt x="574871" y="95421"/>
                  <a:pt x="572786" y="95687"/>
                </a:cubicBezTo>
                <a:cubicBezTo>
                  <a:pt x="571988" y="95687"/>
                  <a:pt x="571566" y="95554"/>
                  <a:pt x="571522" y="95287"/>
                </a:cubicBezTo>
                <a:lnTo>
                  <a:pt x="570856" y="87899"/>
                </a:lnTo>
                <a:lnTo>
                  <a:pt x="570590" y="87899"/>
                </a:lnTo>
                <a:close/>
                <a:moveTo>
                  <a:pt x="621943" y="57093"/>
                </a:moveTo>
                <a:lnTo>
                  <a:pt x="642704" y="57093"/>
                </a:lnTo>
                <a:cubicBezTo>
                  <a:pt x="642882" y="56922"/>
                  <a:pt x="642970" y="56007"/>
                  <a:pt x="642970" y="54348"/>
                </a:cubicBezTo>
                <a:cubicBezTo>
                  <a:pt x="642970" y="49626"/>
                  <a:pt x="641995" y="46308"/>
                  <a:pt x="640043" y="44394"/>
                </a:cubicBezTo>
                <a:cubicBezTo>
                  <a:pt x="638091" y="42479"/>
                  <a:pt x="635917" y="41522"/>
                  <a:pt x="633522" y="41522"/>
                </a:cubicBezTo>
                <a:cubicBezTo>
                  <a:pt x="630328" y="41522"/>
                  <a:pt x="627888" y="42777"/>
                  <a:pt x="626202" y="45288"/>
                </a:cubicBezTo>
                <a:cubicBezTo>
                  <a:pt x="623452" y="49158"/>
                  <a:pt x="622032" y="53093"/>
                  <a:pt x="621943" y="57093"/>
                </a:cubicBezTo>
                <a:moveTo>
                  <a:pt x="658741" y="77654"/>
                </a:moveTo>
                <a:cubicBezTo>
                  <a:pt x="660116" y="77654"/>
                  <a:pt x="660804" y="79051"/>
                  <a:pt x="660804" y="81846"/>
                </a:cubicBezTo>
                <a:cubicBezTo>
                  <a:pt x="654061" y="91694"/>
                  <a:pt x="645566" y="96618"/>
                  <a:pt x="635318" y="96618"/>
                </a:cubicBezTo>
                <a:cubicBezTo>
                  <a:pt x="625514" y="96618"/>
                  <a:pt x="618106" y="94350"/>
                  <a:pt x="613093" y="89814"/>
                </a:cubicBezTo>
                <a:cubicBezTo>
                  <a:pt x="610299" y="87280"/>
                  <a:pt x="608081" y="83980"/>
                  <a:pt x="606439" y="79912"/>
                </a:cubicBezTo>
                <a:cubicBezTo>
                  <a:pt x="604798" y="75843"/>
                  <a:pt x="603977" y="71764"/>
                  <a:pt x="603977" y="67673"/>
                </a:cubicBezTo>
                <a:cubicBezTo>
                  <a:pt x="603977" y="57692"/>
                  <a:pt x="606994" y="49707"/>
                  <a:pt x="613027" y="43718"/>
                </a:cubicBezTo>
                <a:cubicBezTo>
                  <a:pt x="619060" y="37729"/>
                  <a:pt x="626180" y="34735"/>
                  <a:pt x="634387" y="34735"/>
                </a:cubicBezTo>
                <a:cubicBezTo>
                  <a:pt x="643569" y="34735"/>
                  <a:pt x="650179" y="37045"/>
                  <a:pt x="654216" y="41665"/>
                </a:cubicBezTo>
                <a:cubicBezTo>
                  <a:pt x="658253" y="46286"/>
                  <a:pt x="660271" y="51871"/>
                  <a:pt x="660271" y="58421"/>
                </a:cubicBezTo>
                <a:cubicBezTo>
                  <a:pt x="660271" y="62060"/>
                  <a:pt x="658940" y="63880"/>
                  <a:pt x="656279" y="63880"/>
                </a:cubicBezTo>
                <a:lnTo>
                  <a:pt x="621411" y="63880"/>
                </a:lnTo>
                <a:lnTo>
                  <a:pt x="621411" y="66076"/>
                </a:lnTo>
                <a:cubicBezTo>
                  <a:pt x="621411" y="73795"/>
                  <a:pt x="623097" y="79085"/>
                  <a:pt x="626468" y="81946"/>
                </a:cubicBezTo>
                <a:cubicBezTo>
                  <a:pt x="629840" y="84807"/>
                  <a:pt x="634564" y="86238"/>
                  <a:pt x="640642" y="86238"/>
                </a:cubicBezTo>
                <a:cubicBezTo>
                  <a:pt x="643348" y="86238"/>
                  <a:pt x="646386" y="85484"/>
                  <a:pt x="649758" y="83975"/>
                </a:cubicBezTo>
                <a:cubicBezTo>
                  <a:pt x="653129" y="82467"/>
                  <a:pt x="656123" y="80360"/>
                  <a:pt x="658741" y="77654"/>
                </a:cubicBezTo>
                <a:close/>
                <a:moveTo>
                  <a:pt x="697607" y="47706"/>
                </a:moveTo>
                <a:cubicBezTo>
                  <a:pt x="699781" y="44495"/>
                  <a:pt x="702343" y="41642"/>
                  <a:pt x="705293" y="39145"/>
                </a:cubicBezTo>
                <a:cubicBezTo>
                  <a:pt x="708243" y="36648"/>
                  <a:pt x="711182" y="35400"/>
                  <a:pt x="714110" y="35400"/>
                </a:cubicBezTo>
                <a:cubicBezTo>
                  <a:pt x="716550" y="35400"/>
                  <a:pt x="718856" y="35713"/>
                  <a:pt x="721030" y="36338"/>
                </a:cubicBezTo>
                <a:lnTo>
                  <a:pt x="721562" y="36872"/>
                </a:lnTo>
                <a:lnTo>
                  <a:pt x="718834" y="50971"/>
                </a:lnTo>
                <a:lnTo>
                  <a:pt x="716372" y="51237"/>
                </a:lnTo>
                <a:cubicBezTo>
                  <a:pt x="714199" y="49507"/>
                  <a:pt x="711581" y="48664"/>
                  <a:pt x="708520" y="48708"/>
                </a:cubicBezTo>
                <a:cubicBezTo>
                  <a:pt x="707323" y="48708"/>
                  <a:pt x="705970" y="48930"/>
                  <a:pt x="704461" y="49374"/>
                </a:cubicBezTo>
                <a:cubicBezTo>
                  <a:pt x="702953" y="49817"/>
                  <a:pt x="701345" y="51037"/>
                  <a:pt x="699637" y="53034"/>
                </a:cubicBezTo>
                <a:cubicBezTo>
                  <a:pt x="697929" y="55030"/>
                  <a:pt x="697075" y="57625"/>
                  <a:pt x="697075" y="60819"/>
                </a:cubicBezTo>
                <a:lnTo>
                  <a:pt x="697075" y="70734"/>
                </a:lnTo>
                <a:cubicBezTo>
                  <a:pt x="697075" y="80626"/>
                  <a:pt x="697519" y="88811"/>
                  <a:pt x="698406" y="95287"/>
                </a:cubicBezTo>
                <a:lnTo>
                  <a:pt x="698140" y="95687"/>
                </a:lnTo>
                <a:cubicBezTo>
                  <a:pt x="693792" y="95421"/>
                  <a:pt x="690066" y="95287"/>
                  <a:pt x="686961" y="95287"/>
                </a:cubicBezTo>
                <a:lnTo>
                  <a:pt x="677845" y="95687"/>
                </a:lnTo>
                <a:lnTo>
                  <a:pt x="677712" y="95287"/>
                </a:lnTo>
                <a:cubicBezTo>
                  <a:pt x="678599" y="89114"/>
                  <a:pt x="679042" y="80920"/>
                  <a:pt x="679042" y="70705"/>
                </a:cubicBezTo>
                <a:lnTo>
                  <a:pt x="679042" y="63244"/>
                </a:lnTo>
                <a:cubicBezTo>
                  <a:pt x="679042" y="51165"/>
                  <a:pt x="678554" y="42327"/>
                  <a:pt x="677578" y="36731"/>
                </a:cubicBezTo>
                <a:lnTo>
                  <a:pt x="677845" y="36332"/>
                </a:lnTo>
                <a:cubicBezTo>
                  <a:pt x="685652" y="36692"/>
                  <a:pt x="691552" y="36559"/>
                  <a:pt x="695545" y="35932"/>
                </a:cubicBezTo>
                <a:cubicBezTo>
                  <a:pt x="696166" y="35932"/>
                  <a:pt x="696565" y="36390"/>
                  <a:pt x="696742" y="37305"/>
                </a:cubicBezTo>
                <a:cubicBezTo>
                  <a:pt x="696920" y="38218"/>
                  <a:pt x="697009" y="41552"/>
                  <a:pt x="697009" y="47305"/>
                </a:cubicBezTo>
                <a:lnTo>
                  <a:pt x="697607" y="47706"/>
                </a:lnTo>
                <a:close/>
                <a:moveTo>
                  <a:pt x="737869" y="19422"/>
                </a:moveTo>
                <a:cubicBezTo>
                  <a:pt x="735917" y="17552"/>
                  <a:pt x="734941" y="15248"/>
                  <a:pt x="734941" y="12510"/>
                </a:cubicBezTo>
                <a:cubicBezTo>
                  <a:pt x="734941" y="9772"/>
                  <a:pt x="735917" y="7469"/>
                  <a:pt x="737869" y="5600"/>
                </a:cubicBezTo>
                <a:cubicBezTo>
                  <a:pt x="739821" y="3730"/>
                  <a:pt x="742250" y="2795"/>
                  <a:pt x="745156" y="2795"/>
                </a:cubicBezTo>
                <a:cubicBezTo>
                  <a:pt x="748061" y="2795"/>
                  <a:pt x="750490" y="3730"/>
                  <a:pt x="752442" y="5600"/>
                </a:cubicBezTo>
                <a:cubicBezTo>
                  <a:pt x="754394" y="7469"/>
                  <a:pt x="755370" y="9772"/>
                  <a:pt x="755370" y="12510"/>
                </a:cubicBezTo>
                <a:cubicBezTo>
                  <a:pt x="755370" y="15248"/>
                  <a:pt x="754394" y="17552"/>
                  <a:pt x="752442" y="19422"/>
                </a:cubicBezTo>
                <a:cubicBezTo>
                  <a:pt x="750490" y="21291"/>
                  <a:pt x="748061" y="22225"/>
                  <a:pt x="745156" y="22225"/>
                </a:cubicBezTo>
                <a:cubicBezTo>
                  <a:pt x="742250" y="22225"/>
                  <a:pt x="739821" y="21291"/>
                  <a:pt x="737869" y="19422"/>
                </a:cubicBezTo>
                <a:moveTo>
                  <a:pt x="736139" y="63244"/>
                </a:moveTo>
                <a:cubicBezTo>
                  <a:pt x="736139" y="50587"/>
                  <a:pt x="735696" y="41794"/>
                  <a:pt x="734808" y="36864"/>
                </a:cubicBezTo>
                <a:lnTo>
                  <a:pt x="735208" y="36332"/>
                </a:lnTo>
                <a:cubicBezTo>
                  <a:pt x="735651" y="36332"/>
                  <a:pt x="737037" y="36398"/>
                  <a:pt x="739366" y="36531"/>
                </a:cubicBezTo>
                <a:cubicBezTo>
                  <a:pt x="741695" y="36664"/>
                  <a:pt x="743525" y="36731"/>
                  <a:pt x="744856" y="36731"/>
                </a:cubicBezTo>
                <a:cubicBezTo>
                  <a:pt x="747119" y="36731"/>
                  <a:pt x="750268" y="36509"/>
                  <a:pt x="754305" y="36066"/>
                </a:cubicBezTo>
                <a:cubicBezTo>
                  <a:pt x="755104" y="36066"/>
                  <a:pt x="755503" y="36531"/>
                  <a:pt x="755503" y="37463"/>
                </a:cubicBezTo>
                <a:cubicBezTo>
                  <a:pt x="754616" y="48566"/>
                  <a:pt x="754172" y="56648"/>
                  <a:pt x="754172" y="61711"/>
                </a:cubicBezTo>
                <a:lnTo>
                  <a:pt x="754172" y="70705"/>
                </a:lnTo>
                <a:cubicBezTo>
                  <a:pt x="754172" y="80608"/>
                  <a:pt x="754616" y="88802"/>
                  <a:pt x="755503" y="95287"/>
                </a:cubicBezTo>
                <a:lnTo>
                  <a:pt x="755237" y="95687"/>
                </a:lnTo>
                <a:cubicBezTo>
                  <a:pt x="751155" y="95421"/>
                  <a:pt x="747795" y="95287"/>
                  <a:pt x="745156" y="95287"/>
                </a:cubicBezTo>
                <a:cubicBezTo>
                  <a:pt x="742516" y="95287"/>
                  <a:pt x="739156" y="95421"/>
                  <a:pt x="735075" y="95687"/>
                </a:cubicBezTo>
                <a:lnTo>
                  <a:pt x="734808" y="95287"/>
                </a:lnTo>
                <a:cubicBezTo>
                  <a:pt x="735696" y="89114"/>
                  <a:pt x="736139" y="80920"/>
                  <a:pt x="736139" y="70705"/>
                </a:cubicBezTo>
                <a:lnTo>
                  <a:pt x="736139" y="63244"/>
                </a:lnTo>
                <a:close/>
                <a:moveTo>
                  <a:pt x="835535" y="70700"/>
                </a:moveTo>
                <a:cubicBezTo>
                  <a:pt x="835535" y="80695"/>
                  <a:pt x="836023" y="88891"/>
                  <a:pt x="836999" y="95287"/>
                </a:cubicBezTo>
                <a:lnTo>
                  <a:pt x="836733" y="95687"/>
                </a:lnTo>
                <a:cubicBezTo>
                  <a:pt x="832740" y="95421"/>
                  <a:pt x="829191" y="95287"/>
                  <a:pt x="826086" y="95287"/>
                </a:cubicBezTo>
                <a:lnTo>
                  <a:pt x="816970" y="95687"/>
                </a:lnTo>
                <a:lnTo>
                  <a:pt x="816704" y="95287"/>
                </a:lnTo>
                <a:cubicBezTo>
                  <a:pt x="817236" y="90445"/>
                  <a:pt x="817502" y="82249"/>
                  <a:pt x="817502" y="70700"/>
                </a:cubicBezTo>
                <a:lnTo>
                  <a:pt x="817502" y="58573"/>
                </a:lnTo>
                <a:cubicBezTo>
                  <a:pt x="817502" y="50133"/>
                  <a:pt x="815151" y="45914"/>
                  <a:pt x="810449" y="45914"/>
                </a:cubicBezTo>
                <a:cubicBezTo>
                  <a:pt x="805436" y="45914"/>
                  <a:pt x="800157" y="49534"/>
                  <a:pt x="794612" y="56774"/>
                </a:cubicBezTo>
                <a:lnTo>
                  <a:pt x="794612" y="70700"/>
                </a:lnTo>
                <a:cubicBezTo>
                  <a:pt x="794612" y="80873"/>
                  <a:pt x="794878" y="89069"/>
                  <a:pt x="795410" y="95287"/>
                </a:cubicBezTo>
                <a:lnTo>
                  <a:pt x="795011" y="95687"/>
                </a:lnTo>
                <a:cubicBezTo>
                  <a:pt x="792482" y="95421"/>
                  <a:pt x="789666" y="95287"/>
                  <a:pt x="786560" y="95287"/>
                </a:cubicBezTo>
                <a:lnTo>
                  <a:pt x="775381" y="95687"/>
                </a:lnTo>
                <a:lnTo>
                  <a:pt x="775115" y="95287"/>
                </a:lnTo>
                <a:cubicBezTo>
                  <a:pt x="776135" y="89026"/>
                  <a:pt x="776646" y="80831"/>
                  <a:pt x="776646" y="70705"/>
                </a:cubicBezTo>
                <a:lnTo>
                  <a:pt x="776646" y="63244"/>
                </a:lnTo>
                <a:cubicBezTo>
                  <a:pt x="776646" y="51165"/>
                  <a:pt x="776135" y="42327"/>
                  <a:pt x="775115" y="36731"/>
                </a:cubicBezTo>
                <a:lnTo>
                  <a:pt x="775381" y="36332"/>
                </a:lnTo>
                <a:cubicBezTo>
                  <a:pt x="783189" y="36687"/>
                  <a:pt x="789111" y="36553"/>
                  <a:pt x="793148" y="35932"/>
                </a:cubicBezTo>
                <a:cubicBezTo>
                  <a:pt x="793769" y="35932"/>
                  <a:pt x="794168" y="36387"/>
                  <a:pt x="794346" y="37297"/>
                </a:cubicBezTo>
                <a:cubicBezTo>
                  <a:pt x="794523" y="38206"/>
                  <a:pt x="794612" y="41523"/>
                  <a:pt x="794612" y="47247"/>
                </a:cubicBezTo>
                <a:lnTo>
                  <a:pt x="795144" y="47646"/>
                </a:lnTo>
                <a:cubicBezTo>
                  <a:pt x="798249" y="43742"/>
                  <a:pt x="801710" y="40725"/>
                  <a:pt x="805525" y="38596"/>
                </a:cubicBezTo>
                <a:cubicBezTo>
                  <a:pt x="809340" y="36465"/>
                  <a:pt x="813022" y="35400"/>
                  <a:pt x="816570" y="35400"/>
                </a:cubicBezTo>
                <a:cubicBezTo>
                  <a:pt x="822825" y="35400"/>
                  <a:pt x="827550" y="37010"/>
                  <a:pt x="830744" y="40229"/>
                </a:cubicBezTo>
                <a:cubicBezTo>
                  <a:pt x="833938" y="43446"/>
                  <a:pt x="835535" y="48561"/>
                  <a:pt x="835535" y="55575"/>
                </a:cubicBezTo>
                <a:lnTo>
                  <a:pt x="835535" y="70700"/>
                </a:lnTo>
                <a:close/>
                <a:moveTo>
                  <a:pt x="910048" y="55722"/>
                </a:moveTo>
                <a:cubicBezTo>
                  <a:pt x="910048" y="61920"/>
                  <a:pt x="907508" y="66848"/>
                  <a:pt x="902429" y="70505"/>
                </a:cubicBezTo>
                <a:cubicBezTo>
                  <a:pt x="897349" y="74162"/>
                  <a:pt x="890751" y="75990"/>
                  <a:pt x="882633" y="75990"/>
                </a:cubicBezTo>
                <a:cubicBezTo>
                  <a:pt x="878152" y="75990"/>
                  <a:pt x="874736" y="75502"/>
                  <a:pt x="872385" y="74527"/>
                </a:cubicBezTo>
                <a:cubicBezTo>
                  <a:pt x="871321" y="76139"/>
                  <a:pt x="870788" y="78199"/>
                  <a:pt x="870788" y="80709"/>
                </a:cubicBezTo>
                <a:cubicBezTo>
                  <a:pt x="870788" y="85105"/>
                  <a:pt x="873428" y="87302"/>
                  <a:pt x="878707" y="87302"/>
                </a:cubicBezTo>
                <a:cubicBezTo>
                  <a:pt x="878884" y="87302"/>
                  <a:pt x="879184" y="87280"/>
                  <a:pt x="879605" y="87236"/>
                </a:cubicBezTo>
                <a:cubicBezTo>
                  <a:pt x="880026" y="87192"/>
                  <a:pt x="880592" y="87125"/>
                  <a:pt x="881302" y="87036"/>
                </a:cubicBezTo>
                <a:cubicBezTo>
                  <a:pt x="884762" y="86593"/>
                  <a:pt x="887623" y="86371"/>
                  <a:pt x="889886" y="86371"/>
                </a:cubicBezTo>
                <a:cubicBezTo>
                  <a:pt x="893523" y="86371"/>
                  <a:pt x="896884" y="86613"/>
                  <a:pt x="899967" y="87097"/>
                </a:cubicBezTo>
                <a:cubicBezTo>
                  <a:pt x="903050" y="87579"/>
                  <a:pt x="906177" y="88413"/>
                  <a:pt x="909349" y="89598"/>
                </a:cubicBezTo>
                <a:cubicBezTo>
                  <a:pt x="912521" y="90782"/>
                  <a:pt x="915038" y="92647"/>
                  <a:pt x="916902" y="95194"/>
                </a:cubicBezTo>
                <a:cubicBezTo>
                  <a:pt x="918765" y="97740"/>
                  <a:pt x="919696" y="100813"/>
                  <a:pt x="919696" y="104412"/>
                </a:cubicBezTo>
                <a:cubicBezTo>
                  <a:pt x="919696" y="107990"/>
                  <a:pt x="918388" y="111400"/>
                  <a:pt x="915770" y="114643"/>
                </a:cubicBezTo>
                <a:cubicBezTo>
                  <a:pt x="913153" y="117885"/>
                  <a:pt x="909759" y="120558"/>
                  <a:pt x="905589" y="122661"/>
                </a:cubicBezTo>
                <a:cubicBezTo>
                  <a:pt x="898669" y="126105"/>
                  <a:pt x="889531" y="127804"/>
                  <a:pt x="878174" y="127760"/>
                </a:cubicBezTo>
                <a:cubicBezTo>
                  <a:pt x="873738" y="127760"/>
                  <a:pt x="869657" y="127327"/>
                  <a:pt x="865931" y="126462"/>
                </a:cubicBezTo>
                <a:cubicBezTo>
                  <a:pt x="862204" y="125597"/>
                  <a:pt x="858933" y="123901"/>
                  <a:pt x="856116" y="121374"/>
                </a:cubicBezTo>
                <a:cubicBezTo>
                  <a:pt x="853299" y="118848"/>
                  <a:pt x="851890" y="115673"/>
                  <a:pt x="851890" y="111850"/>
                </a:cubicBezTo>
                <a:cubicBezTo>
                  <a:pt x="851890" y="107451"/>
                  <a:pt x="852889" y="104002"/>
                  <a:pt x="854885" y="101501"/>
                </a:cubicBezTo>
                <a:cubicBezTo>
                  <a:pt x="855905" y="100894"/>
                  <a:pt x="857813" y="99972"/>
                  <a:pt x="860607" y="98737"/>
                </a:cubicBezTo>
                <a:cubicBezTo>
                  <a:pt x="863402" y="97502"/>
                  <a:pt x="865310" y="96552"/>
                  <a:pt x="866330" y="95886"/>
                </a:cubicBezTo>
                <a:cubicBezTo>
                  <a:pt x="859143" y="94776"/>
                  <a:pt x="855550" y="91222"/>
                  <a:pt x="855550" y="85225"/>
                </a:cubicBezTo>
                <a:cubicBezTo>
                  <a:pt x="855550" y="83029"/>
                  <a:pt x="856748" y="80789"/>
                  <a:pt x="859143" y="78504"/>
                </a:cubicBezTo>
                <a:cubicBezTo>
                  <a:pt x="861539" y="76218"/>
                  <a:pt x="864289" y="74515"/>
                  <a:pt x="867395" y="73395"/>
                </a:cubicBezTo>
                <a:lnTo>
                  <a:pt x="867661" y="72730"/>
                </a:lnTo>
                <a:cubicBezTo>
                  <a:pt x="865398" y="72020"/>
                  <a:pt x="863602" y="71199"/>
                  <a:pt x="862271" y="70268"/>
                </a:cubicBezTo>
                <a:cubicBezTo>
                  <a:pt x="857302" y="66808"/>
                  <a:pt x="854840" y="62172"/>
                  <a:pt x="854885" y="56361"/>
                </a:cubicBezTo>
                <a:cubicBezTo>
                  <a:pt x="854885" y="50017"/>
                  <a:pt x="857447" y="44938"/>
                  <a:pt x="862570" y="41123"/>
                </a:cubicBezTo>
                <a:cubicBezTo>
                  <a:pt x="867694" y="37308"/>
                  <a:pt x="874071" y="35400"/>
                  <a:pt x="881701" y="35400"/>
                </a:cubicBezTo>
                <a:cubicBezTo>
                  <a:pt x="885782" y="35400"/>
                  <a:pt x="889065" y="35777"/>
                  <a:pt x="891549" y="36531"/>
                </a:cubicBezTo>
                <a:cubicBezTo>
                  <a:pt x="894078" y="36398"/>
                  <a:pt x="898314" y="36221"/>
                  <a:pt x="904259" y="35999"/>
                </a:cubicBezTo>
                <a:cubicBezTo>
                  <a:pt x="910203" y="35777"/>
                  <a:pt x="914395" y="35578"/>
                  <a:pt x="916835" y="35400"/>
                </a:cubicBezTo>
                <a:lnTo>
                  <a:pt x="917301" y="35789"/>
                </a:lnTo>
                <a:cubicBezTo>
                  <a:pt x="917035" y="36959"/>
                  <a:pt x="916879" y="38236"/>
                  <a:pt x="916835" y="39621"/>
                </a:cubicBezTo>
                <a:cubicBezTo>
                  <a:pt x="916835" y="40834"/>
                  <a:pt x="916990" y="42047"/>
                  <a:pt x="917301" y="43258"/>
                </a:cubicBezTo>
                <a:lnTo>
                  <a:pt x="916835" y="43660"/>
                </a:lnTo>
                <a:cubicBezTo>
                  <a:pt x="915682" y="43571"/>
                  <a:pt x="913486" y="43359"/>
                  <a:pt x="910247" y="43023"/>
                </a:cubicBezTo>
                <a:cubicBezTo>
                  <a:pt x="907009" y="42688"/>
                  <a:pt x="904614" y="42498"/>
                  <a:pt x="903061" y="42453"/>
                </a:cubicBezTo>
                <a:cubicBezTo>
                  <a:pt x="904081" y="43169"/>
                  <a:pt x="905035" y="44051"/>
                  <a:pt x="905922" y="45101"/>
                </a:cubicBezTo>
                <a:cubicBezTo>
                  <a:pt x="906809" y="46150"/>
                  <a:pt x="907552" y="47256"/>
                  <a:pt x="908151" y="48417"/>
                </a:cubicBezTo>
                <a:cubicBezTo>
                  <a:pt x="908750" y="49579"/>
                  <a:pt x="909216" y="50797"/>
                  <a:pt x="909549" y="52071"/>
                </a:cubicBezTo>
                <a:cubicBezTo>
                  <a:pt x="909881" y="53343"/>
                  <a:pt x="910048" y="54561"/>
                  <a:pt x="910048" y="55722"/>
                </a:cubicBezTo>
                <a:moveTo>
                  <a:pt x="891948" y="55857"/>
                </a:moveTo>
                <a:cubicBezTo>
                  <a:pt x="891948" y="50438"/>
                  <a:pt x="891305" y="46584"/>
                  <a:pt x="890019" y="44294"/>
                </a:cubicBezTo>
                <a:cubicBezTo>
                  <a:pt x="888732" y="42002"/>
                  <a:pt x="886137" y="40856"/>
                  <a:pt x="882233" y="40856"/>
                </a:cubicBezTo>
                <a:cubicBezTo>
                  <a:pt x="876067" y="40856"/>
                  <a:pt x="872984" y="45767"/>
                  <a:pt x="872984" y="55589"/>
                </a:cubicBezTo>
                <a:cubicBezTo>
                  <a:pt x="872984" y="60996"/>
                  <a:pt x="873616" y="64838"/>
                  <a:pt x="874881" y="67118"/>
                </a:cubicBezTo>
                <a:cubicBezTo>
                  <a:pt x="876145" y="69395"/>
                  <a:pt x="878729" y="70534"/>
                  <a:pt x="882633" y="70534"/>
                </a:cubicBezTo>
                <a:cubicBezTo>
                  <a:pt x="888843" y="70534"/>
                  <a:pt x="891948" y="65642"/>
                  <a:pt x="891948" y="55857"/>
                </a:cubicBezTo>
                <a:moveTo>
                  <a:pt x="872452" y="97550"/>
                </a:moveTo>
                <a:cubicBezTo>
                  <a:pt x="869524" y="100485"/>
                  <a:pt x="868060" y="104368"/>
                  <a:pt x="868060" y="109199"/>
                </a:cubicBezTo>
                <a:cubicBezTo>
                  <a:pt x="868060" y="113166"/>
                  <a:pt x="869613" y="116121"/>
                  <a:pt x="872718" y="118061"/>
                </a:cubicBezTo>
                <a:cubicBezTo>
                  <a:pt x="875823" y="120002"/>
                  <a:pt x="878906" y="120972"/>
                  <a:pt x="881967" y="120972"/>
                </a:cubicBezTo>
                <a:cubicBezTo>
                  <a:pt x="887867" y="120972"/>
                  <a:pt x="892680" y="119743"/>
                  <a:pt x="896407" y="117284"/>
                </a:cubicBezTo>
                <a:cubicBezTo>
                  <a:pt x="900133" y="114826"/>
                  <a:pt x="901996" y="111549"/>
                  <a:pt x="901996" y="107452"/>
                </a:cubicBezTo>
                <a:cubicBezTo>
                  <a:pt x="901996" y="105252"/>
                  <a:pt x="901519" y="103473"/>
                  <a:pt x="900566" y="102114"/>
                </a:cubicBezTo>
                <a:cubicBezTo>
                  <a:pt x="899612" y="100756"/>
                  <a:pt x="898203" y="99764"/>
                  <a:pt x="896340" y="99139"/>
                </a:cubicBezTo>
                <a:cubicBezTo>
                  <a:pt x="894477" y="98513"/>
                  <a:pt x="892725" y="98114"/>
                  <a:pt x="891083" y="97941"/>
                </a:cubicBezTo>
                <a:cubicBezTo>
                  <a:pt x="889442" y="97769"/>
                  <a:pt x="887446" y="97683"/>
                  <a:pt x="885095" y="97683"/>
                </a:cubicBezTo>
                <a:cubicBezTo>
                  <a:pt x="884651" y="97683"/>
                  <a:pt x="883342" y="97704"/>
                  <a:pt x="881169" y="97747"/>
                </a:cubicBezTo>
                <a:cubicBezTo>
                  <a:pt x="878995" y="97790"/>
                  <a:pt x="877132" y="97812"/>
                  <a:pt x="875579" y="97812"/>
                </a:cubicBezTo>
                <a:cubicBezTo>
                  <a:pt x="874958" y="97812"/>
                  <a:pt x="873916" y="97725"/>
                  <a:pt x="872452" y="975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ad35ecc724f7a"/>
          <a:stretch xmlns:a="http://schemas.openxmlformats.org/drawingml/2006/main"/>
        </p:blipFill>
        <p:spPr>
          <a:xfrm xmlns:a="http://schemas.openxmlformats.org/drawingml/2006/main">
            <a:off x="5351360" y="4904510"/>
            <a:ext cx="197147" cy="175242"/>
          </a:xfrm>
          <a:prstGeom xmlns:a="http://schemas.openxmlformats.org/drawingml/2006/main" prst="rect">
            <a:avLst/>
          </a:prstGeom>
        </p:spPr>
      </p:pic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D0225-FF53-4252-BDBC-E3D0FC3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15" y="5087488"/>
            <a:ext cx="163411" cy="163415"/>
          </a:xfrm>
          <a:custGeom xmlns:a="http://schemas.openxmlformats.org/drawingml/2006/main">
            <a:pathLst>
              <a:path w="163411" h="163415">
                <a:moveTo>
                  <a:pt x="0" y="163415"/>
                </a:moveTo>
                <a:lnTo>
                  <a:pt x="163411" y="163415"/>
                </a:lnTo>
                <a:lnTo>
                  <a:pt x="163410" y="0"/>
                </a:lnTo>
                <a:lnTo>
                  <a:pt x="0" y="0"/>
                </a:lnTo>
                <a:lnTo>
                  <a:pt x="0" y="1634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B46F0-56DE-4AC6-893B-BB141260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62" y="5096563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5E0EB-FFAC-458E-8185-4A40F8B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925" y="5096563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CF4F5-D1CC-4392-8D1F-39FEA29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994" y="5096563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80A36-53A9-4819-8F11-BE7EA63C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62" y="5146498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0C0CA-CFF2-40AF-A28E-7C463A98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925" y="5146498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5878D-5D31-415A-8E99-00378F04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925" y="5196431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EFB64-6527-420E-842F-5B334A04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63" y="5196431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F0A70-FC72-4421-9659-676FA9D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994" y="5196430"/>
            <a:ext cx="45393" cy="45394"/>
          </a:xfrm>
          <a:custGeom xmlns:a="http://schemas.openxmlformats.org/drawingml/2006/main">
            <a:pathLst>
              <a:path w="45393" h="45394">
                <a:moveTo>
                  <a:pt x="0" y="45394"/>
                </a:moveTo>
                <a:lnTo>
                  <a:pt x="45393" y="45394"/>
                </a:lnTo>
                <a:lnTo>
                  <a:pt x="45392" y="0"/>
                </a:lnTo>
                <a:lnTo>
                  <a:pt x="0" y="0"/>
                </a:lnTo>
                <a:lnTo>
                  <a:pt x="0" y="45394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78972-72BF-4939-924A-8DAADDB3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713" y="5428575"/>
            <a:ext cx="155540" cy="155395"/>
          </a:xfrm>
          <a:custGeom xmlns:a="http://schemas.openxmlformats.org/drawingml/2006/main">
            <a:pathLst>
              <a:path w="155540" h="155395">
                <a:moveTo>
                  <a:pt x="72447" y="179"/>
                </a:moveTo>
                <a:lnTo>
                  <a:pt x="67219" y="710"/>
                </a:lnTo>
                <a:lnTo>
                  <a:pt x="62100" y="1579"/>
                </a:lnTo>
                <a:lnTo>
                  <a:pt x="57100" y="2776"/>
                </a:lnTo>
                <a:lnTo>
                  <a:pt x="52230" y="4290"/>
                </a:lnTo>
                <a:lnTo>
                  <a:pt x="47503" y="6108"/>
                </a:lnTo>
                <a:lnTo>
                  <a:pt x="42931" y="8219"/>
                </a:lnTo>
                <a:lnTo>
                  <a:pt x="38523" y="10611"/>
                </a:lnTo>
                <a:lnTo>
                  <a:pt x="34293" y="13273"/>
                </a:lnTo>
                <a:lnTo>
                  <a:pt x="30252" y="16193"/>
                </a:lnTo>
                <a:lnTo>
                  <a:pt x="26411" y="19360"/>
                </a:lnTo>
                <a:lnTo>
                  <a:pt x="22783" y="22762"/>
                </a:lnTo>
                <a:lnTo>
                  <a:pt x="19378" y="26387"/>
                </a:lnTo>
                <a:lnTo>
                  <a:pt x="16208" y="30224"/>
                </a:lnTo>
                <a:lnTo>
                  <a:pt x="13285" y="34262"/>
                </a:lnTo>
                <a:lnTo>
                  <a:pt x="10621" y="38488"/>
                </a:lnTo>
                <a:lnTo>
                  <a:pt x="8226" y="42891"/>
                </a:lnTo>
                <a:lnTo>
                  <a:pt x="6113" y="47460"/>
                </a:lnTo>
                <a:lnTo>
                  <a:pt x="4294" y="52182"/>
                </a:lnTo>
                <a:lnTo>
                  <a:pt x="2779" y="57047"/>
                </a:lnTo>
                <a:lnTo>
                  <a:pt x="1580" y="62042"/>
                </a:lnTo>
                <a:lnTo>
                  <a:pt x="710" y="67157"/>
                </a:lnTo>
                <a:lnTo>
                  <a:pt x="179" y="72379"/>
                </a:lnTo>
                <a:lnTo>
                  <a:pt x="0" y="77698"/>
                </a:lnTo>
                <a:lnTo>
                  <a:pt x="179" y="83016"/>
                </a:lnTo>
                <a:lnTo>
                  <a:pt x="710" y="88238"/>
                </a:lnTo>
                <a:lnTo>
                  <a:pt x="1581" y="93353"/>
                </a:lnTo>
                <a:lnTo>
                  <a:pt x="2779" y="98348"/>
                </a:lnTo>
                <a:lnTo>
                  <a:pt x="4294" y="103213"/>
                </a:lnTo>
                <a:lnTo>
                  <a:pt x="6113" y="107936"/>
                </a:lnTo>
                <a:lnTo>
                  <a:pt x="8226" y="112504"/>
                </a:lnTo>
                <a:lnTo>
                  <a:pt x="10621" y="116908"/>
                </a:lnTo>
                <a:lnTo>
                  <a:pt x="13285" y="121134"/>
                </a:lnTo>
                <a:lnTo>
                  <a:pt x="16208" y="125171"/>
                </a:lnTo>
                <a:lnTo>
                  <a:pt x="19378" y="129008"/>
                </a:lnTo>
                <a:lnTo>
                  <a:pt x="22783" y="132634"/>
                </a:lnTo>
                <a:lnTo>
                  <a:pt x="26412" y="136035"/>
                </a:lnTo>
                <a:lnTo>
                  <a:pt x="30253" y="139202"/>
                </a:lnTo>
                <a:lnTo>
                  <a:pt x="34294" y="142123"/>
                </a:lnTo>
                <a:lnTo>
                  <a:pt x="38524" y="144785"/>
                </a:lnTo>
                <a:lnTo>
                  <a:pt x="42931" y="147177"/>
                </a:lnTo>
                <a:lnTo>
                  <a:pt x="47504" y="149288"/>
                </a:lnTo>
                <a:lnTo>
                  <a:pt x="52231" y="151106"/>
                </a:lnTo>
                <a:lnTo>
                  <a:pt x="57100" y="152619"/>
                </a:lnTo>
                <a:lnTo>
                  <a:pt x="62100" y="153816"/>
                </a:lnTo>
                <a:lnTo>
                  <a:pt x="67220" y="154686"/>
                </a:lnTo>
                <a:lnTo>
                  <a:pt x="72447" y="155216"/>
                </a:lnTo>
                <a:lnTo>
                  <a:pt x="77770" y="155395"/>
                </a:lnTo>
                <a:lnTo>
                  <a:pt x="83093" y="155216"/>
                </a:lnTo>
                <a:lnTo>
                  <a:pt x="88320" y="154686"/>
                </a:lnTo>
                <a:lnTo>
                  <a:pt x="93440" y="153816"/>
                </a:lnTo>
                <a:lnTo>
                  <a:pt x="98440" y="152619"/>
                </a:lnTo>
                <a:lnTo>
                  <a:pt x="103310" y="151106"/>
                </a:lnTo>
                <a:lnTo>
                  <a:pt x="108036" y="149288"/>
                </a:lnTo>
                <a:lnTo>
                  <a:pt x="112609" y="147177"/>
                </a:lnTo>
                <a:lnTo>
                  <a:pt x="117017" y="144785"/>
                </a:lnTo>
                <a:lnTo>
                  <a:pt x="121247" y="142123"/>
                </a:lnTo>
                <a:lnTo>
                  <a:pt x="125288" y="139202"/>
                </a:lnTo>
                <a:lnTo>
                  <a:pt x="129128" y="136035"/>
                </a:lnTo>
                <a:lnTo>
                  <a:pt x="132757" y="132634"/>
                </a:lnTo>
                <a:lnTo>
                  <a:pt x="136162" y="129008"/>
                </a:lnTo>
                <a:lnTo>
                  <a:pt x="139332" y="125171"/>
                </a:lnTo>
                <a:lnTo>
                  <a:pt x="142255" y="121134"/>
                </a:lnTo>
                <a:lnTo>
                  <a:pt x="144919" y="116908"/>
                </a:lnTo>
                <a:lnTo>
                  <a:pt x="147314" y="112504"/>
                </a:lnTo>
                <a:lnTo>
                  <a:pt x="149427" y="107936"/>
                </a:lnTo>
                <a:lnTo>
                  <a:pt x="151246" y="103213"/>
                </a:lnTo>
                <a:lnTo>
                  <a:pt x="152761" y="98348"/>
                </a:lnTo>
                <a:lnTo>
                  <a:pt x="153960" y="93353"/>
                </a:lnTo>
                <a:lnTo>
                  <a:pt x="154830" y="88238"/>
                </a:lnTo>
                <a:lnTo>
                  <a:pt x="155361" y="83016"/>
                </a:lnTo>
                <a:lnTo>
                  <a:pt x="155540" y="77698"/>
                </a:lnTo>
                <a:lnTo>
                  <a:pt x="155361" y="72379"/>
                </a:lnTo>
                <a:lnTo>
                  <a:pt x="154830" y="67157"/>
                </a:lnTo>
                <a:lnTo>
                  <a:pt x="153959" y="62042"/>
                </a:lnTo>
                <a:lnTo>
                  <a:pt x="152761" y="57047"/>
                </a:lnTo>
                <a:lnTo>
                  <a:pt x="151246" y="52182"/>
                </a:lnTo>
                <a:lnTo>
                  <a:pt x="149427" y="47460"/>
                </a:lnTo>
                <a:lnTo>
                  <a:pt x="147314" y="42891"/>
                </a:lnTo>
                <a:lnTo>
                  <a:pt x="144919" y="38488"/>
                </a:lnTo>
                <a:lnTo>
                  <a:pt x="142255" y="34262"/>
                </a:lnTo>
                <a:lnTo>
                  <a:pt x="139332" y="30224"/>
                </a:lnTo>
                <a:lnTo>
                  <a:pt x="136162" y="26387"/>
                </a:lnTo>
                <a:lnTo>
                  <a:pt x="132757" y="22762"/>
                </a:lnTo>
                <a:lnTo>
                  <a:pt x="129128" y="19360"/>
                </a:lnTo>
                <a:lnTo>
                  <a:pt x="125287" y="16193"/>
                </a:lnTo>
                <a:lnTo>
                  <a:pt x="121246" y="13273"/>
                </a:lnTo>
                <a:lnTo>
                  <a:pt x="117016" y="10611"/>
                </a:lnTo>
                <a:lnTo>
                  <a:pt x="112609" y="8219"/>
                </a:lnTo>
                <a:lnTo>
                  <a:pt x="108036" y="6108"/>
                </a:lnTo>
                <a:lnTo>
                  <a:pt x="103309" y="4290"/>
                </a:lnTo>
                <a:lnTo>
                  <a:pt x="98440" y="2776"/>
                </a:lnTo>
                <a:lnTo>
                  <a:pt x="93440" y="1579"/>
                </a:lnTo>
                <a:lnTo>
                  <a:pt x="88320" y="710"/>
                </a:lnTo>
                <a:lnTo>
                  <a:pt x="83093" y="179"/>
                </a:lnTo>
                <a:lnTo>
                  <a:pt x="77770" y="0"/>
                </a:lnTo>
                <a:lnTo>
                  <a:pt x="72447" y="179"/>
                </a:lnTo>
                <a:close/>
              </a:path>
            </a:pathLst>
          </a:custGeom>
          <a:solidFill xmlns:a="http://schemas.openxmlformats.org/drawingml/2006/main">
            <a:srgbClr val="2C8E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00D90-F2F4-45A6-95A6-8A37D04A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304" y="5454854"/>
            <a:ext cx="96597" cy="102507"/>
          </a:xfrm>
          <a:custGeom xmlns:a="http://schemas.openxmlformats.org/drawingml/2006/main">
            <a:pathLst>
              <a:path w="96597" h="102507">
                <a:moveTo>
                  <a:pt x="96087" y="74968"/>
                </a:moveTo>
                <a:cubicBezTo>
                  <a:pt x="95546" y="70708"/>
                  <a:pt x="91943" y="67768"/>
                  <a:pt x="87319" y="67828"/>
                </a:cubicBezTo>
                <a:cubicBezTo>
                  <a:pt x="80412" y="67918"/>
                  <a:pt x="74617" y="71488"/>
                  <a:pt x="70774" y="73858"/>
                </a:cubicBezTo>
                <a:cubicBezTo>
                  <a:pt x="69272" y="74788"/>
                  <a:pt x="67981" y="75478"/>
                  <a:pt x="66870" y="75988"/>
                </a:cubicBezTo>
                <a:cubicBezTo>
                  <a:pt x="67110" y="72508"/>
                  <a:pt x="66900" y="67948"/>
                  <a:pt x="65099" y="62938"/>
                </a:cubicBezTo>
                <a:cubicBezTo>
                  <a:pt x="62907" y="56938"/>
                  <a:pt x="59964" y="53248"/>
                  <a:pt x="57862" y="51118"/>
                </a:cubicBezTo>
                <a:cubicBezTo>
                  <a:pt x="60294" y="47579"/>
                  <a:pt x="63627" y="42419"/>
                  <a:pt x="65189" y="34439"/>
                </a:cubicBezTo>
                <a:cubicBezTo>
                  <a:pt x="66540" y="27629"/>
                  <a:pt x="66119" y="17039"/>
                  <a:pt x="63027" y="11100"/>
                </a:cubicBezTo>
                <a:cubicBezTo>
                  <a:pt x="62396" y="9900"/>
                  <a:pt x="61345" y="9030"/>
                  <a:pt x="60024" y="8670"/>
                </a:cubicBezTo>
                <a:cubicBezTo>
                  <a:pt x="59483" y="8520"/>
                  <a:pt x="58462" y="8220"/>
                  <a:pt x="56451" y="8790"/>
                </a:cubicBezTo>
                <a:cubicBezTo>
                  <a:pt x="53418" y="2520"/>
                  <a:pt x="52367" y="1860"/>
                  <a:pt x="51556" y="1320"/>
                </a:cubicBezTo>
                <a:cubicBezTo>
                  <a:pt x="49875" y="240"/>
                  <a:pt x="47893" y="0"/>
                  <a:pt x="46031" y="690"/>
                </a:cubicBezTo>
                <a:cubicBezTo>
                  <a:pt x="43539" y="1590"/>
                  <a:pt x="41407" y="3990"/>
                  <a:pt x="39395" y="8250"/>
                </a:cubicBezTo>
                <a:cubicBezTo>
                  <a:pt x="39095" y="8880"/>
                  <a:pt x="38825" y="9480"/>
                  <a:pt x="38585" y="10080"/>
                </a:cubicBezTo>
                <a:cubicBezTo>
                  <a:pt x="34771" y="10350"/>
                  <a:pt x="28766" y="11730"/>
                  <a:pt x="23691" y="17219"/>
                </a:cubicBezTo>
                <a:cubicBezTo>
                  <a:pt x="23061" y="17909"/>
                  <a:pt x="21829" y="18419"/>
                  <a:pt x="20538" y="18899"/>
                </a:cubicBezTo>
                <a:lnTo>
                  <a:pt x="20568" y="18899"/>
                </a:lnTo>
                <a:cubicBezTo>
                  <a:pt x="17926" y="19829"/>
                  <a:pt x="16725" y="21989"/>
                  <a:pt x="15254" y="25889"/>
                </a:cubicBezTo>
                <a:cubicBezTo>
                  <a:pt x="13212" y="31349"/>
                  <a:pt x="15314" y="36719"/>
                  <a:pt x="17386" y="40199"/>
                </a:cubicBezTo>
                <a:cubicBezTo>
                  <a:pt x="14563" y="42719"/>
                  <a:pt x="10810" y="46739"/>
                  <a:pt x="8828" y="51448"/>
                </a:cubicBezTo>
                <a:cubicBezTo>
                  <a:pt x="6366" y="57268"/>
                  <a:pt x="6095" y="62968"/>
                  <a:pt x="6186" y="66058"/>
                </a:cubicBezTo>
                <a:cubicBezTo>
                  <a:pt x="4084" y="68278"/>
                  <a:pt x="841" y="72448"/>
                  <a:pt x="480" y="77128"/>
                </a:cubicBezTo>
                <a:cubicBezTo>
                  <a:pt x="0" y="83668"/>
                  <a:pt x="2372" y="88107"/>
                  <a:pt x="3423" y="89727"/>
                </a:cubicBezTo>
                <a:cubicBezTo>
                  <a:pt x="3723" y="90207"/>
                  <a:pt x="4054" y="90597"/>
                  <a:pt x="4414" y="90987"/>
                </a:cubicBezTo>
                <a:cubicBezTo>
                  <a:pt x="4294" y="91797"/>
                  <a:pt x="4264" y="92667"/>
                  <a:pt x="4444" y="93567"/>
                </a:cubicBezTo>
                <a:cubicBezTo>
                  <a:pt x="4834" y="95667"/>
                  <a:pt x="6156" y="97377"/>
                  <a:pt x="8167" y="98457"/>
                </a:cubicBezTo>
                <a:cubicBezTo>
                  <a:pt x="12131" y="100557"/>
                  <a:pt x="17656" y="101457"/>
                  <a:pt x="21920" y="99327"/>
                </a:cubicBezTo>
                <a:cubicBezTo>
                  <a:pt x="23451" y="100947"/>
                  <a:pt x="26244" y="102507"/>
                  <a:pt x="31318" y="102507"/>
                </a:cubicBezTo>
                <a:lnTo>
                  <a:pt x="31619" y="102507"/>
                </a:lnTo>
                <a:cubicBezTo>
                  <a:pt x="32910" y="102507"/>
                  <a:pt x="49304" y="101637"/>
                  <a:pt x="54079" y="100467"/>
                </a:cubicBezTo>
                <a:cubicBezTo>
                  <a:pt x="56211" y="99957"/>
                  <a:pt x="57682" y="99057"/>
                  <a:pt x="58643" y="98247"/>
                </a:cubicBezTo>
                <a:cubicBezTo>
                  <a:pt x="61706" y="97287"/>
                  <a:pt x="70173" y="94407"/>
                  <a:pt x="78160" y="89247"/>
                </a:cubicBezTo>
                <a:cubicBezTo>
                  <a:pt x="83806" y="85587"/>
                  <a:pt x="85757" y="84807"/>
                  <a:pt x="89961" y="83787"/>
                </a:cubicBezTo>
                <a:cubicBezTo>
                  <a:pt x="94045" y="82798"/>
                  <a:pt x="96597" y="79078"/>
                  <a:pt x="96087" y="74968"/>
                </a:cubicBezTo>
                <a:close/>
                <a:moveTo>
                  <a:pt x="88940" y="79378"/>
                </a:moveTo>
                <a:cubicBezTo>
                  <a:pt x="84136" y="80518"/>
                  <a:pt x="81704" y="81568"/>
                  <a:pt x="75758" y="85437"/>
                </a:cubicBezTo>
                <a:cubicBezTo>
                  <a:pt x="66480" y="91437"/>
                  <a:pt x="56331" y="94227"/>
                  <a:pt x="56331" y="94227"/>
                </a:cubicBezTo>
                <a:cubicBezTo>
                  <a:pt x="56331" y="94227"/>
                  <a:pt x="55490" y="95487"/>
                  <a:pt x="53058" y="96057"/>
                </a:cubicBezTo>
                <a:cubicBezTo>
                  <a:pt x="48854" y="97077"/>
                  <a:pt x="33030" y="97947"/>
                  <a:pt x="31589" y="97977"/>
                </a:cubicBezTo>
                <a:cubicBezTo>
                  <a:pt x="27715" y="98007"/>
                  <a:pt x="25343" y="96987"/>
                  <a:pt x="24682" y="95397"/>
                </a:cubicBezTo>
                <a:cubicBezTo>
                  <a:pt x="22670" y="90597"/>
                  <a:pt x="27565" y="88497"/>
                  <a:pt x="27565" y="88497"/>
                </a:cubicBezTo>
                <a:cubicBezTo>
                  <a:pt x="27565" y="88497"/>
                  <a:pt x="26484" y="87837"/>
                  <a:pt x="25853" y="87237"/>
                </a:cubicBezTo>
                <a:cubicBezTo>
                  <a:pt x="25283" y="86667"/>
                  <a:pt x="24682" y="85527"/>
                  <a:pt x="24502" y="85947"/>
                </a:cubicBezTo>
                <a:cubicBezTo>
                  <a:pt x="23751" y="87777"/>
                  <a:pt x="23361" y="92247"/>
                  <a:pt x="21349" y="94257"/>
                </a:cubicBezTo>
                <a:cubicBezTo>
                  <a:pt x="18587" y="97047"/>
                  <a:pt x="13362" y="96117"/>
                  <a:pt x="10269" y="94497"/>
                </a:cubicBezTo>
                <a:cubicBezTo>
                  <a:pt x="6876" y="92697"/>
                  <a:pt x="10509" y="88467"/>
                  <a:pt x="10509" y="88467"/>
                </a:cubicBezTo>
                <a:cubicBezTo>
                  <a:pt x="10509" y="88467"/>
                  <a:pt x="8678" y="89547"/>
                  <a:pt x="7207" y="87327"/>
                </a:cubicBezTo>
                <a:cubicBezTo>
                  <a:pt x="5885" y="85287"/>
                  <a:pt x="4654" y="81808"/>
                  <a:pt x="4984" y="77518"/>
                </a:cubicBezTo>
                <a:cubicBezTo>
                  <a:pt x="5345" y="72628"/>
                  <a:pt x="10810" y="67888"/>
                  <a:pt x="10810" y="67888"/>
                </a:cubicBezTo>
                <a:cubicBezTo>
                  <a:pt x="10810" y="67888"/>
                  <a:pt x="9849" y="60658"/>
                  <a:pt x="13002" y="53248"/>
                </a:cubicBezTo>
                <a:cubicBezTo>
                  <a:pt x="15854" y="46499"/>
                  <a:pt x="23541" y="41069"/>
                  <a:pt x="23541" y="41069"/>
                </a:cubicBezTo>
                <a:cubicBezTo>
                  <a:pt x="23541" y="41069"/>
                  <a:pt x="17085" y="33929"/>
                  <a:pt x="19487" y="27509"/>
                </a:cubicBezTo>
                <a:cubicBezTo>
                  <a:pt x="21049" y="23309"/>
                  <a:pt x="21679" y="23339"/>
                  <a:pt x="22190" y="23159"/>
                </a:cubicBezTo>
                <a:cubicBezTo>
                  <a:pt x="23991" y="22469"/>
                  <a:pt x="25733" y="21719"/>
                  <a:pt x="27024" y="20309"/>
                </a:cubicBezTo>
                <a:cubicBezTo>
                  <a:pt x="33480" y="13350"/>
                  <a:pt x="41707" y="14670"/>
                  <a:pt x="41707" y="14670"/>
                </a:cubicBezTo>
                <a:cubicBezTo>
                  <a:pt x="41707" y="14670"/>
                  <a:pt x="45611" y="2820"/>
                  <a:pt x="49214" y="5130"/>
                </a:cubicBezTo>
                <a:cubicBezTo>
                  <a:pt x="50325" y="5850"/>
                  <a:pt x="54319" y="14730"/>
                  <a:pt x="54319" y="14730"/>
                </a:cubicBezTo>
                <a:cubicBezTo>
                  <a:pt x="54319" y="14730"/>
                  <a:pt x="58583" y="12240"/>
                  <a:pt x="59063" y="13170"/>
                </a:cubicBezTo>
                <a:cubicBezTo>
                  <a:pt x="61645" y="18179"/>
                  <a:pt x="61946" y="27749"/>
                  <a:pt x="60805" y="33569"/>
                </a:cubicBezTo>
                <a:cubicBezTo>
                  <a:pt x="58883" y="43169"/>
                  <a:pt x="54079" y="48329"/>
                  <a:pt x="52157" y="51568"/>
                </a:cubicBezTo>
                <a:cubicBezTo>
                  <a:pt x="51707" y="52318"/>
                  <a:pt x="57322" y="54688"/>
                  <a:pt x="60865" y="64498"/>
                </a:cubicBezTo>
                <a:cubicBezTo>
                  <a:pt x="64138" y="73468"/>
                  <a:pt x="61225" y="80998"/>
                  <a:pt x="61736" y="81838"/>
                </a:cubicBezTo>
                <a:cubicBezTo>
                  <a:pt x="61826" y="81988"/>
                  <a:pt x="61856" y="82048"/>
                  <a:pt x="61856" y="82048"/>
                </a:cubicBezTo>
                <a:cubicBezTo>
                  <a:pt x="61856" y="82048"/>
                  <a:pt x="65609" y="82348"/>
                  <a:pt x="73146" y="77698"/>
                </a:cubicBezTo>
                <a:cubicBezTo>
                  <a:pt x="77170" y="75208"/>
                  <a:pt x="81944" y="72418"/>
                  <a:pt x="87379" y="72358"/>
                </a:cubicBezTo>
                <a:cubicBezTo>
                  <a:pt x="92633" y="72268"/>
                  <a:pt x="92904" y="78418"/>
                  <a:pt x="88940" y="793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0e95c92244d41"/>
          <a:stretch xmlns:a="http://schemas.openxmlformats.org/drawingml/2006/main"/>
        </p:blipFill>
        <p:spPr>
          <a:xfrm xmlns:a="http://schemas.openxmlformats.org/drawingml/2006/main">
            <a:off x="5371756" y="5262149"/>
            <a:ext cx="154000" cy="154000"/>
          </a:xfrm>
          <a:prstGeom xmlns:a="http://schemas.openxmlformats.org/drawingml/2006/main" prst="rect">
            <a:avLst/>
          </a:prstGeom>
        </p:spPr>
      </p:pic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26314-8C0E-4B95-A1B1-C4B2252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6" y="50892"/>
            <a:ext cx="2901489" cy="665290"/>
          </a:xfrm>
          <a:custGeom xmlns:a="http://schemas.openxmlformats.org/drawingml/2006/main">
            <a:pathLst>
              <a:path w="2901489" h="665290">
                <a:moveTo>
                  <a:pt x="0" y="665290"/>
                </a:moveTo>
                <a:lnTo>
                  <a:pt x="0" y="0"/>
                </a:lnTo>
                <a:lnTo>
                  <a:pt x="2901489" y="0"/>
                </a:lnTo>
                <a:lnTo>
                  <a:pt x="2901489" y="665290"/>
                </a:lnTo>
                <a:lnTo>
                  <a:pt x="0" y="665290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6F3E2-5EE9-4404-8346-63416245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71" y="2585827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2ED12-6088-484D-8B83-1DFBC1DE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3460801"/>
            <a:ext cx="1515173" cy="548288"/>
          </a:xfrm>
          <a:custGeom xmlns:a="http://schemas.openxmlformats.org/drawingml/2006/main">
            <a:pathLst>
              <a:path w="1515173" h="548288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82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6DB23-1B0B-4546-85BE-5DDE5C8B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3460801"/>
            <a:ext cx="1515173" cy="548288"/>
          </a:xfrm>
          <a:custGeom xmlns:a="http://schemas.openxmlformats.org/drawingml/2006/main">
            <a:pathLst>
              <a:path w="1515173" h="548288" fill="none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82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44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C16E6CAF-2B6E-4ABE-9EB9-57B9B43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723" y="3688132"/>
            <a:ext cx="639234" cy="101010"/>
          </a:xfrm>
          <a:custGeom xmlns:a="http://schemas.openxmlformats.org/drawingml/2006/main">
            <a:pathLst>
              <a:path w="639234" h="101010">
                <a:moveTo>
                  <a:pt x="65876" y="63348"/>
                </a:moveTo>
                <a:lnTo>
                  <a:pt x="84974" y="69336"/>
                </a:lnTo>
                <a:cubicBezTo>
                  <a:pt x="82046" y="80051"/>
                  <a:pt x="77177" y="88009"/>
                  <a:pt x="70368" y="93210"/>
                </a:cubicBezTo>
                <a:cubicBezTo>
                  <a:pt x="63558" y="98410"/>
                  <a:pt x="54919" y="101010"/>
                  <a:pt x="44450" y="101010"/>
                </a:cubicBezTo>
                <a:cubicBezTo>
                  <a:pt x="31496" y="101010"/>
                  <a:pt x="20850" y="96579"/>
                  <a:pt x="12510" y="87718"/>
                </a:cubicBezTo>
                <a:cubicBezTo>
                  <a:pt x="4170" y="78856"/>
                  <a:pt x="0" y="66740"/>
                  <a:pt x="0" y="51372"/>
                </a:cubicBezTo>
                <a:cubicBezTo>
                  <a:pt x="0" y="35114"/>
                  <a:pt x="4192" y="22488"/>
                  <a:pt x="12576" y="13493"/>
                </a:cubicBezTo>
                <a:cubicBezTo>
                  <a:pt x="20961" y="4498"/>
                  <a:pt x="31984" y="0"/>
                  <a:pt x="45647" y="0"/>
                </a:cubicBezTo>
                <a:cubicBezTo>
                  <a:pt x="57581" y="0"/>
                  <a:pt x="67273" y="3535"/>
                  <a:pt x="74726" y="10605"/>
                </a:cubicBezTo>
                <a:cubicBezTo>
                  <a:pt x="79162" y="14785"/>
                  <a:pt x="82489" y="20787"/>
                  <a:pt x="84707" y="28613"/>
                </a:cubicBezTo>
                <a:lnTo>
                  <a:pt x="65211" y="33271"/>
                </a:lnTo>
                <a:cubicBezTo>
                  <a:pt x="64057" y="28214"/>
                  <a:pt x="61651" y="24221"/>
                  <a:pt x="57991" y="21293"/>
                </a:cubicBezTo>
                <a:cubicBezTo>
                  <a:pt x="54331" y="18365"/>
                  <a:pt x="49884" y="16902"/>
                  <a:pt x="44649" y="16902"/>
                </a:cubicBezTo>
                <a:cubicBezTo>
                  <a:pt x="37419" y="16902"/>
                  <a:pt x="31552" y="19497"/>
                  <a:pt x="27049" y="24687"/>
                </a:cubicBezTo>
                <a:cubicBezTo>
                  <a:pt x="22546" y="29877"/>
                  <a:pt x="20295" y="38284"/>
                  <a:pt x="20295" y="49906"/>
                </a:cubicBezTo>
                <a:cubicBezTo>
                  <a:pt x="20295" y="62238"/>
                  <a:pt x="22513" y="71022"/>
                  <a:pt x="26949" y="76257"/>
                </a:cubicBezTo>
                <a:cubicBezTo>
                  <a:pt x="31385" y="81491"/>
                  <a:pt x="37152" y="84108"/>
                  <a:pt x="44250" y="84108"/>
                </a:cubicBezTo>
                <a:cubicBezTo>
                  <a:pt x="49485" y="84108"/>
                  <a:pt x="53987" y="82440"/>
                  <a:pt x="57758" y="79103"/>
                </a:cubicBezTo>
                <a:cubicBezTo>
                  <a:pt x="61529" y="75765"/>
                  <a:pt x="64235" y="70513"/>
                  <a:pt x="65876" y="63348"/>
                </a:cubicBezTo>
                <a:close/>
                <a:moveTo>
                  <a:pt x="97394" y="62948"/>
                </a:moveTo>
                <a:cubicBezTo>
                  <a:pt x="97394" y="56738"/>
                  <a:pt x="98924" y="50727"/>
                  <a:pt x="101985" y="44916"/>
                </a:cubicBezTo>
                <a:cubicBezTo>
                  <a:pt x="105046" y="39104"/>
                  <a:pt x="109382" y="34668"/>
                  <a:pt x="114994" y="31607"/>
                </a:cubicBezTo>
                <a:cubicBezTo>
                  <a:pt x="120606" y="28546"/>
                  <a:pt x="126872" y="27016"/>
                  <a:pt x="133792" y="27016"/>
                </a:cubicBezTo>
                <a:cubicBezTo>
                  <a:pt x="144483" y="27016"/>
                  <a:pt x="153244" y="30487"/>
                  <a:pt x="160076" y="37430"/>
                </a:cubicBezTo>
                <a:cubicBezTo>
                  <a:pt x="166908" y="44372"/>
                  <a:pt x="170323" y="53144"/>
                  <a:pt x="170323" y="63747"/>
                </a:cubicBezTo>
                <a:cubicBezTo>
                  <a:pt x="170323" y="74438"/>
                  <a:pt x="166874" y="83299"/>
                  <a:pt x="159976" y="90330"/>
                </a:cubicBezTo>
                <a:cubicBezTo>
                  <a:pt x="153078" y="97361"/>
                  <a:pt x="144394" y="100877"/>
                  <a:pt x="133925" y="100877"/>
                </a:cubicBezTo>
                <a:cubicBezTo>
                  <a:pt x="127448" y="100877"/>
                  <a:pt x="121271" y="99413"/>
                  <a:pt x="115393" y="96485"/>
                </a:cubicBezTo>
                <a:cubicBezTo>
                  <a:pt x="109516" y="93557"/>
                  <a:pt x="105046" y="89265"/>
                  <a:pt x="101985" y="83609"/>
                </a:cubicBezTo>
                <a:cubicBezTo>
                  <a:pt x="98924" y="77953"/>
                  <a:pt x="97394" y="71066"/>
                  <a:pt x="97394" y="62948"/>
                </a:cubicBezTo>
                <a:moveTo>
                  <a:pt x="116558" y="63946"/>
                </a:moveTo>
                <a:cubicBezTo>
                  <a:pt x="116558" y="70933"/>
                  <a:pt x="118221" y="76284"/>
                  <a:pt x="121548" y="80000"/>
                </a:cubicBezTo>
                <a:cubicBezTo>
                  <a:pt x="124876" y="83715"/>
                  <a:pt x="128979" y="85572"/>
                  <a:pt x="133859" y="85572"/>
                </a:cubicBezTo>
                <a:cubicBezTo>
                  <a:pt x="138738" y="85572"/>
                  <a:pt x="142831" y="83715"/>
                  <a:pt x="146136" y="80000"/>
                </a:cubicBezTo>
                <a:cubicBezTo>
                  <a:pt x="149440" y="76284"/>
                  <a:pt x="151093" y="70889"/>
                  <a:pt x="151093" y="63813"/>
                </a:cubicBezTo>
                <a:cubicBezTo>
                  <a:pt x="151093" y="56915"/>
                  <a:pt x="149440" y="51608"/>
                  <a:pt x="146136" y="47893"/>
                </a:cubicBezTo>
                <a:cubicBezTo>
                  <a:pt x="142831" y="44178"/>
                  <a:pt x="138738" y="42320"/>
                  <a:pt x="133859" y="42320"/>
                </a:cubicBezTo>
                <a:cubicBezTo>
                  <a:pt x="128979" y="42320"/>
                  <a:pt x="124876" y="44178"/>
                  <a:pt x="121548" y="47893"/>
                </a:cubicBezTo>
                <a:cubicBezTo>
                  <a:pt x="118221" y="51608"/>
                  <a:pt x="116558" y="56960"/>
                  <a:pt x="116558" y="63946"/>
                </a:cubicBezTo>
                <a:close/>
                <a:moveTo>
                  <a:pt x="249796" y="99280"/>
                </a:moveTo>
                <a:lnTo>
                  <a:pt x="232428" y="99280"/>
                </a:lnTo>
                <a:lnTo>
                  <a:pt x="232428" y="88899"/>
                </a:lnTo>
                <a:cubicBezTo>
                  <a:pt x="229545" y="92936"/>
                  <a:pt x="226140" y="95942"/>
                  <a:pt x="222214" y="97916"/>
                </a:cubicBezTo>
                <a:cubicBezTo>
                  <a:pt x="218288" y="99890"/>
                  <a:pt x="214329" y="100877"/>
                  <a:pt x="210337" y="100877"/>
                </a:cubicBezTo>
                <a:cubicBezTo>
                  <a:pt x="202219" y="100877"/>
                  <a:pt x="195265" y="97605"/>
                  <a:pt x="189476" y="91062"/>
                </a:cubicBezTo>
                <a:cubicBezTo>
                  <a:pt x="183687" y="84519"/>
                  <a:pt x="180792" y="75392"/>
                  <a:pt x="180792" y="63680"/>
                </a:cubicBezTo>
                <a:cubicBezTo>
                  <a:pt x="180792" y="51703"/>
                  <a:pt x="183609" y="42598"/>
                  <a:pt x="189243" y="36365"/>
                </a:cubicBezTo>
                <a:cubicBezTo>
                  <a:pt x="194877" y="30132"/>
                  <a:pt x="201997" y="27016"/>
                  <a:pt x="210603" y="27016"/>
                </a:cubicBezTo>
                <a:cubicBezTo>
                  <a:pt x="218499" y="27016"/>
                  <a:pt x="225331" y="30299"/>
                  <a:pt x="231098" y="36864"/>
                </a:cubicBezTo>
                <a:lnTo>
                  <a:pt x="231098" y="1730"/>
                </a:lnTo>
                <a:lnTo>
                  <a:pt x="249796" y="1730"/>
                </a:lnTo>
                <a:lnTo>
                  <a:pt x="249796" y="99280"/>
                </a:lnTo>
                <a:moveTo>
                  <a:pt x="199890" y="62451"/>
                </a:moveTo>
                <a:cubicBezTo>
                  <a:pt x="199890" y="69982"/>
                  <a:pt x="200932" y="75430"/>
                  <a:pt x="203017" y="78796"/>
                </a:cubicBezTo>
                <a:cubicBezTo>
                  <a:pt x="206034" y="83668"/>
                  <a:pt x="210248" y="86105"/>
                  <a:pt x="215660" y="86105"/>
                </a:cubicBezTo>
                <a:cubicBezTo>
                  <a:pt x="219963" y="86105"/>
                  <a:pt x="223623" y="84278"/>
                  <a:pt x="226639" y="80623"/>
                </a:cubicBezTo>
                <a:cubicBezTo>
                  <a:pt x="229656" y="76969"/>
                  <a:pt x="231164" y="71510"/>
                  <a:pt x="231164" y="64246"/>
                </a:cubicBezTo>
                <a:cubicBezTo>
                  <a:pt x="231164" y="56139"/>
                  <a:pt x="229700" y="50303"/>
                  <a:pt x="226772" y="46737"/>
                </a:cubicBezTo>
                <a:cubicBezTo>
                  <a:pt x="223845" y="43172"/>
                  <a:pt x="220096" y="41389"/>
                  <a:pt x="215527" y="41389"/>
                </a:cubicBezTo>
                <a:cubicBezTo>
                  <a:pt x="211091" y="41389"/>
                  <a:pt x="207376" y="43149"/>
                  <a:pt x="204381" y="46671"/>
                </a:cubicBezTo>
                <a:cubicBezTo>
                  <a:pt x="201387" y="50192"/>
                  <a:pt x="199890" y="55452"/>
                  <a:pt x="199890" y="62451"/>
                </a:cubicBezTo>
                <a:close/>
                <a:moveTo>
                  <a:pt x="309172" y="76789"/>
                </a:moveTo>
                <a:lnTo>
                  <a:pt x="327804" y="79983"/>
                </a:lnTo>
                <a:cubicBezTo>
                  <a:pt x="325408" y="86792"/>
                  <a:pt x="321627" y="91977"/>
                  <a:pt x="316459" y="95537"/>
                </a:cubicBezTo>
                <a:cubicBezTo>
                  <a:pt x="311291" y="99097"/>
                  <a:pt x="304825" y="100877"/>
                  <a:pt x="297062" y="100877"/>
                </a:cubicBezTo>
                <a:cubicBezTo>
                  <a:pt x="284774" y="100877"/>
                  <a:pt x="275680" y="96862"/>
                  <a:pt x="269780" y="88833"/>
                </a:cubicBezTo>
                <a:cubicBezTo>
                  <a:pt x="265122" y="82401"/>
                  <a:pt x="262793" y="74283"/>
                  <a:pt x="262793" y="64479"/>
                </a:cubicBezTo>
                <a:cubicBezTo>
                  <a:pt x="262793" y="52767"/>
                  <a:pt x="265854" y="43596"/>
                  <a:pt x="271976" y="36964"/>
                </a:cubicBezTo>
                <a:cubicBezTo>
                  <a:pt x="278097" y="30332"/>
                  <a:pt x="285838" y="27016"/>
                  <a:pt x="295199" y="27016"/>
                </a:cubicBezTo>
                <a:cubicBezTo>
                  <a:pt x="305712" y="27016"/>
                  <a:pt x="314008" y="30487"/>
                  <a:pt x="320085" y="37430"/>
                </a:cubicBezTo>
                <a:cubicBezTo>
                  <a:pt x="326163" y="44372"/>
                  <a:pt x="329068" y="55008"/>
                  <a:pt x="328802" y="69336"/>
                </a:cubicBezTo>
                <a:lnTo>
                  <a:pt x="281957" y="69336"/>
                </a:lnTo>
                <a:cubicBezTo>
                  <a:pt x="282090" y="74881"/>
                  <a:pt x="283598" y="79195"/>
                  <a:pt x="286482" y="82279"/>
                </a:cubicBezTo>
                <a:cubicBezTo>
                  <a:pt x="289365" y="85362"/>
                  <a:pt x="292958" y="86903"/>
                  <a:pt x="297261" y="86903"/>
                </a:cubicBezTo>
                <a:cubicBezTo>
                  <a:pt x="300189" y="86903"/>
                  <a:pt x="302651" y="86105"/>
                  <a:pt x="304648" y="84508"/>
                </a:cubicBezTo>
                <a:cubicBezTo>
                  <a:pt x="306644" y="82911"/>
                  <a:pt x="308152" y="80338"/>
                  <a:pt x="309172" y="76789"/>
                </a:cubicBezTo>
                <a:moveTo>
                  <a:pt x="310237" y="57891"/>
                </a:moveTo>
                <a:cubicBezTo>
                  <a:pt x="310104" y="52501"/>
                  <a:pt x="308707" y="48403"/>
                  <a:pt x="306045" y="45598"/>
                </a:cubicBezTo>
                <a:cubicBezTo>
                  <a:pt x="303383" y="42792"/>
                  <a:pt x="300145" y="41389"/>
                  <a:pt x="296330" y="41389"/>
                </a:cubicBezTo>
                <a:cubicBezTo>
                  <a:pt x="292249" y="41389"/>
                  <a:pt x="288877" y="42869"/>
                  <a:pt x="286216" y="45828"/>
                </a:cubicBezTo>
                <a:cubicBezTo>
                  <a:pt x="283554" y="48789"/>
                  <a:pt x="282245" y="52810"/>
                  <a:pt x="282290" y="57891"/>
                </a:cubicBezTo>
                <a:lnTo>
                  <a:pt x="310237" y="57891"/>
                </a:lnTo>
                <a:close/>
                <a:moveTo>
                  <a:pt x="343221" y="99280"/>
                </a:moveTo>
                <a:lnTo>
                  <a:pt x="343221" y="1730"/>
                </a:lnTo>
                <a:lnTo>
                  <a:pt x="361919" y="1730"/>
                </a:lnTo>
                <a:lnTo>
                  <a:pt x="361919" y="36864"/>
                </a:lnTo>
                <a:cubicBezTo>
                  <a:pt x="367686" y="30299"/>
                  <a:pt x="374517" y="27016"/>
                  <a:pt x="382414" y="27016"/>
                </a:cubicBezTo>
                <a:cubicBezTo>
                  <a:pt x="391020" y="27016"/>
                  <a:pt x="398140" y="30132"/>
                  <a:pt x="403773" y="36365"/>
                </a:cubicBezTo>
                <a:cubicBezTo>
                  <a:pt x="409407" y="42598"/>
                  <a:pt x="412224" y="51547"/>
                  <a:pt x="412224" y="63214"/>
                </a:cubicBezTo>
                <a:cubicBezTo>
                  <a:pt x="412224" y="75281"/>
                  <a:pt x="409352" y="84574"/>
                  <a:pt x="403607" y="91095"/>
                </a:cubicBezTo>
                <a:cubicBezTo>
                  <a:pt x="397862" y="97616"/>
                  <a:pt x="390886" y="100877"/>
                  <a:pt x="382680" y="100877"/>
                </a:cubicBezTo>
                <a:cubicBezTo>
                  <a:pt x="378643" y="100877"/>
                  <a:pt x="374661" y="99868"/>
                  <a:pt x="370736" y="97849"/>
                </a:cubicBezTo>
                <a:cubicBezTo>
                  <a:pt x="366810" y="95831"/>
                  <a:pt x="363427" y="92848"/>
                  <a:pt x="360588" y="88899"/>
                </a:cubicBezTo>
                <a:lnTo>
                  <a:pt x="360588" y="99280"/>
                </a:lnTo>
                <a:lnTo>
                  <a:pt x="343221" y="99280"/>
                </a:lnTo>
                <a:moveTo>
                  <a:pt x="361786" y="62451"/>
                </a:moveTo>
                <a:cubicBezTo>
                  <a:pt x="361786" y="69760"/>
                  <a:pt x="362939" y="75163"/>
                  <a:pt x="365246" y="78662"/>
                </a:cubicBezTo>
                <a:cubicBezTo>
                  <a:pt x="368484" y="83624"/>
                  <a:pt x="372787" y="86105"/>
                  <a:pt x="378155" y="86105"/>
                </a:cubicBezTo>
                <a:cubicBezTo>
                  <a:pt x="382280" y="86105"/>
                  <a:pt x="385796" y="84344"/>
                  <a:pt x="388702" y="80823"/>
                </a:cubicBezTo>
                <a:cubicBezTo>
                  <a:pt x="391607" y="77302"/>
                  <a:pt x="393060" y="71754"/>
                  <a:pt x="393060" y="64179"/>
                </a:cubicBezTo>
                <a:cubicBezTo>
                  <a:pt x="393060" y="56117"/>
                  <a:pt x="391596" y="50303"/>
                  <a:pt x="388668" y="46737"/>
                </a:cubicBezTo>
                <a:cubicBezTo>
                  <a:pt x="385741" y="43172"/>
                  <a:pt x="381992" y="41389"/>
                  <a:pt x="377423" y="41389"/>
                </a:cubicBezTo>
                <a:cubicBezTo>
                  <a:pt x="372942" y="41389"/>
                  <a:pt x="369216" y="43128"/>
                  <a:pt x="366244" y="46606"/>
                </a:cubicBezTo>
                <a:cubicBezTo>
                  <a:pt x="363272" y="50083"/>
                  <a:pt x="361786" y="55365"/>
                  <a:pt x="361786" y="62451"/>
                </a:cubicBezTo>
                <a:close/>
                <a:moveTo>
                  <a:pt x="441258" y="50438"/>
                </a:moveTo>
                <a:lnTo>
                  <a:pt x="424290" y="47378"/>
                </a:lnTo>
                <a:cubicBezTo>
                  <a:pt x="426198" y="40456"/>
                  <a:pt x="429481" y="35332"/>
                  <a:pt x="434138" y="32006"/>
                </a:cubicBezTo>
                <a:cubicBezTo>
                  <a:pt x="438796" y="28679"/>
                  <a:pt x="445717" y="27016"/>
                  <a:pt x="454899" y="27016"/>
                </a:cubicBezTo>
                <a:cubicBezTo>
                  <a:pt x="463239" y="27016"/>
                  <a:pt x="469450" y="28003"/>
                  <a:pt x="473531" y="29977"/>
                </a:cubicBezTo>
                <a:cubicBezTo>
                  <a:pt x="477612" y="31951"/>
                  <a:pt x="480485" y="34457"/>
                  <a:pt x="482148" y="37496"/>
                </a:cubicBezTo>
                <a:cubicBezTo>
                  <a:pt x="483812" y="40535"/>
                  <a:pt x="484643" y="46113"/>
                  <a:pt x="484643" y="54231"/>
                </a:cubicBezTo>
                <a:lnTo>
                  <a:pt x="484444" y="76057"/>
                </a:lnTo>
                <a:cubicBezTo>
                  <a:pt x="484444" y="82267"/>
                  <a:pt x="484743" y="86848"/>
                  <a:pt x="485342" y="89798"/>
                </a:cubicBezTo>
                <a:cubicBezTo>
                  <a:pt x="485941" y="92748"/>
                  <a:pt x="487061" y="95909"/>
                  <a:pt x="488702" y="99280"/>
                </a:cubicBezTo>
                <a:lnTo>
                  <a:pt x="470204" y="99280"/>
                </a:lnTo>
                <a:cubicBezTo>
                  <a:pt x="469716" y="98038"/>
                  <a:pt x="469117" y="96197"/>
                  <a:pt x="468407" y="93757"/>
                </a:cubicBezTo>
                <a:cubicBezTo>
                  <a:pt x="468097" y="92648"/>
                  <a:pt x="467875" y="91916"/>
                  <a:pt x="467742" y="91561"/>
                </a:cubicBezTo>
                <a:cubicBezTo>
                  <a:pt x="464548" y="94666"/>
                  <a:pt x="461132" y="96995"/>
                  <a:pt x="457494" y="98548"/>
                </a:cubicBezTo>
                <a:cubicBezTo>
                  <a:pt x="453857" y="100101"/>
                  <a:pt x="449975" y="100877"/>
                  <a:pt x="445850" y="100877"/>
                </a:cubicBezTo>
                <a:cubicBezTo>
                  <a:pt x="438575" y="100877"/>
                  <a:pt x="432841" y="98911"/>
                  <a:pt x="428649" y="94980"/>
                </a:cubicBezTo>
                <a:cubicBezTo>
                  <a:pt x="424457" y="91048"/>
                  <a:pt x="422361" y="86078"/>
                  <a:pt x="422361" y="80070"/>
                </a:cubicBezTo>
                <a:cubicBezTo>
                  <a:pt x="422361" y="76094"/>
                  <a:pt x="423314" y="72550"/>
                  <a:pt x="425222" y="69436"/>
                </a:cubicBezTo>
                <a:cubicBezTo>
                  <a:pt x="427129" y="66321"/>
                  <a:pt x="429802" y="63935"/>
                  <a:pt x="433240" y="62279"/>
                </a:cubicBezTo>
                <a:cubicBezTo>
                  <a:pt x="436678" y="60622"/>
                  <a:pt x="441635" y="59176"/>
                  <a:pt x="448112" y="57939"/>
                </a:cubicBezTo>
                <a:cubicBezTo>
                  <a:pt x="456851" y="56305"/>
                  <a:pt x="462907" y="54780"/>
                  <a:pt x="466278" y="53366"/>
                </a:cubicBezTo>
                <a:lnTo>
                  <a:pt x="466278" y="51482"/>
                </a:lnTo>
                <a:cubicBezTo>
                  <a:pt x="466278" y="47849"/>
                  <a:pt x="465391" y="45259"/>
                  <a:pt x="463616" y="43712"/>
                </a:cubicBezTo>
                <a:cubicBezTo>
                  <a:pt x="461842" y="42163"/>
                  <a:pt x="458493" y="41389"/>
                  <a:pt x="453569" y="41389"/>
                </a:cubicBezTo>
                <a:cubicBezTo>
                  <a:pt x="450241" y="41389"/>
                  <a:pt x="447646" y="42058"/>
                  <a:pt x="445783" y="43398"/>
                </a:cubicBezTo>
                <a:cubicBezTo>
                  <a:pt x="443920" y="44735"/>
                  <a:pt x="442412" y="47082"/>
                  <a:pt x="441258" y="50438"/>
                </a:cubicBezTo>
                <a:moveTo>
                  <a:pt x="466278" y="65610"/>
                </a:moveTo>
                <a:cubicBezTo>
                  <a:pt x="463882" y="66399"/>
                  <a:pt x="460090" y="67341"/>
                  <a:pt x="454899" y="68438"/>
                </a:cubicBezTo>
                <a:cubicBezTo>
                  <a:pt x="449709" y="69533"/>
                  <a:pt x="446316" y="70607"/>
                  <a:pt x="444719" y="71659"/>
                </a:cubicBezTo>
                <a:cubicBezTo>
                  <a:pt x="442279" y="73368"/>
                  <a:pt x="441059" y="75538"/>
                  <a:pt x="441059" y="78168"/>
                </a:cubicBezTo>
                <a:cubicBezTo>
                  <a:pt x="441059" y="80754"/>
                  <a:pt x="442035" y="82990"/>
                  <a:pt x="443987" y="84876"/>
                </a:cubicBezTo>
                <a:cubicBezTo>
                  <a:pt x="445938" y="86760"/>
                  <a:pt x="448423" y="87702"/>
                  <a:pt x="451439" y="87702"/>
                </a:cubicBezTo>
                <a:cubicBezTo>
                  <a:pt x="454811" y="87702"/>
                  <a:pt x="458027" y="86606"/>
                  <a:pt x="461088" y="84414"/>
                </a:cubicBezTo>
                <a:cubicBezTo>
                  <a:pt x="463350" y="82749"/>
                  <a:pt x="464836" y="80711"/>
                  <a:pt x="465546" y="78299"/>
                </a:cubicBezTo>
                <a:cubicBezTo>
                  <a:pt x="466034" y="76721"/>
                  <a:pt x="466278" y="73719"/>
                  <a:pt x="466278" y="69293"/>
                </a:cubicBezTo>
                <a:lnTo>
                  <a:pt x="466278" y="65610"/>
                </a:lnTo>
                <a:close/>
                <a:moveTo>
                  <a:pt x="496467" y="79184"/>
                </a:moveTo>
                <a:lnTo>
                  <a:pt x="515231" y="76257"/>
                </a:lnTo>
                <a:cubicBezTo>
                  <a:pt x="516030" y="79872"/>
                  <a:pt x="517649" y="82617"/>
                  <a:pt x="520089" y="84491"/>
                </a:cubicBezTo>
                <a:cubicBezTo>
                  <a:pt x="522529" y="86365"/>
                  <a:pt x="525945" y="87302"/>
                  <a:pt x="530336" y="87302"/>
                </a:cubicBezTo>
                <a:cubicBezTo>
                  <a:pt x="535172" y="87302"/>
                  <a:pt x="538809" y="86417"/>
                  <a:pt x="541249" y="84645"/>
                </a:cubicBezTo>
                <a:cubicBezTo>
                  <a:pt x="542891" y="83404"/>
                  <a:pt x="543711" y="81743"/>
                  <a:pt x="543711" y="79661"/>
                </a:cubicBezTo>
                <a:cubicBezTo>
                  <a:pt x="543711" y="78242"/>
                  <a:pt x="543268" y="77068"/>
                  <a:pt x="542380" y="76138"/>
                </a:cubicBezTo>
                <a:cubicBezTo>
                  <a:pt x="541449" y="75252"/>
                  <a:pt x="539364" y="74433"/>
                  <a:pt x="536126" y="73680"/>
                </a:cubicBezTo>
                <a:cubicBezTo>
                  <a:pt x="521043" y="70359"/>
                  <a:pt x="511483" y="67324"/>
                  <a:pt x="507446" y="64576"/>
                </a:cubicBezTo>
                <a:cubicBezTo>
                  <a:pt x="501857" y="60764"/>
                  <a:pt x="499062" y="55468"/>
                  <a:pt x="499062" y="48688"/>
                </a:cubicBezTo>
                <a:cubicBezTo>
                  <a:pt x="499062" y="42571"/>
                  <a:pt x="501480" y="37430"/>
                  <a:pt x="506315" y="33265"/>
                </a:cubicBezTo>
                <a:cubicBezTo>
                  <a:pt x="511150" y="29099"/>
                  <a:pt x="518647" y="27016"/>
                  <a:pt x="528806" y="27016"/>
                </a:cubicBezTo>
                <a:cubicBezTo>
                  <a:pt x="538477" y="27016"/>
                  <a:pt x="545663" y="28585"/>
                  <a:pt x="550365" y="31724"/>
                </a:cubicBezTo>
                <a:cubicBezTo>
                  <a:pt x="555068" y="34862"/>
                  <a:pt x="558306" y="39503"/>
                  <a:pt x="560080" y="45647"/>
                </a:cubicBezTo>
                <a:lnTo>
                  <a:pt x="542447" y="48975"/>
                </a:lnTo>
                <a:cubicBezTo>
                  <a:pt x="541693" y="46224"/>
                  <a:pt x="540262" y="44117"/>
                  <a:pt x="538155" y="42653"/>
                </a:cubicBezTo>
                <a:cubicBezTo>
                  <a:pt x="536048" y="41189"/>
                  <a:pt x="533042" y="40457"/>
                  <a:pt x="529139" y="40457"/>
                </a:cubicBezTo>
                <a:cubicBezTo>
                  <a:pt x="524215" y="40457"/>
                  <a:pt x="520688" y="41144"/>
                  <a:pt x="518559" y="42518"/>
                </a:cubicBezTo>
                <a:cubicBezTo>
                  <a:pt x="517139" y="43491"/>
                  <a:pt x="516429" y="44753"/>
                  <a:pt x="516429" y="46305"/>
                </a:cubicBezTo>
                <a:cubicBezTo>
                  <a:pt x="516429" y="47633"/>
                  <a:pt x="517050" y="48762"/>
                  <a:pt x="518292" y="49692"/>
                </a:cubicBezTo>
                <a:cubicBezTo>
                  <a:pt x="519978" y="50933"/>
                  <a:pt x="525801" y="52683"/>
                  <a:pt x="535760" y="54942"/>
                </a:cubicBezTo>
                <a:cubicBezTo>
                  <a:pt x="545719" y="57202"/>
                  <a:pt x="552672" y="59974"/>
                  <a:pt x="556620" y="63258"/>
                </a:cubicBezTo>
                <a:cubicBezTo>
                  <a:pt x="560524" y="66588"/>
                  <a:pt x="562476" y="71226"/>
                  <a:pt x="562476" y="77174"/>
                </a:cubicBezTo>
                <a:cubicBezTo>
                  <a:pt x="562476" y="83654"/>
                  <a:pt x="559770" y="89225"/>
                  <a:pt x="554358" y="93886"/>
                </a:cubicBezTo>
                <a:cubicBezTo>
                  <a:pt x="548946" y="98547"/>
                  <a:pt x="540939" y="100877"/>
                  <a:pt x="530336" y="100877"/>
                </a:cubicBezTo>
                <a:cubicBezTo>
                  <a:pt x="520710" y="100877"/>
                  <a:pt x="513091" y="98931"/>
                  <a:pt x="507479" y="95040"/>
                </a:cubicBezTo>
                <a:cubicBezTo>
                  <a:pt x="501868" y="91147"/>
                  <a:pt x="498197" y="85862"/>
                  <a:pt x="496467" y="79184"/>
                </a:cubicBezTo>
                <a:close/>
                <a:moveTo>
                  <a:pt x="619339" y="76789"/>
                </a:moveTo>
                <a:lnTo>
                  <a:pt x="637970" y="79983"/>
                </a:lnTo>
                <a:cubicBezTo>
                  <a:pt x="635575" y="86792"/>
                  <a:pt x="631793" y="91977"/>
                  <a:pt x="626625" y="95537"/>
                </a:cubicBezTo>
                <a:cubicBezTo>
                  <a:pt x="621457" y="99097"/>
                  <a:pt x="614991" y="100877"/>
                  <a:pt x="607228" y="100877"/>
                </a:cubicBezTo>
                <a:cubicBezTo>
                  <a:pt x="594940" y="100877"/>
                  <a:pt x="585846" y="96862"/>
                  <a:pt x="579946" y="88833"/>
                </a:cubicBezTo>
                <a:cubicBezTo>
                  <a:pt x="575288" y="82401"/>
                  <a:pt x="572959" y="74283"/>
                  <a:pt x="572959" y="64479"/>
                </a:cubicBezTo>
                <a:cubicBezTo>
                  <a:pt x="572959" y="52767"/>
                  <a:pt x="576020" y="43596"/>
                  <a:pt x="582142" y="36964"/>
                </a:cubicBezTo>
                <a:cubicBezTo>
                  <a:pt x="588264" y="30332"/>
                  <a:pt x="596005" y="27016"/>
                  <a:pt x="605365" y="27016"/>
                </a:cubicBezTo>
                <a:cubicBezTo>
                  <a:pt x="615878" y="27016"/>
                  <a:pt x="624174" y="30487"/>
                  <a:pt x="630251" y="37430"/>
                </a:cubicBezTo>
                <a:cubicBezTo>
                  <a:pt x="636329" y="44372"/>
                  <a:pt x="639234" y="55008"/>
                  <a:pt x="638968" y="69336"/>
                </a:cubicBezTo>
                <a:lnTo>
                  <a:pt x="592123" y="69336"/>
                </a:lnTo>
                <a:cubicBezTo>
                  <a:pt x="592256" y="74881"/>
                  <a:pt x="593764" y="79195"/>
                  <a:pt x="596648" y="82279"/>
                </a:cubicBezTo>
                <a:cubicBezTo>
                  <a:pt x="599531" y="85362"/>
                  <a:pt x="603125" y="86903"/>
                  <a:pt x="607428" y="86903"/>
                </a:cubicBezTo>
                <a:cubicBezTo>
                  <a:pt x="610355" y="86903"/>
                  <a:pt x="612817" y="86105"/>
                  <a:pt x="614814" y="84508"/>
                </a:cubicBezTo>
                <a:cubicBezTo>
                  <a:pt x="616810" y="82911"/>
                  <a:pt x="618318" y="80338"/>
                  <a:pt x="619339" y="76789"/>
                </a:cubicBezTo>
                <a:moveTo>
                  <a:pt x="620403" y="57891"/>
                </a:moveTo>
                <a:cubicBezTo>
                  <a:pt x="620270" y="52501"/>
                  <a:pt x="618873" y="48403"/>
                  <a:pt x="616211" y="45598"/>
                </a:cubicBezTo>
                <a:cubicBezTo>
                  <a:pt x="613549" y="42792"/>
                  <a:pt x="610311" y="41389"/>
                  <a:pt x="606496" y="41389"/>
                </a:cubicBezTo>
                <a:cubicBezTo>
                  <a:pt x="602415" y="41389"/>
                  <a:pt x="599043" y="42869"/>
                  <a:pt x="596382" y="45828"/>
                </a:cubicBezTo>
                <a:cubicBezTo>
                  <a:pt x="593720" y="48789"/>
                  <a:pt x="592411" y="52810"/>
                  <a:pt x="592456" y="57891"/>
                </a:cubicBezTo>
                <a:lnTo>
                  <a:pt x="620403" y="57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36464-7F88-4F81-A540-BE7919C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973" y="3641862"/>
            <a:ext cx="186837" cy="183479"/>
          </a:xfrm>
          <a:custGeom xmlns:a="http://schemas.openxmlformats.org/drawingml/2006/main">
            <a:pathLst>
              <a:path w="186837" h="183479">
                <a:moveTo>
                  <a:pt x="80797" y="857"/>
                </a:moveTo>
                <a:lnTo>
                  <a:pt x="87089" y="217"/>
                </a:lnTo>
                <a:lnTo>
                  <a:pt x="93498" y="0"/>
                </a:lnTo>
                <a:lnTo>
                  <a:pt x="99889" y="217"/>
                </a:lnTo>
                <a:lnTo>
                  <a:pt x="106166" y="857"/>
                </a:lnTo>
                <a:lnTo>
                  <a:pt x="112315" y="1908"/>
                </a:lnTo>
                <a:lnTo>
                  <a:pt x="118321" y="3355"/>
                </a:lnTo>
                <a:lnTo>
                  <a:pt x="124172" y="5184"/>
                </a:lnTo>
                <a:lnTo>
                  <a:pt x="129851" y="7382"/>
                </a:lnTo>
                <a:lnTo>
                  <a:pt x="135346" y="9934"/>
                </a:lnTo>
                <a:lnTo>
                  <a:pt x="140643" y="12827"/>
                </a:lnTo>
                <a:lnTo>
                  <a:pt x="145726" y="16046"/>
                </a:lnTo>
                <a:lnTo>
                  <a:pt x="150582" y="19578"/>
                </a:lnTo>
                <a:lnTo>
                  <a:pt x="155198" y="23408"/>
                </a:lnTo>
                <a:lnTo>
                  <a:pt x="159558" y="27524"/>
                </a:lnTo>
                <a:lnTo>
                  <a:pt x="163649" y="31910"/>
                </a:lnTo>
                <a:lnTo>
                  <a:pt x="167456" y="36554"/>
                </a:lnTo>
                <a:lnTo>
                  <a:pt x="170966" y="41440"/>
                </a:lnTo>
                <a:lnTo>
                  <a:pt x="174164" y="46556"/>
                </a:lnTo>
                <a:lnTo>
                  <a:pt x="177037" y="51887"/>
                </a:lnTo>
                <a:lnTo>
                  <a:pt x="179569" y="57420"/>
                </a:lnTo>
                <a:lnTo>
                  <a:pt x="181748" y="63139"/>
                </a:lnTo>
                <a:lnTo>
                  <a:pt x="183558" y="69033"/>
                </a:lnTo>
                <a:lnTo>
                  <a:pt x="184987" y="75086"/>
                </a:lnTo>
                <a:lnTo>
                  <a:pt x="186019" y="81284"/>
                </a:lnTo>
                <a:lnTo>
                  <a:pt x="186640" y="87615"/>
                </a:lnTo>
                <a:lnTo>
                  <a:pt x="186837" y="94063"/>
                </a:lnTo>
                <a:lnTo>
                  <a:pt x="186699" y="99227"/>
                </a:lnTo>
                <a:lnTo>
                  <a:pt x="186289" y="104316"/>
                </a:lnTo>
                <a:lnTo>
                  <a:pt x="185614" y="109325"/>
                </a:lnTo>
                <a:lnTo>
                  <a:pt x="184682" y="114246"/>
                </a:lnTo>
                <a:lnTo>
                  <a:pt x="183499" y="119073"/>
                </a:lnTo>
                <a:lnTo>
                  <a:pt x="182073" y="123797"/>
                </a:lnTo>
                <a:lnTo>
                  <a:pt x="180411" y="128412"/>
                </a:lnTo>
                <a:lnTo>
                  <a:pt x="178519" y="132911"/>
                </a:lnTo>
                <a:lnTo>
                  <a:pt x="176406" y="137287"/>
                </a:lnTo>
                <a:lnTo>
                  <a:pt x="174078" y="141532"/>
                </a:lnTo>
                <a:lnTo>
                  <a:pt x="171542" y="145640"/>
                </a:lnTo>
                <a:lnTo>
                  <a:pt x="168805" y="149603"/>
                </a:lnTo>
                <a:lnTo>
                  <a:pt x="165875" y="153415"/>
                </a:lnTo>
                <a:lnTo>
                  <a:pt x="162759" y="157068"/>
                </a:lnTo>
                <a:lnTo>
                  <a:pt x="159463" y="160555"/>
                </a:lnTo>
                <a:lnTo>
                  <a:pt x="155995" y="163869"/>
                </a:lnTo>
                <a:lnTo>
                  <a:pt x="152362" y="167003"/>
                </a:lnTo>
                <a:lnTo>
                  <a:pt x="148572" y="169950"/>
                </a:lnTo>
                <a:lnTo>
                  <a:pt x="144630" y="172702"/>
                </a:lnTo>
                <a:lnTo>
                  <a:pt x="140545" y="175254"/>
                </a:lnTo>
                <a:lnTo>
                  <a:pt x="136324" y="177597"/>
                </a:lnTo>
                <a:lnTo>
                  <a:pt x="131973" y="179724"/>
                </a:lnTo>
                <a:lnTo>
                  <a:pt x="127499" y="181628"/>
                </a:lnTo>
                <a:lnTo>
                  <a:pt x="122911" y="183303"/>
                </a:lnTo>
                <a:lnTo>
                  <a:pt x="122346" y="183400"/>
                </a:lnTo>
                <a:lnTo>
                  <a:pt x="121811" y="183458"/>
                </a:lnTo>
                <a:lnTo>
                  <a:pt x="121320" y="183479"/>
                </a:lnTo>
                <a:lnTo>
                  <a:pt x="121284" y="183479"/>
                </a:lnTo>
                <a:lnTo>
                  <a:pt x="120829" y="183466"/>
                </a:lnTo>
                <a:lnTo>
                  <a:pt x="120381" y="183420"/>
                </a:lnTo>
                <a:lnTo>
                  <a:pt x="119961" y="183342"/>
                </a:lnTo>
                <a:lnTo>
                  <a:pt x="119568" y="183235"/>
                </a:lnTo>
                <a:lnTo>
                  <a:pt x="119202" y="183101"/>
                </a:lnTo>
                <a:lnTo>
                  <a:pt x="118863" y="182942"/>
                </a:lnTo>
                <a:lnTo>
                  <a:pt x="118549" y="182759"/>
                </a:lnTo>
                <a:lnTo>
                  <a:pt x="118261" y="182554"/>
                </a:lnTo>
                <a:lnTo>
                  <a:pt x="117997" y="182329"/>
                </a:lnTo>
                <a:lnTo>
                  <a:pt x="117757" y="182087"/>
                </a:lnTo>
                <a:lnTo>
                  <a:pt x="117541" y="181829"/>
                </a:lnTo>
                <a:lnTo>
                  <a:pt x="117349" y="181556"/>
                </a:lnTo>
                <a:lnTo>
                  <a:pt x="117178" y="181272"/>
                </a:lnTo>
                <a:lnTo>
                  <a:pt x="117030" y="180977"/>
                </a:lnTo>
                <a:lnTo>
                  <a:pt x="116904" y="180674"/>
                </a:lnTo>
                <a:lnTo>
                  <a:pt x="116798" y="180364"/>
                </a:lnTo>
                <a:lnTo>
                  <a:pt x="116712" y="180050"/>
                </a:lnTo>
                <a:lnTo>
                  <a:pt x="116647" y="179733"/>
                </a:lnTo>
                <a:lnTo>
                  <a:pt x="116601" y="179415"/>
                </a:lnTo>
                <a:lnTo>
                  <a:pt x="116574" y="179099"/>
                </a:lnTo>
                <a:lnTo>
                  <a:pt x="116565" y="178785"/>
                </a:lnTo>
                <a:lnTo>
                  <a:pt x="116566" y="178360"/>
                </a:lnTo>
                <a:lnTo>
                  <a:pt x="116568" y="177863"/>
                </a:lnTo>
                <a:lnTo>
                  <a:pt x="116571" y="177298"/>
                </a:lnTo>
                <a:lnTo>
                  <a:pt x="116576" y="176665"/>
                </a:lnTo>
                <a:lnTo>
                  <a:pt x="116582" y="175967"/>
                </a:lnTo>
                <a:lnTo>
                  <a:pt x="116589" y="175206"/>
                </a:lnTo>
                <a:lnTo>
                  <a:pt x="116596" y="174384"/>
                </a:lnTo>
                <a:lnTo>
                  <a:pt x="116605" y="173502"/>
                </a:lnTo>
                <a:lnTo>
                  <a:pt x="116613" y="172563"/>
                </a:lnTo>
                <a:lnTo>
                  <a:pt x="116622" y="171569"/>
                </a:lnTo>
                <a:lnTo>
                  <a:pt x="116632" y="170521"/>
                </a:lnTo>
                <a:lnTo>
                  <a:pt x="116641" y="169422"/>
                </a:lnTo>
                <a:lnTo>
                  <a:pt x="116651" y="168273"/>
                </a:lnTo>
                <a:lnTo>
                  <a:pt x="116660" y="167077"/>
                </a:lnTo>
                <a:lnTo>
                  <a:pt x="116669" y="165835"/>
                </a:lnTo>
                <a:lnTo>
                  <a:pt x="116678" y="164550"/>
                </a:lnTo>
                <a:lnTo>
                  <a:pt x="116686" y="163223"/>
                </a:lnTo>
                <a:lnTo>
                  <a:pt x="116694" y="161856"/>
                </a:lnTo>
                <a:lnTo>
                  <a:pt x="116701" y="160452"/>
                </a:lnTo>
                <a:lnTo>
                  <a:pt x="116707" y="159012"/>
                </a:lnTo>
                <a:lnTo>
                  <a:pt x="116711" y="157538"/>
                </a:lnTo>
                <a:lnTo>
                  <a:pt x="116715" y="156032"/>
                </a:lnTo>
                <a:lnTo>
                  <a:pt x="116717" y="154497"/>
                </a:lnTo>
                <a:lnTo>
                  <a:pt x="116718" y="152933"/>
                </a:lnTo>
                <a:lnTo>
                  <a:pt x="116703" y="151840"/>
                </a:lnTo>
                <a:lnTo>
                  <a:pt x="116658" y="150781"/>
                </a:lnTo>
                <a:lnTo>
                  <a:pt x="116585" y="149756"/>
                </a:lnTo>
                <a:lnTo>
                  <a:pt x="116484" y="148764"/>
                </a:lnTo>
                <a:lnTo>
                  <a:pt x="116357" y="147805"/>
                </a:lnTo>
                <a:lnTo>
                  <a:pt x="116205" y="146878"/>
                </a:lnTo>
                <a:lnTo>
                  <a:pt x="116029" y="145984"/>
                </a:lnTo>
                <a:lnTo>
                  <a:pt x="115829" y="145122"/>
                </a:lnTo>
                <a:lnTo>
                  <a:pt x="115608" y="144293"/>
                </a:lnTo>
                <a:lnTo>
                  <a:pt x="115365" y="143494"/>
                </a:lnTo>
                <a:lnTo>
                  <a:pt x="115103" y="142728"/>
                </a:lnTo>
                <a:lnTo>
                  <a:pt x="114822" y="141992"/>
                </a:lnTo>
                <a:lnTo>
                  <a:pt x="114523" y="141287"/>
                </a:lnTo>
                <a:lnTo>
                  <a:pt x="114207" y="140613"/>
                </a:lnTo>
                <a:lnTo>
                  <a:pt x="113876" y="139969"/>
                </a:lnTo>
                <a:lnTo>
                  <a:pt x="113530" y="139355"/>
                </a:lnTo>
                <a:lnTo>
                  <a:pt x="113171" y="138770"/>
                </a:lnTo>
                <a:lnTo>
                  <a:pt x="112799" y="138215"/>
                </a:lnTo>
                <a:lnTo>
                  <a:pt x="112416" y="137690"/>
                </a:lnTo>
                <a:lnTo>
                  <a:pt x="112023" y="137193"/>
                </a:lnTo>
                <a:lnTo>
                  <a:pt x="111621" y="136725"/>
                </a:lnTo>
                <a:lnTo>
                  <a:pt x="111211" y="136286"/>
                </a:lnTo>
                <a:lnTo>
                  <a:pt x="110794" y="135874"/>
                </a:lnTo>
                <a:lnTo>
                  <a:pt x="110370" y="135491"/>
                </a:lnTo>
                <a:lnTo>
                  <a:pt x="112986" y="135168"/>
                </a:lnTo>
                <a:lnTo>
                  <a:pt x="115601" y="134776"/>
                </a:lnTo>
                <a:lnTo>
                  <a:pt x="118206" y="134307"/>
                </a:lnTo>
                <a:lnTo>
                  <a:pt x="120792" y="133750"/>
                </a:lnTo>
                <a:lnTo>
                  <a:pt x="123347" y="133096"/>
                </a:lnTo>
                <a:lnTo>
                  <a:pt x="125863" y="132334"/>
                </a:lnTo>
                <a:lnTo>
                  <a:pt x="128329" y="131454"/>
                </a:lnTo>
                <a:lnTo>
                  <a:pt x="130736" y="130448"/>
                </a:lnTo>
                <a:lnTo>
                  <a:pt x="133073" y="129305"/>
                </a:lnTo>
                <a:lnTo>
                  <a:pt x="135331" y="128016"/>
                </a:lnTo>
                <a:lnTo>
                  <a:pt x="137500" y="126570"/>
                </a:lnTo>
                <a:lnTo>
                  <a:pt x="139570" y="124958"/>
                </a:lnTo>
                <a:lnTo>
                  <a:pt x="141531" y="123169"/>
                </a:lnTo>
                <a:lnTo>
                  <a:pt x="143373" y="121195"/>
                </a:lnTo>
                <a:lnTo>
                  <a:pt x="145087" y="119026"/>
                </a:lnTo>
                <a:lnTo>
                  <a:pt x="146662" y="116651"/>
                </a:lnTo>
                <a:lnTo>
                  <a:pt x="148089" y="114060"/>
                </a:lnTo>
                <a:lnTo>
                  <a:pt x="149358" y="111245"/>
                </a:lnTo>
                <a:lnTo>
                  <a:pt x="150459" y="108195"/>
                </a:lnTo>
                <a:lnTo>
                  <a:pt x="151382" y="104900"/>
                </a:lnTo>
                <a:lnTo>
                  <a:pt x="152116" y="101351"/>
                </a:lnTo>
                <a:lnTo>
                  <a:pt x="152653" y="97537"/>
                </a:lnTo>
                <a:lnTo>
                  <a:pt x="152983" y="93449"/>
                </a:lnTo>
                <a:lnTo>
                  <a:pt x="153095" y="89078"/>
                </a:lnTo>
                <a:lnTo>
                  <a:pt x="153077" y="87803"/>
                </a:lnTo>
                <a:lnTo>
                  <a:pt x="153021" y="86547"/>
                </a:lnTo>
                <a:lnTo>
                  <a:pt x="152930" y="85311"/>
                </a:lnTo>
                <a:lnTo>
                  <a:pt x="152803" y="84094"/>
                </a:lnTo>
                <a:lnTo>
                  <a:pt x="152641" y="82897"/>
                </a:lnTo>
                <a:lnTo>
                  <a:pt x="152444" y="81719"/>
                </a:lnTo>
                <a:lnTo>
                  <a:pt x="152213" y="80560"/>
                </a:lnTo>
                <a:lnTo>
                  <a:pt x="151948" y="79422"/>
                </a:lnTo>
                <a:lnTo>
                  <a:pt x="151650" y="78302"/>
                </a:lnTo>
                <a:lnTo>
                  <a:pt x="151319" y="77202"/>
                </a:lnTo>
                <a:lnTo>
                  <a:pt x="150956" y="76122"/>
                </a:lnTo>
                <a:lnTo>
                  <a:pt x="150560" y="75061"/>
                </a:lnTo>
                <a:lnTo>
                  <a:pt x="150133" y="74019"/>
                </a:lnTo>
                <a:lnTo>
                  <a:pt x="149676" y="72997"/>
                </a:lnTo>
                <a:lnTo>
                  <a:pt x="149187" y="71995"/>
                </a:lnTo>
                <a:lnTo>
                  <a:pt x="148669" y="71012"/>
                </a:lnTo>
                <a:lnTo>
                  <a:pt x="148121" y="70048"/>
                </a:lnTo>
                <a:lnTo>
                  <a:pt x="147544" y="69104"/>
                </a:lnTo>
                <a:lnTo>
                  <a:pt x="146938" y="68180"/>
                </a:lnTo>
                <a:lnTo>
                  <a:pt x="146305" y="67274"/>
                </a:lnTo>
                <a:lnTo>
                  <a:pt x="145643" y="66389"/>
                </a:lnTo>
                <a:lnTo>
                  <a:pt x="144954" y="65523"/>
                </a:lnTo>
                <a:lnTo>
                  <a:pt x="144239" y="64676"/>
                </a:lnTo>
                <a:lnTo>
                  <a:pt x="143497" y="63849"/>
                </a:lnTo>
                <a:lnTo>
                  <a:pt x="143624" y="63519"/>
                </a:lnTo>
                <a:lnTo>
                  <a:pt x="143771" y="63115"/>
                </a:lnTo>
                <a:lnTo>
                  <a:pt x="143933" y="62638"/>
                </a:lnTo>
                <a:lnTo>
                  <a:pt x="144105" y="62090"/>
                </a:lnTo>
                <a:lnTo>
                  <a:pt x="144283" y="61472"/>
                </a:lnTo>
                <a:lnTo>
                  <a:pt x="144462" y="60788"/>
                </a:lnTo>
                <a:lnTo>
                  <a:pt x="144637" y="60037"/>
                </a:lnTo>
                <a:lnTo>
                  <a:pt x="144804" y="59223"/>
                </a:lnTo>
                <a:lnTo>
                  <a:pt x="144959" y="58346"/>
                </a:lnTo>
                <a:lnTo>
                  <a:pt x="145095" y="57409"/>
                </a:lnTo>
                <a:lnTo>
                  <a:pt x="145210" y="56413"/>
                </a:lnTo>
                <a:lnTo>
                  <a:pt x="145297" y="55361"/>
                </a:lnTo>
                <a:lnTo>
                  <a:pt x="145353" y="54253"/>
                </a:lnTo>
                <a:lnTo>
                  <a:pt x="145373" y="53091"/>
                </a:lnTo>
                <a:lnTo>
                  <a:pt x="145353" y="51878"/>
                </a:lnTo>
                <a:lnTo>
                  <a:pt x="145287" y="50616"/>
                </a:lnTo>
                <a:lnTo>
                  <a:pt x="145171" y="49305"/>
                </a:lnTo>
                <a:lnTo>
                  <a:pt x="145000" y="47947"/>
                </a:lnTo>
                <a:lnTo>
                  <a:pt x="144770" y="46546"/>
                </a:lnTo>
                <a:lnTo>
                  <a:pt x="144476" y="45101"/>
                </a:lnTo>
                <a:lnTo>
                  <a:pt x="144114" y="43615"/>
                </a:lnTo>
                <a:lnTo>
                  <a:pt x="143678" y="42090"/>
                </a:lnTo>
                <a:lnTo>
                  <a:pt x="143165" y="40527"/>
                </a:lnTo>
                <a:lnTo>
                  <a:pt x="142569" y="38929"/>
                </a:lnTo>
                <a:lnTo>
                  <a:pt x="142527" y="38917"/>
                </a:lnTo>
                <a:lnTo>
                  <a:pt x="142403" y="38887"/>
                </a:lnTo>
                <a:lnTo>
                  <a:pt x="142195" y="38845"/>
                </a:lnTo>
                <a:lnTo>
                  <a:pt x="141902" y="38800"/>
                </a:lnTo>
                <a:lnTo>
                  <a:pt x="141523" y="38759"/>
                </a:lnTo>
                <a:lnTo>
                  <a:pt x="141057" y="38729"/>
                </a:lnTo>
                <a:lnTo>
                  <a:pt x="140504" y="38718"/>
                </a:lnTo>
                <a:lnTo>
                  <a:pt x="139863" y="38733"/>
                </a:lnTo>
                <a:lnTo>
                  <a:pt x="139132" y="38781"/>
                </a:lnTo>
                <a:lnTo>
                  <a:pt x="138311" y="38870"/>
                </a:lnTo>
                <a:lnTo>
                  <a:pt x="137400" y="39008"/>
                </a:lnTo>
                <a:lnTo>
                  <a:pt x="136396" y="39201"/>
                </a:lnTo>
                <a:lnTo>
                  <a:pt x="135300" y="39458"/>
                </a:lnTo>
                <a:lnTo>
                  <a:pt x="134110" y="39786"/>
                </a:lnTo>
                <a:lnTo>
                  <a:pt x="132826" y="40191"/>
                </a:lnTo>
                <a:lnTo>
                  <a:pt x="131446" y="40683"/>
                </a:lnTo>
                <a:lnTo>
                  <a:pt x="129970" y="41267"/>
                </a:lnTo>
                <a:lnTo>
                  <a:pt x="128398" y="41952"/>
                </a:lnTo>
                <a:lnTo>
                  <a:pt x="126727" y="42744"/>
                </a:lnTo>
                <a:lnTo>
                  <a:pt x="124957" y="43652"/>
                </a:lnTo>
                <a:lnTo>
                  <a:pt x="123088" y="44683"/>
                </a:lnTo>
                <a:lnTo>
                  <a:pt x="121118" y="45843"/>
                </a:lnTo>
                <a:lnTo>
                  <a:pt x="119046" y="47142"/>
                </a:lnTo>
                <a:lnTo>
                  <a:pt x="116872" y="48585"/>
                </a:lnTo>
                <a:lnTo>
                  <a:pt x="115940" y="48337"/>
                </a:lnTo>
                <a:lnTo>
                  <a:pt x="115002" y="48099"/>
                </a:lnTo>
                <a:lnTo>
                  <a:pt x="114058" y="47870"/>
                </a:lnTo>
                <a:lnTo>
                  <a:pt x="113109" y="47652"/>
                </a:lnTo>
                <a:lnTo>
                  <a:pt x="112154" y="47443"/>
                </a:lnTo>
                <a:lnTo>
                  <a:pt x="111195" y="47245"/>
                </a:lnTo>
                <a:lnTo>
                  <a:pt x="110231" y="47056"/>
                </a:lnTo>
                <a:lnTo>
                  <a:pt x="109264" y="46878"/>
                </a:lnTo>
                <a:lnTo>
                  <a:pt x="108292" y="46710"/>
                </a:lnTo>
                <a:lnTo>
                  <a:pt x="107317" y="46552"/>
                </a:lnTo>
                <a:lnTo>
                  <a:pt x="106339" y="46405"/>
                </a:lnTo>
                <a:lnTo>
                  <a:pt x="105359" y="46269"/>
                </a:lnTo>
                <a:lnTo>
                  <a:pt x="104376" y="46142"/>
                </a:lnTo>
                <a:lnTo>
                  <a:pt x="103390" y="46027"/>
                </a:lnTo>
                <a:lnTo>
                  <a:pt x="102403" y="45922"/>
                </a:lnTo>
                <a:lnTo>
                  <a:pt x="101415" y="45828"/>
                </a:lnTo>
                <a:lnTo>
                  <a:pt x="100426" y="45744"/>
                </a:lnTo>
                <a:lnTo>
                  <a:pt x="99436" y="45672"/>
                </a:lnTo>
                <a:lnTo>
                  <a:pt x="98445" y="45611"/>
                </a:lnTo>
                <a:lnTo>
                  <a:pt x="97455" y="45560"/>
                </a:lnTo>
                <a:lnTo>
                  <a:pt x="96464" y="45521"/>
                </a:lnTo>
                <a:lnTo>
                  <a:pt x="95474" y="45493"/>
                </a:lnTo>
                <a:lnTo>
                  <a:pt x="94486" y="45476"/>
                </a:lnTo>
                <a:lnTo>
                  <a:pt x="93498" y="45470"/>
                </a:lnTo>
                <a:lnTo>
                  <a:pt x="92511" y="45476"/>
                </a:lnTo>
                <a:lnTo>
                  <a:pt x="91525" y="45494"/>
                </a:lnTo>
                <a:lnTo>
                  <a:pt x="90540" y="45522"/>
                </a:lnTo>
                <a:lnTo>
                  <a:pt x="89555" y="45560"/>
                </a:lnTo>
                <a:lnTo>
                  <a:pt x="88570" y="45610"/>
                </a:lnTo>
                <a:lnTo>
                  <a:pt x="87587" y="45670"/>
                </a:lnTo>
                <a:lnTo>
                  <a:pt x="86604" y="45742"/>
                </a:lnTo>
                <a:lnTo>
                  <a:pt x="85623" y="45824"/>
                </a:lnTo>
                <a:lnTo>
                  <a:pt x="84642" y="45916"/>
                </a:lnTo>
                <a:lnTo>
                  <a:pt x="83663" y="46020"/>
                </a:lnTo>
                <a:lnTo>
                  <a:pt x="82685" y="46134"/>
                </a:lnTo>
                <a:lnTo>
                  <a:pt x="81708" y="46258"/>
                </a:lnTo>
                <a:lnTo>
                  <a:pt x="80732" y="46394"/>
                </a:lnTo>
                <a:lnTo>
                  <a:pt x="79759" y="46540"/>
                </a:lnTo>
                <a:lnTo>
                  <a:pt x="78786" y="46697"/>
                </a:lnTo>
                <a:lnTo>
                  <a:pt x="77816" y="46864"/>
                </a:lnTo>
                <a:lnTo>
                  <a:pt x="76847" y="47042"/>
                </a:lnTo>
                <a:lnTo>
                  <a:pt x="75880" y="47231"/>
                </a:lnTo>
                <a:lnTo>
                  <a:pt x="74915" y="47430"/>
                </a:lnTo>
                <a:lnTo>
                  <a:pt x="73952" y="47640"/>
                </a:lnTo>
                <a:lnTo>
                  <a:pt x="72991" y="47861"/>
                </a:lnTo>
                <a:lnTo>
                  <a:pt x="72032" y="48092"/>
                </a:lnTo>
                <a:lnTo>
                  <a:pt x="71076" y="48333"/>
                </a:lnTo>
                <a:lnTo>
                  <a:pt x="70122" y="48585"/>
                </a:lnTo>
                <a:lnTo>
                  <a:pt x="67949" y="47142"/>
                </a:lnTo>
                <a:lnTo>
                  <a:pt x="65877" y="45843"/>
                </a:lnTo>
                <a:lnTo>
                  <a:pt x="63907" y="44683"/>
                </a:lnTo>
                <a:lnTo>
                  <a:pt x="62038" y="43652"/>
                </a:lnTo>
                <a:lnTo>
                  <a:pt x="60269" y="42744"/>
                </a:lnTo>
                <a:lnTo>
                  <a:pt x="58598" y="41952"/>
                </a:lnTo>
                <a:lnTo>
                  <a:pt x="57025" y="41267"/>
                </a:lnTo>
                <a:lnTo>
                  <a:pt x="55549" y="40683"/>
                </a:lnTo>
                <a:lnTo>
                  <a:pt x="54170" y="40191"/>
                </a:lnTo>
                <a:lnTo>
                  <a:pt x="52885" y="39786"/>
                </a:lnTo>
                <a:lnTo>
                  <a:pt x="51696" y="39458"/>
                </a:lnTo>
                <a:lnTo>
                  <a:pt x="50600" y="39201"/>
                </a:lnTo>
                <a:lnTo>
                  <a:pt x="49596" y="39008"/>
                </a:lnTo>
                <a:lnTo>
                  <a:pt x="48684" y="38870"/>
                </a:lnTo>
                <a:lnTo>
                  <a:pt x="47864" y="38781"/>
                </a:lnTo>
                <a:lnTo>
                  <a:pt x="47133" y="38733"/>
                </a:lnTo>
                <a:lnTo>
                  <a:pt x="46492" y="38718"/>
                </a:lnTo>
                <a:lnTo>
                  <a:pt x="45939" y="38729"/>
                </a:lnTo>
                <a:lnTo>
                  <a:pt x="45473" y="38759"/>
                </a:lnTo>
                <a:lnTo>
                  <a:pt x="45094" y="38800"/>
                </a:lnTo>
                <a:lnTo>
                  <a:pt x="44801" y="38845"/>
                </a:lnTo>
                <a:lnTo>
                  <a:pt x="44593" y="38887"/>
                </a:lnTo>
                <a:lnTo>
                  <a:pt x="44469" y="38917"/>
                </a:lnTo>
                <a:lnTo>
                  <a:pt x="44427" y="38929"/>
                </a:lnTo>
                <a:lnTo>
                  <a:pt x="43831" y="40527"/>
                </a:lnTo>
                <a:lnTo>
                  <a:pt x="43318" y="42090"/>
                </a:lnTo>
                <a:lnTo>
                  <a:pt x="42882" y="43615"/>
                </a:lnTo>
                <a:lnTo>
                  <a:pt x="42520" y="45101"/>
                </a:lnTo>
                <a:lnTo>
                  <a:pt x="42226" y="46546"/>
                </a:lnTo>
                <a:lnTo>
                  <a:pt x="41996" y="47947"/>
                </a:lnTo>
                <a:lnTo>
                  <a:pt x="41825" y="49305"/>
                </a:lnTo>
                <a:lnTo>
                  <a:pt x="41709" y="50616"/>
                </a:lnTo>
                <a:lnTo>
                  <a:pt x="41643" y="51878"/>
                </a:lnTo>
                <a:lnTo>
                  <a:pt x="41622" y="53091"/>
                </a:lnTo>
                <a:lnTo>
                  <a:pt x="41642" y="54253"/>
                </a:lnTo>
                <a:lnTo>
                  <a:pt x="41698" y="55361"/>
                </a:lnTo>
                <a:lnTo>
                  <a:pt x="41786" y="56413"/>
                </a:lnTo>
                <a:lnTo>
                  <a:pt x="41900" y="57409"/>
                </a:lnTo>
                <a:lnTo>
                  <a:pt x="42036" y="58346"/>
                </a:lnTo>
                <a:lnTo>
                  <a:pt x="42190" y="59223"/>
                </a:lnTo>
                <a:lnTo>
                  <a:pt x="42357" y="60037"/>
                </a:lnTo>
                <a:lnTo>
                  <a:pt x="42533" y="60788"/>
                </a:lnTo>
                <a:lnTo>
                  <a:pt x="42711" y="61472"/>
                </a:lnTo>
                <a:lnTo>
                  <a:pt x="42889" y="62090"/>
                </a:lnTo>
                <a:lnTo>
                  <a:pt x="43061" y="62638"/>
                </a:lnTo>
                <a:lnTo>
                  <a:pt x="43223" y="63115"/>
                </a:lnTo>
                <a:lnTo>
                  <a:pt x="43370" y="63519"/>
                </a:lnTo>
                <a:lnTo>
                  <a:pt x="43498" y="63849"/>
                </a:lnTo>
                <a:lnTo>
                  <a:pt x="42773" y="64676"/>
                </a:lnTo>
                <a:lnTo>
                  <a:pt x="42073" y="65523"/>
                </a:lnTo>
                <a:lnTo>
                  <a:pt x="41396" y="66389"/>
                </a:lnTo>
                <a:lnTo>
                  <a:pt x="40744" y="67274"/>
                </a:lnTo>
                <a:lnTo>
                  <a:pt x="40117" y="68180"/>
                </a:lnTo>
                <a:lnTo>
                  <a:pt x="39516" y="69104"/>
                </a:lnTo>
                <a:lnTo>
                  <a:pt x="38942" y="70048"/>
                </a:lnTo>
                <a:lnTo>
                  <a:pt x="38395" y="71012"/>
                </a:lnTo>
                <a:lnTo>
                  <a:pt x="37876" y="71995"/>
                </a:lnTo>
                <a:lnTo>
                  <a:pt x="37385" y="72997"/>
                </a:lnTo>
                <a:lnTo>
                  <a:pt x="36924" y="74019"/>
                </a:lnTo>
                <a:lnTo>
                  <a:pt x="36493" y="75061"/>
                </a:lnTo>
                <a:lnTo>
                  <a:pt x="36093" y="76122"/>
                </a:lnTo>
                <a:lnTo>
                  <a:pt x="35723" y="77202"/>
                </a:lnTo>
                <a:lnTo>
                  <a:pt x="35386" y="78302"/>
                </a:lnTo>
                <a:lnTo>
                  <a:pt x="35082" y="79422"/>
                </a:lnTo>
                <a:lnTo>
                  <a:pt x="34811" y="80560"/>
                </a:lnTo>
                <a:lnTo>
                  <a:pt x="34573" y="81719"/>
                </a:lnTo>
                <a:lnTo>
                  <a:pt x="34371" y="82897"/>
                </a:lnTo>
                <a:lnTo>
                  <a:pt x="34204" y="84094"/>
                </a:lnTo>
                <a:lnTo>
                  <a:pt x="34072" y="85311"/>
                </a:lnTo>
                <a:lnTo>
                  <a:pt x="33978" y="86547"/>
                </a:lnTo>
                <a:lnTo>
                  <a:pt x="33920" y="87803"/>
                </a:lnTo>
                <a:lnTo>
                  <a:pt x="33901" y="89078"/>
                </a:lnTo>
                <a:lnTo>
                  <a:pt x="34013" y="93450"/>
                </a:lnTo>
                <a:lnTo>
                  <a:pt x="34343" y="97540"/>
                </a:lnTo>
                <a:lnTo>
                  <a:pt x="34880" y="101357"/>
                </a:lnTo>
                <a:lnTo>
                  <a:pt x="35614" y="104911"/>
                </a:lnTo>
                <a:lnTo>
                  <a:pt x="36536" y="108211"/>
                </a:lnTo>
                <a:lnTo>
                  <a:pt x="37636" y="111267"/>
                </a:lnTo>
                <a:lnTo>
                  <a:pt x="38903" y="114088"/>
                </a:lnTo>
                <a:lnTo>
                  <a:pt x="40328" y="116685"/>
                </a:lnTo>
                <a:lnTo>
                  <a:pt x="41901" y="119067"/>
                </a:lnTo>
                <a:lnTo>
                  <a:pt x="43612" y="121243"/>
                </a:lnTo>
                <a:lnTo>
                  <a:pt x="45451" y="123223"/>
                </a:lnTo>
                <a:lnTo>
                  <a:pt x="47407" y="125016"/>
                </a:lnTo>
                <a:lnTo>
                  <a:pt x="49472" y="126633"/>
                </a:lnTo>
                <a:lnTo>
                  <a:pt x="51635" y="128082"/>
                </a:lnTo>
                <a:lnTo>
                  <a:pt x="53886" y="129374"/>
                </a:lnTo>
                <a:lnTo>
                  <a:pt x="56215" y="130518"/>
                </a:lnTo>
                <a:lnTo>
                  <a:pt x="58613" y="131523"/>
                </a:lnTo>
                <a:lnTo>
                  <a:pt x="61068" y="132399"/>
                </a:lnTo>
                <a:lnTo>
                  <a:pt x="63573" y="133157"/>
                </a:lnTo>
                <a:lnTo>
                  <a:pt x="66115" y="133804"/>
                </a:lnTo>
                <a:lnTo>
                  <a:pt x="68686" y="134352"/>
                </a:lnTo>
                <a:lnTo>
                  <a:pt x="71276" y="134809"/>
                </a:lnTo>
                <a:lnTo>
                  <a:pt x="73874" y="135186"/>
                </a:lnTo>
                <a:lnTo>
                  <a:pt x="76471" y="135491"/>
                </a:lnTo>
                <a:lnTo>
                  <a:pt x="76143" y="135792"/>
                </a:lnTo>
                <a:lnTo>
                  <a:pt x="75818" y="136114"/>
                </a:lnTo>
                <a:lnTo>
                  <a:pt x="75495" y="136454"/>
                </a:lnTo>
                <a:lnTo>
                  <a:pt x="75176" y="136814"/>
                </a:lnTo>
                <a:lnTo>
                  <a:pt x="74861" y="137194"/>
                </a:lnTo>
                <a:lnTo>
                  <a:pt x="74551" y="137593"/>
                </a:lnTo>
                <a:lnTo>
                  <a:pt x="74246" y="138011"/>
                </a:lnTo>
                <a:lnTo>
                  <a:pt x="73948" y="138449"/>
                </a:lnTo>
                <a:lnTo>
                  <a:pt x="73657" y="138907"/>
                </a:lnTo>
                <a:lnTo>
                  <a:pt x="73374" y="139383"/>
                </a:lnTo>
                <a:lnTo>
                  <a:pt x="73099" y="139880"/>
                </a:lnTo>
                <a:lnTo>
                  <a:pt x="72833" y="140396"/>
                </a:lnTo>
                <a:lnTo>
                  <a:pt x="72577" y="140931"/>
                </a:lnTo>
                <a:lnTo>
                  <a:pt x="72331" y="141486"/>
                </a:lnTo>
                <a:lnTo>
                  <a:pt x="72096" y="142060"/>
                </a:lnTo>
                <a:lnTo>
                  <a:pt x="71872" y="142654"/>
                </a:lnTo>
                <a:lnTo>
                  <a:pt x="71661" y="143267"/>
                </a:lnTo>
                <a:lnTo>
                  <a:pt x="71464" y="143900"/>
                </a:lnTo>
                <a:lnTo>
                  <a:pt x="71279" y="144552"/>
                </a:lnTo>
                <a:lnTo>
                  <a:pt x="71110" y="145224"/>
                </a:lnTo>
                <a:lnTo>
                  <a:pt x="70955" y="145915"/>
                </a:lnTo>
                <a:lnTo>
                  <a:pt x="70816" y="146626"/>
                </a:lnTo>
                <a:lnTo>
                  <a:pt x="70693" y="147356"/>
                </a:lnTo>
                <a:lnTo>
                  <a:pt x="70588" y="148105"/>
                </a:lnTo>
                <a:lnTo>
                  <a:pt x="69870" y="148423"/>
                </a:lnTo>
                <a:lnTo>
                  <a:pt x="69073" y="148749"/>
                </a:lnTo>
                <a:lnTo>
                  <a:pt x="68205" y="149074"/>
                </a:lnTo>
                <a:lnTo>
                  <a:pt x="67269" y="149388"/>
                </a:lnTo>
                <a:lnTo>
                  <a:pt x="66273" y="149685"/>
                </a:lnTo>
                <a:lnTo>
                  <a:pt x="65221" y="149954"/>
                </a:lnTo>
                <a:lnTo>
                  <a:pt x="64119" y="150188"/>
                </a:lnTo>
                <a:lnTo>
                  <a:pt x="62974" y="150377"/>
                </a:lnTo>
                <a:lnTo>
                  <a:pt x="61791" y="150514"/>
                </a:lnTo>
                <a:lnTo>
                  <a:pt x="60575" y="150589"/>
                </a:lnTo>
                <a:lnTo>
                  <a:pt x="59332" y="150593"/>
                </a:lnTo>
                <a:lnTo>
                  <a:pt x="58069" y="150519"/>
                </a:lnTo>
                <a:lnTo>
                  <a:pt x="56790" y="150357"/>
                </a:lnTo>
                <a:lnTo>
                  <a:pt x="55501" y="150098"/>
                </a:lnTo>
                <a:lnTo>
                  <a:pt x="54209" y="149735"/>
                </a:lnTo>
                <a:lnTo>
                  <a:pt x="52918" y="149258"/>
                </a:lnTo>
                <a:lnTo>
                  <a:pt x="51635" y="148659"/>
                </a:lnTo>
                <a:lnTo>
                  <a:pt x="50365" y="147930"/>
                </a:lnTo>
                <a:lnTo>
                  <a:pt x="49114" y="147060"/>
                </a:lnTo>
                <a:lnTo>
                  <a:pt x="47888" y="146043"/>
                </a:lnTo>
                <a:lnTo>
                  <a:pt x="46692" y="144869"/>
                </a:lnTo>
                <a:lnTo>
                  <a:pt x="45533" y="143529"/>
                </a:lnTo>
                <a:lnTo>
                  <a:pt x="44415" y="142015"/>
                </a:lnTo>
                <a:lnTo>
                  <a:pt x="43345" y="140318"/>
                </a:lnTo>
                <a:lnTo>
                  <a:pt x="43319" y="140273"/>
                </a:lnTo>
                <a:lnTo>
                  <a:pt x="43242" y="140140"/>
                </a:lnTo>
                <a:lnTo>
                  <a:pt x="43113" y="139929"/>
                </a:lnTo>
                <a:lnTo>
                  <a:pt x="42934" y="139646"/>
                </a:lnTo>
                <a:lnTo>
                  <a:pt x="42704" y="139300"/>
                </a:lnTo>
                <a:lnTo>
                  <a:pt x="42423" y="138897"/>
                </a:lnTo>
                <a:lnTo>
                  <a:pt x="42092" y="138446"/>
                </a:lnTo>
                <a:lnTo>
                  <a:pt x="41710" y="137954"/>
                </a:lnTo>
                <a:lnTo>
                  <a:pt x="41279" y="137428"/>
                </a:lnTo>
                <a:lnTo>
                  <a:pt x="40798" y="136876"/>
                </a:lnTo>
                <a:lnTo>
                  <a:pt x="40267" y="136305"/>
                </a:lnTo>
                <a:lnTo>
                  <a:pt x="39687" y="135724"/>
                </a:lnTo>
                <a:lnTo>
                  <a:pt x="39057" y="135140"/>
                </a:lnTo>
                <a:lnTo>
                  <a:pt x="38379" y="134560"/>
                </a:lnTo>
                <a:lnTo>
                  <a:pt x="37652" y="133991"/>
                </a:lnTo>
                <a:lnTo>
                  <a:pt x="36876" y="133443"/>
                </a:lnTo>
                <a:lnTo>
                  <a:pt x="36052" y="132921"/>
                </a:lnTo>
                <a:lnTo>
                  <a:pt x="35180" y="132434"/>
                </a:lnTo>
                <a:lnTo>
                  <a:pt x="34260" y="131989"/>
                </a:lnTo>
                <a:lnTo>
                  <a:pt x="33292" y="131594"/>
                </a:lnTo>
                <a:lnTo>
                  <a:pt x="32276" y="131256"/>
                </a:lnTo>
                <a:lnTo>
                  <a:pt x="31213" y="130983"/>
                </a:lnTo>
                <a:lnTo>
                  <a:pt x="30103" y="130782"/>
                </a:lnTo>
                <a:lnTo>
                  <a:pt x="28946" y="130662"/>
                </a:lnTo>
                <a:lnTo>
                  <a:pt x="28900" y="130662"/>
                </a:lnTo>
                <a:lnTo>
                  <a:pt x="28771" y="130665"/>
                </a:lnTo>
                <a:lnTo>
                  <a:pt x="28570" y="130673"/>
                </a:lnTo>
                <a:lnTo>
                  <a:pt x="28309" y="130688"/>
                </a:lnTo>
                <a:lnTo>
                  <a:pt x="27999" y="130714"/>
                </a:lnTo>
                <a:lnTo>
                  <a:pt x="27652" y="130752"/>
                </a:lnTo>
                <a:lnTo>
                  <a:pt x="27280" y="130805"/>
                </a:lnTo>
                <a:lnTo>
                  <a:pt x="26894" y="130875"/>
                </a:lnTo>
                <a:lnTo>
                  <a:pt x="26506" y="130965"/>
                </a:lnTo>
                <a:lnTo>
                  <a:pt x="26127" y="131078"/>
                </a:lnTo>
                <a:lnTo>
                  <a:pt x="25769" y="131216"/>
                </a:lnTo>
                <a:lnTo>
                  <a:pt x="25444" y="131382"/>
                </a:lnTo>
                <a:lnTo>
                  <a:pt x="25164" y="131577"/>
                </a:lnTo>
                <a:lnTo>
                  <a:pt x="24939" y="131805"/>
                </a:lnTo>
                <a:lnTo>
                  <a:pt x="24782" y="132068"/>
                </a:lnTo>
                <a:lnTo>
                  <a:pt x="24704" y="132369"/>
                </a:lnTo>
                <a:lnTo>
                  <a:pt x="24717" y="132710"/>
                </a:lnTo>
                <a:lnTo>
                  <a:pt x="24832" y="133093"/>
                </a:lnTo>
                <a:lnTo>
                  <a:pt x="25062" y="133521"/>
                </a:lnTo>
                <a:lnTo>
                  <a:pt x="25417" y="133996"/>
                </a:lnTo>
                <a:lnTo>
                  <a:pt x="25910" y="134522"/>
                </a:lnTo>
                <a:lnTo>
                  <a:pt x="26551" y="135100"/>
                </a:lnTo>
                <a:lnTo>
                  <a:pt x="27353" y="135733"/>
                </a:lnTo>
                <a:lnTo>
                  <a:pt x="28327" y="136424"/>
                </a:lnTo>
                <a:lnTo>
                  <a:pt x="28359" y="136439"/>
                </a:lnTo>
                <a:lnTo>
                  <a:pt x="28452" y="136486"/>
                </a:lnTo>
                <a:lnTo>
                  <a:pt x="28602" y="136566"/>
                </a:lnTo>
                <a:lnTo>
                  <a:pt x="28805" y="136682"/>
                </a:lnTo>
                <a:lnTo>
                  <a:pt x="29059" y="136837"/>
                </a:lnTo>
                <a:lnTo>
                  <a:pt x="29360" y="137033"/>
                </a:lnTo>
                <a:lnTo>
                  <a:pt x="29704" y="137271"/>
                </a:lnTo>
                <a:lnTo>
                  <a:pt x="30088" y="137555"/>
                </a:lnTo>
                <a:lnTo>
                  <a:pt x="30507" y="137886"/>
                </a:lnTo>
                <a:lnTo>
                  <a:pt x="30959" y="138267"/>
                </a:lnTo>
                <a:lnTo>
                  <a:pt x="31440" y="138701"/>
                </a:lnTo>
                <a:lnTo>
                  <a:pt x="31946" y="139188"/>
                </a:lnTo>
                <a:lnTo>
                  <a:pt x="32474" y="139733"/>
                </a:lnTo>
                <a:lnTo>
                  <a:pt x="33020" y="140337"/>
                </a:lnTo>
                <a:lnTo>
                  <a:pt x="33581" y="141002"/>
                </a:lnTo>
                <a:lnTo>
                  <a:pt x="34153" y="141731"/>
                </a:lnTo>
                <a:lnTo>
                  <a:pt x="34733" y="142525"/>
                </a:lnTo>
                <a:lnTo>
                  <a:pt x="35316" y="143388"/>
                </a:lnTo>
                <a:lnTo>
                  <a:pt x="35900" y="144322"/>
                </a:lnTo>
                <a:lnTo>
                  <a:pt x="36481" y="145328"/>
                </a:lnTo>
                <a:lnTo>
                  <a:pt x="37054" y="146410"/>
                </a:lnTo>
                <a:lnTo>
                  <a:pt x="37618" y="147569"/>
                </a:lnTo>
                <a:lnTo>
                  <a:pt x="38168" y="148807"/>
                </a:lnTo>
                <a:lnTo>
                  <a:pt x="38700" y="150128"/>
                </a:lnTo>
                <a:lnTo>
                  <a:pt x="38730" y="150213"/>
                </a:lnTo>
                <a:lnTo>
                  <a:pt x="38822" y="150456"/>
                </a:lnTo>
                <a:lnTo>
                  <a:pt x="38984" y="150840"/>
                </a:lnTo>
                <a:lnTo>
                  <a:pt x="39222" y="151348"/>
                </a:lnTo>
                <a:lnTo>
                  <a:pt x="39543" y="151964"/>
                </a:lnTo>
                <a:lnTo>
                  <a:pt x="39953" y="152669"/>
                </a:lnTo>
                <a:lnTo>
                  <a:pt x="40459" y="153448"/>
                </a:lnTo>
                <a:lnTo>
                  <a:pt x="41068" y="154282"/>
                </a:lnTo>
                <a:lnTo>
                  <a:pt x="41786" y="155155"/>
                </a:lnTo>
                <a:lnTo>
                  <a:pt x="42619" y="156051"/>
                </a:lnTo>
                <a:lnTo>
                  <a:pt x="43575" y="156951"/>
                </a:lnTo>
                <a:lnTo>
                  <a:pt x="44660" y="157839"/>
                </a:lnTo>
                <a:lnTo>
                  <a:pt x="45880" y="158697"/>
                </a:lnTo>
                <a:lnTo>
                  <a:pt x="47242" y="159510"/>
                </a:lnTo>
                <a:lnTo>
                  <a:pt x="48753" y="160259"/>
                </a:lnTo>
                <a:lnTo>
                  <a:pt x="50419" y="160928"/>
                </a:lnTo>
                <a:lnTo>
                  <a:pt x="52247" y="161499"/>
                </a:lnTo>
                <a:lnTo>
                  <a:pt x="54243" y="161956"/>
                </a:lnTo>
                <a:lnTo>
                  <a:pt x="56414" y="162282"/>
                </a:lnTo>
                <a:lnTo>
                  <a:pt x="58767" y="162459"/>
                </a:lnTo>
                <a:lnTo>
                  <a:pt x="61308" y="162471"/>
                </a:lnTo>
                <a:lnTo>
                  <a:pt x="64044" y="162300"/>
                </a:lnTo>
                <a:lnTo>
                  <a:pt x="66981" y="161930"/>
                </a:lnTo>
                <a:lnTo>
                  <a:pt x="70126" y="161343"/>
                </a:lnTo>
                <a:lnTo>
                  <a:pt x="70126" y="162314"/>
                </a:lnTo>
                <a:lnTo>
                  <a:pt x="70129" y="163280"/>
                </a:lnTo>
                <a:lnTo>
                  <a:pt x="70132" y="164239"/>
                </a:lnTo>
                <a:lnTo>
                  <a:pt x="70137" y="165188"/>
                </a:lnTo>
                <a:lnTo>
                  <a:pt x="70143" y="166125"/>
                </a:lnTo>
                <a:lnTo>
                  <a:pt x="70149" y="167047"/>
                </a:lnTo>
                <a:lnTo>
                  <a:pt x="70157" y="167954"/>
                </a:lnTo>
                <a:lnTo>
                  <a:pt x="70165" y="168842"/>
                </a:lnTo>
                <a:lnTo>
                  <a:pt x="70174" y="169710"/>
                </a:lnTo>
                <a:lnTo>
                  <a:pt x="70183" y="170555"/>
                </a:lnTo>
                <a:lnTo>
                  <a:pt x="70193" y="171375"/>
                </a:lnTo>
                <a:lnTo>
                  <a:pt x="70202" y="172168"/>
                </a:lnTo>
                <a:lnTo>
                  <a:pt x="70212" y="172931"/>
                </a:lnTo>
                <a:lnTo>
                  <a:pt x="70221" y="173664"/>
                </a:lnTo>
                <a:lnTo>
                  <a:pt x="70230" y="174363"/>
                </a:lnTo>
                <a:lnTo>
                  <a:pt x="70239" y="175026"/>
                </a:lnTo>
                <a:lnTo>
                  <a:pt x="70247" y="175651"/>
                </a:lnTo>
                <a:lnTo>
                  <a:pt x="70255" y="176237"/>
                </a:lnTo>
                <a:lnTo>
                  <a:pt x="70262" y="176780"/>
                </a:lnTo>
                <a:lnTo>
                  <a:pt x="70267" y="177278"/>
                </a:lnTo>
                <a:lnTo>
                  <a:pt x="70272" y="177731"/>
                </a:lnTo>
                <a:lnTo>
                  <a:pt x="70276" y="178134"/>
                </a:lnTo>
                <a:lnTo>
                  <a:pt x="70278" y="178487"/>
                </a:lnTo>
                <a:lnTo>
                  <a:pt x="70279" y="178787"/>
                </a:lnTo>
                <a:lnTo>
                  <a:pt x="70270" y="179100"/>
                </a:lnTo>
                <a:lnTo>
                  <a:pt x="70243" y="179417"/>
                </a:lnTo>
                <a:lnTo>
                  <a:pt x="70197" y="179734"/>
                </a:lnTo>
                <a:lnTo>
                  <a:pt x="70131" y="180051"/>
                </a:lnTo>
                <a:lnTo>
                  <a:pt x="70046" y="180365"/>
                </a:lnTo>
                <a:lnTo>
                  <a:pt x="69940" y="180675"/>
                </a:lnTo>
                <a:lnTo>
                  <a:pt x="69814" y="180978"/>
                </a:lnTo>
                <a:lnTo>
                  <a:pt x="69665" y="181272"/>
                </a:lnTo>
                <a:lnTo>
                  <a:pt x="69495" y="181557"/>
                </a:lnTo>
                <a:lnTo>
                  <a:pt x="69303" y="181829"/>
                </a:lnTo>
                <a:lnTo>
                  <a:pt x="69087" y="182087"/>
                </a:lnTo>
                <a:lnTo>
                  <a:pt x="68847" y="182329"/>
                </a:lnTo>
                <a:lnTo>
                  <a:pt x="68583" y="182554"/>
                </a:lnTo>
                <a:lnTo>
                  <a:pt x="68295" y="182758"/>
                </a:lnTo>
                <a:lnTo>
                  <a:pt x="67981" y="182941"/>
                </a:lnTo>
                <a:lnTo>
                  <a:pt x="67642" y="183101"/>
                </a:lnTo>
                <a:lnTo>
                  <a:pt x="67276" y="183235"/>
                </a:lnTo>
                <a:lnTo>
                  <a:pt x="66883" y="183341"/>
                </a:lnTo>
                <a:lnTo>
                  <a:pt x="66463" y="183419"/>
                </a:lnTo>
                <a:lnTo>
                  <a:pt x="66014" y="183465"/>
                </a:lnTo>
                <a:lnTo>
                  <a:pt x="65538" y="183479"/>
                </a:lnTo>
                <a:lnTo>
                  <a:pt x="65032" y="183457"/>
                </a:lnTo>
                <a:lnTo>
                  <a:pt x="64497" y="183399"/>
                </a:lnTo>
                <a:lnTo>
                  <a:pt x="63931" y="183301"/>
                </a:lnTo>
                <a:lnTo>
                  <a:pt x="59343" y="181627"/>
                </a:lnTo>
                <a:lnTo>
                  <a:pt x="54869" y="179723"/>
                </a:lnTo>
                <a:lnTo>
                  <a:pt x="50518" y="177596"/>
                </a:lnTo>
                <a:lnTo>
                  <a:pt x="46296" y="175253"/>
                </a:lnTo>
                <a:lnTo>
                  <a:pt x="42211" y="172702"/>
                </a:lnTo>
                <a:lnTo>
                  <a:pt x="38269" y="169950"/>
                </a:lnTo>
                <a:lnTo>
                  <a:pt x="34478" y="167003"/>
                </a:lnTo>
                <a:lnTo>
                  <a:pt x="30845" y="163869"/>
                </a:lnTo>
                <a:lnTo>
                  <a:pt x="27377" y="160555"/>
                </a:lnTo>
                <a:lnTo>
                  <a:pt x="24081" y="157068"/>
                </a:lnTo>
                <a:lnTo>
                  <a:pt x="20964" y="153416"/>
                </a:lnTo>
                <a:lnTo>
                  <a:pt x="18034" y="149604"/>
                </a:lnTo>
                <a:lnTo>
                  <a:pt x="15297" y="145641"/>
                </a:lnTo>
                <a:lnTo>
                  <a:pt x="12761" y="141533"/>
                </a:lnTo>
                <a:lnTo>
                  <a:pt x="10433" y="137287"/>
                </a:lnTo>
                <a:lnTo>
                  <a:pt x="8319" y="132912"/>
                </a:lnTo>
                <a:lnTo>
                  <a:pt x="6427" y="128413"/>
                </a:lnTo>
                <a:lnTo>
                  <a:pt x="4765" y="123797"/>
                </a:lnTo>
                <a:lnTo>
                  <a:pt x="3339" y="119073"/>
                </a:lnTo>
                <a:lnTo>
                  <a:pt x="2156" y="114247"/>
                </a:lnTo>
                <a:lnTo>
                  <a:pt x="1223" y="109325"/>
                </a:lnTo>
                <a:lnTo>
                  <a:pt x="548" y="104316"/>
                </a:lnTo>
                <a:lnTo>
                  <a:pt x="138" y="99227"/>
                </a:lnTo>
                <a:lnTo>
                  <a:pt x="0" y="94063"/>
                </a:lnTo>
                <a:lnTo>
                  <a:pt x="215" y="87615"/>
                </a:lnTo>
                <a:lnTo>
                  <a:pt x="852" y="81284"/>
                </a:lnTo>
                <a:lnTo>
                  <a:pt x="1897" y="75086"/>
                </a:lnTo>
                <a:lnTo>
                  <a:pt x="3335" y="69033"/>
                </a:lnTo>
                <a:lnTo>
                  <a:pt x="5154" y="63139"/>
                </a:lnTo>
                <a:lnTo>
                  <a:pt x="7338" y="57420"/>
                </a:lnTo>
                <a:lnTo>
                  <a:pt x="9875" y="51887"/>
                </a:lnTo>
                <a:lnTo>
                  <a:pt x="12751" y="46556"/>
                </a:lnTo>
                <a:lnTo>
                  <a:pt x="15951" y="41440"/>
                </a:lnTo>
                <a:lnTo>
                  <a:pt x="19462" y="36554"/>
                </a:lnTo>
                <a:lnTo>
                  <a:pt x="23270" y="31910"/>
                </a:lnTo>
                <a:lnTo>
                  <a:pt x="27361" y="27524"/>
                </a:lnTo>
                <a:lnTo>
                  <a:pt x="31721" y="23408"/>
                </a:lnTo>
                <a:lnTo>
                  <a:pt x="36337" y="19578"/>
                </a:lnTo>
                <a:lnTo>
                  <a:pt x="41194" y="16046"/>
                </a:lnTo>
                <a:lnTo>
                  <a:pt x="46279" y="12827"/>
                </a:lnTo>
                <a:lnTo>
                  <a:pt x="51578" y="9934"/>
                </a:lnTo>
                <a:lnTo>
                  <a:pt x="57077" y="7382"/>
                </a:lnTo>
                <a:lnTo>
                  <a:pt x="62762" y="5184"/>
                </a:lnTo>
                <a:lnTo>
                  <a:pt x="68620" y="3355"/>
                </a:lnTo>
                <a:lnTo>
                  <a:pt x="74636" y="1908"/>
                </a:lnTo>
                <a:lnTo>
                  <a:pt x="80797" y="85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2E8EF-7392-41A1-97CE-45112CE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311758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823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45849-65BC-44CE-A659-6011A4E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311758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823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48" name="Text IssueReport+">
            <a:extLst xmlns:a="http://schemas.openxmlformats.org/drawingml/2006/main">
              <a:ext uri="{FF2B5EF4-FFF2-40B4-BE49-F238E27FC236}">
                <a16:creationId xmlns:a16="http://schemas.microsoft.com/office/drawing/2014/main" id="{BA7CDE54-73A1-4135-A762-C6688B45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84" y="2540592"/>
            <a:ext cx="927588" cy="124433"/>
          </a:xfrm>
          <a:custGeom xmlns:a="http://schemas.openxmlformats.org/drawingml/2006/main">
            <a:pathLst>
              <a:path w="927588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7" y="78142"/>
                  <a:pt x="52946" y="80887"/>
                  <a:pt x="55386" y="82761"/>
                </a:cubicBezTo>
                <a:cubicBezTo>
                  <a:pt x="57826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6" y="82915"/>
                </a:cubicBezTo>
                <a:cubicBezTo>
                  <a:pt x="78187" y="81674"/>
                  <a:pt x="79008" y="80013"/>
                  <a:pt x="79008" y="77931"/>
                </a:cubicBezTo>
                <a:cubicBezTo>
                  <a:pt x="79008" y="76512"/>
                  <a:pt x="78564" y="75338"/>
                  <a:pt x="77677" y="74408"/>
                </a:cubicBezTo>
                <a:cubicBezTo>
                  <a:pt x="76746" y="73522"/>
                  <a:pt x="74661" y="72703"/>
                  <a:pt x="71422" y="71950"/>
                </a:cubicBezTo>
                <a:cubicBezTo>
                  <a:pt x="56339" y="68629"/>
                  <a:pt x="46780" y="65594"/>
                  <a:pt x="42743" y="62846"/>
                </a:cubicBezTo>
                <a:cubicBezTo>
                  <a:pt x="37153" y="59034"/>
                  <a:pt x="34359" y="53738"/>
                  <a:pt x="34359" y="46958"/>
                </a:cubicBezTo>
                <a:cubicBezTo>
                  <a:pt x="34359" y="40841"/>
                  <a:pt x="36776" y="35700"/>
                  <a:pt x="41612" y="31534"/>
                </a:cubicBezTo>
                <a:cubicBezTo>
                  <a:pt x="46447" y="27369"/>
                  <a:pt x="53944" y="25286"/>
                  <a:pt x="64103" y="25286"/>
                </a:cubicBezTo>
                <a:cubicBezTo>
                  <a:pt x="73773" y="25286"/>
                  <a:pt x="80960" y="26855"/>
                  <a:pt x="85662" y="29994"/>
                </a:cubicBezTo>
                <a:cubicBezTo>
                  <a:pt x="90364" y="33132"/>
                  <a:pt x="93603" y="37773"/>
                  <a:pt x="95377" y="43917"/>
                </a:cubicBezTo>
                <a:lnTo>
                  <a:pt x="77744" y="47244"/>
                </a:lnTo>
                <a:cubicBezTo>
                  <a:pt x="76990" y="44494"/>
                  <a:pt x="75559" y="42387"/>
                  <a:pt x="73452" y="40923"/>
                </a:cubicBezTo>
                <a:cubicBezTo>
                  <a:pt x="71345" y="39459"/>
                  <a:pt x="68339" y="38727"/>
                  <a:pt x="64435" y="38727"/>
                </a:cubicBezTo>
                <a:cubicBezTo>
                  <a:pt x="59511" y="38727"/>
                  <a:pt x="55985" y="39414"/>
                  <a:pt x="53855" y="40788"/>
                </a:cubicBezTo>
                <a:cubicBezTo>
                  <a:pt x="52436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6" y="53212"/>
                </a:cubicBezTo>
                <a:cubicBezTo>
                  <a:pt x="81015" y="55472"/>
                  <a:pt x="87969" y="58244"/>
                  <a:pt x="91917" y="61528"/>
                </a:cubicBezTo>
                <a:cubicBezTo>
                  <a:pt x="95821" y="64858"/>
                  <a:pt x="97773" y="69496"/>
                  <a:pt x="97773" y="75444"/>
                </a:cubicBezTo>
                <a:cubicBezTo>
                  <a:pt x="97773" y="81924"/>
                  <a:pt x="95067" y="87495"/>
                  <a:pt x="89655" y="92156"/>
                </a:cubicBezTo>
                <a:cubicBezTo>
                  <a:pt x="84243" y="96817"/>
                  <a:pt x="76235" y="99147"/>
                  <a:pt x="65633" y="99147"/>
                </a:cubicBezTo>
                <a:cubicBezTo>
                  <a:pt x="56007" y="99147"/>
                  <a:pt x="48388" y="97201"/>
                  <a:pt x="42776" y="93310"/>
                </a:cubicBezTo>
                <a:cubicBezTo>
                  <a:pt x="37164" y="89417"/>
                  <a:pt x="33494" y="84132"/>
                  <a:pt x="31763" y="77454"/>
                </a:cubicBezTo>
                <a:close/>
                <a:moveTo>
                  <a:pt x="107534" y="77454"/>
                </a:moveTo>
                <a:lnTo>
                  <a:pt x="126298" y="74527"/>
                </a:lnTo>
                <a:cubicBezTo>
                  <a:pt x="127097" y="78142"/>
                  <a:pt x="128716" y="80887"/>
                  <a:pt x="131156" y="82761"/>
                </a:cubicBezTo>
                <a:cubicBezTo>
                  <a:pt x="133596" y="84635"/>
                  <a:pt x="137011" y="85572"/>
                  <a:pt x="141403" y="85572"/>
                </a:cubicBezTo>
                <a:cubicBezTo>
                  <a:pt x="146239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6" y="73522"/>
                  <a:pt x="150431" y="72703"/>
                  <a:pt x="147192" y="71950"/>
                </a:cubicBezTo>
                <a:cubicBezTo>
                  <a:pt x="132110" y="68629"/>
                  <a:pt x="122550" y="65594"/>
                  <a:pt x="118513" y="62846"/>
                </a:cubicBezTo>
                <a:cubicBezTo>
                  <a:pt x="112923" y="59034"/>
                  <a:pt x="110129" y="53738"/>
                  <a:pt x="110129" y="46958"/>
                </a:cubicBezTo>
                <a:cubicBezTo>
                  <a:pt x="110129" y="40841"/>
                  <a:pt x="112546" y="35700"/>
                  <a:pt x="117382" y="31534"/>
                </a:cubicBezTo>
                <a:cubicBezTo>
                  <a:pt x="122217" y="27369"/>
                  <a:pt x="129714" y="25286"/>
                  <a:pt x="139873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3" y="37773"/>
                  <a:pt x="171147" y="43917"/>
                </a:cubicBezTo>
                <a:lnTo>
                  <a:pt x="153514" y="47244"/>
                </a:lnTo>
                <a:cubicBezTo>
                  <a:pt x="152760" y="44494"/>
                  <a:pt x="151329" y="42387"/>
                  <a:pt x="149222" y="40923"/>
                </a:cubicBezTo>
                <a:cubicBezTo>
                  <a:pt x="147115" y="39459"/>
                  <a:pt x="144109" y="38727"/>
                  <a:pt x="140205" y="38727"/>
                </a:cubicBezTo>
                <a:cubicBezTo>
                  <a:pt x="135281" y="38727"/>
                  <a:pt x="131755" y="39414"/>
                  <a:pt x="129625" y="40788"/>
                </a:cubicBezTo>
                <a:cubicBezTo>
                  <a:pt x="128206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3" y="69496"/>
                  <a:pt x="173543" y="75444"/>
                </a:cubicBezTo>
                <a:cubicBezTo>
                  <a:pt x="173543" y="81924"/>
                  <a:pt x="170837" y="87495"/>
                  <a:pt x="165425" y="92156"/>
                </a:cubicBezTo>
                <a:cubicBezTo>
                  <a:pt x="160013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4" y="84132"/>
                  <a:pt x="107534" y="77454"/>
                </a:cubicBezTo>
                <a:close/>
                <a:moveTo>
                  <a:pt x="235995" y="97550"/>
                </a:moveTo>
                <a:lnTo>
                  <a:pt x="235995" y="86970"/>
                </a:lnTo>
                <a:cubicBezTo>
                  <a:pt x="233422" y="90740"/>
                  <a:pt x="230039" y="93713"/>
                  <a:pt x="225847" y="95886"/>
                </a:cubicBezTo>
                <a:cubicBezTo>
                  <a:pt x="221655" y="98060"/>
                  <a:pt x="217230" y="99147"/>
                  <a:pt x="212572" y="99147"/>
                </a:cubicBezTo>
                <a:cubicBezTo>
                  <a:pt x="207826" y="99147"/>
                  <a:pt x="203567" y="98104"/>
                  <a:pt x="199796" y="96019"/>
                </a:cubicBezTo>
                <a:cubicBezTo>
                  <a:pt x="196026" y="93934"/>
                  <a:pt x="193297" y="91007"/>
                  <a:pt x="191612" y="87236"/>
                </a:cubicBezTo>
                <a:cubicBezTo>
                  <a:pt x="189926" y="83465"/>
                  <a:pt x="189083" y="78253"/>
                  <a:pt x="189083" y="71599"/>
                </a:cubicBezTo>
                <a:lnTo>
                  <a:pt x="189083" y="26883"/>
                </a:lnTo>
                <a:lnTo>
                  <a:pt x="207781" y="26883"/>
                </a:lnTo>
                <a:lnTo>
                  <a:pt x="207781" y="59280"/>
                </a:lnTo>
                <a:cubicBezTo>
                  <a:pt x="207781" y="69195"/>
                  <a:pt x="208125" y="75270"/>
                  <a:pt x="208813" y="77504"/>
                </a:cubicBezTo>
                <a:cubicBezTo>
                  <a:pt x="209500" y="79739"/>
                  <a:pt x="210753" y="81509"/>
                  <a:pt x="212572" y="82815"/>
                </a:cubicBezTo>
                <a:cubicBezTo>
                  <a:pt x="214391" y="84121"/>
                  <a:pt x="216698" y="84774"/>
                  <a:pt x="219492" y="84774"/>
                </a:cubicBezTo>
                <a:cubicBezTo>
                  <a:pt x="222686" y="84774"/>
                  <a:pt x="225548" y="83900"/>
                  <a:pt x="228076" y="82152"/>
                </a:cubicBezTo>
                <a:cubicBezTo>
                  <a:pt x="230605" y="80404"/>
                  <a:pt x="232335" y="78235"/>
                  <a:pt x="233267" y="75645"/>
                </a:cubicBezTo>
                <a:cubicBezTo>
                  <a:pt x="234198" y="73056"/>
                  <a:pt x="234664" y="66715"/>
                  <a:pt x="234664" y="56625"/>
                </a:cubicBezTo>
                <a:lnTo>
                  <a:pt x="234664" y="26883"/>
                </a:lnTo>
                <a:lnTo>
                  <a:pt x="253362" y="26883"/>
                </a:lnTo>
                <a:lnTo>
                  <a:pt x="253362" y="97550"/>
                </a:lnTo>
                <a:lnTo>
                  <a:pt x="235995" y="97550"/>
                </a:lnTo>
                <a:close/>
                <a:moveTo>
                  <a:pt x="313670" y="75059"/>
                </a:moveTo>
                <a:lnTo>
                  <a:pt x="332302" y="78253"/>
                </a:lnTo>
                <a:cubicBezTo>
                  <a:pt x="329906" y="85062"/>
                  <a:pt x="326125" y="90247"/>
                  <a:pt x="320957" y="93807"/>
                </a:cubicBezTo>
                <a:cubicBezTo>
                  <a:pt x="315789" y="97367"/>
                  <a:pt x="309323" y="99147"/>
                  <a:pt x="301560" y="99147"/>
                </a:cubicBezTo>
                <a:cubicBezTo>
                  <a:pt x="289272" y="99147"/>
                  <a:pt x="280178" y="95132"/>
                  <a:pt x="274278" y="87103"/>
                </a:cubicBezTo>
                <a:cubicBezTo>
                  <a:pt x="269620" y="80671"/>
                  <a:pt x="267291" y="72552"/>
                  <a:pt x="267291" y="62749"/>
                </a:cubicBezTo>
                <a:cubicBezTo>
                  <a:pt x="267291" y="51037"/>
                  <a:pt x="270352" y="41866"/>
                  <a:pt x="276474" y="35234"/>
                </a:cubicBezTo>
                <a:cubicBezTo>
                  <a:pt x="282595" y="28602"/>
                  <a:pt x="290336" y="25286"/>
                  <a:pt x="299697" y="25286"/>
                </a:cubicBezTo>
                <a:cubicBezTo>
                  <a:pt x="310210" y="25286"/>
                  <a:pt x="318506" y="28757"/>
                  <a:pt x="324583" y="35700"/>
                </a:cubicBezTo>
                <a:cubicBezTo>
                  <a:pt x="330661" y="42642"/>
                  <a:pt x="333566" y="53278"/>
                  <a:pt x="333300" y="67606"/>
                </a:cubicBezTo>
                <a:lnTo>
                  <a:pt x="286455" y="67606"/>
                </a:lnTo>
                <a:cubicBezTo>
                  <a:pt x="286588" y="73151"/>
                  <a:pt x="288096" y="77465"/>
                  <a:pt x="290980" y="80549"/>
                </a:cubicBezTo>
                <a:cubicBezTo>
                  <a:pt x="293863" y="83632"/>
                  <a:pt x="297456" y="85173"/>
                  <a:pt x="301759" y="85173"/>
                </a:cubicBezTo>
                <a:cubicBezTo>
                  <a:pt x="304687" y="85173"/>
                  <a:pt x="307149" y="84375"/>
                  <a:pt x="309145" y="82778"/>
                </a:cubicBezTo>
                <a:cubicBezTo>
                  <a:pt x="311142" y="81181"/>
                  <a:pt x="312650" y="78608"/>
                  <a:pt x="313670" y="75059"/>
                </a:cubicBezTo>
                <a:moveTo>
                  <a:pt x="314735" y="56161"/>
                </a:moveTo>
                <a:cubicBezTo>
                  <a:pt x="314602" y="50771"/>
                  <a:pt x="313204" y="46673"/>
                  <a:pt x="310543" y="43867"/>
                </a:cubicBezTo>
                <a:cubicBezTo>
                  <a:pt x="307881" y="41062"/>
                  <a:pt x="304643" y="39659"/>
                  <a:pt x="300828" y="39659"/>
                </a:cubicBezTo>
                <a:cubicBezTo>
                  <a:pt x="296747" y="39659"/>
                  <a:pt x="293375" y="41139"/>
                  <a:pt x="290713" y="44098"/>
                </a:cubicBezTo>
                <a:cubicBezTo>
                  <a:pt x="288052" y="47059"/>
                  <a:pt x="286743" y="51080"/>
                  <a:pt x="286788" y="56161"/>
                </a:cubicBezTo>
                <a:lnTo>
                  <a:pt x="314735" y="56161"/>
                </a:lnTo>
                <a:close/>
                <a:moveTo>
                  <a:pt x="386603" y="97550"/>
                </a:moveTo>
                <a:lnTo>
                  <a:pt x="386603" y="0"/>
                </a:lnTo>
                <a:lnTo>
                  <a:pt x="428058" y="0"/>
                </a:lnTo>
                <a:cubicBezTo>
                  <a:pt x="438483" y="0"/>
                  <a:pt x="446057" y="876"/>
                  <a:pt x="450782" y="2628"/>
                </a:cubicBezTo>
                <a:cubicBezTo>
                  <a:pt x="455506" y="4381"/>
                  <a:pt x="459288" y="7497"/>
                  <a:pt x="462127" y="11977"/>
                </a:cubicBezTo>
                <a:cubicBezTo>
                  <a:pt x="464966" y="16458"/>
                  <a:pt x="466386" y="21582"/>
                  <a:pt x="466386" y="27349"/>
                </a:cubicBezTo>
                <a:cubicBezTo>
                  <a:pt x="466386" y="34668"/>
                  <a:pt x="464234" y="40712"/>
                  <a:pt x="459931" y="45481"/>
                </a:cubicBezTo>
                <a:cubicBezTo>
                  <a:pt x="455628" y="50250"/>
                  <a:pt x="449196" y="53255"/>
                  <a:pt x="440634" y="54498"/>
                </a:cubicBezTo>
                <a:cubicBezTo>
                  <a:pt x="444893" y="56982"/>
                  <a:pt x="448408" y="59710"/>
                  <a:pt x="451181" y="62682"/>
                </a:cubicBezTo>
                <a:cubicBezTo>
                  <a:pt x="453954" y="65654"/>
                  <a:pt x="457691" y="70933"/>
                  <a:pt x="462393" y="78519"/>
                </a:cubicBezTo>
                <a:lnTo>
                  <a:pt x="474304" y="97550"/>
                </a:lnTo>
                <a:lnTo>
                  <a:pt x="450749" y="97550"/>
                </a:lnTo>
                <a:lnTo>
                  <a:pt x="436509" y="76317"/>
                </a:lnTo>
                <a:cubicBezTo>
                  <a:pt x="431451" y="68734"/>
                  <a:pt x="427991" y="63956"/>
                  <a:pt x="426128" y="61983"/>
                </a:cubicBezTo>
                <a:cubicBezTo>
                  <a:pt x="424265" y="60009"/>
                  <a:pt x="422291" y="58656"/>
                  <a:pt x="420206" y="57924"/>
                </a:cubicBezTo>
                <a:cubicBezTo>
                  <a:pt x="418121" y="57192"/>
                  <a:pt x="414816" y="56826"/>
                  <a:pt x="410291" y="56826"/>
                </a:cubicBezTo>
                <a:lnTo>
                  <a:pt x="406299" y="56826"/>
                </a:lnTo>
                <a:lnTo>
                  <a:pt x="406299" y="97550"/>
                </a:lnTo>
                <a:lnTo>
                  <a:pt x="386603" y="97550"/>
                </a:lnTo>
                <a:moveTo>
                  <a:pt x="406299" y="41256"/>
                </a:moveTo>
                <a:lnTo>
                  <a:pt x="420871" y="41256"/>
                </a:lnTo>
                <a:cubicBezTo>
                  <a:pt x="430320" y="41256"/>
                  <a:pt x="436220" y="40856"/>
                  <a:pt x="438571" y="40058"/>
                </a:cubicBezTo>
                <a:cubicBezTo>
                  <a:pt x="440923" y="39259"/>
                  <a:pt x="442764" y="37884"/>
                  <a:pt x="444094" y="35932"/>
                </a:cubicBezTo>
                <a:cubicBezTo>
                  <a:pt x="445425" y="33981"/>
                  <a:pt x="446091" y="31541"/>
                  <a:pt x="446091" y="28613"/>
                </a:cubicBezTo>
                <a:cubicBezTo>
                  <a:pt x="446091" y="25330"/>
                  <a:pt x="445214" y="22680"/>
                  <a:pt x="443462" y="20661"/>
                </a:cubicBezTo>
                <a:cubicBezTo>
                  <a:pt x="441710" y="18643"/>
                  <a:pt x="439237" y="17367"/>
                  <a:pt x="436043" y="16835"/>
                </a:cubicBezTo>
                <a:cubicBezTo>
                  <a:pt x="434446" y="16613"/>
                  <a:pt x="429655" y="16502"/>
                  <a:pt x="421670" y="16502"/>
                </a:cubicBezTo>
                <a:lnTo>
                  <a:pt x="406299" y="16502"/>
                </a:lnTo>
                <a:lnTo>
                  <a:pt x="406299" y="41256"/>
                </a:lnTo>
                <a:close/>
                <a:moveTo>
                  <a:pt x="525718" y="75059"/>
                </a:moveTo>
                <a:lnTo>
                  <a:pt x="544349" y="78253"/>
                </a:lnTo>
                <a:cubicBezTo>
                  <a:pt x="541954" y="85062"/>
                  <a:pt x="538172" y="90247"/>
                  <a:pt x="533004" y="93807"/>
                </a:cubicBezTo>
                <a:cubicBezTo>
                  <a:pt x="527836" y="97367"/>
                  <a:pt x="521370" y="99147"/>
                  <a:pt x="513607" y="99147"/>
                </a:cubicBezTo>
                <a:cubicBezTo>
                  <a:pt x="501319" y="99147"/>
                  <a:pt x="492225" y="95132"/>
                  <a:pt x="486325" y="87103"/>
                </a:cubicBezTo>
                <a:cubicBezTo>
                  <a:pt x="481667" y="80671"/>
                  <a:pt x="479338" y="72552"/>
                  <a:pt x="479338" y="62749"/>
                </a:cubicBezTo>
                <a:cubicBezTo>
                  <a:pt x="479338" y="51037"/>
                  <a:pt x="482399" y="41866"/>
                  <a:pt x="488521" y="35234"/>
                </a:cubicBezTo>
                <a:cubicBezTo>
                  <a:pt x="494643" y="28602"/>
                  <a:pt x="502384" y="25286"/>
                  <a:pt x="511744" y="25286"/>
                </a:cubicBezTo>
                <a:cubicBezTo>
                  <a:pt x="522257" y="25286"/>
                  <a:pt x="530553" y="28757"/>
                  <a:pt x="536630" y="35700"/>
                </a:cubicBezTo>
                <a:cubicBezTo>
                  <a:pt x="542708" y="42642"/>
                  <a:pt x="545614" y="53278"/>
                  <a:pt x="545347" y="67606"/>
                </a:cubicBezTo>
                <a:lnTo>
                  <a:pt x="498502" y="67606"/>
                </a:lnTo>
                <a:cubicBezTo>
                  <a:pt x="498635" y="73151"/>
                  <a:pt x="500144" y="77465"/>
                  <a:pt x="503027" y="80549"/>
                </a:cubicBezTo>
                <a:cubicBezTo>
                  <a:pt x="505910" y="83632"/>
                  <a:pt x="509504" y="85173"/>
                  <a:pt x="513807" y="85173"/>
                </a:cubicBezTo>
                <a:cubicBezTo>
                  <a:pt x="516735" y="85173"/>
                  <a:pt x="519197" y="84375"/>
                  <a:pt x="521193" y="82778"/>
                </a:cubicBezTo>
                <a:cubicBezTo>
                  <a:pt x="523189" y="81181"/>
                  <a:pt x="524697" y="78608"/>
                  <a:pt x="525718" y="75059"/>
                </a:cubicBezTo>
                <a:moveTo>
                  <a:pt x="526782" y="56161"/>
                </a:moveTo>
                <a:cubicBezTo>
                  <a:pt x="526649" y="50771"/>
                  <a:pt x="525252" y="46673"/>
                  <a:pt x="522590" y="43867"/>
                </a:cubicBezTo>
                <a:cubicBezTo>
                  <a:pt x="519929" y="41062"/>
                  <a:pt x="516690" y="39659"/>
                  <a:pt x="512875" y="39659"/>
                </a:cubicBezTo>
                <a:cubicBezTo>
                  <a:pt x="508794" y="39659"/>
                  <a:pt x="505422" y="41139"/>
                  <a:pt x="502761" y="44098"/>
                </a:cubicBezTo>
                <a:cubicBezTo>
                  <a:pt x="500099" y="47059"/>
                  <a:pt x="498791" y="51080"/>
                  <a:pt x="498835" y="56161"/>
                </a:cubicBezTo>
                <a:lnTo>
                  <a:pt x="526782" y="56161"/>
                </a:lnTo>
                <a:close/>
                <a:moveTo>
                  <a:pt x="559623" y="26883"/>
                </a:moveTo>
                <a:lnTo>
                  <a:pt x="577057" y="26883"/>
                </a:lnTo>
                <a:lnTo>
                  <a:pt x="577057" y="37263"/>
                </a:lnTo>
                <a:cubicBezTo>
                  <a:pt x="579319" y="33714"/>
                  <a:pt x="582380" y="30831"/>
                  <a:pt x="586240" y="28613"/>
                </a:cubicBezTo>
                <a:cubicBezTo>
                  <a:pt x="590099" y="26395"/>
                  <a:pt x="594380" y="25286"/>
                  <a:pt x="599082" y="25286"/>
                </a:cubicBezTo>
                <a:cubicBezTo>
                  <a:pt x="607289" y="25286"/>
                  <a:pt x="614254" y="28502"/>
                  <a:pt x="619976" y="34934"/>
                </a:cubicBezTo>
                <a:cubicBezTo>
                  <a:pt x="625699" y="41367"/>
                  <a:pt x="628560" y="50328"/>
                  <a:pt x="628560" y="61817"/>
                </a:cubicBezTo>
                <a:cubicBezTo>
                  <a:pt x="628560" y="73617"/>
                  <a:pt x="625677" y="82789"/>
                  <a:pt x="619910" y="89332"/>
                </a:cubicBezTo>
                <a:cubicBezTo>
                  <a:pt x="614143" y="95875"/>
                  <a:pt x="607156" y="99147"/>
                  <a:pt x="598949" y="99147"/>
                </a:cubicBezTo>
                <a:cubicBezTo>
                  <a:pt x="595045" y="99147"/>
                  <a:pt x="591508" y="98371"/>
                  <a:pt x="588336" y="96818"/>
                </a:cubicBezTo>
                <a:cubicBezTo>
                  <a:pt x="585164" y="95265"/>
                  <a:pt x="581826" y="92604"/>
                  <a:pt x="578321" y="88833"/>
                </a:cubicBezTo>
                <a:lnTo>
                  <a:pt x="578321" y="124433"/>
                </a:lnTo>
                <a:lnTo>
                  <a:pt x="559623" y="124433"/>
                </a:lnTo>
                <a:lnTo>
                  <a:pt x="559623" y="26883"/>
                </a:lnTo>
                <a:moveTo>
                  <a:pt x="578122" y="60987"/>
                </a:moveTo>
                <a:cubicBezTo>
                  <a:pt x="578122" y="68916"/>
                  <a:pt x="579696" y="74773"/>
                  <a:pt x="582846" y="78561"/>
                </a:cubicBezTo>
                <a:cubicBezTo>
                  <a:pt x="585996" y="82348"/>
                  <a:pt x="589833" y="84242"/>
                  <a:pt x="594358" y="84242"/>
                </a:cubicBezTo>
                <a:cubicBezTo>
                  <a:pt x="598705" y="84242"/>
                  <a:pt x="602321" y="82503"/>
                  <a:pt x="605204" y="79026"/>
                </a:cubicBezTo>
                <a:cubicBezTo>
                  <a:pt x="608088" y="75550"/>
                  <a:pt x="609529" y="69846"/>
                  <a:pt x="609529" y="61917"/>
                </a:cubicBezTo>
                <a:cubicBezTo>
                  <a:pt x="609529" y="54520"/>
                  <a:pt x="608043" y="49027"/>
                  <a:pt x="605071" y="45440"/>
                </a:cubicBezTo>
                <a:cubicBezTo>
                  <a:pt x="602099" y="41852"/>
                  <a:pt x="598417" y="40058"/>
                  <a:pt x="594025" y="40058"/>
                </a:cubicBezTo>
                <a:cubicBezTo>
                  <a:pt x="589456" y="40058"/>
                  <a:pt x="585663" y="41819"/>
                  <a:pt x="582646" y="45340"/>
                </a:cubicBezTo>
                <a:cubicBezTo>
                  <a:pt x="579630" y="48861"/>
                  <a:pt x="578122" y="54077"/>
                  <a:pt x="578122" y="60987"/>
                </a:cubicBezTo>
                <a:close/>
                <a:moveTo>
                  <a:pt x="639096" y="61218"/>
                </a:moveTo>
                <a:cubicBezTo>
                  <a:pt x="639096" y="55008"/>
                  <a:pt x="640626" y="48997"/>
                  <a:pt x="643687" y="43185"/>
                </a:cubicBezTo>
                <a:cubicBezTo>
                  <a:pt x="646748" y="37374"/>
                  <a:pt x="651084" y="32938"/>
                  <a:pt x="656696" y="29877"/>
                </a:cubicBezTo>
                <a:cubicBezTo>
                  <a:pt x="662307" y="26816"/>
                  <a:pt x="668573" y="25286"/>
                  <a:pt x="675494" y="25286"/>
                </a:cubicBezTo>
                <a:cubicBezTo>
                  <a:pt x="686185" y="25286"/>
                  <a:pt x="694946" y="28757"/>
                  <a:pt x="701778" y="35700"/>
                </a:cubicBezTo>
                <a:cubicBezTo>
                  <a:pt x="708609" y="42642"/>
                  <a:pt x="712025" y="51414"/>
                  <a:pt x="712025" y="62017"/>
                </a:cubicBezTo>
                <a:cubicBezTo>
                  <a:pt x="712025" y="72708"/>
                  <a:pt x="708576" y="81569"/>
                  <a:pt x="701678" y="88600"/>
                </a:cubicBezTo>
                <a:cubicBezTo>
                  <a:pt x="694780" y="95631"/>
                  <a:pt x="686096" y="99147"/>
                  <a:pt x="675627" y="99147"/>
                </a:cubicBezTo>
                <a:cubicBezTo>
                  <a:pt x="669150" y="99147"/>
                  <a:pt x="662973" y="97683"/>
                  <a:pt x="657095" y="94755"/>
                </a:cubicBezTo>
                <a:cubicBezTo>
                  <a:pt x="651217" y="91827"/>
                  <a:pt x="646748" y="87535"/>
                  <a:pt x="643687" y="81879"/>
                </a:cubicBezTo>
                <a:cubicBezTo>
                  <a:pt x="640626" y="76223"/>
                  <a:pt x="639096" y="69336"/>
                  <a:pt x="639096" y="61218"/>
                </a:cubicBezTo>
                <a:moveTo>
                  <a:pt x="658259" y="62216"/>
                </a:moveTo>
                <a:cubicBezTo>
                  <a:pt x="658259" y="69203"/>
                  <a:pt x="659923" y="74554"/>
                  <a:pt x="663250" y="78269"/>
                </a:cubicBezTo>
                <a:cubicBezTo>
                  <a:pt x="666577" y="81985"/>
                  <a:pt x="670681" y="83842"/>
                  <a:pt x="675560" y="83842"/>
                </a:cubicBezTo>
                <a:cubicBezTo>
                  <a:pt x="680440" y="83842"/>
                  <a:pt x="684532" y="81985"/>
                  <a:pt x="687837" y="78269"/>
                </a:cubicBezTo>
                <a:cubicBezTo>
                  <a:pt x="691142" y="74554"/>
                  <a:pt x="692795" y="69159"/>
                  <a:pt x="692795" y="62083"/>
                </a:cubicBezTo>
                <a:cubicBezTo>
                  <a:pt x="692795" y="55185"/>
                  <a:pt x="691142" y="49878"/>
                  <a:pt x="687837" y="46163"/>
                </a:cubicBezTo>
                <a:cubicBezTo>
                  <a:pt x="684532" y="42448"/>
                  <a:pt x="680440" y="40590"/>
                  <a:pt x="675560" y="40590"/>
                </a:cubicBezTo>
                <a:cubicBezTo>
                  <a:pt x="670681" y="40590"/>
                  <a:pt x="666577" y="42448"/>
                  <a:pt x="663250" y="46163"/>
                </a:cubicBezTo>
                <a:cubicBezTo>
                  <a:pt x="659923" y="49878"/>
                  <a:pt x="658259" y="55229"/>
                  <a:pt x="658259" y="62216"/>
                </a:cubicBezTo>
                <a:close/>
                <a:moveTo>
                  <a:pt x="745131" y="97550"/>
                </a:moveTo>
                <a:lnTo>
                  <a:pt x="726433" y="97550"/>
                </a:lnTo>
                <a:lnTo>
                  <a:pt x="726433" y="26883"/>
                </a:lnTo>
                <a:lnTo>
                  <a:pt x="743800" y="26883"/>
                </a:lnTo>
                <a:lnTo>
                  <a:pt x="743800" y="36931"/>
                </a:lnTo>
                <a:cubicBezTo>
                  <a:pt x="746772" y="32184"/>
                  <a:pt x="749445" y="29056"/>
                  <a:pt x="751818" y="27548"/>
                </a:cubicBezTo>
                <a:cubicBezTo>
                  <a:pt x="754192" y="26040"/>
                  <a:pt x="756887" y="25286"/>
                  <a:pt x="759903" y="25286"/>
                </a:cubicBezTo>
                <a:cubicBezTo>
                  <a:pt x="764162" y="25286"/>
                  <a:pt x="768265" y="26461"/>
                  <a:pt x="772213" y="28812"/>
                </a:cubicBezTo>
                <a:lnTo>
                  <a:pt x="766424" y="45115"/>
                </a:lnTo>
                <a:cubicBezTo>
                  <a:pt x="763275" y="43075"/>
                  <a:pt x="760347" y="42054"/>
                  <a:pt x="757641" y="42054"/>
                </a:cubicBezTo>
                <a:cubicBezTo>
                  <a:pt x="755023" y="42054"/>
                  <a:pt x="752805" y="42775"/>
                  <a:pt x="750987" y="44217"/>
                </a:cubicBezTo>
                <a:cubicBezTo>
                  <a:pt x="749168" y="45659"/>
                  <a:pt x="747737" y="48265"/>
                  <a:pt x="746695" y="52035"/>
                </a:cubicBezTo>
                <a:cubicBezTo>
                  <a:pt x="745652" y="55806"/>
                  <a:pt x="745131" y="63702"/>
                  <a:pt x="745131" y="75724"/>
                </a:cubicBezTo>
                <a:lnTo>
                  <a:pt x="745131" y="97550"/>
                </a:lnTo>
                <a:close/>
                <a:moveTo>
                  <a:pt x="812649" y="26883"/>
                </a:moveTo>
                <a:lnTo>
                  <a:pt x="812649" y="41788"/>
                </a:lnTo>
                <a:lnTo>
                  <a:pt x="799873" y="41788"/>
                </a:lnTo>
                <a:lnTo>
                  <a:pt x="799873" y="70222"/>
                </a:lnTo>
                <a:cubicBezTo>
                  <a:pt x="799873" y="75981"/>
                  <a:pt x="799995" y="79336"/>
                  <a:pt x="800239" y="80289"/>
                </a:cubicBezTo>
                <a:cubicBezTo>
                  <a:pt x="800483" y="81240"/>
                  <a:pt x="801037" y="82026"/>
                  <a:pt x="801902" y="82647"/>
                </a:cubicBezTo>
                <a:cubicBezTo>
                  <a:pt x="802767" y="83266"/>
                  <a:pt x="803821" y="83576"/>
                  <a:pt x="805063" y="83576"/>
                </a:cubicBezTo>
                <a:cubicBezTo>
                  <a:pt x="806793" y="83576"/>
                  <a:pt x="809299" y="82977"/>
                  <a:pt x="812582" y="81780"/>
                </a:cubicBezTo>
                <a:lnTo>
                  <a:pt x="814179" y="96340"/>
                </a:lnTo>
                <a:cubicBezTo>
                  <a:pt x="809832" y="98211"/>
                  <a:pt x="804908" y="99147"/>
                  <a:pt x="799407" y="99147"/>
                </a:cubicBezTo>
                <a:cubicBezTo>
                  <a:pt x="796035" y="99147"/>
                  <a:pt x="792997" y="98581"/>
                  <a:pt x="790291" y="97450"/>
                </a:cubicBezTo>
                <a:cubicBezTo>
                  <a:pt x="787585" y="96319"/>
                  <a:pt x="785600" y="94855"/>
                  <a:pt x="784335" y="93058"/>
                </a:cubicBezTo>
                <a:cubicBezTo>
                  <a:pt x="783071" y="91262"/>
                  <a:pt x="782195" y="88833"/>
                  <a:pt x="781707" y="85772"/>
                </a:cubicBezTo>
                <a:cubicBezTo>
                  <a:pt x="781308" y="83598"/>
                  <a:pt x="781108" y="79207"/>
                  <a:pt x="781108" y="72597"/>
                </a:cubicBezTo>
                <a:lnTo>
                  <a:pt x="781108" y="41788"/>
                </a:lnTo>
                <a:lnTo>
                  <a:pt x="772524" y="41788"/>
                </a:lnTo>
                <a:lnTo>
                  <a:pt x="772524" y="26883"/>
                </a:lnTo>
                <a:lnTo>
                  <a:pt x="781108" y="26883"/>
                </a:lnTo>
                <a:lnTo>
                  <a:pt x="781108" y="12776"/>
                </a:lnTo>
                <a:lnTo>
                  <a:pt x="799873" y="1730"/>
                </a:lnTo>
                <a:lnTo>
                  <a:pt x="799873" y="26883"/>
                </a:lnTo>
                <a:lnTo>
                  <a:pt x="812649" y="26883"/>
                </a:lnTo>
                <a:close/>
                <a:moveTo>
                  <a:pt x="884935" y="83443"/>
                </a:moveTo>
                <a:lnTo>
                  <a:pt x="884935" y="58157"/>
                </a:lnTo>
                <a:lnTo>
                  <a:pt x="859383" y="58157"/>
                </a:lnTo>
                <a:lnTo>
                  <a:pt x="859383" y="40590"/>
                </a:lnTo>
                <a:lnTo>
                  <a:pt x="884935" y="40590"/>
                </a:lnTo>
                <a:lnTo>
                  <a:pt x="884935" y="15305"/>
                </a:lnTo>
                <a:lnTo>
                  <a:pt x="901970" y="15305"/>
                </a:lnTo>
                <a:lnTo>
                  <a:pt x="901970" y="40590"/>
                </a:lnTo>
                <a:lnTo>
                  <a:pt x="927588" y="40590"/>
                </a:lnTo>
                <a:lnTo>
                  <a:pt x="927588" y="58157"/>
                </a:lnTo>
                <a:lnTo>
                  <a:pt x="901970" y="58157"/>
                </a:lnTo>
                <a:lnTo>
                  <a:pt x="901970" y="83443"/>
                </a:lnTo>
                <a:lnTo>
                  <a:pt x="884935" y="8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6A854-5E4A-435D-879F-27C2A4D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276" y="2499224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B0A1C-51A1-4CBA-AE1C-5AA92ADD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886318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7F446-AC72-421F-B843-F17280FB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886318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747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747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52" name="Text RelatedDocs">
            <a:extLst xmlns:a="http://schemas.openxmlformats.org/drawingml/2006/main">
              <a:ext uri="{FF2B5EF4-FFF2-40B4-BE49-F238E27FC236}">
                <a16:creationId xmlns:a16="http://schemas.microsoft.com/office/drawing/2014/main" id="{A7C56640-141F-4119-B9B7-9C0D948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50" y="3115303"/>
            <a:ext cx="846085" cy="99147"/>
          </a:xfrm>
          <a:custGeom xmlns:a="http://schemas.openxmlformats.org/drawingml/2006/main">
            <a:pathLst>
              <a:path w="846085" h="99147">
                <a:moveTo>
                  <a:pt x="0" y="97550"/>
                </a:moveTo>
                <a:lnTo>
                  <a:pt x="0" y="0"/>
                </a:lnTo>
                <a:lnTo>
                  <a:pt x="41455" y="0"/>
                </a:lnTo>
                <a:cubicBezTo>
                  <a:pt x="51880" y="0"/>
                  <a:pt x="59455" y="876"/>
                  <a:pt x="64179" y="2628"/>
                </a:cubicBezTo>
                <a:cubicBezTo>
                  <a:pt x="68904" y="4381"/>
                  <a:pt x="72686" y="7497"/>
                  <a:pt x="75525" y="11977"/>
                </a:cubicBezTo>
                <a:cubicBezTo>
                  <a:pt x="78364" y="16458"/>
                  <a:pt x="79783" y="21582"/>
                  <a:pt x="79783" y="27349"/>
                </a:cubicBezTo>
                <a:cubicBezTo>
                  <a:pt x="79783" y="34668"/>
                  <a:pt x="77632" y="40712"/>
                  <a:pt x="73329" y="45481"/>
                </a:cubicBezTo>
                <a:cubicBezTo>
                  <a:pt x="69026" y="50250"/>
                  <a:pt x="62593" y="53255"/>
                  <a:pt x="54032" y="54498"/>
                </a:cubicBezTo>
                <a:cubicBezTo>
                  <a:pt x="58290" y="56982"/>
                  <a:pt x="61806" y="59710"/>
                  <a:pt x="64579" y="62682"/>
                </a:cubicBezTo>
                <a:cubicBezTo>
                  <a:pt x="67351" y="65654"/>
                  <a:pt x="71089" y="70933"/>
                  <a:pt x="75791" y="78519"/>
                </a:cubicBezTo>
                <a:lnTo>
                  <a:pt x="87702" y="97550"/>
                </a:lnTo>
                <a:lnTo>
                  <a:pt x="64146" y="97550"/>
                </a:lnTo>
                <a:lnTo>
                  <a:pt x="49906" y="76317"/>
                </a:lnTo>
                <a:cubicBezTo>
                  <a:pt x="44849" y="68734"/>
                  <a:pt x="41389" y="63956"/>
                  <a:pt x="39526" y="61983"/>
                </a:cubicBezTo>
                <a:cubicBezTo>
                  <a:pt x="37663" y="60009"/>
                  <a:pt x="35688" y="58656"/>
                  <a:pt x="33603" y="57924"/>
                </a:cubicBezTo>
                <a:cubicBezTo>
                  <a:pt x="31519" y="57192"/>
                  <a:pt x="28214" y="56826"/>
                  <a:pt x="23689" y="56826"/>
                </a:cubicBezTo>
                <a:lnTo>
                  <a:pt x="19696" y="56826"/>
                </a:lnTo>
                <a:lnTo>
                  <a:pt x="19696" y="97550"/>
                </a:lnTo>
                <a:lnTo>
                  <a:pt x="0" y="97550"/>
                </a:lnTo>
                <a:moveTo>
                  <a:pt x="19696" y="41256"/>
                </a:moveTo>
                <a:lnTo>
                  <a:pt x="34269" y="41256"/>
                </a:lnTo>
                <a:cubicBezTo>
                  <a:pt x="43718" y="41256"/>
                  <a:pt x="49618" y="40856"/>
                  <a:pt x="51969" y="40058"/>
                </a:cubicBezTo>
                <a:cubicBezTo>
                  <a:pt x="54320" y="39259"/>
                  <a:pt x="56161" y="37884"/>
                  <a:pt x="57492" y="35932"/>
                </a:cubicBezTo>
                <a:cubicBezTo>
                  <a:pt x="58823" y="33981"/>
                  <a:pt x="59488" y="31541"/>
                  <a:pt x="59488" y="28613"/>
                </a:cubicBezTo>
                <a:cubicBezTo>
                  <a:pt x="59488" y="25330"/>
                  <a:pt x="58612" y="22680"/>
                  <a:pt x="56860" y="20661"/>
                </a:cubicBezTo>
                <a:cubicBezTo>
                  <a:pt x="55107" y="18643"/>
                  <a:pt x="52634" y="17367"/>
                  <a:pt x="49440" y="16835"/>
                </a:cubicBezTo>
                <a:cubicBezTo>
                  <a:pt x="47843" y="16613"/>
                  <a:pt x="43052" y="16502"/>
                  <a:pt x="35067" y="16502"/>
                </a:cubicBezTo>
                <a:lnTo>
                  <a:pt x="19696" y="16502"/>
                </a:lnTo>
                <a:lnTo>
                  <a:pt x="19696" y="41256"/>
                </a:lnTo>
                <a:close/>
                <a:moveTo>
                  <a:pt x="139115" y="75059"/>
                </a:moveTo>
                <a:lnTo>
                  <a:pt x="157747" y="78253"/>
                </a:lnTo>
                <a:cubicBezTo>
                  <a:pt x="155352" y="85062"/>
                  <a:pt x="151570" y="90247"/>
                  <a:pt x="146402" y="93807"/>
                </a:cubicBezTo>
                <a:cubicBezTo>
                  <a:pt x="141234" y="97367"/>
                  <a:pt x="134768" y="99147"/>
                  <a:pt x="127005" y="99147"/>
                </a:cubicBezTo>
                <a:cubicBezTo>
                  <a:pt x="114717" y="99147"/>
                  <a:pt x="105623" y="95132"/>
                  <a:pt x="99723" y="87103"/>
                </a:cubicBezTo>
                <a:cubicBezTo>
                  <a:pt x="95065" y="80671"/>
                  <a:pt x="92736" y="72552"/>
                  <a:pt x="92736" y="62749"/>
                </a:cubicBezTo>
                <a:cubicBezTo>
                  <a:pt x="92736" y="51037"/>
                  <a:pt x="95797" y="41866"/>
                  <a:pt x="101919" y="35234"/>
                </a:cubicBezTo>
                <a:cubicBezTo>
                  <a:pt x="108041" y="28602"/>
                  <a:pt x="115782" y="25286"/>
                  <a:pt x="125142" y="25286"/>
                </a:cubicBezTo>
                <a:cubicBezTo>
                  <a:pt x="135655" y="25286"/>
                  <a:pt x="143951" y="28757"/>
                  <a:pt x="150028" y="35700"/>
                </a:cubicBezTo>
                <a:cubicBezTo>
                  <a:pt x="156106" y="42642"/>
                  <a:pt x="159011" y="53278"/>
                  <a:pt x="158745" y="67606"/>
                </a:cubicBezTo>
                <a:lnTo>
                  <a:pt x="111900" y="67606"/>
                </a:lnTo>
                <a:cubicBezTo>
                  <a:pt x="112033" y="73151"/>
                  <a:pt x="113541" y="77465"/>
                  <a:pt x="116425" y="80549"/>
                </a:cubicBezTo>
                <a:cubicBezTo>
                  <a:pt x="119308" y="83632"/>
                  <a:pt x="122901" y="85173"/>
                  <a:pt x="127204" y="85173"/>
                </a:cubicBezTo>
                <a:cubicBezTo>
                  <a:pt x="130132" y="85173"/>
                  <a:pt x="132594" y="84375"/>
                  <a:pt x="134591" y="82778"/>
                </a:cubicBezTo>
                <a:cubicBezTo>
                  <a:pt x="136587" y="81181"/>
                  <a:pt x="138095" y="78608"/>
                  <a:pt x="139115" y="75059"/>
                </a:cubicBezTo>
                <a:moveTo>
                  <a:pt x="140180" y="56161"/>
                </a:moveTo>
                <a:cubicBezTo>
                  <a:pt x="140047" y="50771"/>
                  <a:pt x="138650" y="46673"/>
                  <a:pt x="135988" y="43867"/>
                </a:cubicBezTo>
                <a:cubicBezTo>
                  <a:pt x="133326" y="41062"/>
                  <a:pt x="130088" y="39659"/>
                  <a:pt x="126273" y="39659"/>
                </a:cubicBezTo>
                <a:cubicBezTo>
                  <a:pt x="122192" y="39659"/>
                  <a:pt x="118820" y="41139"/>
                  <a:pt x="116159" y="44098"/>
                </a:cubicBezTo>
                <a:cubicBezTo>
                  <a:pt x="113497" y="47059"/>
                  <a:pt x="112188" y="51080"/>
                  <a:pt x="112233" y="56161"/>
                </a:cubicBezTo>
                <a:lnTo>
                  <a:pt x="140180" y="56161"/>
                </a:lnTo>
                <a:close/>
                <a:moveTo>
                  <a:pt x="173281" y="97550"/>
                </a:moveTo>
                <a:lnTo>
                  <a:pt x="173281" y="0"/>
                </a:lnTo>
                <a:lnTo>
                  <a:pt x="191979" y="0"/>
                </a:lnTo>
                <a:lnTo>
                  <a:pt x="191979" y="97550"/>
                </a:lnTo>
                <a:lnTo>
                  <a:pt x="173281" y="97550"/>
                </a:lnTo>
                <a:close/>
                <a:moveTo>
                  <a:pt x="225140" y="48708"/>
                </a:moveTo>
                <a:lnTo>
                  <a:pt x="208172" y="45647"/>
                </a:lnTo>
                <a:cubicBezTo>
                  <a:pt x="210079" y="38726"/>
                  <a:pt x="213362" y="33602"/>
                  <a:pt x="218020" y="30276"/>
                </a:cubicBezTo>
                <a:cubicBezTo>
                  <a:pt x="222678" y="26949"/>
                  <a:pt x="229598" y="25286"/>
                  <a:pt x="238781" y="25286"/>
                </a:cubicBezTo>
                <a:cubicBezTo>
                  <a:pt x="247121" y="25286"/>
                  <a:pt x="253331" y="26273"/>
                  <a:pt x="257412" y="28247"/>
                </a:cubicBezTo>
                <a:cubicBezTo>
                  <a:pt x="261494" y="30221"/>
                  <a:pt x="264366" y="32727"/>
                  <a:pt x="266029" y="35766"/>
                </a:cubicBezTo>
                <a:cubicBezTo>
                  <a:pt x="267693" y="38805"/>
                  <a:pt x="268525" y="44383"/>
                  <a:pt x="268525" y="52501"/>
                </a:cubicBezTo>
                <a:lnTo>
                  <a:pt x="268325" y="74327"/>
                </a:lnTo>
                <a:cubicBezTo>
                  <a:pt x="268325" y="80537"/>
                  <a:pt x="268625" y="85118"/>
                  <a:pt x="269223" y="88068"/>
                </a:cubicBezTo>
                <a:cubicBezTo>
                  <a:pt x="269822" y="91018"/>
                  <a:pt x="270942" y="94178"/>
                  <a:pt x="272584" y="97550"/>
                </a:cubicBezTo>
                <a:lnTo>
                  <a:pt x="254085" y="97550"/>
                </a:lnTo>
                <a:cubicBezTo>
                  <a:pt x="253597" y="96308"/>
                  <a:pt x="252998" y="94467"/>
                  <a:pt x="252289" y="92027"/>
                </a:cubicBezTo>
                <a:cubicBezTo>
                  <a:pt x="251978" y="90918"/>
                  <a:pt x="251756" y="90186"/>
                  <a:pt x="251623" y="89831"/>
                </a:cubicBezTo>
                <a:cubicBezTo>
                  <a:pt x="248429" y="92936"/>
                  <a:pt x="245013" y="95265"/>
                  <a:pt x="241376" y="96818"/>
                </a:cubicBezTo>
                <a:cubicBezTo>
                  <a:pt x="237738" y="98371"/>
                  <a:pt x="233857" y="99147"/>
                  <a:pt x="229731" y="99147"/>
                </a:cubicBezTo>
                <a:cubicBezTo>
                  <a:pt x="222456" y="99147"/>
                  <a:pt x="216722" y="97181"/>
                  <a:pt x="212530" y="93250"/>
                </a:cubicBezTo>
                <a:cubicBezTo>
                  <a:pt x="208338" y="89318"/>
                  <a:pt x="206242" y="84348"/>
                  <a:pt x="206242" y="78340"/>
                </a:cubicBezTo>
                <a:cubicBezTo>
                  <a:pt x="206242" y="74364"/>
                  <a:pt x="207196" y="70820"/>
                  <a:pt x="209103" y="67706"/>
                </a:cubicBezTo>
                <a:cubicBezTo>
                  <a:pt x="211011" y="64591"/>
                  <a:pt x="213683" y="62205"/>
                  <a:pt x="217121" y="60549"/>
                </a:cubicBezTo>
                <a:cubicBezTo>
                  <a:pt x="220559" y="58892"/>
                  <a:pt x="225517" y="57445"/>
                  <a:pt x="231993" y="56209"/>
                </a:cubicBezTo>
                <a:cubicBezTo>
                  <a:pt x="240733" y="54574"/>
                  <a:pt x="246788" y="53050"/>
                  <a:pt x="250159" y="51636"/>
                </a:cubicBezTo>
                <a:lnTo>
                  <a:pt x="250159" y="49752"/>
                </a:lnTo>
                <a:cubicBezTo>
                  <a:pt x="250159" y="46119"/>
                  <a:pt x="249272" y="43529"/>
                  <a:pt x="247498" y="41981"/>
                </a:cubicBezTo>
                <a:cubicBezTo>
                  <a:pt x="245723" y="40433"/>
                  <a:pt x="242374" y="39659"/>
                  <a:pt x="237450" y="39659"/>
                </a:cubicBezTo>
                <a:cubicBezTo>
                  <a:pt x="234123" y="39659"/>
                  <a:pt x="231528" y="40328"/>
                  <a:pt x="229664" y="41667"/>
                </a:cubicBezTo>
                <a:cubicBezTo>
                  <a:pt x="227801" y="43005"/>
                  <a:pt x="226293" y="45352"/>
                  <a:pt x="225140" y="48708"/>
                </a:cubicBezTo>
                <a:moveTo>
                  <a:pt x="250159" y="63880"/>
                </a:moveTo>
                <a:cubicBezTo>
                  <a:pt x="247764" y="64669"/>
                  <a:pt x="243971" y="65611"/>
                  <a:pt x="238781" y="66708"/>
                </a:cubicBezTo>
                <a:cubicBezTo>
                  <a:pt x="233590" y="67803"/>
                  <a:pt x="230197" y="68877"/>
                  <a:pt x="228600" y="69929"/>
                </a:cubicBezTo>
                <a:cubicBezTo>
                  <a:pt x="226160" y="71638"/>
                  <a:pt x="224940" y="73808"/>
                  <a:pt x="224940" y="76437"/>
                </a:cubicBezTo>
                <a:cubicBezTo>
                  <a:pt x="224940" y="79024"/>
                  <a:pt x="225916" y="81260"/>
                  <a:pt x="227868" y="83146"/>
                </a:cubicBezTo>
                <a:cubicBezTo>
                  <a:pt x="229820" y="85030"/>
                  <a:pt x="232304" y="85972"/>
                  <a:pt x="235321" y="85972"/>
                </a:cubicBezTo>
                <a:cubicBezTo>
                  <a:pt x="238692" y="85972"/>
                  <a:pt x="241908" y="84876"/>
                  <a:pt x="244969" y="82684"/>
                </a:cubicBezTo>
                <a:cubicBezTo>
                  <a:pt x="247231" y="81019"/>
                  <a:pt x="248718" y="78981"/>
                  <a:pt x="249427" y="76568"/>
                </a:cubicBezTo>
                <a:cubicBezTo>
                  <a:pt x="249915" y="74991"/>
                  <a:pt x="250159" y="71989"/>
                  <a:pt x="250159" y="67563"/>
                </a:cubicBezTo>
                <a:lnTo>
                  <a:pt x="250159" y="63880"/>
                </a:lnTo>
                <a:close/>
                <a:moveTo>
                  <a:pt x="319342" y="26883"/>
                </a:moveTo>
                <a:lnTo>
                  <a:pt x="319342" y="41788"/>
                </a:lnTo>
                <a:lnTo>
                  <a:pt x="306566" y="41788"/>
                </a:lnTo>
                <a:lnTo>
                  <a:pt x="306566" y="70222"/>
                </a:lnTo>
                <a:cubicBezTo>
                  <a:pt x="306566" y="75981"/>
                  <a:pt x="306688" y="79336"/>
                  <a:pt x="306932" y="80289"/>
                </a:cubicBezTo>
                <a:cubicBezTo>
                  <a:pt x="307176" y="81240"/>
                  <a:pt x="307730" y="82026"/>
                  <a:pt x="308596" y="82647"/>
                </a:cubicBezTo>
                <a:cubicBezTo>
                  <a:pt x="309461" y="83266"/>
                  <a:pt x="310514" y="83576"/>
                  <a:pt x="311756" y="83576"/>
                </a:cubicBezTo>
                <a:cubicBezTo>
                  <a:pt x="313486" y="83576"/>
                  <a:pt x="315993" y="82977"/>
                  <a:pt x="319275" y="81780"/>
                </a:cubicBezTo>
                <a:lnTo>
                  <a:pt x="320872" y="96340"/>
                </a:lnTo>
                <a:cubicBezTo>
                  <a:pt x="316525" y="98211"/>
                  <a:pt x="311601" y="99147"/>
                  <a:pt x="306100" y="99147"/>
                </a:cubicBezTo>
                <a:cubicBezTo>
                  <a:pt x="302729" y="99147"/>
                  <a:pt x="299690" y="98581"/>
                  <a:pt x="296984" y="97450"/>
                </a:cubicBezTo>
                <a:cubicBezTo>
                  <a:pt x="294278" y="96319"/>
                  <a:pt x="292293" y="94855"/>
                  <a:pt x="291029" y="93058"/>
                </a:cubicBezTo>
                <a:cubicBezTo>
                  <a:pt x="289764" y="91262"/>
                  <a:pt x="288888" y="88833"/>
                  <a:pt x="288400" y="85772"/>
                </a:cubicBezTo>
                <a:cubicBezTo>
                  <a:pt x="288001" y="83598"/>
                  <a:pt x="287801" y="79207"/>
                  <a:pt x="287801" y="72597"/>
                </a:cubicBezTo>
                <a:lnTo>
                  <a:pt x="287801" y="41788"/>
                </a:lnTo>
                <a:lnTo>
                  <a:pt x="279217" y="41788"/>
                </a:lnTo>
                <a:lnTo>
                  <a:pt x="279217" y="26883"/>
                </a:lnTo>
                <a:lnTo>
                  <a:pt x="287801" y="26883"/>
                </a:lnTo>
                <a:lnTo>
                  <a:pt x="287801" y="12776"/>
                </a:lnTo>
                <a:lnTo>
                  <a:pt x="306566" y="1730"/>
                </a:lnTo>
                <a:lnTo>
                  <a:pt x="306566" y="26883"/>
                </a:lnTo>
                <a:lnTo>
                  <a:pt x="319342" y="26883"/>
                </a:lnTo>
                <a:close/>
                <a:moveTo>
                  <a:pt x="373239" y="75059"/>
                </a:moveTo>
                <a:lnTo>
                  <a:pt x="391871" y="78253"/>
                </a:lnTo>
                <a:cubicBezTo>
                  <a:pt x="389475" y="85062"/>
                  <a:pt x="385694" y="90247"/>
                  <a:pt x="380526" y="93807"/>
                </a:cubicBezTo>
                <a:cubicBezTo>
                  <a:pt x="375357" y="97367"/>
                  <a:pt x="368892" y="99147"/>
                  <a:pt x="361129" y="99147"/>
                </a:cubicBezTo>
                <a:cubicBezTo>
                  <a:pt x="348841" y="99147"/>
                  <a:pt x="339747" y="95132"/>
                  <a:pt x="333847" y="87103"/>
                </a:cubicBezTo>
                <a:cubicBezTo>
                  <a:pt x="329189" y="80671"/>
                  <a:pt x="326860" y="72552"/>
                  <a:pt x="326860" y="62749"/>
                </a:cubicBezTo>
                <a:cubicBezTo>
                  <a:pt x="326860" y="51037"/>
                  <a:pt x="329921" y="41866"/>
                  <a:pt x="336043" y="35234"/>
                </a:cubicBezTo>
                <a:cubicBezTo>
                  <a:pt x="342164" y="28602"/>
                  <a:pt x="349905" y="25286"/>
                  <a:pt x="359266" y="25286"/>
                </a:cubicBezTo>
                <a:cubicBezTo>
                  <a:pt x="369779" y="25286"/>
                  <a:pt x="378075" y="28757"/>
                  <a:pt x="384152" y="35700"/>
                </a:cubicBezTo>
                <a:cubicBezTo>
                  <a:pt x="390230" y="42642"/>
                  <a:pt x="393135" y="53278"/>
                  <a:pt x="392869" y="67606"/>
                </a:cubicBezTo>
                <a:lnTo>
                  <a:pt x="346024" y="67606"/>
                </a:lnTo>
                <a:cubicBezTo>
                  <a:pt x="346157" y="73151"/>
                  <a:pt x="347665" y="77465"/>
                  <a:pt x="350549" y="80549"/>
                </a:cubicBezTo>
                <a:cubicBezTo>
                  <a:pt x="353432" y="83632"/>
                  <a:pt x="357025" y="85173"/>
                  <a:pt x="361328" y="85173"/>
                </a:cubicBezTo>
                <a:cubicBezTo>
                  <a:pt x="364256" y="85173"/>
                  <a:pt x="366718" y="84375"/>
                  <a:pt x="368714" y="82778"/>
                </a:cubicBezTo>
                <a:cubicBezTo>
                  <a:pt x="370711" y="81181"/>
                  <a:pt x="372219" y="78608"/>
                  <a:pt x="373239" y="75059"/>
                </a:cubicBezTo>
                <a:moveTo>
                  <a:pt x="374304" y="56161"/>
                </a:moveTo>
                <a:cubicBezTo>
                  <a:pt x="374171" y="50771"/>
                  <a:pt x="372773" y="46673"/>
                  <a:pt x="370112" y="43867"/>
                </a:cubicBezTo>
                <a:cubicBezTo>
                  <a:pt x="367450" y="41062"/>
                  <a:pt x="364212" y="39659"/>
                  <a:pt x="360397" y="39659"/>
                </a:cubicBezTo>
                <a:cubicBezTo>
                  <a:pt x="356316" y="39659"/>
                  <a:pt x="352944" y="41139"/>
                  <a:pt x="350282" y="44098"/>
                </a:cubicBezTo>
                <a:cubicBezTo>
                  <a:pt x="347621" y="47059"/>
                  <a:pt x="346312" y="51080"/>
                  <a:pt x="346356" y="56161"/>
                </a:cubicBezTo>
                <a:lnTo>
                  <a:pt x="374304" y="56161"/>
                </a:lnTo>
                <a:close/>
                <a:moveTo>
                  <a:pt x="472489" y="97550"/>
                </a:moveTo>
                <a:lnTo>
                  <a:pt x="455121" y="97550"/>
                </a:lnTo>
                <a:lnTo>
                  <a:pt x="455121" y="87169"/>
                </a:lnTo>
                <a:cubicBezTo>
                  <a:pt x="452238" y="91206"/>
                  <a:pt x="448833" y="94212"/>
                  <a:pt x="444907" y="96186"/>
                </a:cubicBezTo>
                <a:cubicBezTo>
                  <a:pt x="440981" y="98160"/>
                  <a:pt x="437022" y="99147"/>
                  <a:pt x="433030" y="99147"/>
                </a:cubicBezTo>
                <a:cubicBezTo>
                  <a:pt x="424912" y="99147"/>
                  <a:pt x="417958" y="95875"/>
                  <a:pt x="412169" y="89332"/>
                </a:cubicBezTo>
                <a:cubicBezTo>
                  <a:pt x="406380" y="82789"/>
                  <a:pt x="403485" y="73661"/>
                  <a:pt x="403485" y="61950"/>
                </a:cubicBezTo>
                <a:cubicBezTo>
                  <a:pt x="403485" y="49973"/>
                  <a:pt x="406302" y="40868"/>
                  <a:pt x="411936" y="34635"/>
                </a:cubicBezTo>
                <a:cubicBezTo>
                  <a:pt x="417570" y="28402"/>
                  <a:pt x="424690" y="25286"/>
                  <a:pt x="433296" y="25286"/>
                </a:cubicBezTo>
                <a:cubicBezTo>
                  <a:pt x="441192" y="25286"/>
                  <a:pt x="448024" y="28568"/>
                  <a:pt x="453791" y="35134"/>
                </a:cubicBezTo>
                <a:lnTo>
                  <a:pt x="453791" y="0"/>
                </a:lnTo>
                <a:lnTo>
                  <a:pt x="472489" y="0"/>
                </a:lnTo>
                <a:lnTo>
                  <a:pt x="472489" y="97550"/>
                </a:lnTo>
                <a:moveTo>
                  <a:pt x="422583" y="60721"/>
                </a:moveTo>
                <a:cubicBezTo>
                  <a:pt x="422583" y="68251"/>
                  <a:pt x="423625" y="73700"/>
                  <a:pt x="425710" y="77065"/>
                </a:cubicBezTo>
                <a:cubicBezTo>
                  <a:pt x="428727" y="81938"/>
                  <a:pt x="432941" y="84375"/>
                  <a:pt x="438353" y="84375"/>
                </a:cubicBezTo>
                <a:cubicBezTo>
                  <a:pt x="442656" y="84375"/>
                  <a:pt x="446316" y="82548"/>
                  <a:pt x="449332" y="78893"/>
                </a:cubicBezTo>
                <a:cubicBezTo>
                  <a:pt x="452349" y="75239"/>
                  <a:pt x="453857" y="69780"/>
                  <a:pt x="453857" y="62516"/>
                </a:cubicBezTo>
                <a:cubicBezTo>
                  <a:pt x="453857" y="54409"/>
                  <a:pt x="452393" y="48573"/>
                  <a:pt x="449465" y="45007"/>
                </a:cubicBezTo>
                <a:cubicBezTo>
                  <a:pt x="446538" y="41442"/>
                  <a:pt x="442789" y="39659"/>
                  <a:pt x="438220" y="39659"/>
                </a:cubicBezTo>
                <a:cubicBezTo>
                  <a:pt x="433784" y="39659"/>
                  <a:pt x="430069" y="41419"/>
                  <a:pt x="427074" y="44940"/>
                </a:cubicBezTo>
                <a:cubicBezTo>
                  <a:pt x="424080" y="48462"/>
                  <a:pt x="422583" y="53722"/>
                  <a:pt x="422583" y="60721"/>
                </a:cubicBezTo>
                <a:close/>
                <a:moveTo>
                  <a:pt x="529303" y="0"/>
                </a:moveTo>
                <a:lnTo>
                  <a:pt x="565302" y="0"/>
                </a:lnTo>
                <a:cubicBezTo>
                  <a:pt x="573420" y="0"/>
                  <a:pt x="579609" y="621"/>
                  <a:pt x="583867" y="1863"/>
                </a:cubicBezTo>
                <a:cubicBezTo>
                  <a:pt x="589590" y="3549"/>
                  <a:pt x="594492" y="6543"/>
                  <a:pt x="598573" y="10846"/>
                </a:cubicBezTo>
                <a:cubicBezTo>
                  <a:pt x="602654" y="15149"/>
                  <a:pt x="605760" y="20417"/>
                  <a:pt x="607889" y="26650"/>
                </a:cubicBezTo>
                <a:cubicBezTo>
                  <a:pt x="610018" y="32883"/>
                  <a:pt x="611083" y="40568"/>
                  <a:pt x="611083" y="49707"/>
                </a:cubicBezTo>
                <a:cubicBezTo>
                  <a:pt x="611083" y="57736"/>
                  <a:pt x="610085" y="64656"/>
                  <a:pt x="608089" y="70467"/>
                </a:cubicBezTo>
                <a:cubicBezTo>
                  <a:pt x="605649" y="77565"/>
                  <a:pt x="602166" y="83310"/>
                  <a:pt x="597642" y="87702"/>
                </a:cubicBezTo>
                <a:cubicBezTo>
                  <a:pt x="594226" y="91029"/>
                  <a:pt x="589612" y="93624"/>
                  <a:pt x="583801" y="95487"/>
                </a:cubicBezTo>
                <a:cubicBezTo>
                  <a:pt x="579454" y="96862"/>
                  <a:pt x="573642" y="97550"/>
                  <a:pt x="566367" y="97550"/>
                </a:cubicBezTo>
                <a:lnTo>
                  <a:pt x="529303" y="97550"/>
                </a:lnTo>
                <a:lnTo>
                  <a:pt x="529303" y="0"/>
                </a:lnTo>
                <a:moveTo>
                  <a:pt x="549000" y="16502"/>
                </a:moveTo>
                <a:lnTo>
                  <a:pt x="549000" y="81048"/>
                </a:lnTo>
                <a:lnTo>
                  <a:pt x="563705" y="81048"/>
                </a:lnTo>
                <a:cubicBezTo>
                  <a:pt x="569206" y="81048"/>
                  <a:pt x="573176" y="80737"/>
                  <a:pt x="575616" y="80116"/>
                </a:cubicBezTo>
                <a:cubicBezTo>
                  <a:pt x="578810" y="79319"/>
                  <a:pt x="581461" y="77968"/>
                  <a:pt x="583568" y="76063"/>
                </a:cubicBezTo>
                <a:cubicBezTo>
                  <a:pt x="585675" y="74157"/>
                  <a:pt x="587394" y="71021"/>
                  <a:pt x="588725" y="66656"/>
                </a:cubicBezTo>
                <a:cubicBezTo>
                  <a:pt x="590056" y="62290"/>
                  <a:pt x="590721" y="56341"/>
                  <a:pt x="590721" y="48808"/>
                </a:cubicBezTo>
                <a:cubicBezTo>
                  <a:pt x="590721" y="41275"/>
                  <a:pt x="590056" y="35492"/>
                  <a:pt x="588725" y="31460"/>
                </a:cubicBezTo>
                <a:cubicBezTo>
                  <a:pt x="587394" y="27427"/>
                  <a:pt x="585531" y="24281"/>
                  <a:pt x="583135" y="22021"/>
                </a:cubicBezTo>
                <a:cubicBezTo>
                  <a:pt x="580740" y="19760"/>
                  <a:pt x="577701" y="18231"/>
                  <a:pt x="574019" y="17434"/>
                </a:cubicBezTo>
                <a:cubicBezTo>
                  <a:pt x="571269" y="16813"/>
                  <a:pt x="565879" y="16502"/>
                  <a:pt x="557850" y="16502"/>
                </a:cubicBezTo>
                <a:lnTo>
                  <a:pt x="549000" y="16502"/>
                </a:lnTo>
                <a:close/>
                <a:moveTo>
                  <a:pt x="623303" y="61218"/>
                </a:moveTo>
                <a:cubicBezTo>
                  <a:pt x="623303" y="55008"/>
                  <a:pt x="624834" y="48997"/>
                  <a:pt x="627895" y="43185"/>
                </a:cubicBezTo>
                <a:cubicBezTo>
                  <a:pt x="630956" y="37374"/>
                  <a:pt x="635292" y="32938"/>
                  <a:pt x="640904" y="29877"/>
                </a:cubicBezTo>
                <a:cubicBezTo>
                  <a:pt x="646515" y="26816"/>
                  <a:pt x="652781" y="25286"/>
                  <a:pt x="659702" y="25286"/>
                </a:cubicBezTo>
                <a:cubicBezTo>
                  <a:pt x="670393" y="25286"/>
                  <a:pt x="679154" y="28757"/>
                  <a:pt x="685985" y="35700"/>
                </a:cubicBezTo>
                <a:cubicBezTo>
                  <a:pt x="692817" y="42642"/>
                  <a:pt x="696233" y="51414"/>
                  <a:pt x="696233" y="62017"/>
                </a:cubicBezTo>
                <a:cubicBezTo>
                  <a:pt x="696233" y="72708"/>
                  <a:pt x="692784" y="81569"/>
                  <a:pt x="685886" y="88600"/>
                </a:cubicBezTo>
                <a:cubicBezTo>
                  <a:pt x="678988" y="95631"/>
                  <a:pt x="670304" y="99147"/>
                  <a:pt x="659835" y="99147"/>
                </a:cubicBezTo>
                <a:cubicBezTo>
                  <a:pt x="653358" y="99147"/>
                  <a:pt x="647181" y="97683"/>
                  <a:pt x="641303" y="94755"/>
                </a:cubicBezTo>
                <a:cubicBezTo>
                  <a:pt x="635425" y="91827"/>
                  <a:pt x="630956" y="87535"/>
                  <a:pt x="627895" y="81879"/>
                </a:cubicBezTo>
                <a:cubicBezTo>
                  <a:pt x="624834" y="76223"/>
                  <a:pt x="623303" y="69336"/>
                  <a:pt x="623303" y="61218"/>
                </a:cubicBezTo>
                <a:moveTo>
                  <a:pt x="642467" y="62216"/>
                </a:moveTo>
                <a:cubicBezTo>
                  <a:pt x="642467" y="69203"/>
                  <a:pt x="644131" y="74554"/>
                  <a:pt x="647458" y="78269"/>
                </a:cubicBezTo>
                <a:cubicBezTo>
                  <a:pt x="650785" y="81985"/>
                  <a:pt x="654888" y="83842"/>
                  <a:pt x="659768" y="83842"/>
                </a:cubicBezTo>
                <a:cubicBezTo>
                  <a:pt x="664648" y="83842"/>
                  <a:pt x="668740" y="81985"/>
                  <a:pt x="672045" y="78269"/>
                </a:cubicBezTo>
                <a:cubicBezTo>
                  <a:pt x="675350" y="74554"/>
                  <a:pt x="677002" y="69159"/>
                  <a:pt x="677002" y="62083"/>
                </a:cubicBezTo>
                <a:cubicBezTo>
                  <a:pt x="677002" y="55185"/>
                  <a:pt x="675350" y="49878"/>
                  <a:pt x="672045" y="46163"/>
                </a:cubicBezTo>
                <a:cubicBezTo>
                  <a:pt x="668740" y="42448"/>
                  <a:pt x="664648" y="40590"/>
                  <a:pt x="659768" y="40590"/>
                </a:cubicBezTo>
                <a:cubicBezTo>
                  <a:pt x="654888" y="40590"/>
                  <a:pt x="650785" y="42448"/>
                  <a:pt x="647458" y="46163"/>
                </a:cubicBezTo>
                <a:cubicBezTo>
                  <a:pt x="644131" y="49878"/>
                  <a:pt x="642467" y="55229"/>
                  <a:pt x="642467" y="62216"/>
                </a:cubicBezTo>
                <a:close/>
                <a:moveTo>
                  <a:pt x="772511" y="47777"/>
                </a:moveTo>
                <a:lnTo>
                  <a:pt x="754079" y="51104"/>
                </a:lnTo>
                <a:cubicBezTo>
                  <a:pt x="753458" y="47444"/>
                  <a:pt x="752049" y="44688"/>
                  <a:pt x="749854" y="42836"/>
                </a:cubicBezTo>
                <a:cubicBezTo>
                  <a:pt x="747658" y="40984"/>
                  <a:pt x="744808" y="40058"/>
                  <a:pt x="741303" y="40058"/>
                </a:cubicBezTo>
                <a:cubicBezTo>
                  <a:pt x="736645" y="40058"/>
                  <a:pt x="732930" y="41661"/>
                  <a:pt x="730157" y="44868"/>
                </a:cubicBezTo>
                <a:cubicBezTo>
                  <a:pt x="727385" y="48074"/>
                  <a:pt x="725998" y="53436"/>
                  <a:pt x="725998" y="60954"/>
                </a:cubicBezTo>
                <a:cubicBezTo>
                  <a:pt x="725998" y="69313"/>
                  <a:pt x="727407" y="75218"/>
                  <a:pt x="730224" y="78669"/>
                </a:cubicBezTo>
                <a:cubicBezTo>
                  <a:pt x="733041" y="82118"/>
                  <a:pt x="736823" y="83842"/>
                  <a:pt x="741569" y="83842"/>
                </a:cubicBezTo>
                <a:cubicBezTo>
                  <a:pt x="745118" y="83842"/>
                  <a:pt x="748024" y="82833"/>
                  <a:pt x="750286" y="80815"/>
                </a:cubicBezTo>
                <a:cubicBezTo>
                  <a:pt x="752549" y="78796"/>
                  <a:pt x="754146" y="75325"/>
                  <a:pt x="755077" y="70401"/>
                </a:cubicBezTo>
                <a:lnTo>
                  <a:pt x="773443" y="73595"/>
                </a:lnTo>
                <a:cubicBezTo>
                  <a:pt x="771535" y="82024"/>
                  <a:pt x="767875" y="88389"/>
                  <a:pt x="762463" y="92692"/>
                </a:cubicBezTo>
                <a:cubicBezTo>
                  <a:pt x="757051" y="96995"/>
                  <a:pt x="749798" y="99147"/>
                  <a:pt x="740704" y="99147"/>
                </a:cubicBezTo>
                <a:cubicBezTo>
                  <a:pt x="730368" y="99147"/>
                  <a:pt x="722128" y="95886"/>
                  <a:pt x="715984" y="89365"/>
                </a:cubicBezTo>
                <a:cubicBezTo>
                  <a:pt x="709840" y="82844"/>
                  <a:pt x="706768" y="73817"/>
                  <a:pt x="706768" y="62283"/>
                </a:cubicBezTo>
                <a:cubicBezTo>
                  <a:pt x="706768" y="50616"/>
                  <a:pt x="709851" y="41533"/>
                  <a:pt x="716017" y="35034"/>
                </a:cubicBezTo>
                <a:cubicBezTo>
                  <a:pt x="722183" y="28535"/>
                  <a:pt x="730523" y="25286"/>
                  <a:pt x="741037" y="25286"/>
                </a:cubicBezTo>
                <a:cubicBezTo>
                  <a:pt x="749643" y="25286"/>
                  <a:pt x="756486" y="27138"/>
                  <a:pt x="761565" y="30842"/>
                </a:cubicBezTo>
                <a:cubicBezTo>
                  <a:pt x="766644" y="34546"/>
                  <a:pt x="770293" y="40191"/>
                  <a:pt x="772511" y="47777"/>
                </a:cubicBezTo>
                <a:close/>
                <a:moveTo>
                  <a:pt x="780076" y="77454"/>
                </a:moveTo>
                <a:lnTo>
                  <a:pt x="798841" y="74527"/>
                </a:lnTo>
                <a:cubicBezTo>
                  <a:pt x="799639" y="78142"/>
                  <a:pt x="801259" y="80887"/>
                  <a:pt x="803698" y="82761"/>
                </a:cubicBezTo>
                <a:cubicBezTo>
                  <a:pt x="806138" y="84635"/>
                  <a:pt x="809554" y="85572"/>
                  <a:pt x="813946" y="85572"/>
                </a:cubicBezTo>
                <a:cubicBezTo>
                  <a:pt x="818781" y="85572"/>
                  <a:pt x="822419" y="84687"/>
                  <a:pt x="824859" y="82915"/>
                </a:cubicBezTo>
                <a:cubicBezTo>
                  <a:pt x="826500" y="81674"/>
                  <a:pt x="827321" y="80013"/>
                  <a:pt x="827321" y="77931"/>
                </a:cubicBezTo>
                <a:cubicBezTo>
                  <a:pt x="827321" y="76512"/>
                  <a:pt x="826877" y="75338"/>
                  <a:pt x="825990" y="74408"/>
                </a:cubicBezTo>
                <a:cubicBezTo>
                  <a:pt x="825058" y="73522"/>
                  <a:pt x="822973" y="72703"/>
                  <a:pt x="819735" y="71950"/>
                </a:cubicBezTo>
                <a:cubicBezTo>
                  <a:pt x="804652" y="68629"/>
                  <a:pt x="795092" y="65594"/>
                  <a:pt x="791056" y="62846"/>
                </a:cubicBezTo>
                <a:cubicBezTo>
                  <a:pt x="785466" y="59034"/>
                  <a:pt x="782671" y="53738"/>
                  <a:pt x="782671" y="46958"/>
                </a:cubicBezTo>
                <a:cubicBezTo>
                  <a:pt x="782671" y="40841"/>
                  <a:pt x="785089" y="35700"/>
                  <a:pt x="789924" y="31534"/>
                </a:cubicBezTo>
                <a:cubicBezTo>
                  <a:pt x="794760" y="27369"/>
                  <a:pt x="802257" y="25286"/>
                  <a:pt x="812415" y="25286"/>
                </a:cubicBezTo>
                <a:cubicBezTo>
                  <a:pt x="822086" y="25286"/>
                  <a:pt x="829273" y="26855"/>
                  <a:pt x="833975" y="29994"/>
                </a:cubicBezTo>
                <a:cubicBezTo>
                  <a:pt x="838677" y="33132"/>
                  <a:pt x="841916" y="37773"/>
                  <a:pt x="843690" y="43917"/>
                </a:cubicBezTo>
                <a:lnTo>
                  <a:pt x="826056" y="47244"/>
                </a:lnTo>
                <a:cubicBezTo>
                  <a:pt x="825302" y="44494"/>
                  <a:pt x="823872" y="42387"/>
                  <a:pt x="821765" y="40923"/>
                </a:cubicBezTo>
                <a:cubicBezTo>
                  <a:pt x="819657" y="39459"/>
                  <a:pt x="816652" y="38727"/>
                  <a:pt x="812748" y="38727"/>
                </a:cubicBezTo>
                <a:cubicBezTo>
                  <a:pt x="807824" y="38727"/>
                  <a:pt x="804297" y="39414"/>
                  <a:pt x="802168" y="40788"/>
                </a:cubicBezTo>
                <a:cubicBezTo>
                  <a:pt x="800748" y="41761"/>
                  <a:pt x="800039" y="43023"/>
                  <a:pt x="800039" y="44575"/>
                </a:cubicBezTo>
                <a:cubicBezTo>
                  <a:pt x="800039" y="45903"/>
                  <a:pt x="800660" y="47032"/>
                  <a:pt x="801902" y="47962"/>
                </a:cubicBezTo>
                <a:cubicBezTo>
                  <a:pt x="803588" y="49203"/>
                  <a:pt x="809410" y="50953"/>
                  <a:pt x="819369" y="53212"/>
                </a:cubicBezTo>
                <a:cubicBezTo>
                  <a:pt x="829328" y="55472"/>
                  <a:pt x="836282" y="58244"/>
                  <a:pt x="840230" y="61528"/>
                </a:cubicBezTo>
                <a:cubicBezTo>
                  <a:pt x="844134" y="64858"/>
                  <a:pt x="846085" y="69496"/>
                  <a:pt x="846085" y="75444"/>
                </a:cubicBezTo>
                <a:cubicBezTo>
                  <a:pt x="846085" y="81924"/>
                  <a:pt x="843379" y="87495"/>
                  <a:pt x="837967" y="92156"/>
                </a:cubicBezTo>
                <a:cubicBezTo>
                  <a:pt x="832555" y="96817"/>
                  <a:pt x="824548" y="99147"/>
                  <a:pt x="813946" y="99147"/>
                </a:cubicBezTo>
                <a:cubicBezTo>
                  <a:pt x="804320" y="99147"/>
                  <a:pt x="796701" y="97201"/>
                  <a:pt x="791089" y="93310"/>
                </a:cubicBezTo>
                <a:cubicBezTo>
                  <a:pt x="785477" y="89417"/>
                  <a:pt x="781806" y="84132"/>
                  <a:pt x="780076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A704C-F6AB-4E8D-A686-0E9A1BC5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779" y="2884122"/>
            <a:ext cx="769738" cy="552528"/>
          </a:xfrm>
          <a:custGeom xmlns:a="http://schemas.openxmlformats.org/drawingml/2006/main">
            <a:pathLst>
              <a:path w="769738" h="552528" fill="none">
                <a:moveTo>
                  <a:pt x="0" y="0"/>
                </a:moveTo>
                <a:lnTo>
                  <a:pt x="769738" y="0"/>
                </a:lnTo>
                <a:lnTo>
                  <a:pt x="769738" y="552528"/>
                </a:lnTo>
                <a:lnTo>
                  <a:pt x="7571" y="55252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E5200-FE6A-4E2A-B24A-7446530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669" y="2644350"/>
            <a:ext cx="479619" cy="479544"/>
          </a:xfrm>
          <a:custGeom xmlns:a="http://schemas.openxmlformats.org/drawingml/2006/main">
            <a:pathLst>
              <a:path w="479619" h="479544">
                <a:moveTo>
                  <a:pt x="239772" y="76"/>
                </a:moveTo>
                <a:cubicBezTo>
                  <a:pt x="306018" y="76"/>
                  <a:pt x="365904" y="26877"/>
                  <a:pt x="409285" y="70334"/>
                </a:cubicBezTo>
                <a:cubicBezTo>
                  <a:pt x="454332" y="115230"/>
                  <a:pt x="479619" y="176176"/>
                  <a:pt x="479544" y="239772"/>
                </a:cubicBezTo>
                <a:cubicBezTo>
                  <a:pt x="479544" y="306018"/>
                  <a:pt x="452667" y="365904"/>
                  <a:pt x="409285" y="409285"/>
                </a:cubicBezTo>
                <a:cubicBezTo>
                  <a:pt x="364390" y="454332"/>
                  <a:pt x="303368" y="479544"/>
                  <a:pt x="239772" y="479468"/>
                </a:cubicBezTo>
                <a:cubicBezTo>
                  <a:pt x="176252" y="479544"/>
                  <a:pt x="115230" y="454332"/>
                  <a:pt x="70334" y="409285"/>
                </a:cubicBezTo>
                <a:cubicBezTo>
                  <a:pt x="25287" y="364390"/>
                  <a:pt x="0" y="303368"/>
                  <a:pt x="76" y="239772"/>
                </a:cubicBezTo>
                <a:cubicBezTo>
                  <a:pt x="76" y="173602"/>
                  <a:pt x="26953" y="113640"/>
                  <a:pt x="70334" y="70334"/>
                </a:cubicBezTo>
                <a:cubicBezTo>
                  <a:pt x="115230" y="25287"/>
                  <a:pt x="176252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B5AB9-0ED4-400F-ACD8-49F5C2D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94" y="2724072"/>
            <a:ext cx="308138" cy="314573"/>
          </a:xfrm>
          <a:custGeom xmlns:a="http://schemas.openxmlformats.org/drawingml/2006/main">
            <a:pathLst>
              <a:path w="308138" h="314573">
                <a:moveTo>
                  <a:pt x="291784" y="107735"/>
                </a:moveTo>
                <a:cubicBezTo>
                  <a:pt x="291784" y="115154"/>
                  <a:pt x="290649" y="122649"/>
                  <a:pt x="288453" y="129766"/>
                </a:cubicBezTo>
                <a:cubicBezTo>
                  <a:pt x="287923" y="131432"/>
                  <a:pt x="288075" y="132567"/>
                  <a:pt x="289286" y="134006"/>
                </a:cubicBezTo>
                <a:cubicBezTo>
                  <a:pt x="298674" y="144756"/>
                  <a:pt x="304882" y="158006"/>
                  <a:pt x="307078" y="172088"/>
                </a:cubicBezTo>
                <a:cubicBezTo>
                  <a:pt x="307835" y="176252"/>
                  <a:pt x="308138" y="180416"/>
                  <a:pt x="308138" y="184580"/>
                </a:cubicBezTo>
                <a:cubicBezTo>
                  <a:pt x="307910" y="200327"/>
                  <a:pt x="302989" y="215696"/>
                  <a:pt x="293828" y="228567"/>
                </a:cubicBezTo>
                <a:cubicBezTo>
                  <a:pt x="286333" y="239318"/>
                  <a:pt x="276188" y="247948"/>
                  <a:pt x="264377" y="253702"/>
                </a:cubicBezTo>
                <a:cubicBezTo>
                  <a:pt x="259078" y="256352"/>
                  <a:pt x="253400" y="258321"/>
                  <a:pt x="247494" y="259608"/>
                </a:cubicBezTo>
                <a:cubicBezTo>
                  <a:pt x="246283" y="259759"/>
                  <a:pt x="245223" y="260668"/>
                  <a:pt x="244920" y="261879"/>
                </a:cubicBezTo>
                <a:cubicBezTo>
                  <a:pt x="236441" y="284516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589"/>
                </a:cubicBezTo>
                <a:cubicBezTo>
                  <a:pt x="154750" y="314573"/>
                  <a:pt x="136731" y="308819"/>
                  <a:pt x="120984" y="296175"/>
                </a:cubicBezTo>
                <a:cubicBezTo>
                  <a:pt x="118410" y="294056"/>
                  <a:pt x="115987" y="291784"/>
                  <a:pt x="113640" y="289437"/>
                </a:cubicBezTo>
                <a:cubicBezTo>
                  <a:pt x="112807" y="288453"/>
                  <a:pt x="111520" y="287999"/>
                  <a:pt x="110309" y="288377"/>
                </a:cubicBezTo>
                <a:cubicBezTo>
                  <a:pt x="91684" y="291633"/>
                  <a:pt x="73968" y="289059"/>
                  <a:pt x="57463" y="279822"/>
                </a:cubicBezTo>
                <a:cubicBezTo>
                  <a:pt x="36038" y="267784"/>
                  <a:pt x="23091" y="249463"/>
                  <a:pt x="18322" y="225614"/>
                </a:cubicBezTo>
                <a:cubicBezTo>
                  <a:pt x="16050" y="213879"/>
                  <a:pt x="16732" y="201766"/>
                  <a:pt x="20366" y="190334"/>
                </a:cubicBezTo>
                <a:lnTo>
                  <a:pt x="20669" y="189274"/>
                </a:lnTo>
                <a:cubicBezTo>
                  <a:pt x="21047" y="188441"/>
                  <a:pt x="20820" y="187457"/>
                  <a:pt x="20139" y="186851"/>
                </a:cubicBezTo>
                <a:cubicBezTo>
                  <a:pt x="8858" y="174132"/>
                  <a:pt x="2120" y="158006"/>
                  <a:pt x="984" y="141047"/>
                </a:cubicBezTo>
                <a:cubicBezTo>
                  <a:pt x="0" y="127040"/>
                  <a:pt x="2953" y="112959"/>
                  <a:pt x="9615" y="100542"/>
                </a:cubicBezTo>
                <a:cubicBezTo>
                  <a:pt x="17262" y="85476"/>
                  <a:pt x="29754" y="73438"/>
                  <a:pt x="45047" y="66170"/>
                </a:cubicBezTo>
                <a:cubicBezTo>
                  <a:pt x="50271" y="63672"/>
                  <a:pt x="55722" y="61703"/>
                  <a:pt x="61400" y="60492"/>
                </a:cubicBezTo>
                <a:cubicBezTo>
                  <a:pt x="62687" y="60340"/>
                  <a:pt x="63672" y="59432"/>
                  <a:pt x="63974" y="58221"/>
                </a:cubicBezTo>
                <a:cubicBezTo>
                  <a:pt x="68139" y="46258"/>
                  <a:pt x="75255" y="35583"/>
                  <a:pt x="84567" y="27104"/>
                </a:cubicBezTo>
                <a:cubicBezTo>
                  <a:pt x="109400" y="4618"/>
                  <a:pt x="145665" y="0"/>
                  <a:pt x="175343" y="15520"/>
                </a:cubicBezTo>
                <a:cubicBezTo>
                  <a:pt x="182611" y="19382"/>
                  <a:pt x="189198" y="24303"/>
                  <a:pt x="194800" y="30359"/>
                </a:cubicBezTo>
                <a:cubicBezTo>
                  <a:pt x="196088" y="31722"/>
                  <a:pt x="197375" y="32025"/>
                  <a:pt x="199192" y="31722"/>
                </a:cubicBezTo>
                <a:cubicBezTo>
                  <a:pt x="214258" y="28921"/>
                  <a:pt x="229778" y="30662"/>
                  <a:pt x="243784" y="36568"/>
                </a:cubicBezTo>
                <a:cubicBezTo>
                  <a:pt x="253854" y="40732"/>
                  <a:pt x="262939" y="47016"/>
                  <a:pt x="270358" y="54889"/>
                </a:cubicBezTo>
                <a:cubicBezTo>
                  <a:pt x="283986" y="69123"/>
                  <a:pt x="291633" y="88050"/>
                  <a:pt x="291784" y="107735"/>
                </a:cubicBezTo>
                <a:close/>
                <a:moveTo>
                  <a:pt x="175419" y="39747"/>
                </a:moveTo>
                <a:cubicBezTo>
                  <a:pt x="174889" y="39293"/>
                  <a:pt x="174586" y="38915"/>
                  <a:pt x="174207" y="38612"/>
                </a:cubicBezTo>
                <a:cubicBezTo>
                  <a:pt x="162245" y="29224"/>
                  <a:pt x="147103" y="24984"/>
                  <a:pt x="132037" y="26574"/>
                </a:cubicBezTo>
                <a:cubicBezTo>
                  <a:pt x="119999" y="27634"/>
                  <a:pt x="108719" y="32555"/>
                  <a:pt x="99634" y="40580"/>
                </a:cubicBezTo>
                <a:cubicBezTo>
                  <a:pt x="86687" y="52012"/>
                  <a:pt x="79798" y="66321"/>
                  <a:pt x="79646" y="83508"/>
                </a:cubicBezTo>
                <a:cubicBezTo>
                  <a:pt x="79419" y="106977"/>
                  <a:pt x="79646" y="130372"/>
                  <a:pt x="79571" y="153842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7060" y="165879"/>
                  <a:pt x="104858" y="170346"/>
                </a:cubicBezTo>
                <a:cubicBezTo>
                  <a:pt x="105312" y="170573"/>
                  <a:pt x="105842" y="170801"/>
                  <a:pt x="106523" y="171103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085"/>
                  <a:pt x="108340" y="78056"/>
                  <a:pt x="111974" y="75937"/>
                </a:cubicBezTo>
                <a:lnTo>
                  <a:pt x="173375" y="40959"/>
                </a:lnTo>
                <a:lnTo>
                  <a:pt x="175419" y="39747"/>
                </a:lnTo>
                <a:close/>
                <a:moveTo>
                  <a:pt x="59356" y="81993"/>
                </a:moveTo>
                <a:cubicBezTo>
                  <a:pt x="58675" y="82145"/>
                  <a:pt x="58221" y="82296"/>
                  <a:pt x="57766" y="82448"/>
                </a:cubicBezTo>
                <a:cubicBezTo>
                  <a:pt x="51104" y="85022"/>
                  <a:pt x="44971" y="88807"/>
                  <a:pt x="39747" y="93728"/>
                </a:cubicBezTo>
                <a:cubicBezTo>
                  <a:pt x="25666" y="107129"/>
                  <a:pt x="19306" y="123558"/>
                  <a:pt x="21577" y="142788"/>
                </a:cubicBezTo>
                <a:cubicBezTo>
                  <a:pt x="23924" y="161640"/>
                  <a:pt x="33615" y="176176"/>
                  <a:pt x="50120" y="185791"/>
                </a:cubicBezTo>
                <a:cubicBezTo>
                  <a:pt x="70561" y="197753"/>
                  <a:pt x="91230" y="209261"/>
                  <a:pt x="111823" y="221072"/>
                </a:cubicBezTo>
                <a:cubicBezTo>
                  <a:pt x="112807" y="221753"/>
                  <a:pt x="114170" y="221753"/>
                  <a:pt x="115154" y="220996"/>
                </a:cubicBezTo>
                <a:cubicBezTo>
                  <a:pt x="122876" y="216529"/>
                  <a:pt x="130599" y="212138"/>
                  <a:pt x="138397" y="207747"/>
                </a:cubicBezTo>
                <a:cubicBezTo>
                  <a:pt x="138927" y="207444"/>
                  <a:pt x="139457" y="207065"/>
                  <a:pt x="140063" y="206611"/>
                </a:cubicBezTo>
                <a:cubicBezTo>
                  <a:pt x="139533" y="206233"/>
                  <a:pt x="139078" y="205930"/>
                  <a:pt x="138700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85" y="162245"/>
                  <a:pt x="60795" y="160428"/>
                  <a:pt x="60113" y="158233"/>
                </a:cubicBezTo>
                <a:cubicBezTo>
                  <a:pt x="59659" y="156643"/>
                  <a:pt x="59356" y="154977"/>
                  <a:pt x="59356" y="153387"/>
                </a:cubicBezTo>
                <a:cubicBezTo>
                  <a:pt x="59356" y="130523"/>
                  <a:pt x="59356" y="107735"/>
                  <a:pt x="59356" y="84946"/>
                </a:cubicBezTo>
                <a:lnTo>
                  <a:pt x="59356" y="81993"/>
                </a:lnTo>
                <a:close/>
                <a:moveTo>
                  <a:pt x="270586" y="117728"/>
                </a:moveTo>
                <a:cubicBezTo>
                  <a:pt x="271873" y="111066"/>
                  <a:pt x="271797" y="104101"/>
                  <a:pt x="270434" y="97438"/>
                </a:cubicBezTo>
                <a:cubicBezTo>
                  <a:pt x="266346" y="77602"/>
                  <a:pt x="254989" y="63217"/>
                  <a:pt x="236138" y="55192"/>
                </a:cubicBezTo>
                <a:cubicBezTo>
                  <a:pt x="217892" y="47394"/>
                  <a:pt x="199873" y="48833"/>
                  <a:pt x="182611" y="58751"/>
                </a:cubicBezTo>
                <a:cubicBezTo>
                  <a:pt x="162473" y="70258"/>
                  <a:pt x="142258" y="81691"/>
                  <a:pt x="122044" y="93198"/>
                </a:cubicBezTo>
                <a:cubicBezTo>
                  <a:pt x="121135" y="93577"/>
                  <a:pt x="120529" y="94561"/>
                  <a:pt x="120605" y="95621"/>
                </a:cubicBezTo>
                <a:cubicBezTo>
                  <a:pt x="120681" y="104782"/>
                  <a:pt x="120681" y="113867"/>
                  <a:pt x="120681" y="123028"/>
                </a:cubicBezTo>
                <a:cubicBezTo>
                  <a:pt x="120681" y="123482"/>
                  <a:pt x="120757" y="123861"/>
                  <a:pt x="120832" y="124542"/>
                </a:cubicBezTo>
                <a:lnTo>
                  <a:pt x="124164" y="122649"/>
                </a:lnTo>
                <a:lnTo>
                  <a:pt x="177842" y="92138"/>
                </a:lnTo>
                <a:lnTo>
                  <a:pt x="196012" y="81691"/>
                </a:lnTo>
                <a:cubicBezTo>
                  <a:pt x="197980" y="80555"/>
                  <a:pt x="200252" y="80025"/>
                  <a:pt x="202523" y="80176"/>
                </a:cubicBezTo>
                <a:cubicBezTo>
                  <a:pt x="204264" y="80403"/>
                  <a:pt x="206005" y="81009"/>
                  <a:pt x="207520" y="81993"/>
                </a:cubicBezTo>
                <a:cubicBezTo>
                  <a:pt x="218043" y="87974"/>
                  <a:pt x="228567" y="94031"/>
                  <a:pt x="239166" y="100012"/>
                </a:cubicBezTo>
                <a:lnTo>
                  <a:pt x="269223" y="117123"/>
                </a:lnTo>
                <a:cubicBezTo>
                  <a:pt x="269677" y="117350"/>
                  <a:pt x="270131" y="117577"/>
                  <a:pt x="270586" y="117728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125"/>
                  <a:pt x="37476" y="210851"/>
                </a:cubicBezTo>
                <a:cubicBezTo>
                  <a:pt x="37022" y="221223"/>
                  <a:pt x="39672" y="231520"/>
                  <a:pt x="44971" y="240378"/>
                </a:cubicBezTo>
                <a:cubicBezTo>
                  <a:pt x="57388" y="260819"/>
                  <a:pt x="75861" y="270434"/>
                  <a:pt x="99936" y="269601"/>
                </a:cubicBezTo>
                <a:cubicBezTo>
                  <a:pt x="109324" y="269223"/>
                  <a:pt x="118031" y="266194"/>
                  <a:pt x="126132" y="261425"/>
                </a:cubicBezTo>
                <a:cubicBezTo>
                  <a:pt x="134990" y="256352"/>
                  <a:pt x="143848" y="251355"/>
                  <a:pt x="152706" y="246283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759" y="226523"/>
                  <a:pt x="188365" y="225387"/>
                  <a:pt x="188214" y="224251"/>
                </a:cubicBezTo>
                <a:cubicBezTo>
                  <a:pt x="188214" y="215393"/>
                  <a:pt x="188214" y="206460"/>
                  <a:pt x="188214" y="197602"/>
                </a:cubicBezTo>
                <a:cubicBezTo>
                  <a:pt x="188214" y="196996"/>
                  <a:pt x="188138" y="196390"/>
                  <a:pt x="188062" y="195558"/>
                </a:cubicBezTo>
                <a:cubicBezTo>
                  <a:pt x="187381" y="195936"/>
                  <a:pt x="186851" y="196163"/>
                  <a:pt x="186397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504" y="238561"/>
                </a:lnTo>
                <a:cubicBezTo>
                  <a:pt x="109324" y="240529"/>
                  <a:pt x="105388" y="240529"/>
                  <a:pt x="102208" y="238561"/>
                </a:cubicBezTo>
                <a:lnTo>
                  <a:pt x="100694" y="237728"/>
                </a:lnTo>
                <a:lnTo>
                  <a:pt x="44820" y="205930"/>
                </a:lnTo>
                <a:cubicBezTo>
                  <a:pt x="42776" y="204643"/>
                  <a:pt x="40656" y="203507"/>
                  <a:pt x="38082" y="202069"/>
                </a:cubicBezTo>
                <a:close/>
                <a:moveTo>
                  <a:pt x="168681" y="113413"/>
                </a:moveTo>
                <a:cubicBezTo>
                  <a:pt x="169286" y="113791"/>
                  <a:pt x="169589" y="114094"/>
                  <a:pt x="169892" y="114246"/>
                </a:cubicBezTo>
                <a:cubicBezTo>
                  <a:pt x="185715" y="123255"/>
                  <a:pt x="201539" y="132264"/>
                  <a:pt x="217362" y="141274"/>
                </a:cubicBezTo>
                <a:lnTo>
                  <a:pt x="244390" y="156719"/>
                </a:lnTo>
                <a:cubicBezTo>
                  <a:pt x="246737" y="157930"/>
                  <a:pt x="248403" y="160050"/>
                  <a:pt x="249008" y="162548"/>
                </a:cubicBezTo>
                <a:cubicBezTo>
                  <a:pt x="249387" y="163835"/>
                  <a:pt x="249538" y="165047"/>
                  <a:pt x="249538" y="166334"/>
                </a:cubicBezTo>
                <a:cubicBezTo>
                  <a:pt x="249538" y="189652"/>
                  <a:pt x="249538" y="212971"/>
                  <a:pt x="249538" y="236289"/>
                </a:cubicBezTo>
                <a:lnTo>
                  <a:pt x="249538" y="238258"/>
                </a:lnTo>
                <a:cubicBezTo>
                  <a:pt x="250598" y="237803"/>
                  <a:pt x="251507" y="237501"/>
                  <a:pt x="252415" y="237122"/>
                </a:cubicBezTo>
                <a:cubicBezTo>
                  <a:pt x="259229" y="234321"/>
                  <a:pt x="265437" y="230157"/>
                  <a:pt x="270661" y="224933"/>
                </a:cubicBezTo>
                <a:cubicBezTo>
                  <a:pt x="282775" y="212668"/>
                  <a:pt x="288756" y="198056"/>
                  <a:pt x="287620" y="180946"/>
                </a:cubicBezTo>
                <a:cubicBezTo>
                  <a:pt x="286257" y="160580"/>
                  <a:pt x="276567" y="145059"/>
                  <a:pt x="258926" y="134384"/>
                </a:cubicBezTo>
                <a:cubicBezTo>
                  <a:pt x="253172" y="130902"/>
                  <a:pt x="247191" y="127646"/>
                  <a:pt x="241286" y="124315"/>
                </a:cubicBezTo>
                <a:lnTo>
                  <a:pt x="196996" y="99028"/>
                </a:lnTo>
                <a:cubicBezTo>
                  <a:pt x="196012" y="98347"/>
                  <a:pt x="194725" y="98347"/>
                  <a:pt x="193816" y="99028"/>
                </a:cubicBezTo>
                <a:cubicBezTo>
                  <a:pt x="188517" y="102132"/>
                  <a:pt x="183217" y="105085"/>
                  <a:pt x="177917" y="108113"/>
                </a:cubicBezTo>
                <a:lnTo>
                  <a:pt x="168681" y="113413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12"/>
                  <a:pt x="200706" y="241967"/>
                  <a:pt x="196920" y="244087"/>
                </a:cubicBezTo>
                <a:lnTo>
                  <a:pt x="166031" y="261728"/>
                </a:lnTo>
                <a:lnTo>
                  <a:pt x="134914" y="279444"/>
                </a:lnTo>
                <a:cubicBezTo>
                  <a:pt x="134460" y="279746"/>
                  <a:pt x="134006" y="280049"/>
                  <a:pt x="133400" y="280504"/>
                </a:cubicBezTo>
                <a:cubicBezTo>
                  <a:pt x="134157" y="281034"/>
                  <a:pt x="134687" y="281488"/>
                  <a:pt x="135217" y="281942"/>
                </a:cubicBezTo>
                <a:cubicBezTo>
                  <a:pt x="152252" y="294207"/>
                  <a:pt x="170876" y="297160"/>
                  <a:pt x="190788" y="290270"/>
                </a:cubicBezTo>
                <a:cubicBezTo>
                  <a:pt x="213501" y="282321"/>
                  <a:pt x="228870" y="261122"/>
                  <a:pt x="229173" y="237046"/>
                </a:cubicBezTo>
                <a:cubicBezTo>
                  <a:pt x="229324" y="213349"/>
                  <a:pt x="229173" y="189652"/>
                  <a:pt x="229248" y="165955"/>
                </a:cubicBezTo>
                <a:cubicBezTo>
                  <a:pt x="229400" y="164819"/>
                  <a:pt x="228718" y="163684"/>
                  <a:pt x="227658" y="163230"/>
                </a:cubicBezTo>
                <a:cubicBezTo>
                  <a:pt x="219709" y="158763"/>
                  <a:pt x="211835" y="154220"/>
                  <a:pt x="203961" y="149678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81" y="179356"/>
                </a:moveTo>
                <a:lnTo>
                  <a:pt x="154447" y="198586"/>
                </a:lnTo>
                <a:lnTo>
                  <a:pt x="188062" y="179431"/>
                </a:lnTo>
                <a:cubicBezTo>
                  <a:pt x="188138" y="179280"/>
                  <a:pt x="188138" y="179053"/>
                  <a:pt x="188214" y="178826"/>
                </a:cubicBezTo>
                <a:cubicBezTo>
                  <a:pt x="188214" y="166561"/>
                  <a:pt x="188214" y="154220"/>
                  <a:pt x="188214" y="141880"/>
                </a:cubicBezTo>
                <a:cubicBezTo>
                  <a:pt x="188214" y="140895"/>
                  <a:pt x="187759" y="140441"/>
                  <a:pt x="186927" y="140063"/>
                </a:cubicBezTo>
                <a:lnTo>
                  <a:pt x="157324" y="123179"/>
                </a:lnTo>
                <a:lnTo>
                  <a:pt x="154447" y="121589"/>
                </a:lnTo>
                <a:lnTo>
                  <a:pt x="153236" y="122195"/>
                </a:lnTo>
                <a:lnTo>
                  <a:pt x="121968" y="139987"/>
                </a:lnTo>
                <a:cubicBezTo>
                  <a:pt x="121059" y="140441"/>
                  <a:pt x="120529" y="141425"/>
                  <a:pt x="120605" y="142409"/>
                </a:cubicBezTo>
                <a:cubicBezTo>
                  <a:pt x="120681" y="151116"/>
                  <a:pt x="120605" y="159823"/>
                  <a:pt x="120605" y="168529"/>
                </a:cubicBezTo>
                <a:lnTo>
                  <a:pt x="120605" y="179356"/>
                </a:lnTo>
                <a:lnTo>
                  <a:pt x="120681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3F755-FB10-4EB4-804E-8FB0031F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669" y="3196878"/>
            <a:ext cx="479619" cy="479544"/>
          </a:xfrm>
          <a:custGeom xmlns:a="http://schemas.openxmlformats.org/drawingml/2006/main">
            <a:pathLst>
              <a:path w="479619" h="479544">
                <a:moveTo>
                  <a:pt x="239772" y="76"/>
                </a:moveTo>
                <a:cubicBezTo>
                  <a:pt x="306018" y="76"/>
                  <a:pt x="365904" y="26877"/>
                  <a:pt x="409285" y="70334"/>
                </a:cubicBezTo>
                <a:cubicBezTo>
                  <a:pt x="454332" y="115230"/>
                  <a:pt x="479619" y="176176"/>
                  <a:pt x="479544" y="239772"/>
                </a:cubicBezTo>
                <a:cubicBezTo>
                  <a:pt x="479544" y="306018"/>
                  <a:pt x="452667" y="365904"/>
                  <a:pt x="409285" y="409285"/>
                </a:cubicBezTo>
                <a:cubicBezTo>
                  <a:pt x="364390" y="454332"/>
                  <a:pt x="303368" y="479544"/>
                  <a:pt x="239772" y="479468"/>
                </a:cubicBezTo>
                <a:cubicBezTo>
                  <a:pt x="176252" y="479544"/>
                  <a:pt x="115230" y="454332"/>
                  <a:pt x="70334" y="409285"/>
                </a:cubicBezTo>
                <a:cubicBezTo>
                  <a:pt x="25287" y="364390"/>
                  <a:pt x="0" y="303368"/>
                  <a:pt x="76" y="239772"/>
                </a:cubicBezTo>
                <a:cubicBezTo>
                  <a:pt x="76" y="173602"/>
                  <a:pt x="26953" y="113640"/>
                  <a:pt x="70334" y="70334"/>
                </a:cubicBezTo>
                <a:cubicBezTo>
                  <a:pt x="115230" y="25287"/>
                  <a:pt x="176252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ABA4B-6629-4668-B871-BD96EFA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94" y="3276600"/>
            <a:ext cx="308138" cy="314573"/>
          </a:xfrm>
          <a:custGeom xmlns:a="http://schemas.openxmlformats.org/drawingml/2006/main">
            <a:pathLst>
              <a:path w="308138" h="314573">
                <a:moveTo>
                  <a:pt x="291784" y="107735"/>
                </a:moveTo>
                <a:cubicBezTo>
                  <a:pt x="291784" y="115154"/>
                  <a:pt x="290649" y="122649"/>
                  <a:pt x="288453" y="129766"/>
                </a:cubicBezTo>
                <a:cubicBezTo>
                  <a:pt x="287923" y="131432"/>
                  <a:pt x="288075" y="132567"/>
                  <a:pt x="289286" y="134006"/>
                </a:cubicBezTo>
                <a:cubicBezTo>
                  <a:pt x="298674" y="144756"/>
                  <a:pt x="304882" y="158006"/>
                  <a:pt x="307078" y="172088"/>
                </a:cubicBezTo>
                <a:cubicBezTo>
                  <a:pt x="307835" y="176252"/>
                  <a:pt x="308138" y="180416"/>
                  <a:pt x="308138" y="184580"/>
                </a:cubicBezTo>
                <a:cubicBezTo>
                  <a:pt x="307910" y="200327"/>
                  <a:pt x="302989" y="215696"/>
                  <a:pt x="293828" y="228567"/>
                </a:cubicBezTo>
                <a:cubicBezTo>
                  <a:pt x="286333" y="239318"/>
                  <a:pt x="276188" y="247948"/>
                  <a:pt x="264377" y="253702"/>
                </a:cubicBezTo>
                <a:cubicBezTo>
                  <a:pt x="259078" y="256352"/>
                  <a:pt x="253400" y="258321"/>
                  <a:pt x="247494" y="259608"/>
                </a:cubicBezTo>
                <a:cubicBezTo>
                  <a:pt x="246283" y="259759"/>
                  <a:pt x="245223" y="260668"/>
                  <a:pt x="244920" y="261879"/>
                </a:cubicBezTo>
                <a:cubicBezTo>
                  <a:pt x="236441" y="284516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589"/>
                </a:cubicBezTo>
                <a:cubicBezTo>
                  <a:pt x="154750" y="314573"/>
                  <a:pt x="136731" y="308819"/>
                  <a:pt x="120984" y="296175"/>
                </a:cubicBezTo>
                <a:cubicBezTo>
                  <a:pt x="118410" y="294056"/>
                  <a:pt x="115987" y="291784"/>
                  <a:pt x="113640" y="289437"/>
                </a:cubicBezTo>
                <a:cubicBezTo>
                  <a:pt x="112807" y="288453"/>
                  <a:pt x="111520" y="287999"/>
                  <a:pt x="110309" y="288377"/>
                </a:cubicBezTo>
                <a:cubicBezTo>
                  <a:pt x="91684" y="291633"/>
                  <a:pt x="73968" y="289059"/>
                  <a:pt x="57463" y="279822"/>
                </a:cubicBezTo>
                <a:cubicBezTo>
                  <a:pt x="36038" y="267784"/>
                  <a:pt x="23091" y="249463"/>
                  <a:pt x="18322" y="225614"/>
                </a:cubicBezTo>
                <a:cubicBezTo>
                  <a:pt x="16050" y="213879"/>
                  <a:pt x="16732" y="201766"/>
                  <a:pt x="20366" y="190334"/>
                </a:cubicBezTo>
                <a:lnTo>
                  <a:pt x="20669" y="189274"/>
                </a:lnTo>
                <a:cubicBezTo>
                  <a:pt x="21047" y="188441"/>
                  <a:pt x="20820" y="187457"/>
                  <a:pt x="20139" y="186851"/>
                </a:cubicBezTo>
                <a:cubicBezTo>
                  <a:pt x="8858" y="174132"/>
                  <a:pt x="2120" y="158006"/>
                  <a:pt x="984" y="141047"/>
                </a:cubicBezTo>
                <a:cubicBezTo>
                  <a:pt x="0" y="127040"/>
                  <a:pt x="2953" y="112959"/>
                  <a:pt x="9615" y="100542"/>
                </a:cubicBezTo>
                <a:cubicBezTo>
                  <a:pt x="17262" y="85476"/>
                  <a:pt x="29754" y="73438"/>
                  <a:pt x="45047" y="66170"/>
                </a:cubicBezTo>
                <a:cubicBezTo>
                  <a:pt x="50271" y="63672"/>
                  <a:pt x="55722" y="61703"/>
                  <a:pt x="61400" y="60492"/>
                </a:cubicBezTo>
                <a:cubicBezTo>
                  <a:pt x="62687" y="60340"/>
                  <a:pt x="63672" y="59432"/>
                  <a:pt x="63974" y="58221"/>
                </a:cubicBezTo>
                <a:cubicBezTo>
                  <a:pt x="68139" y="46258"/>
                  <a:pt x="75255" y="35583"/>
                  <a:pt x="84567" y="27104"/>
                </a:cubicBezTo>
                <a:cubicBezTo>
                  <a:pt x="109400" y="4618"/>
                  <a:pt x="145665" y="0"/>
                  <a:pt x="175343" y="15520"/>
                </a:cubicBezTo>
                <a:cubicBezTo>
                  <a:pt x="182611" y="19382"/>
                  <a:pt x="189198" y="24303"/>
                  <a:pt x="194800" y="30359"/>
                </a:cubicBezTo>
                <a:cubicBezTo>
                  <a:pt x="196088" y="31722"/>
                  <a:pt x="197375" y="32025"/>
                  <a:pt x="199192" y="31722"/>
                </a:cubicBezTo>
                <a:cubicBezTo>
                  <a:pt x="214258" y="28921"/>
                  <a:pt x="229778" y="30662"/>
                  <a:pt x="243784" y="36568"/>
                </a:cubicBezTo>
                <a:cubicBezTo>
                  <a:pt x="253854" y="40732"/>
                  <a:pt x="262939" y="47016"/>
                  <a:pt x="270358" y="54889"/>
                </a:cubicBezTo>
                <a:cubicBezTo>
                  <a:pt x="283986" y="69123"/>
                  <a:pt x="291633" y="88050"/>
                  <a:pt x="291784" y="107735"/>
                </a:cubicBezTo>
                <a:close/>
                <a:moveTo>
                  <a:pt x="175419" y="39747"/>
                </a:moveTo>
                <a:cubicBezTo>
                  <a:pt x="174889" y="39293"/>
                  <a:pt x="174586" y="38915"/>
                  <a:pt x="174207" y="38612"/>
                </a:cubicBezTo>
                <a:cubicBezTo>
                  <a:pt x="162245" y="29224"/>
                  <a:pt x="147103" y="24984"/>
                  <a:pt x="132037" y="26574"/>
                </a:cubicBezTo>
                <a:cubicBezTo>
                  <a:pt x="119999" y="27634"/>
                  <a:pt x="108719" y="32555"/>
                  <a:pt x="99634" y="40580"/>
                </a:cubicBezTo>
                <a:cubicBezTo>
                  <a:pt x="86687" y="52012"/>
                  <a:pt x="79798" y="66321"/>
                  <a:pt x="79646" y="83508"/>
                </a:cubicBezTo>
                <a:cubicBezTo>
                  <a:pt x="79419" y="106977"/>
                  <a:pt x="79646" y="130372"/>
                  <a:pt x="79571" y="153842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7060" y="165879"/>
                  <a:pt x="104858" y="170346"/>
                </a:cubicBezTo>
                <a:cubicBezTo>
                  <a:pt x="105312" y="170573"/>
                  <a:pt x="105842" y="170801"/>
                  <a:pt x="106523" y="171103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085"/>
                  <a:pt x="108340" y="78056"/>
                  <a:pt x="111974" y="75937"/>
                </a:cubicBezTo>
                <a:lnTo>
                  <a:pt x="173375" y="40959"/>
                </a:lnTo>
                <a:lnTo>
                  <a:pt x="175419" y="39747"/>
                </a:lnTo>
                <a:close/>
                <a:moveTo>
                  <a:pt x="59356" y="81993"/>
                </a:moveTo>
                <a:cubicBezTo>
                  <a:pt x="58675" y="82145"/>
                  <a:pt x="58221" y="82296"/>
                  <a:pt x="57766" y="82448"/>
                </a:cubicBezTo>
                <a:cubicBezTo>
                  <a:pt x="51104" y="85022"/>
                  <a:pt x="44971" y="88807"/>
                  <a:pt x="39747" y="93728"/>
                </a:cubicBezTo>
                <a:cubicBezTo>
                  <a:pt x="25666" y="107129"/>
                  <a:pt x="19306" y="123558"/>
                  <a:pt x="21577" y="142788"/>
                </a:cubicBezTo>
                <a:cubicBezTo>
                  <a:pt x="23924" y="161640"/>
                  <a:pt x="33615" y="176176"/>
                  <a:pt x="50120" y="185791"/>
                </a:cubicBezTo>
                <a:cubicBezTo>
                  <a:pt x="70561" y="197677"/>
                  <a:pt x="91230" y="209261"/>
                  <a:pt x="111823" y="221072"/>
                </a:cubicBezTo>
                <a:cubicBezTo>
                  <a:pt x="112807" y="221753"/>
                  <a:pt x="114170" y="221753"/>
                  <a:pt x="115154" y="220996"/>
                </a:cubicBezTo>
                <a:cubicBezTo>
                  <a:pt x="122876" y="216529"/>
                  <a:pt x="130599" y="212138"/>
                  <a:pt x="138397" y="207747"/>
                </a:cubicBezTo>
                <a:cubicBezTo>
                  <a:pt x="138927" y="207444"/>
                  <a:pt x="139457" y="207065"/>
                  <a:pt x="140063" y="206611"/>
                </a:cubicBezTo>
                <a:cubicBezTo>
                  <a:pt x="139533" y="206233"/>
                  <a:pt x="139078" y="205930"/>
                  <a:pt x="138700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85" y="162245"/>
                  <a:pt x="60795" y="160428"/>
                  <a:pt x="60113" y="158233"/>
                </a:cubicBezTo>
                <a:cubicBezTo>
                  <a:pt x="59659" y="156643"/>
                  <a:pt x="59356" y="154977"/>
                  <a:pt x="59356" y="153387"/>
                </a:cubicBezTo>
                <a:cubicBezTo>
                  <a:pt x="59356" y="130523"/>
                  <a:pt x="59356" y="107735"/>
                  <a:pt x="59356" y="84946"/>
                </a:cubicBezTo>
                <a:lnTo>
                  <a:pt x="59356" y="81993"/>
                </a:lnTo>
                <a:close/>
                <a:moveTo>
                  <a:pt x="270586" y="117728"/>
                </a:moveTo>
                <a:cubicBezTo>
                  <a:pt x="271873" y="111066"/>
                  <a:pt x="271797" y="104101"/>
                  <a:pt x="270434" y="97438"/>
                </a:cubicBezTo>
                <a:cubicBezTo>
                  <a:pt x="266346" y="77602"/>
                  <a:pt x="254989" y="63217"/>
                  <a:pt x="236138" y="55192"/>
                </a:cubicBezTo>
                <a:cubicBezTo>
                  <a:pt x="217892" y="47394"/>
                  <a:pt x="199873" y="48833"/>
                  <a:pt x="182611" y="58675"/>
                </a:cubicBezTo>
                <a:cubicBezTo>
                  <a:pt x="162473" y="70258"/>
                  <a:pt x="142258" y="81691"/>
                  <a:pt x="122044" y="93198"/>
                </a:cubicBezTo>
                <a:cubicBezTo>
                  <a:pt x="121135" y="93577"/>
                  <a:pt x="120529" y="94561"/>
                  <a:pt x="120605" y="95621"/>
                </a:cubicBezTo>
                <a:cubicBezTo>
                  <a:pt x="120681" y="104782"/>
                  <a:pt x="120681" y="113867"/>
                  <a:pt x="120681" y="123028"/>
                </a:cubicBezTo>
                <a:cubicBezTo>
                  <a:pt x="120681" y="123482"/>
                  <a:pt x="120757" y="123861"/>
                  <a:pt x="120832" y="124542"/>
                </a:cubicBezTo>
                <a:lnTo>
                  <a:pt x="124164" y="122649"/>
                </a:lnTo>
                <a:lnTo>
                  <a:pt x="177842" y="92138"/>
                </a:lnTo>
                <a:lnTo>
                  <a:pt x="196012" y="81691"/>
                </a:lnTo>
                <a:cubicBezTo>
                  <a:pt x="197980" y="80555"/>
                  <a:pt x="200252" y="80025"/>
                  <a:pt x="202523" y="80176"/>
                </a:cubicBezTo>
                <a:cubicBezTo>
                  <a:pt x="204264" y="80403"/>
                  <a:pt x="206005" y="81009"/>
                  <a:pt x="207520" y="81993"/>
                </a:cubicBezTo>
                <a:cubicBezTo>
                  <a:pt x="218043" y="87974"/>
                  <a:pt x="228567" y="94031"/>
                  <a:pt x="239166" y="100012"/>
                </a:cubicBezTo>
                <a:lnTo>
                  <a:pt x="269223" y="117123"/>
                </a:lnTo>
                <a:cubicBezTo>
                  <a:pt x="269677" y="117350"/>
                  <a:pt x="270131" y="117577"/>
                  <a:pt x="270586" y="117728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050"/>
                  <a:pt x="37476" y="210851"/>
                </a:cubicBezTo>
                <a:cubicBezTo>
                  <a:pt x="37022" y="221223"/>
                  <a:pt x="39672" y="231444"/>
                  <a:pt x="44971" y="240378"/>
                </a:cubicBezTo>
                <a:cubicBezTo>
                  <a:pt x="57388" y="260819"/>
                  <a:pt x="75861" y="270434"/>
                  <a:pt x="99936" y="269601"/>
                </a:cubicBezTo>
                <a:cubicBezTo>
                  <a:pt x="109324" y="269223"/>
                  <a:pt x="118031" y="266119"/>
                  <a:pt x="126132" y="261425"/>
                </a:cubicBezTo>
                <a:cubicBezTo>
                  <a:pt x="134990" y="256352"/>
                  <a:pt x="143848" y="251355"/>
                  <a:pt x="152706" y="246283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759" y="226523"/>
                  <a:pt x="188365" y="225387"/>
                  <a:pt x="188214" y="224251"/>
                </a:cubicBezTo>
                <a:cubicBezTo>
                  <a:pt x="188214" y="215318"/>
                  <a:pt x="188214" y="206460"/>
                  <a:pt x="188214" y="197602"/>
                </a:cubicBezTo>
                <a:cubicBezTo>
                  <a:pt x="188214" y="196996"/>
                  <a:pt x="188138" y="196390"/>
                  <a:pt x="188062" y="195558"/>
                </a:cubicBezTo>
                <a:cubicBezTo>
                  <a:pt x="187381" y="195936"/>
                  <a:pt x="186851" y="196163"/>
                  <a:pt x="186397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504" y="238561"/>
                </a:lnTo>
                <a:cubicBezTo>
                  <a:pt x="109324" y="240529"/>
                  <a:pt x="105388" y="240529"/>
                  <a:pt x="102208" y="238561"/>
                </a:cubicBezTo>
                <a:lnTo>
                  <a:pt x="100694" y="237728"/>
                </a:lnTo>
                <a:lnTo>
                  <a:pt x="44820" y="205930"/>
                </a:lnTo>
                <a:cubicBezTo>
                  <a:pt x="42776" y="204643"/>
                  <a:pt x="40656" y="203507"/>
                  <a:pt x="38082" y="202069"/>
                </a:cubicBezTo>
                <a:close/>
                <a:moveTo>
                  <a:pt x="168681" y="113413"/>
                </a:moveTo>
                <a:cubicBezTo>
                  <a:pt x="169286" y="113791"/>
                  <a:pt x="169589" y="114094"/>
                  <a:pt x="169892" y="114246"/>
                </a:cubicBezTo>
                <a:cubicBezTo>
                  <a:pt x="185715" y="123255"/>
                  <a:pt x="201539" y="132264"/>
                  <a:pt x="217362" y="141274"/>
                </a:cubicBezTo>
                <a:lnTo>
                  <a:pt x="244390" y="156719"/>
                </a:lnTo>
                <a:cubicBezTo>
                  <a:pt x="246737" y="157930"/>
                  <a:pt x="248403" y="160050"/>
                  <a:pt x="249008" y="162548"/>
                </a:cubicBezTo>
                <a:cubicBezTo>
                  <a:pt x="249387" y="163835"/>
                  <a:pt x="249538" y="165047"/>
                  <a:pt x="249538" y="166334"/>
                </a:cubicBezTo>
                <a:cubicBezTo>
                  <a:pt x="249538" y="189652"/>
                  <a:pt x="249538" y="212971"/>
                  <a:pt x="249538" y="236289"/>
                </a:cubicBezTo>
                <a:lnTo>
                  <a:pt x="249538" y="238182"/>
                </a:lnTo>
                <a:cubicBezTo>
                  <a:pt x="250598" y="237803"/>
                  <a:pt x="251507" y="237501"/>
                  <a:pt x="252415" y="237122"/>
                </a:cubicBezTo>
                <a:cubicBezTo>
                  <a:pt x="259229" y="234321"/>
                  <a:pt x="265437" y="230157"/>
                  <a:pt x="270661" y="224933"/>
                </a:cubicBezTo>
                <a:cubicBezTo>
                  <a:pt x="282775" y="212668"/>
                  <a:pt x="288756" y="198056"/>
                  <a:pt x="287620" y="180946"/>
                </a:cubicBezTo>
                <a:cubicBezTo>
                  <a:pt x="286257" y="160580"/>
                  <a:pt x="276567" y="145059"/>
                  <a:pt x="258926" y="134384"/>
                </a:cubicBezTo>
                <a:cubicBezTo>
                  <a:pt x="253172" y="130902"/>
                  <a:pt x="247191" y="127646"/>
                  <a:pt x="241286" y="124315"/>
                </a:cubicBezTo>
                <a:lnTo>
                  <a:pt x="196996" y="99028"/>
                </a:lnTo>
                <a:cubicBezTo>
                  <a:pt x="196012" y="98347"/>
                  <a:pt x="194725" y="98347"/>
                  <a:pt x="193816" y="99028"/>
                </a:cubicBezTo>
                <a:cubicBezTo>
                  <a:pt x="188517" y="102132"/>
                  <a:pt x="183217" y="105085"/>
                  <a:pt x="177917" y="108113"/>
                </a:cubicBezTo>
                <a:lnTo>
                  <a:pt x="168681" y="113413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12"/>
                  <a:pt x="200706" y="241967"/>
                  <a:pt x="196920" y="244087"/>
                </a:cubicBezTo>
                <a:lnTo>
                  <a:pt x="166031" y="261728"/>
                </a:lnTo>
                <a:lnTo>
                  <a:pt x="134914" y="279444"/>
                </a:lnTo>
                <a:cubicBezTo>
                  <a:pt x="134460" y="279671"/>
                  <a:pt x="134006" y="280049"/>
                  <a:pt x="133400" y="280504"/>
                </a:cubicBezTo>
                <a:cubicBezTo>
                  <a:pt x="134157" y="281034"/>
                  <a:pt x="134687" y="281488"/>
                  <a:pt x="135217" y="281942"/>
                </a:cubicBezTo>
                <a:cubicBezTo>
                  <a:pt x="152252" y="294207"/>
                  <a:pt x="170876" y="297160"/>
                  <a:pt x="190788" y="290270"/>
                </a:cubicBezTo>
                <a:cubicBezTo>
                  <a:pt x="213501" y="282321"/>
                  <a:pt x="228870" y="261122"/>
                  <a:pt x="229173" y="237046"/>
                </a:cubicBezTo>
                <a:cubicBezTo>
                  <a:pt x="229324" y="213349"/>
                  <a:pt x="229173" y="189652"/>
                  <a:pt x="229248" y="165955"/>
                </a:cubicBezTo>
                <a:cubicBezTo>
                  <a:pt x="229400" y="164819"/>
                  <a:pt x="228718" y="163684"/>
                  <a:pt x="227658" y="163230"/>
                </a:cubicBezTo>
                <a:cubicBezTo>
                  <a:pt x="219709" y="158763"/>
                  <a:pt x="211835" y="154220"/>
                  <a:pt x="203961" y="149678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81" y="179356"/>
                </a:moveTo>
                <a:lnTo>
                  <a:pt x="154447" y="198586"/>
                </a:lnTo>
                <a:lnTo>
                  <a:pt x="188062" y="179431"/>
                </a:lnTo>
                <a:cubicBezTo>
                  <a:pt x="188138" y="179280"/>
                  <a:pt x="188138" y="179053"/>
                  <a:pt x="188214" y="178826"/>
                </a:cubicBezTo>
                <a:cubicBezTo>
                  <a:pt x="188214" y="166561"/>
                  <a:pt x="188214" y="154220"/>
                  <a:pt x="188214" y="141880"/>
                </a:cubicBezTo>
                <a:cubicBezTo>
                  <a:pt x="188214" y="140895"/>
                  <a:pt x="187759" y="140441"/>
                  <a:pt x="186927" y="140063"/>
                </a:cubicBezTo>
                <a:lnTo>
                  <a:pt x="157324" y="123179"/>
                </a:lnTo>
                <a:lnTo>
                  <a:pt x="154447" y="121589"/>
                </a:lnTo>
                <a:lnTo>
                  <a:pt x="153236" y="122195"/>
                </a:lnTo>
                <a:lnTo>
                  <a:pt x="121968" y="139987"/>
                </a:lnTo>
                <a:cubicBezTo>
                  <a:pt x="121059" y="140441"/>
                  <a:pt x="120529" y="141425"/>
                  <a:pt x="120605" y="142409"/>
                </a:cubicBezTo>
                <a:cubicBezTo>
                  <a:pt x="120681" y="151116"/>
                  <a:pt x="120605" y="159823"/>
                  <a:pt x="120605" y="168529"/>
                </a:cubicBezTo>
                <a:lnTo>
                  <a:pt x="120605" y="179356"/>
                </a:lnTo>
                <a:lnTo>
                  <a:pt x="120681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E6D81-AFCF-4D8E-874A-BD321EEF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261" y="2851945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677" y="38612"/>
                </a:lnTo>
                <a:lnTo>
                  <a:pt x="327292" y="54587"/>
                </a:lnTo>
                <a:lnTo>
                  <a:pt x="326961" y="54786"/>
                </a:lnTo>
                <a:lnTo>
                  <a:pt x="326649" y="55005"/>
                </a:lnTo>
                <a:lnTo>
                  <a:pt x="326356" y="55241"/>
                </a:lnTo>
                <a:lnTo>
                  <a:pt x="326084" y="55495"/>
                </a:lnTo>
                <a:lnTo>
                  <a:pt x="325831" y="55765"/>
                </a:lnTo>
                <a:lnTo>
                  <a:pt x="325599" y="56049"/>
                </a:lnTo>
                <a:lnTo>
                  <a:pt x="325388" y="56346"/>
                </a:lnTo>
                <a:lnTo>
                  <a:pt x="325197" y="56656"/>
                </a:lnTo>
                <a:lnTo>
                  <a:pt x="325028" y="56977"/>
                </a:lnTo>
                <a:lnTo>
                  <a:pt x="324881" y="57307"/>
                </a:lnTo>
                <a:lnTo>
                  <a:pt x="324755" y="57647"/>
                </a:lnTo>
                <a:lnTo>
                  <a:pt x="324652" y="57993"/>
                </a:lnTo>
                <a:lnTo>
                  <a:pt x="324571" y="58347"/>
                </a:lnTo>
                <a:lnTo>
                  <a:pt x="324512" y="58705"/>
                </a:lnTo>
                <a:lnTo>
                  <a:pt x="324477" y="59067"/>
                </a:lnTo>
                <a:lnTo>
                  <a:pt x="324466" y="59432"/>
                </a:lnTo>
                <a:lnTo>
                  <a:pt x="324477" y="59798"/>
                </a:lnTo>
                <a:lnTo>
                  <a:pt x="324513" y="60165"/>
                </a:lnTo>
                <a:lnTo>
                  <a:pt x="324573" y="60531"/>
                </a:lnTo>
                <a:lnTo>
                  <a:pt x="324658" y="60896"/>
                </a:lnTo>
                <a:lnTo>
                  <a:pt x="324767" y="61257"/>
                </a:lnTo>
                <a:lnTo>
                  <a:pt x="324902" y="61613"/>
                </a:lnTo>
                <a:lnTo>
                  <a:pt x="325062" y="61964"/>
                </a:lnTo>
                <a:lnTo>
                  <a:pt x="325248" y="62309"/>
                </a:lnTo>
                <a:lnTo>
                  <a:pt x="325456" y="62640"/>
                </a:lnTo>
                <a:lnTo>
                  <a:pt x="325683" y="62952"/>
                </a:lnTo>
                <a:lnTo>
                  <a:pt x="325928" y="63244"/>
                </a:lnTo>
                <a:lnTo>
                  <a:pt x="326188" y="63517"/>
                </a:lnTo>
                <a:lnTo>
                  <a:pt x="326464" y="63770"/>
                </a:lnTo>
                <a:lnTo>
                  <a:pt x="326754" y="64002"/>
                </a:lnTo>
                <a:lnTo>
                  <a:pt x="327056" y="64213"/>
                </a:lnTo>
                <a:lnTo>
                  <a:pt x="327371" y="64404"/>
                </a:lnTo>
                <a:lnTo>
                  <a:pt x="327695" y="64573"/>
                </a:lnTo>
                <a:lnTo>
                  <a:pt x="328029" y="64720"/>
                </a:lnTo>
                <a:lnTo>
                  <a:pt x="328372" y="64846"/>
                </a:lnTo>
                <a:lnTo>
                  <a:pt x="328721" y="64949"/>
                </a:lnTo>
                <a:lnTo>
                  <a:pt x="329076" y="65030"/>
                </a:lnTo>
                <a:lnTo>
                  <a:pt x="329436" y="65088"/>
                </a:lnTo>
                <a:lnTo>
                  <a:pt x="329800" y="65124"/>
                </a:lnTo>
                <a:lnTo>
                  <a:pt x="330166" y="65135"/>
                </a:lnTo>
                <a:lnTo>
                  <a:pt x="330534" y="65123"/>
                </a:lnTo>
                <a:lnTo>
                  <a:pt x="330901" y="65088"/>
                </a:lnTo>
                <a:lnTo>
                  <a:pt x="331268" y="65028"/>
                </a:lnTo>
                <a:lnTo>
                  <a:pt x="331632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90"/>
                </a:lnTo>
                <a:lnTo>
                  <a:pt x="332701" y="1404"/>
                </a:lnTo>
                <a:lnTo>
                  <a:pt x="332350" y="1244"/>
                </a:lnTo>
                <a:lnTo>
                  <a:pt x="331994" y="1109"/>
                </a:lnTo>
                <a:lnTo>
                  <a:pt x="331632" y="1000"/>
                </a:lnTo>
                <a:lnTo>
                  <a:pt x="331268" y="915"/>
                </a:lnTo>
                <a:lnTo>
                  <a:pt x="330901" y="855"/>
                </a:lnTo>
                <a:lnTo>
                  <a:pt x="330534" y="819"/>
                </a:lnTo>
                <a:lnTo>
                  <a:pt x="330166" y="808"/>
                </a:lnTo>
                <a:lnTo>
                  <a:pt x="329800" y="819"/>
                </a:lnTo>
                <a:lnTo>
                  <a:pt x="329436" y="854"/>
                </a:lnTo>
                <a:lnTo>
                  <a:pt x="329076" y="913"/>
                </a:lnTo>
                <a:lnTo>
                  <a:pt x="328721" y="994"/>
                </a:lnTo>
                <a:lnTo>
                  <a:pt x="328372" y="1097"/>
                </a:lnTo>
                <a:lnTo>
                  <a:pt x="328029" y="1223"/>
                </a:lnTo>
                <a:lnTo>
                  <a:pt x="327695" y="1370"/>
                </a:lnTo>
                <a:lnTo>
                  <a:pt x="327371" y="1539"/>
                </a:lnTo>
                <a:lnTo>
                  <a:pt x="327056" y="1730"/>
                </a:lnTo>
                <a:lnTo>
                  <a:pt x="326754" y="1941"/>
                </a:lnTo>
                <a:lnTo>
                  <a:pt x="326464" y="2173"/>
                </a:lnTo>
                <a:lnTo>
                  <a:pt x="326188" y="2426"/>
                </a:lnTo>
                <a:lnTo>
                  <a:pt x="325928" y="2698"/>
                </a:lnTo>
                <a:lnTo>
                  <a:pt x="325683" y="2991"/>
                </a:lnTo>
                <a:lnTo>
                  <a:pt x="325456" y="3303"/>
                </a:lnTo>
                <a:lnTo>
                  <a:pt x="325248" y="3634"/>
                </a:lnTo>
                <a:lnTo>
                  <a:pt x="325062" y="3969"/>
                </a:lnTo>
                <a:lnTo>
                  <a:pt x="324902" y="4312"/>
                </a:lnTo>
                <a:lnTo>
                  <a:pt x="324767" y="4661"/>
                </a:lnTo>
                <a:lnTo>
                  <a:pt x="324658" y="5016"/>
                </a:lnTo>
                <a:lnTo>
                  <a:pt x="324573" y="5374"/>
                </a:lnTo>
                <a:lnTo>
                  <a:pt x="324513" y="5735"/>
                </a:lnTo>
                <a:lnTo>
                  <a:pt x="324477" y="6098"/>
                </a:lnTo>
                <a:lnTo>
                  <a:pt x="324466" y="6461"/>
                </a:lnTo>
                <a:lnTo>
                  <a:pt x="324477" y="6823"/>
                </a:lnTo>
                <a:lnTo>
                  <a:pt x="324512" y="7183"/>
                </a:lnTo>
                <a:lnTo>
                  <a:pt x="324571" y="7540"/>
                </a:lnTo>
                <a:lnTo>
                  <a:pt x="324652" y="7893"/>
                </a:lnTo>
                <a:lnTo>
                  <a:pt x="324755" y="8240"/>
                </a:lnTo>
                <a:lnTo>
                  <a:pt x="324881" y="8580"/>
                </a:lnTo>
                <a:lnTo>
                  <a:pt x="325028" y="8913"/>
                </a:lnTo>
                <a:lnTo>
                  <a:pt x="325197" y="9237"/>
                </a:lnTo>
                <a:lnTo>
                  <a:pt x="325388" y="9550"/>
                </a:lnTo>
                <a:lnTo>
                  <a:pt x="325599" y="9852"/>
                </a:lnTo>
                <a:lnTo>
                  <a:pt x="325831" y="10141"/>
                </a:lnTo>
                <a:lnTo>
                  <a:pt x="326084" y="10416"/>
                </a:lnTo>
                <a:lnTo>
                  <a:pt x="326356" y="10677"/>
                </a:lnTo>
                <a:lnTo>
                  <a:pt x="326649" y="10921"/>
                </a:lnTo>
                <a:lnTo>
                  <a:pt x="326961" y="11148"/>
                </a:lnTo>
                <a:lnTo>
                  <a:pt x="327292" y="11356"/>
                </a:lnTo>
                <a:lnTo>
                  <a:pt x="354547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47FE0-A772-4DBE-BDCA-874A259E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261" y="3399931"/>
            <a:ext cx="386875" cy="66019"/>
          </a:xfrm>
          <a:custGeom xmlns:a="http://schemas.openxmlformats.org/drawingml/2006/main">
            <a:pathLst>
              <a:path w="386875" h="66019">
                <a:moveTo>
                  <a:pt x="0" y="38688"/>
                </a:moveTo>
                <a:lnTo>
                  <a:pt x="354547" y="38688"/>
                </a:lnTo>
                <a:lnTo>
                  <a:pt x="327292" y="54587"/>
                </a:lnTo>
                <a:lnTo>
                  <a:pt x="326961" y="54795"/>
                </a:lnTo>
                <a:lnTo>
                  <a:pt x="326649" y="55022"/>
                </a:lnTo>
                <a:lnTo>
                  <a:pt x="326356" y="55266"/>
                </a:lnTo>
                <a:lnTo>
                  <a:pt x="326084" y="55527"/>
                </a:lnTo>
                <a:lnTo>
                  <a:pt x="325831" y="55803"/>
                </a:lnTo>
                <a:lnTo>
                  <a:pt x="325599" y="56092"/>
                </a:lnTo>
                <a:lnTo>
                  <a:pt x="325388" y="56395"/>
                </a:lnTo>
                <a:lnTo>
                  <a:pt x="325197" y="56709"/>
                </a:lnTo>
                <a:lnTo>
                  <a:pt x="325028" y="57034"/>
                </a:lnTo>
                <a:lnTo>
                  <a:pt x="324881" y="57368"/>
                </a:lnTo>
                <a:lnTo>
                  <a:pt x="324755" y="57710"/>
                </a:lnTo>
                <a:lnTo>
                  <a:pt x="324652" y="58060"/>
                </a:lnTo>
                <a:lnTo>
                  <a:pt x="324571" y="58415"/>
                </a:lnTo>
                <a:lnTo>
                  <a:pt x="324512" y="58775"/>
                </a:lnTo>
                <a:lnTo>
                  <a:pt x="324477" y="59139"/>
                </a:lnTo>
                <a:lnTo>
                  <a:pt x="324466" y="59505"/>
                </a:lnTo>
                <a:lnTo>
                  <a:pt x="324477" y="59872"/>
                </a:lnTo>
                <a:lnTo>
                  <a:pt x="324513" y="60240"/>
                </a:lnTo>
                <a:lnTo>
                  <a:pt x="324573" y="60607"/>
                </a:lnTo>
                <a:lnTo>
                  <a:pt x="324658" y="60971"/>
                </a:lnTo>
                <a:lnTo>
                  <a:pt x="324767" y="61332"/>
                </a:lnTo>
                <a:lnTo>
                  <a:pt x="324902" y="61689"/>
                </a:lnTo>
                <a:lnTo>
                  <a:pt x="325062" y="62040"/>
                </a:lnTo>
                <a:lnTo>
                  <a:pt x="325248" y="62385"/>
                </a:lnTo>
                <a:lnTo>
                  <a:pt x="325456" y="62716"/>
                </a:lnTo>
                <a:lnTo>
                  <a:pt x="325683" y="63028"/>
                </a:lnTo>
                <a:lnTo>
                  <a:pt x="325928" y="63320"/>
                </a:lnTo>
                <a:lnTo>
                  <a:pt x="326188" y="63593"/>
                </a:lnTo>
                <a:lnTo>
                  <a:pt x="326464" y="63845"/>
                </a:lnTo>
                <a:lnTo>
                  <a:pt x="326754" y="64077"/>
                </a:lnTo>
                <a:lnTo>
                  <a:pt x="327056" y="64289"/>
                </a:lnTo>
                <a:lnTo>
                  <a:pt x="327371" y="64479"/>
                </a:lnTo>
                <a:lnTo>
                  <a:pt x="327695" y="64648"/>
                </a:lnTo>
                <a:lnTo>
                  <a:pt x="328029" y="64796"/>
                </a:lnTo>
                <a:lnTo>
                  <a:pt x="328372" y="64922"/>
                </a:lnTo>
                <a:lnTo>
                  <a:pt x="328721" y="65025"/>
                </a:lnTo>
                <a:lnTo>
                  <a:pt x="329076" y="65106"/>
                </a:lnTo>
                <a:lnTo>
                  <a:pt x="329436" y="65164"/>
                </a:lnTo>
                <a:lnTo>
                  <a:pt x="329800" y="65199"/>
                </a:lnTo>
                <a:lnTo>
                  <a:pt x="330166" y="65211"/>
                </a:lnTo>
                <a:lnTo>
                  <a:pt x="330534" y="65199"/>
                </a:lnTo>
                <a:lnTo>
                  <a:pt x="330901" y="65163"/>
                </a:lnTo>
                <a:lnTo>
                  <a:pt x="331268" y="65103"/>
                </a:lnTo>
                <a:lnTo>
                  <a:pt x="331632" y="65019"/>
                </a:lnTo>
                <a:lnTo>
                  <a:pt x="331994" y="64909"/>
                </a:lnTo>
                <a:lnTo>
                  <a:pt x="332350" y="64775"/>
                </a:lnTo>
                <a:lnTo>
                  <a:pt x="332701" y="64615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1" y="1404"/>
                </a:lnTo>
                <a:lnTo>
                  <a:pt x="332350" y="1244"/>
                </a:lnTo>
                <a:lnTo>
                  <a:pt x="331994" y="1109"/>
                </a:lnTo>
                <a:lnTo>
                  <a:pt x="331632" y="1000"/>
                </a:lnTo>
                <a:lnTo>
                  <a:pt x="331268" y="915"/>
                </a:lnTo>
                <a:lnTo>
                  <a:pt x="330901" y="855"/>
                </a:lnTo>
                <a:lnTo>
                  <a:pt x="330534" y="819"/>
                </a:lnTo>
                <a:lnTo>
                  <a:pt x="330166" y="808"/>
                </a:lnTo>
                <a:lnTo>
                  <a:pt x="329800" y="819"/>
                </a:lnTo>
                <a:lnTo>
                  <a:pt x="329436" y="854"/>
                </a:lnTo>
                <a:lnTo>
                  <a:pt x="329076" y="913"/>
                </a:lnTo>
                <a:lnTo>
                  <a:pt x="328721" y="994"/>
                </a:lnTo>
                <a:lnTo>
                  <a:pt x="328372" y="1097"/>
                </a:lnTo>
                <a:lnTo>
                  <a:pt x="328029" y="1223"/>
                </a:lnTo>
                <a:lnTo>
                  <a:pt x="327695" y="1370"/>
                </a:lnTo>
                <a:lnTo>
                  <a:pt x="327371" y="1539"/>
                </a:lnTo>
                <a:lnTo>
                  <a:pt x="327056" y="1730"/>
                </a:lnTo>
                <a:lnTo>
                  <a:pt x="326754" y="1941"/>
                </a:lnTo>
                <a:lnTo>
                  <a:pt x="326464" y="2173"/>
                </a:lnTo>
                <a:lnTo>
                  <a:pt x="326188" y="2426"/>
                </a:lnTo>
                <a:lnTo>
                  <a:pt x="325928" y="2698"/>
                </a:lnTo>
                <a:lnTo>
                  <a:pt x="325683" y="2991"/>
                </a:lnTo>
                <a:lnTo>
                  <a:pt x="325456" y="3303"/>
                </a:lnTo>
                <a:lnTo>
                  <a:pt x="325248" y="3634"/>
                </a:lnTo>
                <a:lnTo>
                  <a:pt x="325062" y="3978"/>
                </a:lnTo>
                <a:lnTo>
                  <a:pt x="324902" y="4330"/>
                </a:lnTo>
                <a:lnTo>
                  <a:pt x="324767" y="4686"/>
                </a:lnTo>
                <a:lnTo>
                  <a:pt x="324658" y="5048"/>
                </a:lnTo>
                <a:lnTo>
                  <a:pt x="324573" y="5412"/>
                </a:lnTo>
                <a:lnTo>
                  <a:pt x="324513" y="5779"/>
                </a:lnTo>
                <a:lnTo>
                  <a:pt x="324477" y="6146"/>
                </a:lnTo>
                <a:lnTo>
                  <a:pt x="324466" y="6514"/>
                </a:lnTo>
                <a:lnTo>
                  <a:pt x="324477" y="6880"/>
                </a:lnTo>
                <a:lnTo>
                  <a:pt x="324512" y="7244"/>
                </a:lnTo>
                <a:lnTo>
                  <a:pt x="324571" y="7604"/>
                </a:lnTo>
                <a:lnTo>
                  <a:pt x="324652" y="7959"/>
                </a:lnTo>
                <a:lnTo>
                  <a:pt x="324755" y="8308"/>
                </a:lnTo>
                <a:lnTo>
                  <a:pt x="324881" y="8651"/>
                </a:lnTo>
                <a:lnTo>
                  <a:pt x="325028" y="8985"/>
                </a:lnTo>
                <a:lnTo>
                  <a:pt x="325197" y="9309"/>
                </a:lnTo>
                <a:lnTo>
                  <a:pt x="325388" y="9624"/>
                </a:lnTo>
                <a:lnTo>
                  <a:pt x="325599" y="9926"/>
                </a:lnTo>
                <a:lnTo>
                  <a:pt x="325831" y="10216"/>
                </a:lnTo>
                <a:lnTo>
                  <a:pt x="326084" y="10492"/>
                </a:lnTo>
                <a:lnTo>
                  <a:pt x="326356" y="10752"/>
                </a:lnTo>
                <a:lnTo>
                  <a:pt x="326649" y="10997"/>
                </a:lnTo>
                <a:lnTo>
                  <a:pt x="326961" y="11224"/>
                </a:lnTo>
                <a:lnTo>
                  <a:pt x="327292" y="11432"/>
                </a:lnTo>
                <a:lnTo>
                  <a:pt x="354547" y="27331"/>
                </a:lnTo>
                <a:lnTo>
                  <a:pt x="0" y="27331"/>
                </a:lnTo>
                <a:lnTo>
                  <a:pt x="0" y="38688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DDBEA-ECA3-48FF-8A5C-00848328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079" y="3127452"/>
            <a:ext cx="386875" cy="65943"/>
          </a:xfrm>
          <a:custGeom xmlns:a="http://schemas.openxmlformats.org/drawingml/2006/main">
            <a:pathLst>
              <a:path w="386875" h="65943">
                <a:moveTo>
                  <a:pt x="0" y="38612"/>
                </a:moveTo>
                <a:lnTo>
                  <a:pt x="354623" y="38612"/>
                </a:lnTo>
                <a:lnTo>
                  <a:pt x="327368" y="54511"/>
                </a:lnTo>
                <a:lnTo>
                  <a:pt x="327037" y="54719"/>
                </a:lnTo>
                <a:lnTo>
                  <a:pt x="326725" y="54946"/>
                </a:lnTo>
                <a:lnTo>
                  <a:pt x="326432" y="55191"/>
                </a:lnTo>
                <a:lnTo>
                  <a:pt x="326160" y="55451"/>
                </a:lnTo>
                <a:lnTo>
                  <a:pt x="325907" y="55727"/>
                </a:lnTo>
                <a:lnTo>
                  <a:pt x="325675" y="56017"/>
                </a:lnTo>
                <a:lnTo>
                  <a:pt x="325463" y="56319"/>
                </a:lnTo>
                <a:lnTo>
                  <a:pt x="325273" y="56633"/>
                </a:lnTo>
                <a:lnTo>
                  <a:pt x="325104" y="56958"/>
                </a:lnTo>
                <a:lnTo>
                  <a:pt x="324956" y="57292"/>
                </a:lnTo>
                <a:lnTo>
                  <a:pt x="324831" y="57635"/>
                </a:lnTo>
                <a:lnTo>
                  <a:pt x="324727" y="57984"/>
                </a:lnTo>
                <a:lnTo>
                  <a:pt x="324646" y="58339"/>
                </a:lnTo>
                <a:lnTo>
                  <a:pt x="324588" y="58699"/>
                </a:lnTo>
                <a:lnTo>
                  <a:pt x="324553" y="59063"/>
                </a:lnTo>
                <a:lnTo>
                  <a:pt x="324541" y="59429"/>
                </a:lnTo>
                <a:lnTo>
                  <a:pt x="324553" y="59797"/>
                </a:lnTo>
                <a:lnTo>
                  <a:pt x="324589" y="60164"/>
                </a:lnTo>
                <a:lnTo>
                  <a:pt x="324649" y="60531"/>
                </a:lnTo>
                <a:lnTo>
                  <a:pt x="324734" y="60895"/>
                </a:lnTo>
                <a:lnTo>
                  <a:pt x="324843" y="61256"/>
                </a:lnTo>
                <a:lnTo>
                  <a:pt x="324978" y="61613"/>
                </a:lnTo>
                <a:lnTo>
                  <a:pt x="325138" y="61964"/>
                </a:lnTo>
                <a:lnTo>
                  <a:pt x="325324" y="62309"/>
                </a:lnTo>
                <a:lnTo>
                  <a:pt x="325523" y="62640"/>
                </a:lnTo>
                <a:lnTo>
                  <a:pt x="325742" y="62952"/>
                </a:lnTo>
                <a:lnTo>
                  <a:pt x="325978" y="63244"/>
                </a:lnTo>
                <a:lnTo>
                  <a:pt x="326232" y="63517"/>
                </a:lnTo>
                <a:lnTo>
                  <a:pt x="326502" y="63770"/>
                </a:lnTo>
                <a:lnTo>
                  <a:pt x="326786" y="64002"/>
                </a:lnTo>
                <a:lnTo>
                  <a:pt x="327083" y="64213"/>
                </a:lnTo>
                <a:lnTo>
                  <a:pt x="327393" y="64404"/>
                </a:lnTo>
                <a:lnTo>
                  <a:pt x="327714" y="64573"/>
                </a:lnTo>
                <a:lnTo>
                  <a:pt x="328044" y="64720"/>
                </a:lnTo>
                <a:lnTo>
                  <a:pt x="328384" y="64846"/>
                </a:lnTo>
                <a:lnTo>
                  <a:pt x="328730" y="64949"/>
                </a:lnTo>
                <a:lnTo>
                  <a:pt x="329084" y="65030"/>
                </a:lnTo>
                <a:lnTo>
                  <a:pt x="329442" y="65088"/>
                </a:lnTo>
                <a:lnTo>
                  <a:pt x="329804" y="65124"/>
                </a:lnTo>
                <a:lnTo>
                  <a:pt x="330169" y="65135"/>
                </a:lnTo>
                <a:lnTo>
                  <a:pt x="330535" y="65123"/>
                </a:lnTo>
                <a:lnTo>
                  <a:pt x="330902" y="65088"/>
                </a:lnTo>
                <a:lnTo>
                  <a:pt x="331269" y="65028"/>
                </a:lnTo>
                <a:lnTo>
                  <a:pt x="331633" y="64943"/>
                </a:lnTo>
                <a:lnTo>
                  <a:pt x="331994" y="64833"/>
                </a:lnTo>
                <a:lnTo>
                  <a:pt x="332350" y="64699"/>
                </a:lnTo>
                <a:lnTo>
                  <a:pt x="332701" y="64539"/>
                </a:lnTo>
                <a:lnTo>
                  <a:pt x="333046" y="64353"/>
                </a:lnTo>
                <a:lnTo>
                  <a:pt x="386875" y="32934"/>
                </a:lnTo>
                <a:lnTo>
                  <a:pt x="333046" y="1514"/>
                </a:lnTo>
                <a:lnTo>
                  <a:pt x="332701" y="1337"/>
                </a:lnTo>
                <a:lnTo>
                  <a:pt x="332350" y="1186"/>
                </a:lnTo>
                <a:lnTo>
                  <a:pt x="331994" y="1059"/>
                </a:lnTo>
                <a:lnTo>
                  <a:pt x="331633" y="956"/>
                </a:lnTo>
                <a:lnTo>
                  <a:pt x="331269" y="877"/>
                </a:lnTo>
                <a:lnTo>
                  <a:pt x="330902" y="822"/>
                </a:lnTo>
                <a:lnTo>
                  <a:pt x="330535" y="791"/>
                </a:lnTo>
                <a:lnTo>
                  <a:pt x="330169" y="782"/>
                </a:lnTo>
                <a:lnTo>
                  <a:pt x="329804" y="797"/>
                </a:lnTo>
                <a:lnTo>
                  <a:pt x="329442" y="834"/>
                </a:lnTo>
                <a:lnTo>
                  <a:pt x="329084" y="893"/>
                </a:lnTo>
                <a:lnTo>
                  <a:pt x="328730" y="975"/>
                </a:lnTo>
                <a:lnTo>
                  <a:pt x="328384" y="1078"/>
                </a:lnTo>
                <a:lnTo>
                  <a:pt x="328044" y="1202"/>
                </a:lnTo>
                <a:lnTo>
                  <a:pt x="327714" y="1348"/>
                </a:lnTo>
                <a:lnTo>
                  <a:pt x="327393" y="1514"/>
                </a:lnTo>
                <a:lnTo>
                  <a:pt x="327083" y="1701"/>
                </a:lnTo>
                <a:lnTo>
                  <a:pt x="326786" y="1908"/>
                </a:lnTo>
                <a:lnTo>
                  <a:pt x="326502" y="2135"/>
                </a:lnTo>
                <a:lnTo>
                  <a:pt x="326232" y="2382"/>
                </a:lnTo>
                <a:lnTo>
                  <a:pt x="325978" y="2648"/>
                </a:lnTo>
                <a:lnTo>
                  <a:pt x="325742" y="2933"/>
                </a:lnTo>
                <a:lnTo>
                  <a:pt x="325523" y="3236"/>
                </a:lnTo>
                <a:lnTo>
                  <a:pt x="325324" y="3558"/>
                </a:lnTo>
                <a:lnTo>
                  <a:pt x="325138" y="3903"/>
                </a:lnTo>
                <a:lnTo>
                  <a:pt x="324978" y="4254"/>
                </a:lnTo>
                <a:lnTo>
                  <a:pt x="324843" y="4611"/>
                </a:lnTo>
                <a:lnTo>
                  <a:pt x="324734" y="4972"/>
                </a:lnTo>
                <a:lnTo>
                  <a:pt x="324649" y="5336"/>
                </a:lnTo>
                <a:lnTo>
                  <a:pt x="324589" y="5703"/>
                </a:lnTo>
                <a:lnTo>
                  <a:pt x="324553" y="6071"/>
                </a:lnTo>
                <a:lnTo>
                  <a:pt x="324541" y="6438"/>
                </a:lnTo>
                <a:lnTo>
                  <a:pt x="324553" y="6804"/>
                </a:lnTo>
                <a:lnTo>
                  <a:pt x="324588" y="7168"/>
                </a:lnTo>
                <a:lnTo>
                  <a:pt x="324646" y="7528"/>
                </a:lnTo>
                <a:lnTo>
                  <a:pt x="324727" y="7883"/>
                </a:lnTo>
                <a:lnTo>
                  <a:pt x="324831" y="8233"/>
                </a:lnTo>
                <a:lnTo>
                  <a:pt x="324956" y="8575"/>
                </a:lnTo>
                <a:lnTo>
                  <a:pt x="325104" y="8909"/>
                </a:lnTo>
                <a:lnTo>
                  <a:pt x="325273" y="9234"/>
                </a:lnTo>
                <a:lnTo>
                  <a:pt x="325463" y="9548"/>
                </a:lnTo>
                <a:lnTo>
                  <a:pt x="325675" y="9851"/>
                </a:lnTo>
                <a:lnTo>
                  <a:pt x="325907" y="10140"/>
                </a:lnTo>
                <a:lnTo>
                  <a:pt x="326160" y="10416"/>
                </a:lnTo>
                <a:lnTo>
                  <a:pt x="326432" y="10677"/>
                </a:lnTo>
                <a:lnTo>
                  <a:pt x="326725" y="10921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623" y="27255"/>
                </a:lnTo>
                <a:lnTo>
                  <a:pt x="0" y="27255"/>
                </a:lnTo>
                <a:lnTo>
                  <a:pt x="0" y="38612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7C33C-DC89-423B-9A79-42C77DC0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2933939"/>
            <a:ext cx="1514568" cy="1075150"/>
          </a:xfrm>
          <a:custGeom xmlns:a="http://schemas.openxmlformats.org/drawingml/2006/main">
            <a:pathLst>
              <a:path w="1514568" h="1075150">
                <a:moveTo>
                  <a:pt x="0" y="37249"/>
                </a:moveTo>
                <a:cubicBezTo>
                  <a:pt x="0" y="16656"/>
                  <a:pt x="16656" y="0"/>
                  <a:pt x="37173" y="0"/>
                </a:cubicBezTo>
                <a:lnTo>
                  <a:pt x="1477394" y="0"/>
                </a:lnTo>
                <a:cubicBezTo>
                  <a:pt x="1497912" y="0"/>
                  <a:pt x="1514568" y="16656"/>
                  <a:pt x="1514568" y="37249"/>
                </a:cubicBezTo>
                <a:lnTo>
                  <a:pt x="1514568" y="1037901"/>
                </a:lnTo>
                <a:cubicBezTo>
                  <a:pt x="1514568" y="1058494"/>
                  <a:pt x="1497912" y="1075150"/>
                  <a:pt x="1477394" y="1075150"/>
                </a:cubicBezTo>
                <a:lnTo>
                  <a:pt x="37173" y="1075150"/>
                </a:lnTo>
                <a:cubicBezTo>
                  <a:pt x="16656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C66E8-99C5-48D2-8934-0A007CA6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2933939"/>
            <a:ext cx="1514568" cy="1075150"/>
          </a:xfrm>
          <a:custGeom xmlns:a="http://schemas.openxmlformats.org/drawingml/2006/main">
            <a:pathLst>
              <a:path w="1514568" h="1075150" fill="none">
                <a:moveTo>
                  <a:pt x="0" y="37249"/>
                </a:moveTo>
                <a:cubicBezTo>
                  <a:pt x="0" y="16656"/>
                  <a:pt x="16656" y="0"/>
                  <a:pt x="37173" y="0"/>
                </a:cubicBezTo>
                <a:lnTo>
                  <a:pt x="1477394" y="0"/>
                </a:lnTo>
                <a:cubicBezTo>
                  <a:pt x="1497912" y="0"/>
                  <a:pt x="1514568" y="16656"/>
                  <a:pt x="1514568" y="37249"/>
                </a:cubicBezTo>
                <a:lnTo>
                  <a:pt x="1514568" y="1037901"/>
                </a:lnTo>
                <a:cubicBezTo>
                  <a:pt x="1514568" y="1058494"/>
                  <a:pt x="1497912" y="1075150"/>
                  <a:pt x="1477394" y="1075150"/>
                </a:cubicBezTo>
                <a:lnTo>
                  <a:pt x="37173" y="1075150"/>
                </a:lnTo>
                <a:cubicBezTo>
                  <a:pt x="16656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63" name="Text BugFiles">
            <a:extLst xmlns:a="http://schemas.openxmlformats.org/drawingml/2006/main">
              <a:ext uri="{FF2B5EF4-FFF2-40B4-BE49-F238E27FC236}">
                <a16:creationId xmlns:a16="http://schemas.microsoft.com/office/drawing/2014/main" id="{E2EB4851-482F-4598-AA73-9A68B0E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99" y="3157494"/>
            <a:ext cx="597221" cy="126464"/>
          </a:xfrm>
          <a:custGeom xmlns:a="http://schemas.openxmlformats.org/drawingml/2006/main">
            <a:pathLst>
              <a:path w="597221" h="126464">
                <a:moveTo>
                  <a:pt x="0" y="0"/>
                </a:moveTo>
                <a:lnTo>
                  <a:pt x="39045" y="0"/>
                </a:lnTo>
                <a:cubicBezTo>
                  <a:pt x="46774" y="0"/>
                  <a:pt x="52538" y="322"/>
                  <a:pt x="56336" y="966"/>
                </a:cubicBezTo>
                <a:cubicBezTo>
                  <a:pt x="60134" y="1609"/>
                  <a:pt x="63532" y="2950"/>
                  <a:pt x="66530" y="4991"/>
                </a:cubicBezTo>
                <a:cubicBezTo>
                  <a:pt x="69529" y="7030"/>
                  <a:pt x="72027" y="9747"/>
                  <a:pt x="74026" y="13141"/>
                </a:cubicBezTo>
                <a:cubicBezTo>
                  <a:pt x="76025" y="16533"/>
                  <a:pt x="77025" y="20337"/>
                  <a:pt x="77025" y="24551"/>
                </a:cubicBezTo>
                <a:cubicBezTo>
                  <a:pt x="77025" y="29119"/>
                  <a:pt x="75792" y="33311"/>
                  <a:pt x="73327" y="37126"/>
                </a:cubicBezTo>
                <a:cubicBezTo>
                  <a:pt x="70861" y="40940"/>
                  <a:pt x="67519" y="43801"/>
                  <a:pt x="63299" y="45708"/>
                </a:cubicBezTo>
                <a:cubicBezTo>
                  <a:pt x="69251" y="47444"/>
                  <a:pt x="73826" y="50402"/>
                  <a:pt x="77025" y="54583"/>
                </a:cubicBezTo>
                <a:cubicBezTo>
                  <a:pt x="80223" y="58762"/>
                  <a:pt x="81822" y="63677"/>
                  <a:pt x="81822" y="69327"/>
                </a:cubicBezTo>
                <a:cubicBezTo>
                  <a:pt x="81822" y="73774"/>
                  <a:pt x="80789" y="78100"/>
                  <a:pt x="78724" y="82303"/>
                </a:cubicBezTo>
                <a:cubicBezTo>
                  <a:pt x="76658" y="86505"/>
                  <a:pt x="73837" y="89863"/>
                  <a:pt x="70262" y="92377"/>
                </a:cubicBezTo>
                <a:cubicBezTo>
                  <a:pt x="66686" y="94889"/>
                  <a:pt x="62277" y="96435"/>
                  <a:pt x="57035" y="97014"/>
                </a:cubicBezTo>
                <a:cubicBezTo>
                  <a:pt x="53748" y="97369"/>
                  <a:pt x="45819" y="97591"/>
                  <a:pt x="33248" y="97680"/>
                </a:cubicBezTo>
                <a:lnTo>
                  <a:pt x="0" y="97680"/>
                </a:lnTo>
                <a:lnTo>
                  <a:pt x="0" y="0"/>
                </a:lnTo>
                <a:moveTo>
                  <a:pt x="19723" y="16258"/>
                </a:moveTo>
                <a:lnTo>
                  <a:pt x="19723" y="38779"/>
                </a:lnTo>
                <a:lnTo>
                  <a:pt x="32649" y="38779"/>
                </a:lnTo>
                <a:cubicBezTo>
                  <a:pt x="40334" y="38779"/>
                  <a:pt x="45109" y="38668"/>
                  <a:pt x="46974" y="38446"/>
                </a:cubicBezTo>
                <a:cubicBezTo>
                  <a:pt x="50350" y="38047"/>
                  <a:pt x="53004" y="36885"/>
                  <a:pt x="54937" y="34960"/>
                </a:cubicBezTo>
                <a:cubicBezTo>
                  <a:pt x="56869" y="33033"/>
                  <a:pt x="57835" y="30497"/>
                  <a:pt x="57835" y="27352"/>
                </a:cubicBezTo>
                <a:cubicBezTo>
                  <a:pt x="57835" y="24341"/>
                  <a:pt x="57002" y="21894"/>
                  <a:pt x="55336" y="20012"/>
                </a:cubicBezTo>
                <a:cubicBezTo>
                  <a:pt x="53671" y="18130"/>
                  <a:pt x="51194" y="16989"/>
                  <a:pt x="47907" y="16591"/>
                </a:cubicBezTo>
                <a:cubicBezTo>
                  <a:pt x="45953" y="16369"/>
                  <a:pt x="40334" y="16258"/>
                  <a:pt x="31050" y="16258"/>
                </a:cubicBezTo>
                <a:lnTo>
                  <a:pt x="19723" y="16258"/>
                </a:lnTo>
                <a:moveTo>
                  <a:pt x="19723" y="55037"/>
                </a:moveTo>
                <a:lnTo>
                  <a:pt x="19723" y="81156"/>
                </a:lnTo>
                <a:lnTo>
                  <a:pt x="37979" y="81156"/>
                </a:lnTo>
                <a:cubicBezTo>
                  <a:pt x="45086" y="81156"/>
                  <a:pt x="49595" y="80956"/>
                  <a:pt x="51505" y="80556"/>
                </a:cubicBezTo>
                <a:cubicBezTo>
                  <a:pt x="54437" y="80023"/>
                  <a:pt x="56824" y="78724"/>
                  <a:pt x="58668" y="76658"/>
                </a:cubicBezTo>
                <a:cubicBezTo>
                  <a:pt x="60511" y="74593"/>
                  <a:pt x="61433" y="71827"/>
                  <a:pt x="61433" y="68363"/>
                </a:cubicBezTo>
                <a:cubicBezTo>
                  <a:pt x="61433" y="65431"/>
                  <a:pt x="60722" y="62943"/>
                  <a:pt x="59301" y="60900"/>
                </a:cubicBezTo>
                <a:cubicBezTo>
                  <a:pt x="57879" y="58857"/>
                  <a:pt x="55825" y="57369"/>
                  <a:pt x="53138" y="56436"/>
                </a:cubicBezTo>
                <a:cubicBezTo>
                  <a:pt x="50450" y="55503"/>
                  <a:pt x="44620" y="55037"/>
                  <a:pt x="35647" y="55037"/>
                </a:cubicBezTo>
                <a:lnTo>
                  <a:pt x="19723" y="55037"/>
                </a:lnTo>
                <a:close/>
                <a:moveTo>
                  <a:pt x="144898" y="97680"/>
                </a:moveTo>
                <a:lnTo>
                  <a:pt x="144898" y="87086"/>
                </a:lnTo>
                <a:cubicBezTo>
                  <a:pt x="142321" y="90861"/>
                  <a:pt x="138934" y="93838"/>
                  <a:pt x="134737" y="96014"/>
                </a:cubicBezTo>
                <a:cubicBezTo>
                  <a:pt x="130539" y="98191"/>
                  <a:pt x="126108" y="99279"/>
                  <a:pt x="121444" y="99279"/>
                </a:cubicBezTo>
                <a:cubicBezTo>
                  <a:pt x="116691" y="99279"/>
                  <a:pt x="112427" y="98235"/>
                  <a:pt x="108651" y="96147"/>
                </a:cubicBezTo>
                <a:cubicBezTo>
                  <a:pt x="104875" y="94060"/>
                  <a:pt x="102143" y="91128"/>
                  <a:pt x="100455" y="87352"/>
                </a:cubicBezTo>
                <a:cubicBezTo>
                  <a:pt x="98767" y="83577"/>
                  <a:pt x="97923" y="78357"/>
                  <a:pt x="97923" y="71694"/>
                </a:cubicBezTo>
                <a:lnTo>
                  <a:pt x="97923" y="26919"/>
                </a:lnTo>
                <a:lnTo>
                  <a:pt x="116647" y="26919"/>
                </a:lnTo>
                <a:lnTo>
                  <a:pt x="116647" y="59359"/>
                </a:lnTo>
                <a:cubicBezTo>
                  <a:pt x="116647" y="69287"/>
                  <a:pt x="116991" y="75370"/>
                  <a:pt x="117679" y="77608"/>
                </a:cubicBezTo>
                <a:cubicBezTo>
                  <a:pt x="118368" y="79845"/>
                  <a:pt x="119623" y="81618"/>
                  <a:pt x="121444" y="82926"/>
                </a:cubicBezTo>
                <a:cubicBezTo>
                  <a:pt x="123265" y="84233"/>
                  <a:pt x="125575" y="84887"/>
                  <a:pt x="128374" y="84887"/>
                </a:cubicBezTo>
                <a:cubicBezTo>
                  <a:pt x="131572" y="84887"/>
                  <a:pt x="134437" y="84012"/>
                  <a:pt x="136969" y="82261"/>
                </a:cubicBezTo>
                <a:cubicBezTo>
                  <a:pt x="139501" y="80511"/>
                  <a:pt x="141233" y="78339"/>
                  <a:pt x="142166" y="75746"/>
                </a:cubicBezTo>
                <a:cubicBezTo>
                  <a:pt x="143099" y="73153"/>
                  <a:pt x="143565" y="66804"/>
                  <a:pt x="143565" y="56700"/>
                </a:cubicBezTo>
                <a:lnTo>
                  <a:pt x="143565" y="26919"/>
                </a:lnTo>
                <a:lnTo>
                  <a:pt x="162288" y="26919"/>
                </a:lnTo>
                <a:lnTo>
                  <a:pt x="162288" y="97680"/>
                </a:lnTo>
                <a:lnTo>
                  <a:pt x="144898" y="97680"/>
                </a:lnTo>
                <a:close/>
                <a:moveTo>
                  <a:pt x="179966" y="102211"/>
                </a:moveTo>
                <a:lnTo>
                  <a:pt x="201355" y="104876"/>
                </a:lnTo>
                <a:cubicBezTo>
                  <a:pt x="201710" y="107387"/>
                  <a:pt x="202532" y="109113"/>
                  <a:pt x="203820" y="110054"/>
                </a:cubicBezTo>
                <a:cubicBezTo>
                  <a:pt x="205597" y="111400"/>
                  <a:pt x="208395" y="112072"/>
                  <a:pt x="212215" y="112072"/>
                </a:cubicBezTo>
                <a:cubicBezTo>
                  <a:pt x="217102" y="112072"/>
                  <a:pt x="220766" y="111334"/>
                  <a:pt x="223209" y="109857"/>
                </a:cubicBezTo>
                <a:cubicBezTo>
                  <a:pt x="224853" y="108872"/>
                  <a:pt x="226097" y="107284"/>
                  <a:pt x="226941" y="105093"/>
                </a:cubicBezTo>
                <a:cubicBezTo>
                  <a:pt x="227518" y="103527"/>
                  <a:pt x="227807" y="100642"/>
                  <a:pt x="227807" y="96437"/>
                </a:cubicBezTo>
                <a:lnTo>
                  <a:pt x="227807" y="86034"/>
                </a:lnTo>
                <a:cubicBezTo>
                  <a:pt x="222210" y="93798"/>
                  <a:pt x="215147" y="97680"/>
                  <a:pt x="206619" y="97680"/>
                </a:cubicBezTo>
                <a:cubicBezTo>
                  <a:pt x="197113" y="97680"/>
                  <a:pt x="189583" y="93660"/>
                  <a:pt x="184031" y="85620"/>
                </a:cubicBezTo>
                <a:cubicBezTo>
                  <a:pt x="179678" y="79268"/>
                  <a:pt x="177501" y="71361"/>
                  <a:pt x="177501" y="61899"/>
                </a:cubicBezTo>
                <a:cubicBezTo>
                  <a:pt x="177501" y="50039"/>
                  <a:pt x="180355" y="40978"/>
                  <a:pt x="186063" y="34714"/>
                </a:cubicBezTo>
                <a:cubicBezTo>
                  <a:pt x="191771" y="28451"/>
                  <a:pt x="198867" y="25319"/>
                  <a:pt x="207351" y="25319"/>
                </a:cubicBezTo>
                <a:cubicBezTo>
                  <a:pt x="216102" y="25319"/>
                  <a:pt x="223321" y="29180"/>
                  <a:pt x="229006" y="36901"/>
                </a:cubicBezTo>
                <a:lnTo>
                  <a:pt x="229006" y="26919"/>
                </a:lnTo>
                <a:lnTo>
                  <a:pt x="246530" y="26919"/>
                </a:lnTo>
                <a:lnTo>
                  <a:pt x="246530" y="90459"/>
                </a:lnTo>
                <a:cubicBezTo>
                  <a:pt x="246530" y="98815"/>
                  <a:pt x="245842" y="105061"/>
                  <a:pt x="244465" y="109194"/>
                </a:cubicBezTo>
                <a:cubicBezTo>
                  <a:pt x="243088" y="113328"/>
                  <a:pt x="241155" y="116573"/>
                  <a:pt x="238668" y="118929"/>
                </a:cubicBezTo>
                <a:cubicBezTo>
                  <a:pt x="236180" y="121286"/>
                  <a:pt x="232860" y="123131"/>
                  <a:pt x="228706" y="124463"/>
                </a:cubicBezTo>
                <a:cubicBezTo>
                  <a:pt x="224553" y="125797"/>
                  <a:pt x="219301" y="126464"/>
                  <a:pt x="212948" y="126464"/>
                </a:cubicBezTo>
                <a:cubicBezTo>
                  <a:pt x="200955" y="126464"/>
                  <a:pt x="192449" y="124392"/>
                  <a:pt x="187429" y="120249"/>
                </a:cubicBezTo>
                <a:cubicBezTo>
                  <a:pt x="182410" y="116107"/>
                  <a:pt x="179900" y="110855"/>
                  <a:pt x="179900" y="104495"/>
                </a:cubicBezTo>
                <a:cubicBezTo>
                  <a:pt x="179900" y="103868"/>
                  <a:pt x="179922" y="103106"/>
                  <a:pt x="179966" y="102211"/>
                </a:cubicBezTo>
                <a:moveTo>
                  <a:pt x="196691" y="60833"/>
                </a:moveTo>
                <a:cubicBezTo>
                  <a:pt x="196691" y="68318"/>
                  <a:pt x="198145" y="73799"/>
                  <a:pt x="201055" y="77274"/>
                </a:cubicBezTo>
                <a:cubicBezTo>
                  <a:pt x="203964" y="80750"/>
                  <a:pt x="207551" y="82488"/>
                  <a:pt x="211816" y="82488"/>
                </a:cubicBezTo>
                <a:cubicBezTo>
                  <a:pt x="216391" y="82488"/>
                  <a:pt x="220256" y="80706"/>
                  <a:pt x="223409" y="77141"/>
                </a:cubicBezTo>
                <a:cubicBezTo>
                  <a:pt x="226563" y="73576"/>
                  <a:pt x="228140" y="68296"/>
                  <a:pt x="228140" y="61300"/>
                </a:cubicBezTo>
                <a:cubicBezTo>
                  <a:pt x="228140" y="53993"/>
                  <a:pt x="226630" y="48568"/>
                  <a:pt x="223609" y="45025"/>
                </a:cubicBezTo>
                <a:cubicBezTo>
                  <a:pt x="220589" y="41483"/>
                  <a:pt x="216769" y="39712"/>
                  <a:pt x="212149" y="39712"/>
                </a:cubicBezTo>
                <a:cubicBezTo>
                  <a:pt x="207662" y="39712"/>
                  <a:pt x="203964" y="41450"/>
                  <a:pt x="201055" y="44925"/>
                </a:cubicBezTo>
                <a:cubicBezTo>
                  <a:pt x="198145" y="48401"/>
                  <a:pt x="196691" y="53704"/>
                  <a:pt x="196691" y="60833"/>
                </a:cubicBezTo>
                <a:close/>
                <a:moveTo>
                  <a:pt x="302595" y="97680"/>
                </a:moveTo>
                <a:lnTo>
                  <a:pt x="302595" y="0"/>
                </a:lnTo>
                <a:lnTo>
                  <a:pt x="369558" y="0"/>
                </a:lnTo>
                <a:lnTo>
                  <a:pt x="369558" y="16524"/>
                </a:lnTo>
                <a:lnTo>
                  <a:pt x="322317" y="16524"/>
                </a:lnTo>
                <a:lnTo>
                  <a:pt x="322317" y="39578"/>
                </a:lnTo>
                <a:lnTo>
                  <a:pt x="363095" y="39578"/>
                </a:lnTo>
                <a:lnTo>
                  <a:pt x="363095" y="56103"/>
                </a:lnTo>
                <a:lnTo>
                  <a:pt x="322317" y="56103"/>
                </a:lnTo>
                <a:lnTo>
                  <a:pt x="322317" y="97680"/>
                </a:lnTo>
                <a:lnTo>
                  <a:pt x="302595" y="97680"/>
                </a:lnTo>
                <a:close/>
                <a:moveTo>
                  <a:pt x="385704" y="17324"/>
                </a:moveTo>
                <a:lnTo>
                  <a:pt x="385704" y="0"/>
                </a:lnTo>
                <a:lnTo>
                  <a:pt x="404427" y="0"/>
                </a:lnTo>
                <a:lnTo>
                  <a:pt x="404427" y="17324"/>
                </a:lnTo>
                <a:lnTo>
                  <a:pt x="385704" y="17324"/>
                </a:lnTo>
                <a:moveTo>
                  <a:pt x="385704" y="97680"/>
                </a:moveTo>
                <a:lnTo>
                  <a:pt x="385704" y="26919"/>
                </a:lnTo>
                <a:lnTo>
                  <a:pt x="404427" y="26919"/>
                </a:lnTo>
                <a:lnTo>
                  <a:pt x="404427" y="97680"/>
                </a:lnTo>
                <a:lnTo>
                  <a:pt x="385704" y="97680"/>
                </a:lnTo>
                <a:close/>
                <a:moveTo>
                  <a:pt x="423913" y="97680"/>
                </a:moveTo>
                <a:lnTo>
                  <a:pt x="423913" y="0"/>
                </a:lnTo>
                <a:lnTo>
                  <a:pt x="442637" y="0"/>
                </a:lnTo>
                <a:lnTo>
                  <a:pt x="442637" y="97680"/>
                </a:lnTo>
                <a:lnTo>
                  <a:pt x="423913" y="97680"/>
                </a:lnTo>
                <a:close/>
                <a:moveTo>
                  <a:pt x="502827" y="75159"/>
                </a:moveTo>
                <a:lnTo>
                  <a:pt x="521483" y="78357"/>
                </a:lnTo>
                <a:cubicBezTo>
                  <a:pt x="519084" y="85176"/>
                  <a:pt x="515298" y="90367"/>
                  <a:pt x="510123" y="93932"/>
                </a:cubicBezTo>
                <a:cubicBezTo>
                  <a:pt x="504948" y="97497"/>
                  <a:pt x="498473" y="99279"/>
                  <a:pt x="490700" y="99279"/>
                </a:cubicBezTo>
                <a:cubicBezTo>
                  <a:pt x="478396" y="99279"/>
                  <a:pt x="469289" y="95259"/>
                  <a:pt x="463381" y="87219"/>
                </a:cubicBezTo>
                <a:cubicBezTo>
                  <a:pt x="458717" y="80778"/>
                  <a:pt x="456385" y="72649"/>
                  <a:pt x="456385" y="62832"/>
                </a:cubicBezTo>
                <a:cubicBezTo>
                  <a:pt x="456385" y="51105"/>
                  <a:pt x="459450" y="41922"/>
                  <a:pt x="465580" y="35281"/>
                </a:cubicBezTo>
                <a:cubicBezTo>
                  <a:pt x="471710" y="28640"/>
                  <a:pt x="479462" y="25319"/>
                  <a:pt x="488834" y="25319"/>
                </a:cubicBezTo>
                <a:cubicBezTo>
                  <a:pt x="499362" y="25319"/>
                  <a:pt x="507668" y="28795"/>
                  <a:pt x="513754" y="35747"/>
                </a:cubicBezTo>
                <a:cubicBezTo>
                  <a:pt x="519840" y="42699"/>
                  <a:pt x="522749" y="53349"/>
                  <a:pt x="522483" y="67696"/>
                </a:cubicBezTo>
                <a:lnTo>
                  <a:pt x="475575" y="67696"/>
                </a:lnTo>
                <a:cubicBezTo>
                  <a:pt x="475708" y="73249"/>
                  <a:pt x="477218" y="77569"/>
                  <a:pt x="480106" y="80656"/>
                </a:cubicBezTo>
                <a:cubicBezTo>
                  <a:pt x="482993" y="83743"/>
                  <a:pt x="486591" y="85287"/>
                  <a:pt x="490900" y="85287"/>
                </a:cubicBezTo>
                <a:cubicBezTo>
                  <a:pt x="493832" y="85287"/>
                  <a:pt x="496297" y="84487"/>
                  <a:pt x="498296" y="82888"/>
                </a:cubicBezTo>
                <a:cubicBezTo>
                  <a:pt x="500295" y="81289"/>
                  <a:pt x="501805" y="78713"/>
                  <a:pt x="502827" y="75159"/>
                </a:cubicBezTo>
                <a:moveTo>
                  <a:pt x="503893" y="56236"/>
                </a:moveTo>
                <a:cubicBezTo>
                  <a:pt x="503759" y="50839"/>
                  <a:pt x="502360" y="46736"/>
                  <a:pt x="499695" y="43926"/>
                </a:cubicBezTo>
                <a:cubicBezTo>
                  <a:pt x="497030" y="41116"/>
                  <a:pt x="493787" y="39712"/>
                  <a:pt x="489967" y="39712"/>
                </a:cubicBezTo>
                <a:cubicBezTo>
                  <a:pt x="485880" y="39712"/>
                  <a:pt x="482504" y="41193"/>
                  <a:pt x="479839" y="44157"/>
                </a:cubicBezTo>
                <a:cubicBezTo>
                  <a:pt x="477174" y="47122"/>
                  <a:pt x="475864" y="51148"/>
                  <a:pt x="475908" y="56236"/>
                </a:cubicBezTo>
                <a:lnTo>
                  <a:pt x="503893" y="56236"/>
                </a:lnTo>
                <a:close/>
                <a:moveTo>
                  <a:pt x="531124" y="77558"/>
                </a:moveTo>
                <a:lnTo>
                  <a:pt x="549913" y="74626"/>
                </a:lnTo>
                <a:cubicBezTo>
                  <a:pt x="550713" y="78246"/>
                  <a:pt x="552334" y="80995"/>
                  <a:pt x="554777" y="82871"/>
                </a:cubicBezTo>
                <a:cubicBezTo>
                  <a:pt x="557220" y="84748"/>
                  <a:pt x="560641" y="85686"/>
                  <a:pt x="565038" y="85686"/>
                </a:cubicBezTo>
                <a:cubicBezTo>
                  <a:pt x="569880" y="85686"/>
                  <a:pt x="573523" y="84799"/>
                  <a:pt x="575966" y="83025"/>
                </a:cubicBezTo>
                <a:cubicBezTo>
                  <a:pt x="577609" y="81783"/>
                  <a:pt x="578431" y="80119"/>
                  <a:pt x="578431" y="78034"/>
                </a:cubicBezTo>
                <a:cubicBezTo>
                  <a:pt x="578431" y="76614"/>
                  <a:pt x="577987" y="75439"/>
                  <a:pt x="577098" y="74507"/>
                </a:cubicBezTo>
                <a:cubicBezTo>
                  <a:pt x="576166" y="73620"/>
                  <a:pt x="574078" y="72800"/>
                  <a:pt x="570835" y="72046"/>
                </a:cubicBezTo>
                <a:cubicBezTo>
                  <a:pt x="555732" y="68720"/>
                  <a:pt x="546160" y="65681"/>
                  <a:pt x="542118" y="62930"/>
                </a:cubicBezTo>
                <a:cubicBezTo>
                  <a:pt x="536521" y="59113"/>
                  <a:pt x="533722" y="53809"/>
                  <a:pt x="533722" y="47020"/>
                </a:cubicBezTo>
                <a:cubicBezTo>
                  <a:pt x="533722" y="40896"/>
                  <a:pt x="536143" y="35748"/>
                  <a:pt x="540985" y="31576"/>
                </a:cubicBezTo>
                <a:cubicBezTo>
                  <a:pt x="545827" y="27405"/>
                  <a:pt x="553334" y="25319"/>
                  <a:pt x="563506" y="25319"/>
                </a:cubicBezTo>
                <a:cubicBezTo>
                  <a:pt x="573189" y="25319"/>
                  <a:pt x="580385" y="26891"/>
                  <a:pt x="585094" y="30034"/>
                </a:cubicBezTo>
                <a:cubicBezTo>
                  <a:pt x="589803" y="33176"/>
                  <a:pt x="593045" y="37824"/>
                  <a:pt x="594822" y="43976"/>
                </a:cubicBezTo>
                <a:lnTo>
                  <a:pt x="577165" y="47307"/>
                </a:lnTo>
                <a:cubicBezTo>
                  <a:pt x="576410" y="44553"/>
                  <a:pt x="574977" y="42443"/>
                  <a:pt x="572867" y="40978"/>
                </a:cubicBezTo>
                <a:cubicBezTo>
                  <a:pt x="570757" y="39512"/>
                  <a:pt x="567748" y="38779"/>
                  <a:pt x="563839" y="38779"/>
                </a:cubicBezTo>
                <a:cubicBezTo>
                  <a:pt x="558908" y="38779"/>
                  <a:pt x="555377" y="39467"/>
                  <a:pt x="553245" y="40842"/>
                </a:cubicBezTo>
                <a:cubicBezTo>
                  <a:pt x="551823" y="41817"/>
                  <a:pt x="551113" y="43081"/>
                  <a:pt x="551113" y="44634"/>
                </a:cubicBezTo>
                <a:cubicBezTo>
                  <a:pt x="551113" y="45964"/>
                  <a:pt x="551734" y="47094"/>
                  <a:pt x="552978" y="48026"/>
                </a:cubicBezTo>
                <a:cubicBezTo>
                  <a:pt x="554666" y="49268"/>
                  <a:pt x="560496" y="51021"/>
                  <a:pt x="570469" y="53283"/>
                </a:cubicBezTo>
                <a:cubicBezTo>
                  <a:pt x="580441" y="55546"/>
                  <a:pt x="587404" y="58322"/>
                  <a:pt x="591357" y="61610"/>
                </a:cubicBezTo>
                <a:cubicBezTo>
                  <a:pt x="595266" y="64944"/>
                  <a:pt x="597221" y="69589"/>
                  <a:pt x="597221" y="75544"/>
                </a:cubicBezTo>
                <a:cubicBezTo>
                  <a:pt x="597221" y="82034"/>
                  <a:pt x="594511" y="87612"/>
                  <a:pt x="589092" y="92279"/>
                </a:cubicBezTo>
                <a:cubicBezTo>
                  <a:pt x="583673" y="96946"/>
                  <a:pt x="575655" y="99279"/>
                  <a:pt x="565038" y="99279"/>
                </a:cubicBezTo>
                <a:cubicBezTo>
                  <a:pt x="555399" y="99279"/>
                  <a:pt x="547770" y="97331"/>
                  <a:pt x="542151" y="93434"/>
                </a:cubicBezTo>
                <a:cubicBezTo>
                  <a:pt x="536532" y="89536"/>
                  <a:pt x="532856" y="84244"/>
                  <a:pt x="531124" y="77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src/helpers/helpers.segment.js">
            <a:extLst xmlns:a="http://schemas.openxmlformats.org/drawingml/2006/main">
              <a:ext uri="{FF2B5EF4-FFF2-40B4-BE49-F238E27FC236}">
                <a16:creationId xmlns:a16="http://schemas.microsoft.com/office/drawing/2014/main" id="{19FC1A5A-09EC-4F6A-84E9-0A62782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386414"/>
            <a:ext cx="614777" cy="42631"/>
          </a:xfrm>
          <a:custGeom xmlns:a="http://schemas.openxmlformats.org/drawingml/2006/main">
            <a:pathLst>
              <a:path w="614777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75096" y="33049"/>
                </a:moveTo>
                <a:lnTo>
                  <a:pt x="75096" y="532"/>
                </a:lnTo>
                <a:lnTo>
                  <a:pt x="79088" y="532"/>
                </a:lnTo>
                <a:lnTo>
                  <a:pt x="79088" y="12199"/>
                </a:lnTo>
                <a:cubicBezTo>
                  <a:pt x="80952" y="10040"/>
                  <a:pt x="83303" y="8961"/>
                  <a:pt x="86142" y="8961"/>
                </a:cubicBezTo>
                <a:cubicBezTo>
                  <a:pt x="87887" y="8961"/>
                  <a:pt x="89402" y="9305"/>
                  <a:pt x="90689" y="9992"/>
                </a:cubicBezTo>
                <a:cubicBezTo>
                  <a:pt x="91975" y="10680"/>
                  <a:pt x="92896" y="11630"/>
                  <a:pt x="93450" y="12843"/>
                </a:cubicBezTo>
                <a:cubicBezTo>
                  <a:pt x="94005" y="14055"/>
                  <a:pt x="94282" y="15815"/>
                  <a:pt x="94282" y="18121"/>
                </a:cubicBezTo>
                <a:lnTo>
                  <a:pt x="94282" y="33049"/>
                </a:lnTo>
                <a:lnTo>
                  <a:pt x="90290" y="33049"/>
                </a:lnTo>
                <a:lnTo>
                  <a:pt x="90290" y="18121"/>
                </a:lnTo>
                <a:cubicBezTo>
                  <a:pt x="90290" y="16125"/>
                  <a:pt x="89857" y="14672"/>
                  <a:pt x="88992" y="13763"/>
                </a:cubicBezTo>
                <a:cubicBezTo>
                  <a:pt x="88127" y="12854"/>
                  <a:pt x="86903" y="12399"/>
                  <a:pt x="85321" y="12399"/>
                </a:cubicBezTo>
                <a:cubicBezTo>
                  <a:pt x="84138" y="12399"/>
                  <a:pt x="83025" y="12706"/>
                  <a:pt x="81983" y="13319"/>
                </a:cubicBezTo>
                <a:cubicBezTo>
                  <a:pt x="80940" y="13933"/>
                  <a:pt x="80197" y="14765"/>
                  <a:pt x="79754" y="15815"/>
                </a:cubicBezTo>
                <a:cubicBezTo>
                  <a:pt x="79310" y="16865"/>
                  <a:pt x="79088" y="18314"/>
                  <a:pt x="79088" y="20162"/>
                </a:cubicBezTo>
                <a:lnTo>
                  <a:pt x="79088" y="33049"/>
                </a:lnTo>
                <a:lnTo>
                  <a:pt x="75096" y="33049"/>
                </a:lnTo>
                <a:close/>
                <a:moveTo>
                  <a:pt x="116705" y="25463"/>
                </a:moveTo>
                <a:lnTo>
                  <a:pt x="120831" y="25973"/>
                </a:lnTo>
                <a:cubicBezTo>
                  <a:pt x="120180" y="28384"/>
                  <a:pt x="118975" y="30254"/>
                  <a:pt x="117215" y="31585"/>
                </a:cubicBezTo>
                <a:cubicBezTo>
                  <a:pt x="115456" y="32916"/>
                  <a:pt x="113208" y="33581"/>
                  <a:pt x="110472" y="33581"/>
                </a:cubicBezTo>
                <a:cubicBezTo>
                  <a:pt x="107027" y="33581"/>
                  <a:pt x="104295" y="32520"/>
                  <a:pt x="102277" y="30398"/>
                </a:cubicBezTo>
                <a:cubicBezTo>
                  <a:pt x="100258" y="28276"/>
                  <a:pt x="99249" y="25301"/>
                  <a:pt x="99249" y="21471"/>
                </a:cubicBezTo>
                <a:cubicBezTo>
                  <a:pt x="99249" y="17508"/>
                  <a:pt x="100269" y="14432"/>
                  <a:pt x="102310" y="12244"/>
                </a:cubicBezTo>
                <a:cubicBezTo>
                  <a:pt x="104351" y="10055"/>
                  <a:pt x="106997" y="8961"/>
                  <a:pt x="110251" y="8961"/>
                </a:cubicBezTo>
                <a:cubicBezTo>
                  <a:pt x="113400" y="8961"/>
                  <a:pt x="115973" y="10031"/>
                  <a:pt x="117969" y="12172"/>
                </a:cubicBezTo>
                <a:cubicBezTo>
                  <a:pt x="119966" y="14313"/>
                  <a:pt x="120964" y="17324"/>
                  <a:pt x="120964" y="21207"/>
                </a:cubicBezTo>
                <a:cubicBezTo>
                  <a:pt x="120964" y="21443"/>
                  <a:pt x="120956" y="21797"/>
                  <a:pt x="120942" y="22269"/>
                </a:cubicBezTo>
                <a:lnTo>
                  <a:pt x="103375" y="22269"/>
                </a:lnTo>
                <a:cubicBezTo>
                  <a:pt x="103523" y="24850"/>
                  <a:pt x="104255" y="26825"/>
                  <a:pt x="105571" y="28197"/>
                </a:cubicBezTo>
                <a:cubicBezTo>
                  <a:pt x="106887" y="29568"/>
                  <a:pt x="108528" y="30254"/>
                  <a:pt x="110495" y="30254"/>
                </a:cubicBezTo>
                <a:cubicBezTo>
                  <a:pt x="111959" y="30254"/>
                  <a:pt x="113208" y="29873"/>
                  <a:pt x="114243" y="29112"/>
                </a:cubicBezTo>
                <a:cubicBezTo>
                  <a:pt x="115278" y="28350"/>
                  <a:pt x="116099" y="27134"/>
                  <a:pt x="116705" y="25463"/>
                </a:cubicBezTo>
                <a:moveTo>
                  <a:pt x="103596" y="18942"/>
                </a:moveTo>
                <a:lnTo>
                  <a:pt x="116750" y="18942"/>
                </a:lnTo>
                <a:cubicBezTo>
                  <a:pt x="116572" y="16993"/>
                  <a:pt x="116069" y="15531"/>
                  <a:pt x="115241" y="14557"/>
                </a:cubicBezTo>
                <a:cubicBezTo>
                  <a:pt x="113970" y="13044"/>
                  <a:pt x="112321" y="12288"/>
                  <a:pt x="110295" y="12288"/>
                </a:cubicBezTo>
                <a:cubicBezTo>
                  <a:pt x="108461" y="12288"/>
                  <a:pt x="106920" y="12892"/>
                  <a:pt x="105670" y="14099"/>
                </a:cubicBezTo>
                <a:cubicBezTo>
                  <a:pt x="104421" y="15306"/>
                  <a:pt x="103730" y="16920"/>
                  <a:pt x="103596" y="18942"/>
                </a:cubicBezTo>
                <a:close/>
                <a:moveTo>
                  <a:pt x="125884" y="33049"/>
                </a:moveTo>
                <a:lnTo>
                  <a:pt x="125884" y="532"/>
                </a:lnTo>
                <a:lnTo>
                  <a:pt x="129877" y="532"/>
                </a:lnTo>
                <a:lnTo>
                  <a:pt x="129877" y="33049"/>
                </a:lnTo>
                <a:lnTo>
                  <a:pt x="125884" y="33049"/>
                </a:lnTo>
                <a:close/>
                <a:moveTo>
                  <a:pt x="136829" y="42099"/>
                </a:moveTo>
                <a:lnTo>
                  <a:pt x="136829" y="9493"/>
                </a:lnTo>
                <a:lnTo>
                  <a:pt x="140467" y="9493"/>
                </a:lnTo>
                <a:lnTo>
                  <a:pt x="140467" y="12532"/>
                </a:lnTo>
                <a:cubicBezTo>
                  <a:pt x="141325" y="11342"/>
                  <a:pt x="142293" y="10449"/>
                  <a:pt x="143373" y="9854"/>
                </a:cubicBezTo>
                <a:cubicBezTo>
                  <a:pt x="144452" y="9259"/>
                  <a:pt x="145761" y="8961"/>
                  <a:pt x="147299" y="8961"/>
                </a:cubicBezTo>
                <a:cubicBezTo>
                  <a:pt x="149310" y="8961"/>
                  <a:pt x="151084" y="9478"/>
                  <a:pt x="152622" y="10514"/>
                </a:cubicBezTo>
                <a:cubicBezTo>
                  <a:pt x="154160" y="11549"/>
                  <a:pt x="155320" y="13009"/>
                  <a:pt x="156104" y="14894"/>
                </a:cubicBezTo>
                <a:cubicBezTo>
                  <a:pt x="156888" y="16780"/>
                  <a:pt x="157280" y="18846"/>
                  <a:pt x="157280" y="21094"/>
                </a:cubicBezTo>
                <a:cubicBezTo>
                  <a:pt x="157280" y="23504"/>
                  <a:pt x="156847" y="25674"/>
                  <a:pt x="155982" y="27604"/>
                </a:cubicBezTo>
                <a:cubicBezTo>
                  <a:pt x="155117" y="29533"/>
                  <a:pt x="153860" y="31012"/>
                  <a:pt x="152212" y="32040"/>
                </a:cubicBezTo>
                <a:cubicBezTo>
                  <a:pt x="150563" y="33067"/>
                  <a:pt x="148829" y="33581"/>
                  <a:pt x="147010" y="33581"/>
                </a:cubicBezTo>
                <a:cubicBezTo>
                  <a:pt x="145679" y="33581"/>
                  <a:pt x="144485" y="33297"/>
                  <a:pt x="143428" y="32727"/>
                </a:cubicBezTo>
                <a:cubicBezTo>
                  <a:pt x="142371" y="32158"/>
                  <a:pt x="141502" y="31438"/>
                  <a:pt x="140822" y="30569"/>
                </a:cubicBezTo>
                <a:lnTo>
                  <a:pt x="140822" y="42099"/>
                </a:lnTo>
                <a:lnTo>
                  <a:pt x="136829" y="42099"/>
                </a:lnTo>
                <a:moveTo>
                  <a:pt x="140445" y="21371"/>
                </a:moveTo>
                <a:cubicBezTo>
                  <a:pt x="140445" y="24399"/>
                  <a:pt x="141058" y="26636"/>
                  <a:pt x="142286" y="28083"/>
                </a:cubicBezTo>
                <a:cubicBezTo>
                  <a:pt x="143513" y="29531"/>
                  <a:pt x="144999" y="30254"/>
                  <a:pt x="146744" y="30254"/>
                </a:cubicBezTo>
                <a:cubicBezTo>
                  <a:pt x="148518" y="30254"/>
                  <a:pt x="150038" y="29505"/>
                  <a:pt x="151302" y="28006"/>
                </a:cubicBezTo>
                <a:cubicBezTo>
                  <a:pt x="152566" y="26507"/>
                  <a:pt x="153199" y="24184"/>
                  <a:pt x="153199" y="21038"/>
                </a:cubicBezTo>
                <a:cubicBezTo>
                  <a:pt x="153199" y="18040"/>
                  <a:pt x="152581" y="15795"/>
                  <a:pt x="151346" y="14304"/>
                </a:cubicBezTo>
                <a:cubicBezTo>
                  <a:pt x="150112" y="12812"/>
                  <a:pt x="148637" y="12066"/>
                  <a:pt x="146921" y="12066"/>
                </a:cubicBezTo>
                <a:cubicBezTo>
                  <a:pt x="145221" y="12066"/>
                  <a:pt x="143716" y="12860"/>
                  <a:pt x="142408" y="14448"/>
                </a:cubicBezTo>
                <a:cubicBezTo>
                  <a:pt x="141099" y="16036"/>
                  <a:pt x="140445" y="18343"/>
                  <a:pt x="140445" y="21371"/>
                </a:cubicBezTo>
                <a:close/>
                <a:moveTo>
                  <a:pt x="178348" y="25463"/>
                </a:moveTo>
                <a:lnTo>
                  <a:pt x="182473" y="25973"/>
                </a:lnTo>
                <a:cubicBezTo>
                  <a:pt x="181823" y="28384"/>
                  <a:pt x="180618" y="30254"/>
                  <a:pt x="178858" y="31585"/>
                </a:cubicBezTo>
                <a:cubicBezTo>
                  <a:pt x="177098" y="32916"/>
                  <a:pt x="174851" y="33581"/>
                  <a:pt x="172115" y="33581"/>
                </a:cubicBezTo>
                <a:cubicBezTo>
                  <a:pt x="168670" y="33581"/>
                  <a:pt x="165938" y="32520"/>
                  <a:pt x="163919" y="30398"/>
                </a:cubicBezTo>
                <a:cubicBezTo>
                  <a:pt x="161901" y="28276"/>
                  <a:pt x="160892" y="25301"/>
                  <a:pt x="160892" y="21471"/>
                </a:cubicBezTo>
                <a:cubicBezTo>
                  <a:pt x="160892" y="17508"/>
                  <a:pt x="161912" y="14432"/>
                  <a:pt x="163953" y="12244"/>
                </a:cubicBezTo>
                <a:cubicBezTo>
                  <a:pt x="165993" y="10055"/>
                  <a:pt x="168640" y="8961"/>
                  <a:pt x="171893" y="8961"/>
                </a:cubicBezTo>
                <a:cubicBezTo>
                  <a:pt x="175043" y="8961"/>
                  <a:pt x="177616" y="10031"/>
                  <a:pt x="179612" y="12172"/>
                </a:cubicBezTo>
                <a:cubicBezTo>
                  <a:pt x="181608" y="14313"/>
                  <a:pt x="182606" y="17324"/>
                  <a:pt x="182606" y="21207"/>
                </a:cubicBezTo>
                <a:cubicBezTo>
                  <a:pt x="182606" y="21443"/>
                  <a:pt x="182599" y="21797"/>
                  <a:pt x="182584" y="22269"/>
                </a:cubicBezTo>
                <a:lnTo>
                  <a:pt x="165017" y="22269"/>
                </a:lnTo>
                <a:cubicBezTo>
                  <a:pt x="165165" y="24850"/>
                  <a:pt x="165897" y="26825"/>
                  <a:pt x="167213" y="28197"/>
                </a:cubicBezTo>
                <a:cubicBezTo>
                  <a:pt x="168529" y="29568"/>
                  <a:pt x="170171" y="30254"/>
                  <a:pt x="172137" y="30254"/>
                </a:cubicBezTo>
                <a:cubicBezTo>
                  <a:pt x="173601" y="30254"/>
                  <a:pt x="174851" y="29873"/>
                  <a:pt x="175886" y="29112"/>
                </a:cubicBezTo>
                <a:cubicBezTo>
                  <a:pt x="176921" y="28350"/>
                  <a:pt x="177741" y="27134"/>
                  <a:pt x="178348" y="25463"/>
                </a:cubicBezTo>
                <a:moveTo>
                  <a:pt x="165239" y="18942"/>
                </a:moveTo>
                <a:lnTo>
                  <a:pt x="178392" y="18942"/>
                </a:lnTo>
                <a:cubicBezTo>
                  <a:pt x="178215" y="16993"/>
                  <a:pt x="177712" y="15531"/>
                  <a:pt x="176884" y="14557"/>
                </a:cubicBezTo>
                <a:cubicBezTo>
                  <a:pt x="175612" y="13044"/>
                  <a:pt x="173963" y="12288"/>
                  <a:pt x="171938" y="12288"/>
                </a:cubicBezTo>
                <a:cubicBezTo>
                  <a:pt x="170104" y="12288"/>
                  <a:pt x="168562" y="12892"/>
                  <a:pt x="167313" y="14099"/>
                </a:cubicBezTo>
                <a:cubicBezTo>
                  <a:pt x="166063" y="15306"/>
                  <a:pt x="165372" y="16920"/>
                  <a:pt x="165239" y="18942"/>
                </a:cubicBezTo>
                <a:close/>
                <a:moveTo>
                  <a:pt x="187571" y="33049"/>
                </a:moveTo>
                <a:lnTo>
                  <a:pt x="187571" y="9493"/>
                </a:lnTo>
                <a:lnTo>
                  <a:pt x="191164" y="9493"/>
                </a:lnTo>
                <a:lnTo>
                  <a:pt x="191164" y="13042"/>
                </a:lnTo>
                <a:cubicBezTo>
                  <a:pt x="192081" y="11380"/>
                  <a:pt x="192928" y="10285"/>
                  <a:pt x="193704" y="9755"/>
                </a:cubicBezTo>
                <a:cubicBezTo>
                  <a:pt x="194480" y="9226"/>
                  <a:pt x="195334" y="8961"/>
                  <a:pt x="196266" y="8961"/>
                </a:cubicBezTo>
                <a:cubicBezTo>
                  <a:pt x="197611" y="8961"/>
                  <a:pt x="198979" y="9388"/>
                  <a:pt x="200369" y="10242"/>
                </a:cubicBezTo>
                <a:lnTo>
                  <a:pt x="198994" y="13929"/>
                </a:lnTo>
                <a:cubicBezTo>
                  <a:pt x="198018" y="13353"/>
                  <a:pt x="197042" y="13064"/>
                  <a:pt x="196066" y="13064"/>
                </a:cubicBezTo>
                <a:cubicBezTo>
                  <a:pt x="195194" y="13064"/>
                  <a:pt x="194410" y="13327"/>
                  <a:pt x="193715" y="13853"/>
                </a:cubicBezTo>
                <a:cubicBezTo>
                  <a:pt x="193020" y="14379"/>
                  <a:pt x="192525" y="15107"/>
                  <a:pt x="192229" y="16040"/>
                </a:cubicBezTo>
                <a:cubicBezTo>
                  <a:pt x="191785" y="17461"/>
                  <a:pt x="191564" y="19015"/>
                  <a:pt x="191564" y="20703"/>
                </a:cubicBezTo>
                <a:lnTo>
                  <a:pt x="191564" y="33049"/>
                </a:lnTo>
                <a:lnTo>
                  <a:pt x="187571" y="33049"/>
                </a:lnTo>
                <a:close/>
                <a:moveTo>
                  <a:pt x="201418" y="25996"/>
                </a:moveTo>
                <a:lnTo>
                  <a:pt x="205366" y="25375"/>
                </a:lnTo>
                <a:cubicBezTo>
                  <a:pt x="205588" y="26950"/>
                  <a:pt x="206205" y="28157"/>
                  <a:pt x="207218" y="28996"/>
                </a:cubicBezTo>
                <a:cubicBezTo>
                  <a:pt x="208231" y="29835"/>
                  <a:pt x="209647" y="30254"/>
                  <a:pt x="211466" y="30254"/>
                </a:cubicBezTo>
                <a:cubicBezTo>
                  <a:pt x="213299" y="30254"/>
                  <a:pt x="214660" y="29884"/>
                  <a:pt x="215547" y="29143"/>
                </a:cubicBezTo>
                <a:cubicBezTo>
                  <a:pt x="216434" y="28402"/>
                  <a:pt x="216878" y="27533"/>
                  <a:pt x="216878" y="26536"/>
                </a:cubicBezTo>
                <a:cubicBezTo>
                  <a:pt x="216878" y="25640"/>
                  <a:pt x="216486" y="24936"/>
                  <a:pt x="215702" y="24423"/>
                </a:cubicBezTo>
                <a:cubicBezTo>
                  <a:pt x="215155" y="24071"/>
                  <a:pt x="213794" y="23623"/>
                  <a:pt x="211621" y="23080"/>
                </a:cubicBezTo>
                <a:cubicBezTo>
                  <a:pt x="208693" y="22340"/>
                  <a:pt x="206663" y="21700"/>
                  <a:pt x="205532" y="21160"/>
                </a:cubicBezTo>
                <a:cubicBezTo>
                  <a:pt x="204401" y="20620"/>
                  <a:pt x="203543" y="19873"/>
                  <a:pt x="202959" y="18918"/>
                </a:cubicBezTo>
                <a:cubicBezTo>
                  <a:pt x="202375" y="17963"/>
                  <a:pt x="202083" y="16909"/>
                  <a:pt x="202083" y="15754"/>
                </a:cubicBezTo>
                <a:cubicBezTo>
                  <a:pt x="202083" y="14704"/>
                  <a:pt x="202323" y="13730"/>
                  <a:pt x="202804" y="12835"/>
                </a:cubicBezTo>
                <a:cubicBezTo>
                  <a:pt x="203285" y="11939"/>
                  <a:pt x="203939" y="11196"/>
                  <a:pt x="204767" y="10604"/>
                </a:cubicBezTo>
                <a:cubicBezTo>
                  <a:pt x="205388" y="10145"/>
                  <a:pt x="206235" y="9756"/>
                  <a:pt x="207307" y="9438"/>
                </a:cubicBezTo>
                <a:cubicBezTo>
                  <a:pt x="208379" y="9120"/>
                  <a:pt x="209528" y="8961"/>
                  <a:pt x="210756" y="8961"/>
                </a:cubicBezTo>
                <a:cubicBezTo>
                  <a:pt x="212604" y="8961"/>
                  <a:pt x="214227" y="9229"/>
                  <a:pt x="215624" y="9765"/>
                </a:cubicBezTo>
                <a:cubicBezTo>
                  <a:pt x="217022" y="10301"/>
                  <a:pt x="218053" y="11026"/>
                  <a:pt x="218719" y="11942"/>
                </a:cubicBezTo>
                <a:cubicBezTo>
                  <a:pt x="219384" y="12858"/>
                  <a:pt x="219842" y="14082"/>
                  <a:pt x="220094" y="15615"/>
                </a:cubicBezTo>
                <a:lnTo>
                  <a:pt x="216190" y="16147"/>
                </a:lnTo>
                <a:cubicBezTo>
                  <a:pt x="216013" y="14935"/>
                  <a:pt x="215499" y="13989"/>
                  <a:pt x="214648" y="13308"/>
                </a:cubicBezTo>
                <a:cubicBezTo>
                  <a:pt x="213798" y="12628"/>
                  <a:pt x="212597" y="12288"/>
                  <a:pt x="211044" y="12288"/>
                </a:cubicBezTo>
                <a:cubicBezTo>
                  <a:pt x="209210" y="12288"/>
                  <a:pt x="207902" y="12590"/>
                  <a:pt x="207118" y="13193"/>
                </a:cubicBezTo>
                <a:cubicBezTo>
                  <a:pt x="206334" y="13796"/>
                  <a:pt x="205943" y="14503"/>
                  <a:pt x="205943" y="15312"/>
                </a:cubicBezTo>
                <a:cubicBezTo>
                  <a:pt x="205943" y="15827"/>
                  <a:pt x="206105" y="16290"/>
                  <a:pt x="206431" y="16703"/>
                </a:cubicBezTo>
                <a:cubicBezTo>
                  <a:pt x="206756" y="17129"/>
                  <a:pt x="207266" y="17482"/>
                  <a:pt x="207961" y="17762"/>
                </a:cubicBezTo>
                <a:cubicBezTo>
                  <a:pt x="208360" y="17909"/>
                  <a:pt x="209536" y="18248"/>
                  <a:pt x="211488" y="18777"/>
                </a:cubicBezTo>
                <a:cubicBezTo>
                  <a:pt x="214312" y="19531"/>
                  <a:pt x="216282" y="20148"/>
                  <a:pt x="217399" y="20628"/>
                </a:cubicBezTo>
                <a:cubicBezTo>
                  <a:pt x="218515" y="21108"/>
                  <a:pt x="219391" y="21806"/>
                  <a:pt x="220027" y="22723"/>
                </a:cubicBezTo>
                <a:cubicBezTo>
                  <a:pt x="220663" y="23638"/>
                  <a:pt x="220981" y="24776"/>
                  <a:pt x="220981" y="26135"/>
                </a:cubicBezTo>
                <a:cubicBezTo>
                  <a:pt x="220981" y="27465"/>
                  <a:pt x="220593" y="28717"/>
                  <a:pt x="219816" y="29892"/>
                </a:cubicBezTo>
                <a:cubicBezTo>
                  <a:pt x="219040" y="31066"/>
                  <a:pt x="217920" y="31974"/>
                  <a:pt x="216456" y="32617"/>
                </a:cubicBezTo>
                <a:cubicBezTo>
                  <a:pt x="214992" y="33260"/>
                  <a:pt x="213336" y="33581"/>
                  <a:pt x="211488" y="33581"/>
                </a:cubicBezTo>
                <a:cubicBezTo>
                  <a:pt x="208427" y="33581"/>
                  <a:pt x="206094" y="32944"/>
                  <a:pt x="204490" y="31668"/>
                </a:cubicBezTo>
                <a:cubicBezTo>
                  <a:pt x="202885" y="30393"/>
                  <a:pt x="201861" y="28502"/>
                  <a:pt x="201418" y="25996"/>
                </a:cubicBezTo>
                <a:close/>
                <a:moveTo>
                  <a:pt x="222733" y="33581"/>
                </a:moveTo>
                <a:lnTo>
                  <a:pt x="232160" y="0"/>
                </a:lnTo>
                <a:lnTo>
                  <a:pt x="235354" y="0"/>
                </a:lnTo>
                <a:lnTo>
                  <a:pt x="225950" y="33581"/>
                </a:lnTo>
                <a:lnTo>
                  <a:pt x="222733" y="33581"/>
                </a:lnTo>
                <a:close/>
                <a:moveTo>
                  <a:pt x="238356" y="33049"/>
                </a:moveTo>
                <a:lnTo>
                  <a:pt x="238356" y="532"/>
                </a:lnTo>
                <a:lnTo>
                  <a:pt x="242348" y="532"/>
                </a:lnTo>
                <a:lnTo>
                  <a:pt x="242348" y="12199"/>
                </a:lnTo>
                <a:cubicBezTo>
                  <a:pt x="244211" y="10040"/>
                  <a:pt x="246563" y="8961"/>
                  <a:pt x="249402" y="8961"/>
                </a:cubicBezTo>
                <a:cubicBezTo>
                  <a:pt x="251146" y="8961"/>
                  <a:pt x="252662" y="9305"/>
                  <a:pt x="253949" y="9992"/>
                </a:cubicBezTo>
                <a:cubicBezTo>
                  <a:pt x="255235" y="10680"/>
                  <a:pt x="256156" y="11630"/>
                  <a:pt x="256710" y="12843"/>
                </a:cubicBezTo>
                <a:cubicBezTo>
                  <a:pt x="257265" y="14055"/>
                  <a:pt x="257542" y="15815"/>
                  <a:pt x="257542" y="18121"/>
                </a:cubicBezTo>
                <a:lnTo>
                  <a:pt x="257542" y="33049"/>
                </a:lnTo>
                <a:lnTo>
                  <a:pt x="253549" y="33049"/>
                </a:lnTo>
                <a:lnTo>
                  <a:pt x="253549" y="18121"/>
                </a:lnTo>
                <a:cubicBezTo>
                  <a:pt x="253549" y="16125"/>
                  <a:pt x="253117" y="14672"/>
                  <a:pt x="252252" y="13763"/>
                </a:cubicBezTo>
                <a:cubicBezTo>
                  <a:pt x="251387" y="12854"/>
                  <a:pt x="250163" y="12399"/>
                  <a:pt x="248581" y="12399"/>
                </a:cubicBezTo>
                <a:cubicBezTo>
                  <a:pt x="247398" y="12399"/>
                  <a:pt x="246285" y="12706"/>
                  <a:pt x="245243" y="13319"/>
                </a:cubicBezTo>
                <a:cubicBezTo>
                  <a:pt x="244200" y="13933"/>
                  <a:pt x="243457" y="14765"/>
                  <a:pt x="243014" y="15815"/>
                </a:cubicBezTo>
                <a:cubicBezTo>
                  <a:pt x="242570" y="16865"/>
                  <a:pt x="242348" y="18314"/>
                  <a:pt x="242348" y="20162"/>
                </a:cubicBezTo>
                <a:lnTo>
                  <a:pt x="242348" y="33049"/>
                </a:lnTo>
                <a:lnTo>
                  <a:pt x="238356" y="33049"/>
                </a:lnTo>
                <a:close/>
                <a:moveTo>
                  <a:pt x="279966" y="25463"/>
                </a:moveTo>
                <a:lnTo>
                  <a:pt x="284091" y="25973"/>
                </a:lnTo>
                <a:cubicBezTo>
                  <a:pt x="283441" y="28384"/>
                  <a:pt x="282235" y="30254"/>
                  <a:pt x="280476" y="31585"/>
                </a:cubicBezTo>
                <a:cubicBezTo>
                  <a:pt x="278716" y="32916"/>
                  <a:pt x="276468" y="33581"/>
                  <a:pt x="273733" y="33581"/>
                </a:cubicBezTo>
                <a:cubicBezTo>
                  <a:pt x="270287" y="33581"/>
                  <a:pt x="267556" y="32520"/>
                  <a:pt x="265537" y="30398"/>
                </a:cubicBezTo>
                <a:cubicBezTo>
                  <a:pt x="263519" y="28276"/>
                  <a:pt x="262510" y="25301"/>
                  <a:pt x="262510" y="21471"/>
                </a:cubicBezTo>
                <a:cubicBezTo>
                  <a:pt x="262510" y="17508"/>
                  <a:pt x="263530" y="14432"/>
                  <a:pt x="265570" y="12244"/>
                </a:cubicBezTo>
                <a:cubicBezTo>
                  <a:pt x="267611" y="10055"/>
                  <a:pt x="270258" y="8961"/>
                  <a:pt x="273511" y="8961"/>
                </a:cubicBezTo>
                <a:cubicBezTo>
                  <a:pt x="276661" y="8961"/>
                  <a:pt x="279234" y="10031"/>
                  <a:pt x="281230" y="12172"/>
                </a:cubicBezTo>
                <a:cubicBezTo>
                  <a:pt x="283226" y="14313"/>
                  <a:pt x="284224" y="17324"/>
                  <a:pt x="284224" y="21207"/>
                </a:cubicBezTo>
                <a:cubicBezTo>
                  <a:pt x="284224" y="21443"/>
                  <a:pt x="284217" y="21797"/>
                  <a:pt x="284202" y="22269"/>
                </a:cubicBezTo>
                <a:lnTo>
                  <a:pt x="266635" y="22269"/>
                </a:lnTo>
                <a:cubicBezTo>
                  <a:pt x="266783" y="24850"/>
                  <a:pt x="267515" y="26825"/>
                  <a:pt x="268831" y="28197"/>
                </a:cubicBezTo>
                <a:cubicBezTo>
                  <a:pt x="270147" y="29568"/>
                  <a:pt x="271788" y="30254"/>
                  <a:pt x="273755" y="30254"/>
                </a:cubicBezTo>
                <a:cubicBezTo>
                  <a:pt x="275219" y="30254"/>
                  <a:pt x="276468" y="29873"/>
                  <a:pt x="277504" y="29112"/>
                </a:cubicBezTo>
                <a:cubicBezTo>
                  <a:pt x="278539" y="28350"/>
                  <a:pt x="279359" y="27134"/>
                  <a:pt x="279966" y="25463"/>
                </a:cubicBezTo>
                <a:moveTo>
                  <a:pt x="266857" y="18942"/>
                </a:moveTo>
                <a:lnTo>
                  <a:pt x="280010" y="18942"/>
                </a:lnTo>
                <a:cubicBezTo>
                  <a:pt x="279832" y="16993"/>
                  <a:pt x="279330" y="15531"/>
                  <a:pt x="278502" y="14557"/>
                </a:cubicBezTo>
                <a:cubicBezTo>
                  <a:pt x="277230" y="13044"/>
                  <a:pt x="275581" y="12288"/>
                  <a:pt x="273555" y="12288"/>
                </a:cubicBezTo>
                <a:cubicBezTo>
                  <a:pt x="271722" y="12288"/>
                  <a:pt x="270180" y="12892"/>
                  <a:pt x="268931" y="14099"/>
                </a:cubicBezTo>
                <a:cubicBezTo>
                  <a:pt x="267681" y="15306"/>
                  <a:pt x="266990" y="16920"/>
                  <a:pt x="266857" y="18942"/>
                </a:cubicBezTo>
                <a:close/>
                <a:moveTo>
                  <a:pt x="289145" y="33049"/>
                </a:moveTo>
                <a:lnTo>
                  <a:pt x="289145" y="532"/>
                </a:lnTo>
                <a:lnTo>
                  <a:pt x="293137" y="532"/>
                </a:lnTo>
                <a:lnTo>
                  <a:pt x="293137" y="33049"/>
                </a:lnTo>
                <a:lnTo>
                  <a:pt x="289145" y="33049"/>
                </a:lnTo>
                <a:close/>
                <a:moveTo>
                  <a:pt x="300089" y="42099"/>
                </a:moveTo>
                <a:lnTo>
                  <a:pt x="300089" y="9493"/>
                </a:lnTo>
                <a:lnTo>
                  <a:pt x="303727" y="9493"/>
                </a:lnTo>
                <a:lnTo>
                  <a:pt x="303727" y="12532"/>
                </a:lnTo>
                <a:cubicBezTo>
                  <a:pt x="304585" y="11342"/>
                  <a:pt x="305553" y="10449"/>
                  <a:pt x="306633" y="9854"/>
                </a:cubicBezTo>
                <a:cubicBezTo>
                  <a:pt x="307712" y="9259"/>
                  <a:pt x="309021" y="8961"/>
                  <a:pt x="310559" y="8961"/>
                </a:cubicBezTo>
                <a:cubicBezTo>
                  <a:pt x="312570" y="8961"/>
                  <a:pt x="314344" y="9478"/>
                  <a:pt x="315882" y="10514"/>
                </a:cubicBezTo>
                <a:cubicBezTo>
                  <a:pt x="317420" y="11549"/>
                  <a:pt x="318581" y="13009"/>
                  <a:pt x="319364" y="14894"/>
                </a:cubicBezTo>
                <a:cubicBezTo>
                  <a:pt x="320148" y="16780"/>
                  <a:pt x="320540" y="18846"/>
                  <a:pt x="320540" y="21094"/>
                </a:cubicBezTo>
                <a:cubicBezTo>
                  <a:pt x="320540" y="23504"/>
                  <a:pt x="320107" y="25674"/>
                  <a:pt x="319242" y="27604"/>
                </a:cubicBezTo>
                <a:cubicBezTo>
                  <a:pt x="318377" y="29533"/>
                  <a:pt x="317120" y="31012"/>
                  <a:pt x="315472" y="32040"/>
                </a:cubicBezTo>
                <a:cubicBezTo>
                  <a:pt x="313823" y="33067"/>
                  <a:pt x="312089" y="33581"/>
                  <a:pt x="310270" y="33581"/>
                </a:cubicBezTo>
                <a:cubicBezTo>
                  <a:pt x="308939" y="33581"/>
                  <a:pt x="307745" y="33297"/>
                  <a:pt x="306688" y="32727"/>
                </a:cubicBezTo>
                <a:cubicBezTo>
                  <a:pt x="305631" y="32158"/>
                  <a:pt x="304762" y="31438"/>
                  <a:pt x="304082" y="30569"/>
                </a:cubicBezTo>
                <a:lnTo>
                  <a:pt x="304082" y="42099"/>
                </a:lnTo>
                <a:lnTo>
                  <a:pt x="300089" y="42099"/>
                </a:lnTo>
                <a:moveTo>
                  <a:pt x="303705" y="21371"/>
                </a:moveTo>
                <a:cubicBezTo>
                  <a:pt x="303705" y="24399"/>
                  <a:pt x="304319" y="26636"/>
                  <a:pt x="305546" y="28083"/>
                </a:cubicBezTo>
                <a:cubicBezTo>
                  <a:pt x="306773" y="29531"/>
                  <a:pt x="308259" y="30254"/>
                  <a:pt x="310004" y="30254"/>
                </a:cubicBezTo>
                <a:cubicBezTo>
                  <a:pt x="311779" y="30254"/>
                  <a:pt x="313298" y="29505"/>
                  <a:pt x="314562" y="28006"/>
                </a:cubicBezTo>
                <a:cubicBezTo>
                  <a:pt x="315827" y="26507"/>
                  <a:pt x="316459" y="24184"/>
                  <a:pt x="316459" y="21038"/>
                </a:cubicBezTo>
                <a:cubicBezTo>
                  <a:pt x="316459" y="18040"/>
                  <a:pt x="315841" y="15795"/>
                  <a:pt x="314607" y="14304"/>
                </a:cubicBezTo>
                <a:cubicBezTo>
                  <a:pt x="313372" y="12812"/>
                  <a:pt x="311897" y="12066"/>
                  <a:pt x="310182" y="12066"/>
                </a:cubicBezTo>
                <a:cubicBezTo>
                  <a:pt x="308481" y="12066"/>
                  <a:pt x="306976" y="12860"/>
                  <a:pt x="305668" y="14448"/>
                </a:cubicBezTo>
                <a:cubicBezTo>
                  <a:pt x="304359" y="16036"/>
                  <a:pt x="303705" y="18343"/>
                  <a:pt x="303705" y="21371"/>
                </a:cubicBezTo>
                <a:close/>
                <a:moveTo>
                  <a:pt x="341608" y="25463"/>
                </a:moveTo>
                <a:lnTo>
                  <a:pt x="345733" y="25973"/>
                </a:lnTo>
                <a:cubicBezTo>
                  <a:pt x="345083" y="28384"/>
                  <a:pt x="343877" y="30254"/>
                  <a:pt x="342118" y="31585"/>
                </a:cubicBezTo>
                <a:cubicBezTo>
                  <a:pt x="340358" y="32916"/>
                  <a:pt x="338110" y="33581"/>
                  <a:pt x="335375" y="33581"/>
                </a:cubicBezTo>
                <a:cubicBezTo>
                  <a:pt x="331929" y="33581"/>
                  <a:pt x="329198" y="32520"/>
                  <a:pt x="327179" y="30398"/>
                </a:cubicBezTo>
                <a:cubicBezTo>
                  <a:pt x="325161" y="28276"/>
                  <a:pt x="324152" y="25301"/>
                  <a:pt x="324152" y="21471"/>
                </a:cubicBezTo>
                <a:cubicBezTo>
                  <a:pt x="324152" y="17508"/>
                  <a:pt x="325172" y="14432"/>
                  <a:pt x="327212" y="12244"/>
                </a:cubicBezTo>
                <a:cubicBezTo>
                  <a:pt x="329253" y="10055"/>
                  <a:pt x="331900" y="8961"/>
                  <a:pt x="335153" y="8961"/>
                </a:cubicBezTo>
                <a:cubicBezTo>
                  <a:pt x="338303" y="8961"/>
                  <a:pt x="340876" y="10031"/>
                  <a:pt x="342872" y="12172"/>
                </a:cubicBezTo>
                <a:cubicBezTo>
                  <a:pt x="344868" y="14313"/>
                  <a:pt x="345866" y="17324"/>
                  <a:pt x="345866" y="21207"/>
                </a:cubicBezTo>
                <a:cubicBezTo>
                  <a:pt x="345866" y="21443"/>
                  <a:pt x="345859" y="21797"/>
                  <a:pt x="345844" y="22269"/>
                </a:cubicBezTo>
                <a:lnTo>
                  <a:pt x="328277" y="22269"/>
                </a:lnTo>
                <a:cubicBezTo>
                  <a:pt x="328425" y="24850"/>
                  <a:pt x="329157" y="26825"/>
                  <a:pt x="330473" y="28197"/>
                </a:cubicBezTo>
                <a:cubicBezTo>
                  <a:pt x="331789" y="29568"/>
                  <a:pt x="333430" y="30254"/>
                  <a:pt x="335397" y="30254"/>
                </a:cubicBezTo>
                <a:cubicBezTo>
                  <a:pt x="336861" y="30254"/>
                  <a:pt x="338110" y="29873"/>
                  <a:pt x="339146" y="29112"/>
                </a:cubicBezTo>
                <a:cubicBezTo>
                  <a:pt x="340181" y="28350"/>
                  <a:pt x="341001" y="27134"/>
                  <a:pt x="341608" y="25463"/>
                </a:cubicBezTo>
                <a:moveTo>
                  <a:pt x="328499" y="18942"/>
                </a:moveTo>
                <a:lnTo>
                  <a:pt x="341652" y="18942"/>
                </a:lnTo>
                <a:cubicBezTo>
                  <a:pt x="341474" y="16993"/>
                  <a:pt x="340972" y="15531"/>
                  <a:pt x="340144" y="14557"/>
                </a:cubicBezTo>
                <a:cubicBezTo>
                  <a:pt x="338872" y="13044"/>
                  <a:pt x="337223" y="12288"/>
                  <a:pt x="335197" y="12288"/>
                </a:cubicBezTo>
                <a:cubicBezTo>
                  <a:pt x="333364" y="12288"/>
                  <a:pt x="331822" y="12892"/>
                  <a:pt x="330573" y="14099"/>
                </a:cubicBezTo>
                <a:cubicBezTo>
                  <a:pt x="329323" y="15306"/>
                  <a:pt x="328632" y="16920"/>
                  <a:pt x="328499" y="18942"/>
                </a:cubicBezTo>
                <a:close/>
                <a:moveTo>
                  <a:pt x="350831" y="33049"/>
                </a:moveTo>
                <a:lnTo>
                  <a:pt x="350831" y="9493"/>
                </a:lnTo>
                <a:lnTo>
                  <a:pt x="354424" y="9493"/>
                </a:lnTo>
                <a:lnTo>
                  <a:pt x="354424" y="13042"/>
                </a:lnTo>
                <a:cubicBezTo>
                  <a:pt x="355341" y="11380"/>
                  <a:pt x="356187" y="10285"/>
                  <a:pt x="356964" y="9755"/>
                </a:cubicBezTo>
                <a:cubicBezTo>
                  <a:pt x="357740" y="9226"/>
                  <a:pt x="358594" y="8961"/>
                  <a:pt x="359526" y="8961"/>
                </a:cubicBezTo>
                <a:cubicBezTo>
                  <a:pt x="360871" y="8961"/>
                  <a:pt x="362239" y="9388"/>
                  <a:pt x="363629" y="10242"/>
                </a:cubicBezTo>
                <a:lnTo>
                  <a:pt x="362254" y="13929"/>
                </a:lnTo>
                <a:cubicBezTo>
                  <a:pt x="361278" y="13353"/>
                  <a:pt x="360302" y="13064"/>
                  <a:pt x="359326" y="13064"/>
                </a:cubicBezTo>
                <a:cubicBezTo>
                  <a:pt x="358454" y="13064"/>
                  <a:pt x="357670" y="13327"/>
                  <a:pt x="356975" y="13853"/>
                </a:cubicBezTo>
                <a:cubicBezTo>
                  <a:pt x="356280" y="14379"/>
                  <a:pt x="355785" y="15107"/>
                  <a:pt x="355489" y="16040"/>
                </a:cubicBezTo>
                <a:cubicBezTo>
                  <a:pt x="355045" y="17461"/>
                  <a:pt x="354823" y="19015"/>
                  <a:pt x="354823" y="20703"/>
                </a:cubicBezTo>
                <a:lnTo>
                  <a:pt x="354823" y="33049"/>
                </a:lnTo>
                <a:lnTo>
                  <a:pt x="350831" y="33049"/>
                </a:lnTo>
                <a:close/>
                <a:moveTo>
                  <a:pt x="364678" y="25996"/>
                </a:moveTo>
                <a:lnTo>
                  <a:pt x="368626" y="25375"/>
                </a:lnTo>
                <a:cubicBezTo>
                  <a:pt x="368848" y="26950"/>
                  <a:pt x="369465" y="28157"/>
                  <a:pt x="370478" y="28996"/>
                </a:cubicBezTo>
                <a:cubicBezTo>
                  <a:pt x="371491" y="29835"/>
                  <a:pt x="372907" y="30254"/>
                  <a:pt x="374725" y="30254"/>
                </a:cubicBezTo>
                <a:cubicBezTo>
                  <a:pt x="376559" y="30254"/>
                  <a:pt x="377919" y="29884"/>
                  <a:pt x="378807" y="29143"/>
                </a:cubicBezTo>
                <a:cubicBezTo>
                  <a:pt x="379694" y="28402"/>
                  <a:pt x="380137" y="27533"/>
                  <a:pt x="380137" y="26536"/>
                </a:cubicBezTo>
                <a:cubicBezTo>
                  <a:pt x="380137" y="25640"/>
                  <a:pt x="379746" y="24936"/>
                  <a:pt x="378962" y="24423"/>
                </a:cubicBezTo>
                <a:cubicBezTo>
                  <a:pt x="378415" y="24071"/>
                  <a:pt x="377054" y="23623"/>
                  <a:pt x="374881" y="23080"/>
                </a:cubicBezTo>
                <a:cubicBezTo>
                  <a:pt x="371953" y="22340"/>
                  <a:pt x="369923" y="21700"/>
                  <a:pt x="368792" y="21160"/>
                </a:cubicBezTo>
                <a:cubicBezTo>
                  <a:pt x="367661" y="20620"/>
                  <a:pt x="366803" y="19873"/>
                  <a:pt x="366219" y="18918"/>
                </a:cubicBezTo>
                <a:cubicBezTo>
                  <a:pt x="365635" y="17963"/>
                  <a:pt x="365343" y="16909"/>
                  <a:pt x="365343" y="15754"/>
                </a:cubicBezTo>
                <a:cubicBezTo>
                  <a:pt x="365343" y="14704"/>
                  <a:pt x="365583" y="13730"/>
                  <a:pt x="366064" y="12835"/>
                </a:cubicBezTo>
                <a:cubicBezTo>
                  <a:pt x="366544" y="11939"/>
                  <a:pt x="367199" y="11196"/>
                  <a:pt x="368027" y="10604"/>
                </a:cubicBezTo>
                <a:cubicBezTo>
                  <a:pt x="368648" y="10145"/>
                  <a:pt x="369494" y="9756"/>
                  <a:pt x="370567" y="9438"/>
                </a:cubicBezTo>
                <a:cubicBezTo>
                  <a:pt x="371639" y="9120"/>
                  <a:pt x="372788" y="8961"/>
                  <a:pt x="374016" y="8961"/>
                </a:cubicBezTo>
                <a:cubicBezTo>
                  <a:pt x="375864" y="8961"/>
                  <a:pt x="377487" y="9229"/>
                  <a:pt x="378884" y="9765"/>
                </a:cubicBezTo>
                <a:cubicBezTo>
                  <a:pt x="380282" y="10301"/>
                  <a:pt x="381313" y="11026"/>
                  <a:pt x="381978" y="11942"/>
                </a:cubicBezTo>
                <a:cubicBezTo>
                  <a:pt x="382644" y="12858"/>
                  <a:pt x="383102" y="14082"/>
                  <a:pt x="383354" y="15615"/>
                </a:cubicBezTo>
                <a:lnTo>
                  <a:pt x="379450" y="16147"/>
                </a:lnTo>
                <a:cubicBezTo>
                  <a:pt x="379272" y="14935"/>
                  <a:pt x="378759" y="13989"/>
                  <a:pt x="377908" y="13308"/>
                </a:cubicBezTo>
                <a:cubicBezTo>
                  <a:pt x="377058" y="12628"/>
                  <a:pt x="375857" y="12288"/>
                  <a:pt x="374304" y="12288"/>
                </a:cubicBezTo>
                <a:cubicBezTo>
                  <a:pt x="372470" y="12288"/>
                  <a:pt x="371162" y="12590"/>
                  <a:pt x="370378" y="13193"/>
                </a:cubicBezTo>
                <a:cubicBezTo>
                  <a:pt x="369594" y="13796"/>
                  <a:pt x="369202" y="14503"/>
                  <a:pt x="369202" y="15312"/>
                </a:cubicBezTo>
                <a:cubicBezTo>
                  <a:pt x="369202" y="15827"/>
                  <a:pt x="369365" y="16290"/>
                  <a:pt x="369690" y="16703"/>
                </a:cubicBezTo>
                <a:cubicBezTo>
                  <a:pt x="370016" y="17129"/>
                  <a:pt x="370526" y="17482"/>
                  <a:pt x="371221" y="17762"/>
                </a:cubicBezTo>
                <a:cubicBezTo>
                  <a:pt x="371620" y="17909"/>
                  <a:pt x="372796" y="18248"/>
                  <a:pt x="374748" y="18777"/>
                </a:cubicBezTo>
                <a:cubicBezTo>
                  <a:pt x="377572" y="19531"/>
                  <a:pt x="379542" y="20148"/>
                  <a:pt x="380659" y="20628"/>
                </a:cubicBezTo>
                <a:cubicBezTo>
                  <a:pt x="381775" y="21108"/>
                  <a:pt x="382651" y="21806"/>
                  <a:pt x="383287" y="22723"/>
                </a:cubicBezTo>
                <a:cubicBezTo>
                  <a:pt x="383923" y="23638"/>
                  <a:pt x="384241" y="24776"/>
                  <a:pt x="384241" y="26135"/>
                </a:cubicBezTo>
                <a:cubicBezTo>
                  <a:pt x="384241" y="27465"/>
                  <a:pt x="383853" y="28717"/>
                  <a:pt x="383076" y="29892"/>
                </a:cubicBezTo>
                <a:cubicBezTo>
                  <a:pt x="382300" y="31066"/>
                  <a:pt x="381180" y="31974"/>
                  <a:pt x="379716" y="32617"/>
                </a:cubicBezTo>
                <a:cubicBezTo>
                  <a:pt x="378252" y="33260"/>
                  <a:pt x="376596" y="33581"/>
                  <a:pt x="374748" y="33581"/>
                </a:cubicBezTo>
                <a:cubicBezTo>
                  <a:pt x="371687" y="33581"/>
                  <a:pt x="369354" y="32944"/>
                  <a:pt x="367750" y="31668"/>
                </a:cubicBezTo>
                <a:cubicBezTo>
                  <a:pt x="366145" y="30393"/>
                  <a:pt x="365121" y="28502"/>
                  <a:pt x="364678" y="25996"/>
                </a:cubicBezTo>
                <a:close/>
                <a:moveTo>
                  <a:pt x="390119" y="33049"/>
                </a:moveTo>
                <a:lnTo>
                  <a:pt x="390119" y="28480"/>
                </a:lnTo>
                <a:lnTo>
                  <a:pt x="394666" y="28480"/>
                </a:lnTo>
                <a:lnTo>
                  <a:pt x="394666" y="33049"/>
                </a:lnTo>
                <a:lnTo>
                  <a:pt x="390119" y="33049"/>
                </a:lnTo>
                <a:close/>
                <a:moveTo>
                  <a:pt x="400020" y="25996"/>
                </a:moveTo>
                <a:lnTo>
                  <a:pt x="403968" y="25375"/>
                </a:lnTo>
                <a:cubicBezTo>
                  <a:pt x="404190" y="26950"/>
                  <a:pt x="404807" y="28157"/>
                  <a:pt x="405820" y="28996"/>
                </a:cubicBezTo>
                <a:cubicBezTo>
                  <a:pt x="406833" y="29835"/>
                  <a:pt x="408249" y="30254"/>
                  <a:pt x="410067" y="30254"/>
                </a:cubicBezTo>
                <a:cubicBezTo>
                  <a:pt x="411901" y="30254"/>
                  <a:pt x="413261" y="29884"/>
                  <a:pt x="414149" y="29143"/>
                </a:cubicBezTo>
                <a:cubicBezTo>
                  <a:pt x="415036" y="28402"/>
                  <a:pt x="415480" y="27533"/>
                  <a:pt x="415480" y="26536"/>
                </a:cubicBezTo>
                <a:cubicBezTo>
                  <a:pt x="415480" y="25640"/>
                  <a:pt x="415088" y="24936"/>
                  <a:pt x="414304" y="24423"/>
                </a:cubicBezTo>
                <a:cubicBezTo>
                  <a:pt x="413757" y="24071"/>
                  <a:pt x="412396" y="23623"/>
                  <a:pt x="410223" y="23080"/>
                </a:cubicBezTo>
                <a:cubicBezTo>
                  <a:pt x="407295" y="22340"/>
                  <a:pt x="405265" y="21700"/>
                  <a:pt x="404134" y="21160"/>
                </a:cubicBezTo>
                <a:cubicBezTo>
                  <a:pt x="403003" y="20620"/>
                  <a:pt x="402145" y="19873"/>
                  <a:pt x="401561" y="18918"/>
                </a:cubicBezTo>
                <a:cubicBezTo>
                  <a:pt x="400977" y="17963"/>
                  <a:pt x="400685" y="16909"/>
                  <a:pt x="400685" y="15754"/>
                </a:cubicBezTo>
                <a:cubicBezTo>
                  <a:pt x="400685" y="14704"/>
                  <a:pt x="400925" y="13730"/>
                  <a:pt x="401406" y="12835"/>
                </a:cubicBezTo>
                <a:cubicBezTo>
                  <a:pt x="401887" y="11939"/>
                  <a:pt x="402541" y="11196"/>
                  <a:pt x="403369" y="10604"/>
                </a:cubicBezTo>
                <a:cubicBezTo>
                  <a:pt x="403990" y="10145"/>
                  <a:pt x="404837" y="9756"/>
                  <a:pt x="405909" y="9438"/>
                </a:cubicBezTo>
                <a:cubicBezTo>
                  <a:pt x="406981" y="9120"/>
                  <a:pt x="408130" y="8961"/>
                  <a:pt x="409358" y="8961"/>
                </a:cubicBezTo>
                <a:cubicBezTo>
                  <a:pt x="411206" y="8961"/>
                  <a:pt x="412829" y="9229"/>
                  <a:pt x="414226" y="9765"/>
                </a:cubicBezTo>
                <a:cubicBezTo>
                  <a:pt x="415624" y="10301"/>
                  <a:pt x="416655" y="11026"/>
                  <a:pt x="417321" y="11942"/>
                </a:cubicBezTo>
                <a:cubicBezTo>
                  <a:pt x="417986" y="12858"/>
                  <a:pt x="418444" y="14082"/>
                  <a:pt x="418696" y="15615"/>
                </a:cubicBezTo>
                <a:lnTo>
                  <a:pt x="414792" y="16147"/>
                </a:lnTo>
                <a:cubicBezTo>
                  <a:pt x="414614" y="14935"/>
                  <a:pt x="414101" y="13989"/>
                  <a:pt x="413250" y="13308"/>
                </a:cubicBezTo>
                <a:cubicBezTo>
                  <a:pt x="412400" y="12628"/>
                  <a:pt x="411199" y="12288"/>
                  <a:pt x="409646" y="12288"/>
                </a:cubicBezTo>
                <a:cubicBezTo>
                  <a:pt x="407812" y="12288"/>
                  <a:pt x="406504" y="12590"/>
                  <a:pt x="405720" y="13193"/>
                </a:cubicBezTo>
                <a:cubicBezTo>
                  <a:pt x="404936" y="13796"/>
                  <a:pt x="404545" y="14503"/>
                  <a:pt x="404545" y="15312"/>
                </a:cubicBezTo>
                <a:cubicBezTo>
                  <a:pt x="404545" y="15827"/>
                  <a:pt x="404707" y="16290"/>
                  <a:pt x="405033" y="16703"/>
                </a:cubicBezTo>
                <a:cubicBezTo>
                  <a:pt x="405358" y="17129"/>
                  <a:pt x="405868" y="17482"/>
                  <a:pt x="406563" y="17762"/>
                </a:cubicBezTo>
                <a:cubicBezTo>
                  <a:pt x="406962" y="17909"/>
                  <a:pt x="408138" y="18248"/>
                  <a:pt x="410090" y="18777"/>
                </a:cubicBezTo>
                <a:cubicBezTo>
                  <a:pt x="412914" y="19531"/>
                  <a:pt x="414884" y="20148"/>
                  <a:pt x="416001" y="20628"/>
                </a:cubicBezTo>
                <a:cubicBezTo>
                  <a:pt x="417117" y="21108"/>
                  <a:pt x="417993" y="21806"/>
                  <a:pt x="418629" y="22723"/>
                </a:cubicBezTo>
                <a:cubicBezTo>
                  <a:pt x="419265" y="23638"/>
                  <a:pt x="419583" y="24776"/>
                  <a:pt x="419583" y="26135"/>
                </a:cubicBezTo>
                <a:cubicBezTo>
                  <a:pt x="419583" y="27465"/>
                  <a:pt x="419195" y="28717"/>
                  <a:pt x="418418" y="29892"/>
                </a:cubicBezTo>
                <a:cubicBezTo>
                  <a:pt x="417642" y="31066"/>
                  <a:pt x="416522" y="31974"/>
                  <a:pt x="415058" y="32617"/>
                </a:cubicBezTo>
                <a:cubicBezTo>
                  <a:pt x="413594" y="33260"/>
                  <a:pt x="411938" y="33581"/>
                  <a:pt x="410090" y="33581"/>
                </a:cubicBezTo>
                <a:cubicBezTo>
                  <a:pt x="407029" y="33581"/>
                  <a:pt x="404696" y="32944"/>
                  <a:pt x="403092" y="31668"/>
                </a:cubicBezTo>
                <a:cubicBezTo>
                  <a:pt x="401487" y="30393"/>
                  <a:pt x="400463" y="28502"/>
                  <a:pt x="400020" y="25996"/>
                </a:cubicBezTo>
                <a:close/>
                <a:moveTo>
                  <a:pt x="440454" y="25463"/>
                </a:moveTo>
                <a:lnTo>
                  <a:pt x="444580" y="25973"/>
                </a:lnTo>
                <a:cubicBezTo>
                  <a:pt x="443929" y="28384"/>
                  <a:pt x="442724" y="30254"/>
                  <a:pt x="440964" y="31585"/>
                </a:cubicBezTo>
                <a:cubicBezTo>
                  <a:pt x="439205" y="32916"/>
                  <a:pt x="436957" y="33581"/>
                  <a:pt x="434221" y="33581"/>
                </a:cubicBezTo>
                <a:cubicBezTo>
                  <a:pt x="430776" y="33581"/>
                  <a:pt x="428044" y="32520"/>
                  <a:pt x="426026" y="30398"/>
                </a:cubicBezTo>
                <a:cubicBezTo>
                  <a:pt x="424007" y="28276"/>
                  <a:pt x="422998" y="25301"/>
                  <a:pt x="422998" y="21471"/>
                </a:cubicBezTo>
                <a:cubicBezTo>
                  <a:pt x="422998" y="17508"/>
                  <a:pt x="424018" y="14432"/>
                  <a:pt x="426059" y="12244"/>
                </a:cubicBezTo>
                <a:cubicBezTo>
                  <a:pt x="428100" y="10055"/>
                  <a:pt x="430747" y="8961"/>
                  <a:pt x="434000" y="8961"/>
                </a:cubicBezTo>
                <a:cubicBezTo>
                  <a:pt x="437149" y="8961"/>
                  <a:pt x="439722" y="10031"/>
                  <a:pt x="441718" y="12172"/>
                </a:cubicBezTo>
                <a:cubicBezTo>
                  <a:pt x="443715" y="14313"/>
                  <a:pt x="444713" y="17324"/>
                  <a:pt x="444713" y="21207"/>
                </a:cubicBezTo>
                <a:cubicBezTo>
                  <a:pt x="444713" y="21443"/>
                  <a:pt x="444705" y="21797"/>
                  <a:pt x="444691" y="22269"/>
                </a:cubicBezTo>
                <a:lnTo>
                  <a:pt x="427124" y="22269"/>
                </a:lnTo>
                <a:cubicBezTo>
                  <a:pt x="427272" y="24850"/>
                  <a:pt x="428004" y="26825"/>
                  <a:pt x="429320" y="28197"/>
                </a:cubicBezTo>
                <a:cubicBezTo>
                  <a:pt x="430636" y="29568"/>
                  <a:pt x="432277" y="30254"/>
                  <a:pt x="434244" y="30254"/>
                </a:cubicBezTo>
                <a:cubicBezTo>
                  <a:pt x="435708" y="30254"/>
                  <a:pt x="436957" y="29873"/>
                  <a:pt x="437992" y="29112"/>
                </a:cubicBezTo>
                <a:cubicBezTo>
                  <a:pt x="439027" y="28350"/>
                  <a:pt x="439848" y="27134"/>
                  <a:pt x="440454" y="25463"/>
                </a:cubicBezTo>
                <a:moveTo>
                  <a:pt x="427346" y="18942"/>
                </a:moveTo>
                <a:lnTo>
                  <a:pt x="440499" y="18942"/>
                </a:lnTo>
                <a:cubicBezTo>
                  <a:pt x="440321" y="16993"/>
                  <a:pt x="439818" y="15531"/>
                  <a:pt x="438990" y="14557"/>
                </a:cubicBezTo>
                <a:cubicBezTo>
                  <a:pt x="437719" y="13044"/>
                  <a:pt x="436070" y="12288"/>
                  <a:pt x="434044" y="12288"/>
                </a:cubicBezTo>
                <a:cubicBezTo>
                  <a:pt x="432210" y="12288"/>
                  <a:pt x="430669" y="12892"/>
                  <a:pt x="429419" y="14099"/>
                </a:cubicBezTo>
                <a:cubicBezTo>
                  <a:pt x="428170" y="15306"/>
                  <a:pt x="427479" y="16920"/>
                  <a:pt x="427346" y="18942"/>
                </a:cubicBezTo>
                <a:close/>
                <a:moveTo>
                  <a:pt x="449082" y="35001"/>
                </a:moveTo>
                <a:lnTo>
                  <a:pt x="452963" y="35578"/>
                </a:lnTo>
                <a:cubicBezTo>
                  <a:pt x="453126" y="36775"/>
                  <a:pt x="453577" y="37648"/>
                  <a:pt x="454316" y="38195"/>
                </a:cubicBezTo>
                <a:cubicBezTo>
                  <a:pt x="455307" y="38934"/>
                  <a:pt x="456660" y="39304"/>
                  <a:pt x="458375" y="39304"/>
                </a:cubicBezTo>
                <a:cubicBezTo>
                  <a:pt x="460224" y="39304"/>
                  <a:pt x="461651" y="38933"/>
                  <a:pt x="462656" y="38192"/>
                </a:cubicBezTo>
                <a:cubicBezTo>
                  <a:pt x="463662" y="37451"/>
                  <a:pt x="464342" y="36414"/>
                  <a:pt x="464697" y="35080"/>
                </a:cubicBezTo>
                <a:cubicBezTo>
                  <a:pt x="464904" y="34265"/>
                  <a:pt x="465000" y="32554"/>
                  <a:pt x="464985" y="29945"/>
                </a:cubicBezTo>
                <a:cubicBezTo>
                  <a:pt x="463240" y="32014"/>
                  <a:pt x="461066" y="33049"/>
                  <a:pt x="458464" y="33049"/>
                </a:cubicBezTo>
                <a:cubicBezTo>
                  <a:pt x="455226" y="33049"/>
                  <a:pt x="452719" y="31881"/>
                  <a:pt x="450945" y="29544"/>
                </a:cubicBezTo>
                <a:cubicBezTo>
                  <a:pt x="449170" y="27208"/>
                  <a:pt x="448283" y="24406"/>
                  <a:pt x="448283" y="21138"/>
                </a:cubicBezTo>
                <a:cubicBezTo>
                  <a:pt x="448283" y="18890"/>
                  <a:pt x="448690" y="16817"/>
                  <a:pt x="449503" y="14916"/>
                </a:cubicBezTo>
                <a:cubicBezTo>
                  <a:pt x="450316" y="13016"/>
                  <a:pt x="451496" y="11549"/>
                  <a:pt x="453041" y="10514"/>
                </a:cubicBezTo>
                <a:cubicBezTo>
                  <a:pt x="454586" y="9478"/>
                  <a:pt x="456401" y="8961"/>
                  <a:pt x="458486" y="8961"/>
                </a:cubicBezTo>
                <a:cubicBezTo>
                  <a:pt x="461266" y="8961"/>
                  <a:pt x="463558" y="10092"/>
                  <a:pt x="465362" y="12355"/>
                </a:cubicBezTo>
                <a:lnTo>
                  <a:pt x="465362" y="9493"/>
                </a:lnTo>
                <a:lnTo>
                  <a:pt x="469044" y="9493"/>
                </a:lnTo>
                <a:lnTo>
                  <a:pt x="469044" y="29869"/>
                </a:lnTo>
                <a:cubicBezTo>
                  <a:pt x="469044" y="33538"/>
                  <a:pt x="468671" y="36139"/>
                  <a:pt x="467924" y="37670"/>
                </a:cubicBezTo>
                <a:cubicBezTo>
                  <a:pt x="467177" y="39202"/>
                  <a:pt x="465994" y="40411"/>
                  <a:pt x="464375" y="41299"/>
                </a:cubicBezTo>
                <a:cubicBezTo>
                  <a:pt x="462756" y="42187"/>
                  <a:pt x="460763" y="42631"/>
                  <a:pt x="458397" y="42631"/>
                </a:cubicBezTo>
                <a:cubicBezTo>
                  <a:pt x="455588" y="42631"/>
                  <a:pt x="453318" y="41997"/>
                  <a:pt x="451588" y="40729"/>
                </a:cubicBezTo>
                <a:cubicBezTo>
                  <a:pt x="449858" y="39461"/>
                  <a:pt x="449022" y="37552"/>
                  <a:pt x="449082" y="35001"/>
                </a:cubicBezTo>
                <a:moveTo>
                  <a:pt x="452387" y="20850"/>
                </a:moveTo>
                <a:cubicBezTo>
                  <a:pt x="452387" y="23933"/>
                  <a:pt x="453000" y="26182"/>
                  <a:pt x="454228" y="27598"/>
                </a:cubicBezTo>
                <a:cubicBezTo>
                  <a:pt x="455455" y="29014"/>
                  <a:pt x="456993" y="29722"/>
                  <a:pt x="458841" y="29722"/>
                </a:cubicBezTo>
                <a:cubicBezTo>
                  <a:pt x="460675" y="29722"/>
                  <a:pt x="462212" y="29018"/>
                  <a:pt x="463455" y="27609"/>
                </a:cubicBezTo>
                <a:cubicBezTo>
                  <a:pt x="464697" y="26201"/>
                  <a:pt x="465318" y="23992"/>
                  <a:pt x="465318" y="20983"/>
                </a:cubicBezTo>
                <a:cubicBezTo>
                  <a:pt x="465318" y="18107"/>
                  <a:pt x="464678" y="15939"/>
                  <a:pt x="463399" y="14478"/>
                </a:cubicBezTo>
                <a:cubicBezTo>
                  <a:pt x="462120" y="13018"/>
                  <a:pt x="460579" y="12288"/>
                  <a:pt x="458775" y="12288"/>
                </a:cubicBezTo>
                <a:cubicBezTo>
                  <a:pt x="457000" y="12288"/>
                  <a:pt x="455492" y="13007"/>
                  <a:pt x="454250" y="14445"/>
                </a:cubicBezTo>
                <a:cubicBezTo>
                  <a:pt x="453008" y="15883"/>
                  <a:pt x="452387" y="18018"/>
                  <a:pt x="452387" y="20850"/>
                </a:cubicBezTo>
                <a:close/>
                <a:moveTo>
                  <a:pt x="475206" y="33049"/>
                </a:moveTo>
                <a:lnTo>
                  <a:pt x="475206" y="9493"/>
                </a:lnTo>
                <a:lnTo>
                  <a:pt x="478777" y="9493"/>
                </a:lnTo>
                <a:lnTo>
                  <a:pt x="478777" y="12776"/>
                </a:lnTo>
                <a:cubicBezTo>
                  <a:pt x="479516" y="11629"/>
                  <a:pt x="480500" y="10706"/>
                  <a:pt x="481727" y="10008"/>
                </a:cubicBezTo>
                <a:cubicBezTo>
                  <a:pt x="482954" y="9310"/>
                  <a:pt x="484352" y="8961"/>
                  <a:pt x="485919" y="8961"/>
                </a:cubicBezTo>
                <a:cubicBezTo>
                  <a:pt x="487664" y="8961"/>
                  <a:pt x="489095" y="9321"/>
                  <a:pt x="490211" y="10042"/>
                </a:cubicBezTo>
                <a:cubicBezTo>
                  <a:pt x="491327" y="10763"/>
                  <a:pt x="492115" y="11770"/>
                  <a:pt x="492573" y="13064"/>
                </a:cubicBezTo>
                <a:cubicBezTo>
                  <a:pt x="494436" y="10329"/>
                  <a:pt x="496861" y="8961"/>
                  <a:pt x="499848" y="8961"/>
                </a:cubicBezTo>
                <a:cubicBezTo>
                  <a:pt x="502185" y="8961"/>
                  <a:pt x="503981" y="9608"/>
                  <a:pt x="505238" y="10902"/>
                </a:cubicBezTo>
                <a:cubicBezTo>
                  <a:pt x="506495" y="12196"/>
                  <a:pt x="507124" y="14188"/>
                  <a:pt x="507124" y="16879"/>
                </a:cubicBezTo>
                <a:lnTo>
                  <a:pt x="507124" y="33049"/>
                </a:lnTo>
                <a:lnTo>
                  <a:pt x="503153" y="33049"/>
                </a:lnTo>
                <a:lnTo>
                  <a:pt x="503153" y="18194"/>
                </a:lnTo>
                <a:cubicBezTo>
                  <a:pt x="503153" y="16595"/>
                  <a:pt x="503024" y="15445"/>
                  <a:pt x="502765" y="14742"/>
                </a:cubicBezTo>
                <a:cubicBezTo>
                  <a:pt x="502506" y="14038"/>
                  <a:pt x="502037" y="13472"/>
                  <a:pt x="501357" y="13043"/>
                </a:cubicBezTo>
                <a:cubicBezTo>
                  <a:pt x="500677" y="12614"/>
                  <a:pt x="499878" y="12399"/>
                  <a:pt x="498961" y="12399"/>
                </a:cubicBezTo>
                <a:cubicBezTo>
                  <a:pt x="497305" y="12399"/>
                  <a:pt x="495930" y="12950"/>
                  <a:pt x="494836" y="14053"/>
                </a:cubicBezTo>
                <a:cubicBezTo>
                  <a:pt x="493741" y="15156"/>
                  <a:pt x="493194" y="16921"/>
                  <a:pt x="493194" y="19349"/>
                </a:cubicBezTo>
                <a:lnTo>
                  <a:pt x="493194" y="33049"/>
                </a:lnTo>
                <a:lnTo>
                  <a:pt x="489202" y="33049"/>
                </a:lnTo>
                <a:lnTo>
                  <a:pt x="489202" y="17728"/>
                </a:lnTo>
                <a:cubicBezTo>
                  <a:pt x="489202" y="15951"/>
                  <a:pt x="488876" y="14619"/>
                  <a:pt x="488226" y="13731"/>
                </a:cubicBezTo>
                <a:cubicBezTo>
                  <a:pt x="487575" y="12843"/>
                  <a:pt x="486511" y="12399"/>
                  <a:pt x="485032" y="12399"/>
                </a:cubicBezTo>
                <a:cubicBezTo>
                  <a:pt x="483908" y="12399"/>
                  <a:pt x="482869" y="12695"/>
                  <a:pt x="481916" y="13288"/>
                </a:cubicBezTo>
                <a:cubicBezTo>
                  <a:pt x="480962" y="13879"/>
                  <a:pt x="480270" y="14745"/>
                  <a:pt x="479842" y="15885"/>
                </a:cubicBezTo>
                <a:cubicBezTo>
                  <a:pt x="479413" y="17025"/>
                  <a:pt x="479198" y="18668"/>
                  <a:pt x="479198" y="20814"/>
                </a:cubicBezTo>
                <a:lnTo>
                  <a:pt x="479198" y="33049"/>
                </a:lnTo>
                <a:lnTo>
                  <a:pt x="475206" y="33049"/>
                </a:lnTo>
                <a:close/>
                <a:moveTo>
                  <a:pt x="527672" y="25463"/>
                </a:moveTo>
                <a:lnTo>
                  <a:pt x="531798" y="25973"/>
                </a:lnTo>
                <a:cubicBezTo>
                  <a:pt x="531147" y="28384"/>
                  <a:pt x="529942" y="30254"/>
                  <a:pt x="528182" y="31585"/>
                </a:cubicBezTo>
                <a:cubicBezTo>
                  <a:pt x="526423" y="32916"/>
                  <a:pt x="524175" y="33581"/>
                  <a:pt x="521440" y="33581"/>
                </a:cubicBezTo>
                <a:cubicBezTo>
                  <a:pt x="517994" y="33581"/>
                  <a:pt x="515262" y="32520"/>
                  <a:pt x="513244" y="30398"/>
                </a:cubicBezTo>
                <a:cubicBezTo>
                  <a:pt x="511225" y="28276"/>
                  <a:pt x="510216" y="25301"/>
                  <a:pt x="510216" y="21471"/>
                </a:cubicBezTo>
                <a:cubicBezTo>
                  <a:pt x="510216" y="17508"/>
                  <a:pt x="511236" y="14432"/>
                  <a:pt x="513277" y="12244"/>
                </a:cubicBezTo>
                <a:cubicBezTo>
                  <a:pt x="515318" y="10055"/>
                  <a:pt x="517965" y="8961"/>
                  <a:pt x="521218" y="8961"/>
                </a:cubicBezTo>
                <a:cubicBezTo>
                  <a:pt x="524367" y="8961"/>
                  <a:pt x="526940" y="10031"/>
                  <a:pt x="528937" y="12172"/>
                </a:cubicBezTo>
                <a:cubicBezTo>
                  <a:pt x="530933" y="14313"/>
                  <a:pt x="531931" y="17324"/>
                  <a:pt x="531931" y="21207"/>
                </a:cubicBezTo>
                <a:cubicBezTo>
                  <a:pt x="531931" y="21443"/>
                  <a:pt x="531924" y="21797"/>
                  <a:pt x="531909" y="22269"/>
                </a:cubicBezTo>
                <a:lnTo>
                  <a:pt x="514342" y="22269"/>
                </a:lnTo>
                <a:cubicBezTo>
                  <a:pt x="514490" y="24850"/>
                  <a:pt x="515222" y="26825"/>
                  <a:pt x="516538" y="28197"/>
                </a:cubicBezTo>
                <a:cubicBezTo>
                  <a:pt x="517854" y="29568"/>
                  <a:pt x="519495" y="30254"/>
                  <a:pt x="521462" y="30254"/>
                </a:cubicBezTo>
                <a:cubicBezTo>
                  <a:pt x="522926" y="30254"/>
                  <a:pt x="524175" y="29873"/>
                  <a:pt x="525210" y="29112"/>
                </a:cubicBezTo>
                <a:cubicBezTo>
                  <a:pt x="526245" y="28350"/>
                  <a:pt x="527066" y="27134"/>
                  <a:pt x="527672" y="25463"/>
                </a:cubicBezTo>
                <a:moveTo>
                  <a:pt x="514564" y="18942"/>
                </a:moveTo>
                <a:lnTo>
                  <a:pt x="527717" y="18942"/>
                </a:lnTo>
                <a:cubicBezTo>
                  <a:pt x="527539" y="16993"/>
                  <a:pt x="527036" y="15531"/>
                  <a:pt x="526208" y="14557"/>
                </a:cubicBezTo>
                <a:cubicBezTo>
                  <a:pt x="524937" y="13044"/>
                  <a:pt x="523288" y="12288"/>
                  <a:pt x="521262" y="12288"/>
                </a:cubicBezTo>
                <a:cubicBezTo>
                  <a:pt x="519428" y="12288"/>
                  <a:pt x="517887" y="12892"/>
                  <a:pt x="516637" y="14099"/>
                </a:cubicBezTo>
                <a:cubicBezTo>
                  <a:pt x="515388" y="15306"/>
                  <a:pt x="514697" y="16920"/>
                  <a:pt x="514564" y="18942"/>
                </a:cubicBezTo>
                <a:close/>
                <a:moveTo>
                  <a:pt x="536939" y="33049"/>
                </a:moveTo>
                <a:lnTo>
                  <a:pt x="536939" y="9493"/>
                </a:lnTo>
                <a:lnTo>
                  <a:pt x="540533" y="9493"/>
                </a:lnTo>
                <a:lnTo>
                  <a:pt x="540533" y="12820"/>
                </a:lnTo>
                <a:cubicBezTo>
                  <a:pt x="542263" y="10247"/>
                  <a:pt x="544762" y="8961"/>
                  <a:pt x="548030" y="8961"/>
                </a:cubicBezTo>
                <a:cubicBezTo>
                  <a:pt x="549449" y="8961"/>
                  <a:pt x="550754" y="9216"/>
                  <a:pt x="551944" y="9726"/>
                </a:cubicBezTo>
                <a:cubicBezTo>
                  <a:pt x="553135" y="10236"/>
                  <a:pt x="554026" y="10905"/>
                  <a:pt x="554617" y="11733"/>
                </a:cubicBezTo>
                <a:cubicBezTo>
                  <a:pt x="555209" y="12562"/>
                  <a:pt x="555623" y="13545"/>
                  <a:pt x="555859" y="14683"/>
                </a:cubicBezTo>
                <a:cubicBezTo>
                  <a:pt x="556007" y="15423"/>
                  <a:pt x="556081" y="16717"/>
                  <a:pt x="556081" y="18565"/>
                </a:cubicBezTo>
                <a:lnTo>
                  <a:pt x="556081" y="33049"/>
                </a:lnTo>
                <a:lnTo>
                  <a:pt x="552089" y="33049"/>
                </a:lnTo>
                <a:lnTo>
                  <a:pt x="552089" y="18705"/>
                </a:lnTo>
                <a:cubicBezTo>
                  <a:pt x="552089" y="17077"/>
                  <a:pt x="551933" y="15859"/>
                  <a:pt x="551623" y="15052"/>
                </a:cubicBezTo>
                <a:cubicBezTo>
                  <a:pt x="551312" y="14245"/>
                  <a:pt x="550761" y="13602"/>
                  <a:pt x="549970" y="13120"/>
                </a:cubicBezTo>
                <a:cubicBezTo>
                  <a:pt x="549179" y="12639"/>
                  <a:pt x="548251" y="12399"/>
                  <a:pt x="547187" y="12399"/>
                </a:cubicBezTo>
                <a:cubicBezTo>
                  <a:pt x="545486" y="12399"/>
                  <a:pt x="544019" y="12939"/>
                  <a:pt x="542784" y="14020"/>
                </a:cubicBezTo>
                <a:cubicBezTo>
                  <a:pt x="541549" y="15101"/>
                  <a:pt x="540932" y="17151"/>
                  <a:pt x="540932" y="20170"/>
                </a:cubicBezTo>
                <a:lnTo>
                  <a:pt x="540932" y="33049"/>
                </a:lnTo>
                <a:lnTo>
                  <a:pt x="536939" y="33049"/>
                </a:lnTo>
                <a:close/>
                <a:moveTo>
                  <a:pt x="571050" y="29522"/>
                </a:moveTo>
                <a:lnTo>
                  <a:pt x="571626" y="33049"/>
                </a:lnTo>
                <a:cubicBezTo>
                  <a:pt x="570503" y="33256"/>
                  <a:pt x="569497" y="33359"/>
                  <a:pt x="568610" y="33359"/>
                </a:cubicBezTo>
                <a:cubicBezTo>
                  <a:pt x="567161" y="33359"/>
                  <a:pt x="566037" y="33130"/>
                  <a:pt x="565238" y="32672"/>
                </a:cubicBezTo>
                <a:cubicBezTo>
                  <a:pt x="564440" y="32213"/>
                  <a:pt x="563878" y="31611"/>
                  <a:pt x="563553" y="30864"/>
                </a:cubicBezTo>
                <a:cubicBezTo>
                  <a:pt x="563227" y="30117"/>
                  <a:pt x="563065" y="28546"/>
                  <a:pt x="563065" y="26151"/>
                </a:cubicBezTo>
                <a:lnTo>
                  <a:pt x="563065" y="12599"/>
                </a:lnTo>
                <a:lnTo>
                  <a:pt x="560137" y="12599"/>
                </a:lnTo>
                <a:lnTo>
                  <a:pt x="560137" y="9493"/>
                </a:lnTo>
                <a:lnTo>
                  <a:pt x="563065" y="9493"/>
                </a:lnTo>
                <a:lnTo>
                  <a:pt x="563065" y="3644"/>
                </a:lnTo>
                <a:lnTo>
                  <a:pt x="567035" y="1242"/>
                </a:lnTo>
                <a:lnTo>
                  <a:pt x="567035" y="9493"/>
                </a:lnTo>
                <a:lnTo>
                  <a:pt x="571050" y="9493"/>
                </a:lnTo>
                <a:lnTo>
                  <a:pt x="571050" y="12599"/>
                </a:lnTo>
                <a:lnTo>
                  <a:pt x="567035" y="12599"/>
                </a:lnTo>
                <a:lnTo>
                  <a:pt x="567035" y="26373"/>
                </a:lnTo>
                <a:cubicBezTo>
                  <a:pt x="567035" y="27511"/>
                  <a:pt x="567105" y="28243"/>
                  <a:pt x="567246" y="28568"/>
                </a:cubicBezTo>
                <a:cubicBezTo>
                  <a:pt x="567386" y="28894"/>
                  <a:pt x="567615" y="29153"/>
                  <a:pt x="567933" y="29345"/>
                </a:cubicBezTo>
                <a:cubicBezTo>
                  <a:pt x="568251" y="29537"/>
                  <a:pt x="568706" y="29633"/>
                  <a:pt x="569297" y="29633"/>
                </a:cubicBezTo>
                <a:cubicBezTo>
                  <a:pt x="569741" y="29633"/>
                  <a:pt x="570325" y="29596"/>
                  <a:pt x="571050" y="29522"/>
                </a:cubicBezTo>
                <a:close/>
                <a:moveTo>
                  <a:pt x="576092" y="33049"/>
                </a:moveTo>
                <a:lnTo>
                  <a:pt x="576092" y="28480"/>
                </a:lnTo>
                <a:lnTo>
                  <a:pt x="580639" y="28480"/>
                </a:lnTo>
                <a:lnTo>
                  <a:pt x="580639" y="33049"/>
                </a:lnTo>
                <a:lnTo>
                  <a:pt x="576092" y="33049"/>
                </a:lnTo>
                <a:close/>
                <a:moveTo>
                  <a:pt x="587703" y="5190"/>
                </a:moveTo>
                <a:lnTo>
                  <a:pt x="587703" y="532"/>
                </a:lnTo>
                <a:lnTo>
                  <a:pt x="591695" y="532"/>
                </a:lnTo>
                <a:lnTo>
                  <a:pt x="591695" y="5190"/>
                </a:lnTo>
                <a:lnTo>
                  <a:pt x="587703" y="5190"/>
                </a:lnTo>
                <a:moveTo>
                  <a:pt x="582645" y="42210"/>
                </a:moveTo>
                <a:lnTo>
                  <a:pt x="583400" y="38816"/>
                </a:lnTo>
                <a:cubicBezTo>
                  <a:pt x="584198" y="39023"/>
                  <a:pt x="584827" y="39126"/>
                  <a:pt x="585285" y="39126"/>
                </a:cubicBezTo>
                <a:cubicBezTo>
                  <a:pt x="586098" y="39126"/>
                  <a:pt x="586705" y="38856"/>
                  <a:pt x="587104" y="38316"/>
                </a:cubicBezTo>
                <a:cubicBezTo>
                  <a:pt x="587503" y="37776"/>
                  <a:pt x="587703" y="36426"/>
                  <a:pt x="587703" y="34265"/>
                </a:cubicBezTo>
                <a:lnTo>
                  <a:pt x="587703" y="9493"/>
                </a:lnTo>
                <a:lnTo>
                  <a:pt x="591695" y="9493"/>
                </a:lnTo>
                <a:lnTo>
                  <a:pt x="591695" y="34352"/>
                </a:lnTo>
                <a:cubicBezTo>
                  <a:pt x="591695" y="37252"/>
                  <a:pt x="591318" y="39272"/>
                  <a:pt x="590564" y="40411"/>
                </a:cubicBezTo>
                <a:cubicBezTo>
                  <a:pt x="589603" y="41891"/>
                  <a:pt x="588006" y="42631"/>
                  <a:pt x="585773" y="42631"/>
                </a:cubicBezTo>
                <a:cubicBezTo>
                  <a:pt x="584693" y="42631"/>
                  <a:pt x="583651" y="42490"/>
                  <a:pt x="582645" y="42210"/>
                </a:cubicBezTo>
                <a:close/>
                <a:moveTo>
                  <a:pt x="595214" y="25996"/>
                </a:moveTo>
                <a:lnTo>
                  <a:pt x="599162" y="25375"/>
                </a:lnTo>
                <a:cubicBezTo>
                  <a:pt x="599383" y="26950"/>
                  <a:pt x="600001" y="28157"/>
                  <a:pt x="601014" y="28996"/>
                </a:cubicBezTo>
                <a:cubicBezTo>
                  <a:pt x="602027" y="29835"/>
                  <a:pt x="603443" y="30254"/>
                  <a:pt x="605261" y="30254"/>
                </a:cubicBezTo>
                <a:cubicBezTo>
                  <a:pt x="607095" y="30254"/>
                  <a:pt x="608455" y="29884"/>
                  <a:pt x="609343" y="29143"/>
                </a:cubicBezTo>
                <a:cubicBezTo>
                  <a:pt x="610230" y="28402"/>
                  <a:pt x="610673" y="27533"/>
                  <a:pt x="610673" y="26536"/>
                </a:cubicBezTo>
                <a:cubicBezTo>
                  <a:pt x="610673" y="25640"/>
                  <a:pt x="610281" y="24936"/>
                  <a:pt x="609498" y="24423"/>
                </a:cubicBezTo>
                <a:cubicBezTo>
                  <a:pt x="608951" y="24071"/>
                  <a:pt x="607590" y="23623"/>
                  <a:pt x="605417" y="23080"/>
                </a:cubicBezTo>
                <a:cubicBezTo>
                  <a:pt x="602489" y="22340"/>
                  <a:pt x="600459" y="21700"/>
                  <a:pt x="599328" y="21160"/>
                </a:cubicBezTo>
                <a:cubicBezTo>
                  <a:pt x="598197" y="20620"/>
                  <a:pt x="597339" y="19873"/>
                  <a:pt x="596755" y="18918"/>
                </a:cubicBezTo>
                <a:cubicBezTo>
                  <a:pt x="596171" y="17963"/>
                  <a:pt x="595879" y="16909"/>
                  <a:pt x="595879" y="15754"/>
                </a:cubicBezTo>
                <a:cubicBezTo>
                  <a:pt x="595879" y="14704"/>
                  <a:pt x="596119" y="13730"/>
                  <a:pt x="596600" y="12835"/>
                </a:cubicBezTo>
                <a:cubicBezTo>
                  <a:pt x="597080" y="11939"/>
                  <a:pt x="597735" y="11196"/>
                  <a:pt x="598563" y="10604"/>
                </a:cubicBezTo>
                <a:cubicBezTo>
                  <a:pt x="599184" y="10145"/>
                  <a:pt x="600030" y="9756"/>
                  <a:pt x="601102" y="9438"/>
                </a:cubicBezTo>
                <a:cubicBezTo>
                  <a:pt x="602175" y="9120"/>
                  <a:pt x="603324" y="8961"/>
                  <a:pt x="604552" y="8961"/>
                </a:cubicBezTo>
                <a:cubicBezTo>
                  <a:pt x="606400" y="8961"/>
                  <a:pt x="608023" y="9229"/>
                  <a:pt x="609420" y="9765"/>
                </a:cubicBezTo>
                <a:cubicBezTo>
                  <a:pt x="610818" y="10301"/>
                  <a:pt x="611849" y="11026"/>
                  <a:pt x="612514" y="11942"/>
                </a:cubicBezTo>
                <a:cubicBezTo>
                  <a:pt x="613180" y="12858"/>
                  <a:pt x="613638" y="14082"/>
                  <a:pt x="613890" y="15615"/>
                </a:cubicBezTo>
                <a:lnTo>
                  <a:pt x="609986" y="16147"/>
                </a:lnTo>
                <a:cubicBezTo>
                  <a:pt x="609808" y="14935"/>
                  <a:pt x="609294" y="13989"/>
                  <a:pt x="608444" y="13308"/>
                </a:cubicBezTo>
                <a:cubicBezTo>
                  <a:pt x="607594" y="12628"/>
                  <a:pt x="606393" y="12288"/>
                  <a:pt x="604840" y="12288"/>
                </a:cubicBezTo>
                <a:cubicBezTo>
                  <a:pt x="603006" y="12288"/>
                  <a:pt x="601698" y="12590"/>
                  <a:pt x="600914" y="13193"/>
                </a:cubicBezTo>
                <a:cubicBezTo>
                  <a:pt x="600130" y="13796"/>
                  <a:pt x="599738" y="14503"/>
                  <a:pt x="599738" y="15312"/>
                </a:cubicBezTo>
                <a:cubicBezTo>
                  <a:pt x="599738" y="15827"/>
                  <a:pt x="599901" y="16290"/>
                  <a:pt x="600226" y="16703"/>
                </a:cubicBezTo>
                <a:cubicBezTo>
                  <a:pt x="600552" y="17129"/>
                  <a:pt x="601062" y="17482"/>
                  <a:pt x="601757" y="17762"/>
                </a:cubicBezTo>
                <a:cubicBezTo>
                  <a:pt x="602156" y="17909"/>
                  <a:pt x="603332" y="18248"/>
                  <a:pt x="605283" y="18777"/>
                </a:cubicBezTo>
                <a:cubicBezTo>
                  <a:pt x="608108" y="19531"/>
                  <a:pt x="610078" y="20148"/>
                  <a:pt x="611195" y="20628"/>
                </a:cubicBezTo>
                <a:cubicBezTo>
                  <a:pt x="612311" y="21108"/>
                  <a:pt x="613187" y="21806"/>
                  <a:pt x="613823" y="22723"/>
                </a:cubicBezTo>
                <a:cubicBezTo>
                  <a:pt x="614459" y="23638"/>
                  <a:pt x="614777" y="24776"/>
                  <a:pt x="614777" y="26135"/>
                </a:cubicBezTo>
                <a:cubicBezTo>
                  <a:pt x="614777" y="27465"/>
                  <a:pt x="614389" y="28717"/>
                  <a:pt x="613612" y="29892"/>
                </a:cubicBezTo>
                <a:cubicBezTo>
                  <a:pt x="612836" y="31066"/>
                  <a:pt x="611716" y="31974"/>
                  <a:pt x="610252" y="32617"/>
                </a:cubicBezTo>
                <a:cubicBezTo>
                  <a:pt x="608788" y="33260"/>
                  <a:pt x="607132" y="33581"/>
                  <a:pt x="605283" y="33581"/>
                </a:cubicBezTo>
                <a:cubicBezTo>
                  <a:pt x="602223" y="33581"/>
                  <a:pt x="599890" y="32944"/>
                  <a:pt x="598286" y="31668"/>
                </a:cubicBezTo>
                <a:cubicBezTo>
                  <a:pt x="596681" y="30393"/>
                  <a:pt x="595657" y="28502"/>
                  <a:pt x="595214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src/scales/scale.linear.js">
            <a:extLst xmlns:a="http://schemas.openxmlformats.org/drawingml/2006/main">
              <a:ext uri="{FF2B5EF4-FFF2-40B4-BE49-F238E27FC236}">
                <a16:creationId xmlns:a16="http://schemas.microsoft.com/office/drawing/2014/main" id="{6893DC88-D940-4F3C-808D-EF26E9E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479840"/>
            <a:ext cx="489629" cy="42631"/>
          </a:xfrm>
          <a:custGeom xmlns:a="http://schemas.openxmlformats.org/drawingml/2006/main">
            <a:pathLst>
              <a:path w="489629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73499" y="25996"/>
                </a:moveTo>
                <a:lnTo>
                  <a:pt x="77447" y="25375"/>
                </a:lnTo>
                <a:cubicBezTo>
                  <a:pt x="77669" y="26950"/>
                  <a:pt x="78286" y="28157"/>
                  <a:pt x="79299" y="28996"/>
                </a:cubicBezTo>
                <a:cubicBezTo>
                  <a:pt x="80312" y="29835"/>
                  <a:pt x="81728" y="30254"/>
                  <a:pt x="83547" y="30254"/>
                </a:cubicBezTo>
                <a:cubicBezTo>
                  <a:pt x="85380" y="30254"/>
                  <a:pt x="86741" y="29884"/>
                  <a:pt x="87628" y="29143"/>
                </a:cubicBezTo>
                <a:cubicBezTo>
                  <a:pt x="88515" y="28402"/>
                  <a:pt x="88959" y="27533"/>
                  <a:pt x="88959" y="26536"/>
                </a:cubicBezTo>
                <a:cubicBezTo>
                  <a:pt x="88959" y="25640"/>
                  <a:pt x="88567" y="24936"/>
                  <a:pt x="87783" y="24423"/>
                </a:cubicBezTo>
                <a:cubicBezTo>
                  <a:pt x="87236" y="24071"/>
                  <a:pt x="85876" y="23623"/>
                  <a:pt x="83702" y="23080"/>
                </a:cubicBezTo>
                <a:cubicBezTo>
                  <a:pt x="80774" y="22340"/>
                  <a:pt x="78745" y="21700"/>
                  <a:pt x="77613" y="21160"/>
                </a:cubicBezTo>
                <a:cubicBezTo>
                  <a:pt x="76482" y="20620"/>
                  <a:pt x="75625" y="19873"/>
                  <a:pt x="75040" y="18918"/>
                </a:cubicBezTo>
                <a:cubicBezTo>
                  <a:pt x="74456" y="17963"/>
                  <a:pt x="74164" y="16909"/>
                  <a:pt x="74164" y="15754"/>
                </a:cubicBezTo>
                <a:cubicBezTo>
                  <a:pt x="74164" y="14704"/>
                  <a:pt x="74405" y="13730"/>
                  <a:pt x="74885" y="12835"/>
                </a:cubicBezTo>
                <a:cubicBezTo>
                  <a:pt x="75366" y="11939"/>
                  <a:pt x="76020" y="11196"/>
                  <a:pt x="76848" y="10604"/>
                </a:cubicBezTo>
                <a:cubicBezTo>
                  <a:pt x="77469" y="10145"/>
                  <a:pt x="78316" y="9756"/>
                  <a:pt x="79388" y="9438"/>
                </a:cubicBezTo>
                <a:cubicBezTo>
                  <a:pt x="80460" y="9120"/>
                  <a:pt x="81610" y="8961"/>
                  <a:pt x="82837" y="8961"/>
                </a:cubicBezTo>
                <a:cubicBezTo>
                  <a:pt x="84685" y="8961"/>
                  <a:pt x="86308" y="9229"/>
                  <a:pt x="87706" y="9765"/>
                </a:cubicBezTo>
                <a:cubicBezTo>
                  <a:pt x="89103" y="10301"/>
                  <a:pt x="90134" y="11026"/>
                  <a:pt x="90800" y="11942"/>
                </a:cubicBezTo>
                <a:cubicBezTo>
                  <a:pt x="91465" y="12858"/>
                  <a:pt x="91924" y="14082"/>
                  <a:pt x="92175" y="15615"/>
                </a:cubicBezTo>
                <a:lnTo>
                  <a:pt x="88271" y="16147"/>
                </a:lnTo>
                <a:cubicBezTo>
                  <a:pt x="88094" y="14935"/>
                  <a:pt x="87580" y="13989"/>
                  <a:pt x="86730" y="13308"/>
                </a:cubicBezTo>
                <a:cubicBezTo>
                  <a:pt x="85879" y="12628"/>
                  <a:pt x="84678" y="12288"/>
                  <a:pt x="83125" y="12288"/>
                </a:cubicBezTo>
                <a:cubicBezTo>
                  <a:pt x="81292" y="12288"/>
                  <a:pt x="79983" y="12590"/>
                  <a:pt x="79199" y="13193"/>
                </a:cubicBezTo>
                <a:cubicBezTo>
                  <a:pt x="78416" y="13796"/>
                  <a:pt x="78024" y="14503"/>
                  <a:pt x="78024" y="15312"/>
                </a:cubicBezTo>
                <a:cubicBezTo>
                  <a:pt x="78024" y="15827"/>
                  <a:pt x="78186" y="16290"/>
                  <a:pt x="78512" y="16703"/>
                </a:cubicBezTo>
                <a:cubicBezTo>
                  <a:pt x="78837" y="17129"/>
                  <a:pt x="79347" y="17482"/>
                  <a:pt x="80042" y="17762"/>
                </a:cubicBezTo>
                <a:cubicBezTo>
                  <a:pt x="80441" y="17909"/>
                  <a:pt x="81617" y="18248"/>
                  <a:pt x="83569" y="18777"/>
                </a:cubicBezTo>
                <a:cubicBezTo>
                  <a:pt x="86393" y="19531"/>
                  <a:pt x="88364" y="20148"/>
                  <a:pt x="89480" y="20628"/>
                </a:cubicBezTo>
                <a:cubicBezTo>
                  <a:pt x="90596" y="21108"/>
                  <a:pt x="91473" y="21806"/>
                  <a:pt x="92108" y="22723"/>
                </a:cubicBezTo>
                <a:cubicBezTo>
                  <a:pt x="92744" y="23638"/>
                  <a:pt x="93062" y="24776"/>
                  <a:pt x="93062" y="26135"/>
                </a:cubicBezTo>
                <a:cubicBezTo>
                  <a:pt x="93062" y="27465"/>
                  <a:pt x="92674" y="28717"/>
                  <a:pt x="91898" y="29892"/>
                </a:cubicBezTo>
                <a:cubicBezTo>
                  <a:pt x="91121" y="31066"/>
                  <a:pt x="90001" y="31974"/>
                  <a:pt x="88537" y="32617"/>
                </a:cubicBezTo>
                <a:cubicBezTo>
                  <a:pt x="87073" y="33260"/>
                  <a:pt x="85417" y="33581"/>
                  <a:pt x="83569" y="33581"/>
                </a:cubicBezTo>
                <a:cubicBezTo>
                  <a:pt x="80508" y="33581"/>
                  <a:pt x="78175" y="32944"/>
                  <a:pt x="76571" y="31668"/>
                </a:cubicBezTo>
                <a:cubicBezTo>
                  <a:pt x="74967" y="30393"/>
                  <a:pt x="73943" y="28502"/>
                  <a:pt x="73499" y="25996"/>
                </a:cubicBezTo>
                <a:close/>
                <a:moveTo>
                  <a:pt x="113180" y="24399"/>
                </a:moveTo>
                <a:lnTo>
                  <a:pt x="117106" y="24909"/>
                </a:lnTo>
                <a:cubicBezTo>
                  <a:pt x="116677" y="27622"/>
                  <a:pt x="115579" y="29745"/>
                  <a:pt x="113812" y="31280"/>
                </a:cubicBezTo>
                <a:cubicBezTo>
                  <a:pt x="112045" y="32814"/>
                  <a:pt x="109875" y="33581"/>
                  <a:pt x="107302" y="33581"/>
                </a:cubicBezTo>
                <a:cubicBezTo>
                  <a:pt x="104078" y="33581"/>
                  <a:pt x="101487" y="32528"/>
                  <a:pt x="99528" y="30421"/>
                </a:cubicBezTo>
                <a:cubicBezTo>
                  <a:pt x="97568" y="28313"/>
                  <a:pt x="96589" y="25293"/>
                  <a:pt x="96589" y="21360"/>
                </a:cubicBezTo>
                <a:cubicBezTo>
                  <a:pt x="96589" y="18816"/>
                  <a:pt x="97010" y="16591"/>
                  <a:pt x="97853" y="14683"/>
                </a:cubicBezTo>
                <a:cubicBezTo>
                  <a:pt x="98696" y="12776"/>
                  <a:pt x="99979" y="11345"/>
                  <a:pt x="101701" y="10392"/>
                </a:cubicBezTo>
                <a:cubicBezTo>
                  <a:pt x="103424" y="9438"/>
                  <a:pt x="105298" y="8961"/>
                  <a:pt x="107324" y="8961"/>
                </a:cubicBezTo>
                <a:cubicBezTo>
                  <a:pt x="109882" y="8961"/>
                  <a:pt x="111975" y="9610"/>
                  <a:pt x="113601" y="10908"/>
                </a:cubicBezTo>
                <a:cubicBezTo>
                  <a:pt x="115228" y="12206"/>
                  <a:pt x="116270" y="14048"/>
                  <a:pt x="116729" y="16436"/>
                </a:cubicBezTo>
                <a:lnTo>
                  <a:pt x="112847" y="17035"/>
                </a:lnTo>
                <a:cubicBezTo>
                  <a:pt x="112477" y="15460"/>
                  <a:pt x="111823" y="14275"/>
                  <a:pt x="110884" y="13480"/>
                </a:cubicBezTo>
                <a:cubicBezTo>
                  <a:pt x="109945" y="12685"/>
                  <a:pt x="108810" y="12288"/>
                  <a:pt x="107479" y="12288"/>
                </a:cubicBezTo>
                <a:cubicBezTo>
                  <a:pt x="105468" y="12288"/>
                  <a:pt x="103834" y="13005"/>
                  <a:pt x="102578" y="14440"/>
                </a:cubicBezTo>
                <a:cubicBezTo>
                  <a:pt x="101321" y="15875"/>
                  <a:pt x="100692" y="18144"/>
                  <a:pt x="100692" y="21249"/>
                </a:cubicBezTo>
                <a:cubicBezTo>
                  <a:pt x="100692" y="24398"/>
                  <a:pt x="101298" y="26686"/>
                  <a:pt x="102511" y="28114"/>
                </a:cubicBezTo>
                <a:cubicBezTo>
                  <a:pt x="103724" y="29541"/>
                  <a:pt x="105306" y="30254"/>
                  <a:pt x="107258" y="30254"/>
                </a:cubicBezTo>
                <a:cubicBezTo>
                  <a:pt x="108825" y="30254"/>
                  <a:pt x="110134" y="29775"/>
                  <a:pt x="111184" y="28818"/>
                </a:cubicBezTo>
                <a:cubicBezTo>
                  <a:pt x="112233" y="27861"/>
                  <a:pt x="112899" y="26387"/>
                  <a:pt x="113180" y="24399"/>
                </a:cubicBezTo>
                <a:close/>
                <a:moveTo>
                  <a:pt x="135893" y="30141"/>
                </a:moveTo>
                <a:cubicBezTo>
                  <a:pt x="134414" y="31398"/>
                  <a:pt x="132991" y="32286"/>
                  <a:pt x="131623" y="32804"/>
                </a:cubicBezTo>
                <a:cubicBezTo>
                  <a:pt x="130255" y="33322"/>
                  <a:pt x="128788" y="33581"/>
                  <a:pt x="127220" y="33581"/>
                </a:cubicBezTo>
                <a:cubicBezTo>
                  <a:pt x="124632" y="33581"/>
                  <a:pt x="122644" y="32949"/>
                  <a:pt x="121254" y="31683"/>
                </a:cubicBezTo>
                <a:cubicBezTo>
                  <a:pt x="119864" y="30418"/>
                  <a:pt x="119169" y="28802"/>
                  <a:pt x="119169" y="26834"/>
                </a:cubicBezTo>
                <a:cubicBezTo>
                  <a:pt x="119169" y="25680"/>
                  <a:pt x="119431" y="24626"/>
                  <a:pt x="119956" y="23671"/>
                </a:cubicBezTo>
                <a:cubicBezTo>
                  <a:pt x="120481" y="22717"/>
                  <a:pt x="121169" y="21951"/>
                  <a:pt x="122019" y="21374"/>
                </a:cubicBezTo>
                <a:cubicBezTo>
                  <a:pt x="122869" y="20797"/>
                  <a:pt x="123826" y="20360"/>
                  <a:pt x="124891" y="20064"/>
                </a:cubicBezTo>
                <a:cubicBezTo>
                  <a:pt x="125675" y="19857"/>
                  <a:pt x="126858" y="19657"/>
                  <a:pt x="128440" y="19465"/>
                </a:cubicBezTo>
                <a:cubicBezTo>
                  <a:pt x="131664" y="19083"/>
                  <a:pt x="134037" y="18628"/>
                  <a:pt x="135560" y="18099"/>
                </a:cubicBezTo>
                <a:cubicBezTo>
                  <a:pt x="135575" y="17554"/>
                  <a:pt x="135582" y="17208"/>
                  <a:pt x="135582" y="17061"/>
                </a:cubicBezTo>
                <a:cubicBezTo>
                  <a:pt x="135582" y="15440"/>
                  <a:pt x="135205" y="14299"/>
                  <a:pt x="134451" y="13636"/>
                </a:cubicBezTo>
                <a:cubicBezTo>
                  <a:pt x="133431" y="12737"/>
                  <a:pt x="131915" y="12288"/>
                  <a:pt x="129904" y="12288"/>
                </a:cubicBezTo>
                <a:cubicBezTo>
                  <a:pt x="128026" y="12288"/>
                  <a:pt x="126640" y="12617"/>
                  <a:pt x="125745" y="13275"/>
                </a:cubicBezTo>
                <a:cubicBezTo>
                  <a:pt x="124850" y="13933"/>
                  <a:pt x="124189" y="15098"/>
                  <a:pt x="123760" y="16768"/>
                </a:cubicBezTo>
                <a:lnTo>
                  <a:pt x="119856" y="16236"/>
                </a:lnTo>
                <a:cubicBezTo>
                  <a:pt x="120211" y="14560"/>
                  <a:pt x="120795" y="13207"/>
                  <a:pt x="121608" y="12176"/>
                </a:cubicBezTo>
                <a:cubicBezTo>
                  <a:pt x="122422" y="11145"/>
                  <a:pt x="123597" y="10351"/>
                  <a:pt x="125135" y="9795"/>
                </a:cubicBezTo>
                <a:cubicBezTo>
                  <a:pt x="126673" y="9239"/>
                  <a:pt x="128455" y="8961"/>
                  <a:pt x="130481" y="8961"/>
                </a:cubicBezTo>
                <a:cubicBezTo>
                  <a:pt x="132492" y="8961"/>
                  <a:pt x="134126" y="9198"/>
                  <a:pt x="135383" y="9671"/>
                </a:cubicBezTo>
                <a:cubicBezTo>
                  <a:pt x="136639" y="10144"/>
                  <a:pt x="137564" y="10739"/>
                  <a:pt x="138155" y="11456"/>
                </a:cubicBezTo>
                <a:cubicBezTo>
                  <a:pt x="138747" y="12173"/>
                  <a:pt x="139161" y="13079"/>
                  <a:pt x="139397" y="14173"/>
                </a:cubicBezTo>
                <a:cubicBezTo>
                  <a:pt x="139530" y="14854"/>
                  <a:pt x="139597" y="16081"/>
                  <a:pt x="139597" y="17855"/>
                </a:cubicBezTo>
                <a:lnTo>
                  <a:pt x="139597" y="23179"/>
                </a:lnTo>
                <a:cubicBezTo>
                  <a:pt x="139597" y="26890"/>
                  <a:pt x="139682" y="29238"/>
                  <a:pt x="139852" y="30221"/>
                </a:cubicBezTo>
                <a:cubicBezTo>
                  <a:pt x="140022" y="31204"/>
                  <a:pt x="140358" y="32147"/>
                  <a:pt x="140861" y="33049"/>
                </a:cubicBezTo>
                <a:lnTo>
                  <a:pt x="136691" y="33049"/>
                </a:lnTo>
                <a:cubicBezTo>
                  <a:pt x="136277" y="32220"/>
                  <a:pt x="136011" y="31250"/>
                  <a:pt x="135893" y="30141"/>
                </a:cubicBezTo>
                <a:moveTo>
                  <a:pt x="135560" y="21205"/>
                </a:moveTo>
                <a:cubicBezTo>
                  <a:pt x="134111" y="21801"/>
                  <a:pt x="131937" y="22308"/>
                  <a:pt x="129039" y="22725"/>
                </a:cubicBezTo>
                <a:cubicBezTo>
                  <a:pt x="127398" y="22963"/>
                  <a:pt x="126237" y="23230"/>
                  <a:pt x="125557" y="23527"/>
                </a:cubicBezTo>
                <a:cubicBezTo>
                  <a:pt x="124876" y="23824"/>
                  <a:pt x="124351" y="24258"/>
                  <a:pt x="123982" y="24830"/>
                </a:cubicBezTo>
                <a:cubicBezTo>
                  <a:pt x="123612" y="25402"/>
                  <a:pt x="123427" y="26037"/>
                  <a:pt x="123427" y="26734"/>
                </a:cubicBezTo>
                <a:cubicBezTo>
                  <a:pt x="123427" y="27803"/>
                  <a:pt x="123830" y="28694"/>
                  <a:pt x="124636" y="29407"/>
                </a:cubicBezTo>
                <a:cubicBezTo>
                  <a:pt x="125442" y="30120"/>
                  <a:pt x="126621" y="30476"/>
                  <a:pt x="128174" y="30476"/>
                </a:cubicBezTo>
                <a:cubicBezTo>
                  <a:pt x="129712" y="30476"/>
                  <a:pt x="131079" y="30138"/>
                  <a:pt x="132277" y="29462"/>
                </a:cubicBezTo>
                <a:cubicBezTo>
                  <a:pt x="133475" y="28786"/>
                  <a:pt x="134355" y="27861"/>
                  <a:pt x="134917" y="26687"/>
                </a:cubicBezTo>
                <a:cubicBezTo>
                  <a:pt x="135346" y="25781"/>
                  <a:pt x="135560" y="24443"/>
                  <a:pt x="135560" y="22675"/>
                </a:cubicBezTo>
                <a:lnTo>
                  <a:pt x="135560" y="21205"/>
                </a:lnTo>
                <a:close/>
                <a:moveTo>
                  <a:pt x="145917" y="33049"/>
                </a:moveTo>
                <a:lnTo>
                  <a:pt x="145917" y="532"/>
                </a:lnTo>
                <a:lnTo>
                  <a:pt x="149910" y="532"/>
                </a:lnTo>
                <a:lnTo>
                  <a:pt x="149910" y="33049"/>
                </a:lnTo>
                <a:lnTo>
                  <a:pt x="145917" y="33049"/>
                </a:lnTo>
                <a:close/>
                <a:moveTo>
                  <a:pt x="172987" y="25463"/>
                </a:moveTo>
                <a:lnTo>
                  <a:pt x="177113" y="25973"/>
                </a:lnTo>
                <a:cubicBezTo>
                  <a:pt x="176462" y="28384"/>
                  <a:pt x="175257" y="30254"/>
                  <a:pt x="173497" y="31585"/>
                </a:cubicBezTo>
                <a:cubicBezTo>
                  <a:pt x="171738" y="32916"/>
                  <a:pt x="169490" y="33581"/>
                  <a:pt x="166754" y="33581"/>
                </a:cubicBezTo>
                <a:cubicBezTo>
                  <a:pt x="163309" y="33581"/>
                  <a:pt x="160577" y="32520"/>
                  <a:pt x="158559" y="30398"/>
                </a:cubicBezTo>
                <a:cubicBezTo>
                  <a:pt x="156540" y="28276"/>
                  <a:pt x="155531" y="25301"/>
                  <a:pt x="155531" y="21471"/>
                </a:cubicBezTo>
                <a:cubicBezTo>
                  <a:pt x="155531" y="17508"/>
                  <a:pt x="156551" y="14432"/>
                  <a:pt x="158592" y="12244"/>
                </a:cubicBezTo>
                <a:cubicBezTo>
                  <a:pt x="160633" y="10055"/>
                  <a:pt x="163279" y="8961"/>
                  <a:pt x="166533" y="8961"/>
                </a:cubicBezTo>
                <a:cubicBezTo>
                  <a:pt x="169682" y="8961"/>
                  <a:pt x="172255" y="10031"/>
                  <a:pt x="174251" y="12172"/>
                </a:cubicBezTo>
                <a:cubicBezTo>
                  <a:pt x="176248" y="14313"/>
                  <a:pt x="177246" y="17324"/>
                  <a:pt x="177246" y="21207"/>
                </a:cubicBezTo>
                <a:cubicBezTo>
                  <a:pt x="177246" y="21443"/>
                  <a:pt x="177238" y="21797"/>
                  <a:pt x="177224" y="22269"/>
                </a:cubicBezTo>
                <a:lnTo>
                  <a:pt x="159657" y="22269"/>
                </a:lnTo>
                <a:cubicBezTo>
                  <a:pt x="159804" y="24850"/>
                  <a:pt x="160536" y="26825"/>
                  <a:pt x="161852" y="28197"/>
                </a:cubicBezTo>
                <a:cubicBezTo>
                  <a:pt x="163168" y="29568"/>
                  <a:pt x="164810" y="30254"/>
                  <a:pt x="166777" y="30254"/>
                </a:cubicBezTo>
                <a:cubicBezTo>
                  <a:pt x="168240" y="30254"/>
                  <a:pt x="169490" y="29873"/>
                  <a:pt x="170525" y="29112"/>
                </a:cubicBezTo>
                <a:cubicBezTo>
                  <a:pt x="171560" y="28350"/>
                  <a:pt x="172381" y="27134"/>
                  <a:pt x="172987" y="25463"/>
                </a:cubicBezTo>
                <a:moveTo>
                  <a:pt x="159878" y="18942"/>
                </a:moveTo>
                <a:lnTo>
                  <a:pt x="173031" y="18942"/>
                </a:lnTo>
                <a:cubicBezTo>
                  <a:pt x="172854" y="16993"/>
                  <a:pt x="172351" y="15531"/>
                  <a:pt x="171523" y="14557"/>
                </a:cubicBezTo>
                <a:cubicBezTo>
                  <a:pt x="170251" y="13044"/>
                  <a:pt x="168603" y="12288"/>
                  <a:pt x="166577" y="12288"/>
                </a:cubicBezTo>
                <a:cubicBezTo>
                  <a:pt x="164743" y="12288"/>
                  <a:pt x="163202" y="12892"/>
                  <a:pt x="161952" y="14099"/>
                </a:cubicBezTo>
                <a:cubicBezTo>
                  <a:pt x="160703" y="15306"/>
                  <a:pt x="160011" y="16920"/>
                  <a:pt x="159878" y="18942"/>
                </a:cubicBezTo>
                <a:close/>
                <a:moveTo>
                  <a:pt x="180658" y="25996"/>
                </a:moveTo>
                <a:lnTo>
                  <a:pt x="184606" y="25375"/>
                </a:lnTo>
                <a:cubicBezTo>
                  <a:pt x="184828" y="26950"/>
                  <a:pt x="185445" y="28157"/>
                  <a:pt x="186458" y="28996"/>
                </a:cubicBezTo>
                <a:cubicBezTo>
                  <a:pt x="187471" y="29835"/>
                  <a:pt x="188887" y="30254"/>
                  <a:pt x="190706" y="30254"/>
                </a:cubicBezTo>
                <a:cubicBezTo>
                  <a:pt x="192539" y="30254"/>
                  <a:pt x="193900" y="29884"/>
                  <a:pt x="194787" y="29143"/>
                </a:cubicBezTo>
                <a:cubicBezTo>
                  <a:pt x="195674" y="28402"/>
                  <a:pt x="196118" y="27533"/>
                  <a:pt x="196118" y="26536"/>
                </a:cubicBezTo>
                <a:cubicBezTo>
                  <a:pt x="196118" y="25640"/>
                  <a:pt x="195726" y="24936"/>
                  <a:pt x="194942" y="24423"/>
                </a:cubicBezTo>
                <a:cubicBezTo>
                  <a:pt x="194395" y="24071"/>
                  <a:pt x="193035" y="23623"/>
                  <a:pt x="190861" y="23080"/>
                </a:cubicBezTo>
                <a:cubicBezTo>
                  <a:pt x="187933" y="22340"/>
                  <a:pt x="185904" y="21700"/>
                  <a:pt x="184772" y="21160"/>
                </a:cubicBezTo>
                <a:cubicBezTo>
                  <a:pt x="183641" y="20620"/>
                  <a:pt x="182784" y="19873"/>
                  <a:pt x="182200" y="18918"/>
                </a:cubicBezTo>
                <a:cubicBezTo>
                  <a:pt x="181615" y="17963"/>
                  <a:pt x="181323" y="16909"/>
                  <a:pt x="181323" y="15754"/>
                </a:cubicBezTo>
                <a:cubicBezTo>
                  <a:pt x="181323" y="14704"/>
                  <a:pt x="181564" y="13730"/>
                  <a:pt x="182044" y="12835"/>
                </a:cubicBezTo>
                <a:cubicBezTo>
                  <a:pt x="182525" y="11939"/>
                  <a:pt x="183179" y="11196"/>
                  <a:pt x="184007" y="10604"/>
                </a:cubicBezTo>
                <a:cubicBezTo>
                  <a:pt x="184628" y="10145"/>
                  <a:pt x="185475" y="9756"/>
                  <a:pt x="186547" y="9438"/>
                </a:cubicBezTo>
                <a:cubicBezTo>
                  <a:pt x="187619" y="9120"/>
                  <a:pt x="188769" y="8961"/>
                  <a:pt x="189996" y="8961"/>
                </a:cubicBezTo>
                <a:cubicBezTo>
                  <a:pt x="191844" y="8961"/>
                  <a:pt x="193467" y="9229"/>
                  <a:pt x="194865" y="9765"/>
                </a:cubicBezTo>
                <a:cubicBezTo>
                  <a:pt x="196262" y="10301"/>
                  <a:pt x="197293" y="11026"/>
                  <a:pt x="197959" y="11942"/>
                </a:cubicBezTo>
                <a:cubicBezTo>
                  <a:pt x="198624" y="12858"/>
                  <a:pt x="199083" y="14082"/>
                  <a:pt x="199334" y="15615"/>
                </a:cubicBezTo>
                <a:lnTo>
                  <a:pt x="195430" y="16147"/>
                </a:lnTo>
                <a:cubicBezTo>
                  <a:pt x="195253" y="14935"/>
                  <a:pt x="194739" y="13989"/>
                  <a:pt x="193889" y="13308"/>
                </a:cubicBezTo>
                <a:cubicBezTo>
                  <a:pt x="193038" y="12628"/>
                  <a:pt x="191837" y="12288"/>
                  <a:pt x="190284" y="12288"/>
                </a:cubicBezTo>
                <a:cubicBezTo>
                  <a:pt x="188451" y="12288"/>
                  <a:pt x="187142" y="12590"/>
                  <a:pt x="186358" y="13193"/>
                </a:cubicBezTo>
                <a:cubicBezTo>
                  <a:pt x="185575" y="13796"/>
                  <a:pt x="185183" y="14503"/>
                  <a:pt x="185183" y="15312"/>
                </a:cubicBezTo>
                <a:cubicBezTo>
                  <a:pt x="185183" y="15827"/>
                  <a:pt x="185345" y="16290"/>
                  <a:pt x="185671" y="16703"/>
                </a:cubicBezTo>
                <a:cubicBezTo>
                  <a:pt x="185996" y="17129"/>
                  <a:pt x="186506" y="17482"/>
                  <a:pt x="187201" y="17762"/>
                </a:cubicBezTo>
                <a:cubicBezTo>
                  <a:pt x="187601" y="17909"/>
                  <a:pt x="188776" y="18248"/>
                  <a:pt x="190728" y="18777"/>
                </a:cubicBezTo>
                <a:cubicBezTo>
                  <a:pt x="193552" y="19531"/>
                  <a:pt x="195523" y="20148"/>
                  <a:pt x="196639" y="20628"/>
                </a:cubicBezTo>
                <a:cubicBezTo>
                  <a:pt x="197755" y="21108"/>
                  <a:pt x="198632" y="21806"/>
                  <a:pt x="199267" y="22723"/>
                </a:cubicBezTo>
                <a:cubicBezTo>
                  <a:pt x="199903" y="23638"/>
                  <a:pt x="200221" y="24776"/>
                  <a:pt x="200221" y="26135"/>
                </a:cubicBezTo>
                <a:cubicBezTo>
                  <a:pt x="200221" y="27465"/>
                  <a:pt x="199833" y="28717"/>
                  <a:pt x="199057" y="29892"/>
                </a:cubicBezTo>
                <a:cubicBezTo>
                  <a:pt x="198280" y="31066"/>
                  <a:pt x="197160" y="31974"/>
                  <a:pt x="195696" y="32617"/>
                </a:cubicBezTo>
                <a:cubicBezTo>
                  <a:pt x="194232" y="33260"/>
                  <a:pt x="192576" y="33581"/>
                  <a:pt x="190728" y="33581"/>
                </a:cubicBezTo>
                <a:cubicBezTo>
                  <a:pt x="187667" y="33581"/>
                  <a:pt x="185334" y="32944"/>
                  <a:pt x="183730" y="31668"/>
                </a:cubicBezTo>
                <a:cubicBezTo>
                  <a:pt x="182126" y="30393"/>
                  <a:pt x="181102" y="28502"/>
                  <a:pt x="180658" y="25996"/>
                </a:cubicBezTo>
                <a:close/>
                <a:moveTo>
                  <a:pt x="201974" y="33581"/>
                </a:moveTo>
                <a:lnTo>
                  <a:pt x="211400" y="0"/>
                </a:lnTo>
                <a:lnTo>
                  <a:pt x="214594" y="0"/>
                </a:lnTo>
                <a:lnTo>
                  <a:pt x="205190" y="33581"/>
                </a:lnTo>
                <a:lnTo>
                  <a:pt x="201974" y="33581"/>
                </a:lnTo>
                <a:close/>
                <a:moveTo>
                  <a:pt x="216000" y="25996"/>
                </a:moveTo>
                <a:lnTo>
                  <a:pt x="219948" y="25375"/>
                </a:lnTo>
                <a:cubicBezTo>
                  <a:pt x="220170" y="26950"/>
                  <a:pt x="220787" y="28157"/>
                  <a:pt x="221800" y="28996"/>
                </a:cubicBezTo>
                <a:cubicBezTo>
                  <a:pt x="222813" y="29835"/>
                  <a:pt x="224229" y="30254"/>
                  <a:pt x="226048" y="30254"/>
                </a:cubicBezTo>
                <a:cubicBezTo>
                  <a:pt x="227881" y="30254"/>
                  <a:pt x="229242" y="29884"/>
                  <a:pt x="230129" y="29143"/>
                </a:cubicBezTo>
                <a:cubicBezTo>
                  <a:pt x="231016" y="28402"/>
                  <a:pt x="231460" y="27533"/>
                  <a:pt x="231460" y="26536"/>
                </a:cubicBezTo>
                <a:cubicBezTo>
                  <a:pt x="231460" y="25640"/>
                  <a:pt x="231068" y="24936"/>
                  <a:pt x="230284" y="24423"/>
                </a:cubicBezTo>
                <a:cubicBezTo>
                  <a:pt x="229737" y="24071"/>
                  <a:pt x="228377" y="23623"/>
                  <a:pt x="226203" y="23080"/>
                </a:cubicBezTo>
                <a:cubicBezTo>
                  <a:pt x="223275" y="22340"/>
                  <a:pt x="221246" y="21700"/>
                  <a:pt x="220114" y="21160"/>
                </a:cubicBezTo>
                <a:cubicBezTo>
                  <a:pt x="218983" y="20620"/>
                  <a:pt x="218125" y="19873"/>
                  <a:pt x="217541" y="18918"/>
                </a:cubicBezTo>
                <a:cubicBezTo>
                  <a:pt x="216957" y="17963"/>
                  <a:pt x="216665" y="16909"/>
                  <a:pt x="216665" y="15754"/>
                </a:cubicBezTo>
                <a:cubicBezTo>
                  <a:pt x="216665" y="14704"/>
                  <a:pt x="216906" y="13730"/>
                  <a:pt x="217386" y="12835"/>
                </a:cubicBezTo>
                <a:cubicBezTo>
                  <a:pt x="217867" y="11939"/>
                  <a:pt x="218521" y="11196"/>
                  <a:pt x="219349" y="10604"/>
                </a:cubicBezTo>
                <a:cubicBezTo>
                  <a:pt x="219970" y="10145"/>
                  <a:pt x="220817" y="9756"/>
                  <a:pt x="221889" y="9438"/>
                </a:cubicBezTo>
                <a:cubicBezTo>
                  <a:pt x="222961" y="9120"/>
                  <a:pt x="224111" y="8961"/>
                  <a:pt x="225338" y="8961"/>
                </a:cubicBezTo>
                <a:cubicBezTo>
                  <a:pt x="227186" y="8961"/>
                  <a:pt x="228809" y="9229"/>
                  <a:pt x="230206" y="9765"/>
                </a:cubicBezTo>
                <a:cubicBezTo>
                  <a:pt x="231604" y="10301"/>
                  <a:pt x="232635" y="11026"/>
                  <a:pt x="233301" y="11942"/>
                </a:cubicBezTo>
                <a:cubicBezTo>
                  <a:pt x="233966" y="12858"/>
                  <a:pt x="234424" y="14082"/>
                  <a:pt x="234676" y="15615"/>
                </a:cubicBezTo>
                <a:lnTo>
                  <a:pt x="230772" y="16147"/>
                </a:lnTo>
                <a:cubicBezTo>
                  <a:pt x="230595" y="14935"/>
                  <a:pt x="230081" y="13989"/>
                  <a:pt x="229231" y="13308"/>
                </a:cubicBezTo>
                <a:cubicBezTo>
                  <a:pt x="228380" y="12628"/>
                  <a:pt x="227179" y="12288"/>
                  <a:pt x="225626" y="12288"/>
                </a:cubicBezTo>
                <a:cubicBezTo>
                  <a:pt x="223793" y="12288"/>
                  <a:pt x="222484" y="12590"/>
                  <a:pt x="221700" y="13193"/>
                </a:cubicBezTo>
                <a:cubicBezTo>
                  <a:pt x="220917" y="13796"/>
                  <a:pt x="220525" y="14503"/>
                  <a:pt x="220525" y="15312"/>
                </a:cubicBezTo>
                <a:cubicBezTo>
                  <a:pt x="220525" y="15827"/>
                  <a:pt x="220687" y="16290"/>
                  <a:pt x="221013" y="16703"/>
                </a:cubicBezTo>
                <a:cubicBezTo>
                  <a:pt x="221338" y="17129"/>
                  <a:pt x="221848" y="17482"/>
                  <a:pt x="222543" y="17762"/>
                </a:cubicBezTo>
                <a:cubicBezTo>
                  <a:pt x="222942" y="17909"/>
                  <a:pt x="224118" y="18248"/>
                  <a:pt x="226070" y="18777"/>
                </a:cubicBezTo>
                <a:cubicBezTo>
                  <a:pt x="228894" y="19531"/>
                  <a:pt x="230864" y="20148"/>
                  <a:pt x="231981" y="20628"/>
                </a:cubicBezTo>
                <a:cubicBezTo>
                  <a:pt x="233097" y="21108"/>
                  <a:pt x="233973" y="21806"/>
                  <a:pt x="234609" y="22723"/>
                </a:cubicBezTo>
                <a:cubicBezTo>
                  <a:pt x="235245" y="23638"/>
                  <a:pt x="235563" y="24776"/>
                  <a:pt x="235563" y="26135"/>
                </a:cubicBezTo>
                <a:cubicBezTo>
                  <a:pt x="235563" y="27465"/>
                  <a:pt x="235175" y="28717"/>
                  <a:pt x="234399" y="29892"/>
                </a:cubicBezTo>
                <a:cubicBezTo>
                  <a:pt x="233622" y="31066"/>
                  <a:pt x="232502" y="31974"/>
                  <a:pt x="231038" y="32617"/>
                </a:cubicBezTo>
                <a:cubicBezTo>
                  <a:pt x="229574" y="33260"/>
                  <a:pt x="227918" y="33581"/>
                  <a:pt x="226070" y="33581"/>
                </a:cubicBezTo>
                <a:cubicBezTo>
                  <a:pt x="223009" y="33581"/>
                  <a:pt x="220676" y="32944"/>
                  <a:pt x="219072" y="31668"/>
                </a:cubicBezTo>
                <a:cubicBezTo>
                  <a:pt x="217467" y="30393"/>
                  <a:pt x="216443" y="28502"/>
                  <a:pt x="216000" y="25996"/>
                </a:cubicBezTo>
                <a:close/>
                <a:moveTo>
                  <a:pt x="255680" y="24399"/>
                </a:moveTo>
                <a:lnTo>
                  <a:pt x="259606" y="24909"/>
                </a:lnTo>
                <a:cubicBezTo>
                  <a:pt x="259177" y="27622"/>
                  <a:pt x="258079" y="29745"/>
                  <a:pt x="256312" y="31280"/>
                </a:cubicBezTo>
                <a:cubicBezTo>
                  <a:pt x="254545" y="32814"/>
                  <a:pt x="252375" y="33581"/>
                  <a:pt x="249802" y="33581"/>
                </a:cubicBezTo>
                <a:cubicBezTo>
                  <a:pt x="246579" y="33581"/>
                  <a:pt x="243987" y="32528"/>
                  <a:pt x="242028" y="30421"/>
                </a:cubicBezTo>
                <a:cubicBezTo>
                  <a:pt x="240069" y="28313"/>
                  <a:pt x="239089" y="25293"/>
                  <a:pt x="239089" y="21360"/>
                </a:cubicBezTo>
                <a:cubicBezTo>
                  <a:pt x="239089" y="18816"/>
                  <a:pt x="239511" y="16591"/>
                  <a:pt x="240353" y="14683"/>
                </a:cubicBezTo>
                <a:cubicBezTo>
                  <a:pt x="241196" y="12776"/>
                  <a:pt x="242479" y="11345"/>
                  <a:pt x="244202" y="10392"/>
                </a:cubicBezTo>
                <a:cubicBezTo>
                  <a:pt x="245924" y="9438"/>
                  <a:pt x="247799" y="8961"/>
                  <a:pt x="249825" y="8961"/>
                </a:cubicBezTo>
                <a:cubicBezTo>
                  <a:pt x="252383" y="8961"/>
                  <a:pt x="254475" y="9610"/>
                  <a:pt x="256102" y="10908"/>
                </a:cubicBezTo>
                <a:cubicBezTo>
                  <a:pt x="257728" y="12206"/>
                  <a:pt x="258771" y="14048"/>
                  <a:pt x="259229" y="16436"/>
                </a:cubicBezTo>
                <a:lnTo>
                  <a:pt x="255348" y="17035"/>
                </a:lnTo>
                <a:cubicBezTo>
                  <a:pt x="254978" y="15460"/>
                  <a:pt x="254324" y="14275"/>
                  <a:pt x="253385" y="13480"/>
                </a:cubicBezTo>
                <a:cubicBezTo>
                  <a:pt x="252446" y="12685"/>
                  <a:pt x="251311" y="12288"/>
                  <a:pt x="249980" y="12288"/>
                </a:cubicBezTo>
                <a:cubicBezTo>
                  <a:pt x="247969" y="12288"/>
                  <a:pt x="246335" y="13005"/>
                  <a:pt x="245078" y="14440"/>
                </a:cubicBezTo>
                <a:cubicBezTo>
                  <a:pt x="243821" y="15875"/>
                  <a:pt x="243193" y="18144"/>
                  <a:pt x="243193" y="21249"/>
                </a:cubicBezTo>
                <a:cubicBezTo>
                  <a:pt x="243193" y="24398"/>
                  <a:pt x="243799" y="26686"/>
                  <a:pt x="245011" y="28114"/>
                </a:cubicBezTo>
                <a:cubicBezTo>
                  <a:pt x="246224" y="29541"/>
                  <a:pt x="247806" y="30254"/>
                  <a:pt x="249758" y="30254"/>
                </a:cubicBezTo>
                <a:cubicBezTo>
                  <a:pt x="251325" y="30254"/>
                  <a:pt x="252634" y="29775"/>
                  <a:pt x="253684" y="28818"/>
                </a:cubicBezTo>
                <a:cubicBezTo>
                  <a:pt x="254734" y="27861"/>
                  <a:pt x="255399" y="26387"/>
                  <a:pt x="255680" y="24399"/>
                </a:cubicBezTo>
                <a:close/>
                <a:moveTo>
                  <a:pt x="278393" y="30141"/>
                </a:moveTo>
                <a:cubicBezTo>
                  <a:pt x="276915" y="31398"/>
                  <a:pt x="275491" y="32286"/>
                  <a:pt x="274124" y="32804"/>
                </a:cubicBezTo>
                <a:cubicBezTo>
                  <a:pt x="272756" y="33322"/>
                  <a:pt x="271288" y="33581"/>
                  <a:pt x="269721" y="33581"/>
                </a:cubicBezTo>
                <a:cubicBezTo>
                  <a:pt x="267133" y="33581"/>
                  <a:pt x="265144" y="32949"/>
                  <a:pt x="263754" y="31683"/>
                </a:cubicBezTo>
                <a:cubicBezTo>
                  <a:pt x="262364" y="30418"/>
                  <a:pt x="261669" y="28802"/>
                  <a:pt x="261669" y="26834"/>
                </a:cubicBezTo>
                <a:cubicBezTo>
                  <a:pt x="261669" y="25680"/>
                  <a:pt x="261932" y="24626"/>
                  <a:pt x="262457" y="23671"/>
                </a:cubicBezTo>
                <a:cubicBezTo>
                  <a:pt x="262982" y="22717"/>
                  <a:pt x="263669" y="21951"/>
                  <a:pt x="264519" y="21374"/>
                </a:cubicBezTo>
                <a:cubicBezTo>
                  <a:pt x="265370" y="20797"/>
                  <a:pt x="266327" y="20360"/>
                  <a:pt x="267392" y="20064"/>
                </a:cubicBezTo>
                <a:cubicBezTo>
                  <a:pt x="268176" y="19857"/>
                  <a:pt x="269358" y="19657"/>
                  <a:pt x="270941" y="19465"/>
                </a:cubicBezTo>
                <a:cubicBezTo>
                  <a:pt x="274164" y="19083"/>
                  <a:pt x="276538" y="18628"/>
                  <a:pt x="278061" y="18099"/>
                </a:cubicBezTo>
                <a:cubicBezTo>
                  <a:pt x="278075" y="17554"/>
                  <a:pt x="278083" y="17208"/>
                  <a:pt x="278083" y="17061"/>
                </a:cubicBezTo>
                <a:cubicBezTo>
                  <a:pt x="278083" y="15440"/>
                  <a:pt x="277706" y="14299"/>
                  <a:pt x="276952" y="13636"/>
                </a:cubicBezTo>
                <a:cubicBezTo>
                  <a:pt x="275931" y="12737"/>
                  <a:pt x="274416" y="12288"/>
                  <a:pt x="272405" y="12288"/>
                </a:cubicBezTo>
                <a:cubicBezTo>
                  <a:pt x="270527" y="12288"/>
                  <a:pt x="269140" y="12617"/>
                  <a:pt x="268246" y="13275"/>
                </a:cubicBezTo>
                <a:cubicBezTo>
                  <a:pt x="267351" y="13933"/>
                  <a:pt x="266689" y="15098"/>
                  <a:pt x="266261" y="16768"/>
                </a:cubicBezTo>
                <a:lnTo>
                  <a:pt x="262357" y="16236"/>
                </a:lnTo>
                <a:cubicBezTo>
                  <a:pt x="262712" y="14560"/>
                  <a:pt x="263296" y="13207"/>
                  <a:pt x="264109" y="12176"/>
                </a:cubicBezTo>
                <a:cubicBezTo>
                  <a:pt x="264922" y="11145"/>
                  <a:pt x="266098" y="10351"/>
                  <a:pt x="267636" y="9795"/>
                </a:cubicBezTo>
                <a:cubicBezTo>
                  <a:pt x="269174" y="9239"/>
                  <a:pt x="270955" y="8961"/>
                  <a:pt x="272981" y="8961"/>
                </a:cubicBezTo>
                <a:cubicBezTo>
                  <a:pt x="274992" y="8961"/>
                  <a:pt x="276626" y="9198"/>
                  <a:pt x="277883" y="9671"/>
                </a:cubicBezTo>
                <a:cubicBezTo>
                  <a:pt x="279140" y="10144"/>
                  <a:pt x="280064" y="10739"/>
                  <a:pt x="280656" y="11456"/>
                </a:cubicBezTo>
                <a:cubicBezTo>
                  <a:pt x="281247" y="12173"/>
                  <a:pt x="281661" y="13079"/>
                  <a:pt x="281898" y="14173"/>
                </a:cubicBezTo>
                <a:cubicBezTo>
                  <a:pt x="282031" y="14854"/>
                  <a:pt x="282097" y="16081"/>
                  <a:pt x="282097" y="17855"/>
                </a:cubicBezTo>
                <a:lnTo>
                  <a:pt x="282097" y="23179"/>
                </a:lnTo>
                <a:cubicBezTo>
                  <a:pt x="282097" y="26890"/>
                  <a:pt x="282183" y="29238"/>
                  <a:pt x="282353" y="30221"/>
                </a:cubicBezTo>
                <a:cubicBezTo>
                  <a:pt x="282523" y="31204"/>
                  <a:pt x="282859" y="32147"/>
                  <a:pt x="283362" y="33049"/>
                </a:cubicBezTo>
                <a:lnTo>
                  <a:pt x="279192" y="33049"/>
                </a:lnTo>
                <a:cubicBezTo>
                  <a:pt x="278778" y="32220"/>
                  <a:pt x="278512" y="31250"/>
                  <a:pt x="278393" y="30141"/>
                </a:cubicBezTo>
                <a:moveTo>
                  <a:pt x="278061" y="21205"/>
                </a:moveTo>
                <a:cubicBezTo>
                  <a:pt x="276611" y="21801"/>
                  <a:pt x="274438" y="22308"/>
                  <a:pt x="271540" y="22725"/>
                </a:cubicBezTo>
                <a:cubicBezTo>
                  <a:pt x="269898" y="22963"/>
                  <a:pt x="268737" y="23230"/>
                  <a:pt x="268057" y="23527"/>
                </a:cubicBezTo>
                <a:cubicBezTo>
                  <a:pt x="267377" y="23824"/>
                  <a:pt x="266852" y="24258"/>
                  <a:pt x="266482" y="24830"/>
                </a:cubicBezTo>
                <a:cubicBezTo>
                  <a:pt x="266113" y="25402"/>
                  <a:pt x="265928" y="26037"/>
                  <a:pt x="265928" y="26734"/>
                </a:cubicBezTo>
                <a:cubicBezTo>
                  <a:pt x="265928" y="27803"/>
                  <a:pt x="266331" y="28694"/>
                  <a:pt x="267137" y="29407"/>
                </a:cubicBezTo>
                <a:cubicBezTo>
                  <a:pt x="267943" y="30120"/>
                  <a:pt x="269122" y="30476"/>
                  <a:pt x="270675" y="30476"/>
                </a:cubicBezTo>
                <a:cubicBezTo>
                  <a:pt x="272212" y="30476"/>
                  <a:pt x="273580" y="30138"/>
                  <a:pt x="274778" y="29462"/>
                </a:cubicBezTo>
                <a:cubicBezTo>
                  <a:pt x="275976" y="28786"/>
                  <a:pt x="276855" y="27861"/>
                  <a:pt x="277417" y="26687"/>
                </a:cubicBezTo>
                <a:cubicBezTo>
                  <a:pt x="277846" y="25781"/>
                  <a:pt x="278061" y="24443"/>
                  <a:pt x="278061" y="22675"/>
                </a:cubicBezTo>
                <a:lnTo>
                  <a:pt x="278061" y="21205"/>
                </a:lnTo>
                <a:close/>
                <a:moveTo>
                  <a:pt x="288417" y="33049"/>
                </a:moveTo>
                <a:lnTo>
                  <a:pt x="288417" y="532"/>
                </a:lnTo>
                <a:lnTo>
                  <a:pt x="292410" y="532"/>
                </a:lnTo>
                <a:lnTo>
                  <a:pt x="292410" y="33049"/>
                </a:lnTo>
                <a:lnTo>
                  <a:pt x="288417" y="33049"/>
                </a:lnTo>
                <a:close/>
                <a:moveTo>
                  <a:pt x="315488" y="25463"/>
                </a:moveTo>
                <a:lnTo>
                  <a:pt x="319614" y="25973"/>
                </a:lnTo>
                <a:cubicBezTo>
                  <a:pt x="318963" y="28384"/>
                  <a:pt x="317758" y="30254"/>
                  <a:pt x="315998" y="31585"/>
                </a:cubicBezTo>
                <a:cubicBezTo>
                  <a:pt x="314239" y="32916"/>
                  <a:pt x="311991" y="33581"/>
                  <a:pt x="309256" y="33581"/>
                </a:cubicBezTo>
                <a:cubicBezTo>
                  <a:pt x="305810" y="33581"/>
                  <a:pt x="303078" y="32520"/>
                  <a:pt x="301060" y="30398"/>
                </a:cubicBezTo>
                <a:cubicBezTo>
                  <a:pt x="299041" y="28276"/>
                  <a:pt x="298032" y="25301"/>
                  <a:pt x="298032" y="21471"/>
                </a:cubicBezTo>
                <a:cubicBezTo>
                  <a:pt x="298032" y="17508"/>
                  <a:pt x="299053" y="14432"/>
                  <a:pt x="301093" y="12244"/>
                </a:cubicBezTo>
                <a:cubicBezTo>
                  <a:pt x="303134" y="10055"/>
                  <a:pt x="305781" y="8961"/>
                  <a:pt x="309034" y="8961"/>
                </a:cubicBezTo>
                <a:cubicBezTo>
                  <a:pt x="312183" y="8961"/>
                  <a:pt x="314756" y="10031"/>
                  <a:pt x="316753" y="12172"/>
                </a:cubicBezTo>
                <a:cubicBezTo>
                  <a:pt x="318749" y="14313"/>
                  <a:pt x="319747" y="17324"/>
                  <a:pt x="319747" y="21207"/>
                </a:cubicBezTo>
                <a:cubicBezTo>
                  <a:pt x="319747" y="21443"/>
                  <a:pt x="319740" y="21797"/>
                  <a:pt x="319725" y="22269"/>
                </a:cubicBezTo>
                <a:lnTo>
                  <a:pt x="302158" y="22269"/>
                </a:lnTo>
                <a:cubicBezTo>
                  <a:pt x="302306" y="24850"/>
                  <a:pt x="303038" y="26825"/>
                  <a:pt x="304354" y="28197"/>
                </a:cubicBezTo>
                <a:cubicBezTo>
                  <a:pt x="305670" y="29568"/>
                  <a:pt x="307311" y="30254"/>
                  <a:pt x="309278" y="30254"/>
                </a:cubicBezTo>
                <a:cubicBezTo>
                  <a:pt x="310742" y="30254"/>
                  <a:pt x="311991" y="29873"/>
                  <a:pt x="313026" y="29112"/>
                </a:cubicBezTo>
                <a:cubicBezTo>
                  <a:pt x="314061" y="28350"/>
                  <a:pt x="314882" y="27134"/>
                  <a:pt x="315488" y="25463"/>
                </a:cubicBezTo>
                <a:moveTo>
                  <a:pt x="302380" y="18942"/>
                </a:moveTo>
                <a:lnTo>
                  <a:pt x="315533" y="18942"/>
                </a:lnTo>
                <a:cubicBezTo>
                  <a:pt x="315355" y="16993"/>
                  <a:pt x="314852" y="15531"/>
                  <a:pt x="314024" y="14557"/>
                </a:cubicBezTo>
                <a:cubicBezTo>
                  <a:pt x="312753" y="13044"/>
                  <a:pt x="311104" y="12288"/>
                  <a:pt x="309078" y="12288"/>
                </a:cubicBezTo>
                <a:cubicBezTo>
                  <a:pt x="307245" y="12288"/>
                  <a:pt x="305703" y="12892"/>
                  <a:pt x="304453" y="14099"/>
                </a:cubicBezTo>
                <a:cubicBezTo>
                  <a:pt x="303204" y="15306"/>
                  <a:pt x="302513" y="16920"/>
                  <a:pt x="302380" y="18942"/>
                </a:cubicBezTo>
                <a:close/>
                <a:moveTo>
                  <a:pt x="325887" y="33049"/>
                </a:moveTo>
                <a:lnTo>
                  <a:pt x="325887" y="28480"/>
                </a:lnTo>
                <a:lnTo>
                  <a:pt x="330434" y="28480"/>
                </a:lnTo>
                <a:lnTo>
                  <a:pt x="330434" y="33049"/>
                </a:lnTo>
                <a:lnTo>
                  <a:pt x="325887" y="33049"/>
                </a:lnTo>
                <a:close/>
                <a:moveTo>
                  <a:pt x="337295" y="33049"/>
                </a:moveTo>
                <a:lnTo>
                  <a:pt x="337295" y="532"/>
                </a:lnTo>
                <a:lnTo>
                  <a:pt x="341288" y="532"/>
                </a:lnTo>
                <a:lnTo>
                  <a:pt x="341288" y="33049"/>
                </a:lnTo>
                <a:lnTo>
                  <a:pt x="337295" y="33049"/>
                </a:lnTo>
                <a:close/>
                <a:moveTo>
                  <a:pt x="348354" y="5146"/>
                </a:moveTo>
                <a:lnTo>
                  <a:pt x="348354" y="532"/>
                </a:lnTo>
                <a:lnTo>
                  <a:pt x="352346" y="532"/>
                </a:lnTo>
                <a:lnTo>
                  <a:pt x="352346" y="5146"/>
                </a:lnTo>
                <a:lnTo>
                  <a:pt x="348354" y="5146"/>
                </a:lnTo>
                <a:moveTo>
                  <a:pt x="348354" y="33049"/>
                </a:moveTo>
                <a:lnTo>
                  <a:pt x="348354" y="9493"/>
                </a:lnTo>
                <a:lnTo>
                  <a:pt x="352346" y="9493"/>
                </a:lnTo>
                <a:lnTo>
                  <a:pt x="352346" y="33049"/>
                </a:lnTo>
                <a:lnTo>
                  <a:pt x="348354" y="33049"/>
                </a:lnTo>
                <a:close/>
                <a:moveTo>
                  <a:pt x="359189" y="33049"/>
                </a:moveTo>
                <a:lnTo>
                  <a:pt x="359189" y="9493"/>
                </a:lnTo>
                <a:lnTo>
                  <a:pt x="362782" y="9493"/>
                </a:lnTo>
                <a:lnTo>
                  <a:pt x="362782" y="12820"/>
                </a:lnTo>
                <a:cubicBezTo>
                  <a:pt x="364512" y="10247"/>
                  <a:pt x="367011" y="8961"/>
                  <a:pt x="370279" y="8961"/>
                </a:cubicBezTo>
                <a:cubicBezTo>
                  <a:pt x="371698" y="8961"/>
                  <a:pt x="373003" y="9216"/>
                  <a:pt x="374194" y="9726"/>
                </a:cubicBezTo>
                <a:cubicBezTo>
                  <a:pt x="375384" y="10236"/>
                  <a:pt x="376275" y="10905"/>
                  <a:pt x="376866" y="11733"/>
                </a:cubicBezTo>
                <a:cubicBezTo>
                  <a:pt x="377458" y="12562"/>
                  <a:pt x="377872" y="13545"/>
                  <a:pt x="378109" y="14683"/>
                </a:cubicBezTo>
                <a:cubicBezTo>
                  <a:pt x="378256" y="15423"/>
                  <a:pt x="378330" y="16717"/>
                  <a:pt x="378330" y="18565"/>
                </a:cubicBezTo>
                <a:lnTo>
                  <a:pt x="378330" y="33049"/>
                </a:lnTo>
                <a:lnTo>
                  <a:pt x="374338" y="33049"/>
                </a:lnTo>
                <a:lnTo>
                  <a:pt x="374338" y="18705"/>
                </a:lnTo>
                <a:cubicBezTo>
                  <a:pt x="374338" y="17077"/>
                  <a:pt x="374183" y="15859"/>
                  <a:pt x="373872" y="15052"/>
                </a:cubicBezTo>
                <a:cubicBezTo>
                  <a:pt x="373562" y="14245"/>
                  <a:pt x="373011" y="13602"/>
                  <a:pt x="372220" y="13120"/>
                </a:cubicBezTo>
                <a:cubicBezTo>
                  <a:pt x="371428" y="12639"/>
                  <a:pt x="370501" y="12399"/>
                  <a:pt x="369436" y="12399"/>
                </a:cubicBezTo>
                <a:cubicBezTo>
                  <a:pt x="367735" y="12399"/>
                  <a:pt x="366268" y="12939"/>
                  <a:pt x="365033" y="14020"/>
                </a:cubicBezTo>
                <a:cubicBezTo>
                  <a:pt x="363798" y="15101"/>
                  <a:pt x="363181" y="17151"/>
                  <a:pt x="363181" y="20170"/>
                </a:cubicBezTo>
                <a:lnTo>
                  <a:pt x="363181" y="33049"/>
                </a:lnTo>
                <a:lnTo>
                  <a:pt x="359189" y="33049"/>
                </a:lnTo>
                <a:close/>
                <a:moveTo>
                  <a:pt x="400707" y="25463"/>
                </a:moveTo>
                <a:lnTo>
                  <a:pt x="404832" y="25973"/>
                </a:lnTo>
                <a:cubicBezTo>
                  <a:pt x="404182" y="28384"/>
                  <a:pt x="402976" y="30254"/>
                  <a:pt x="401217" y="31585"/>
                </a:cubicBezTo>
                <a:cubicBezTo>
                  <a:pt x="399457" y="32916"/>
                  <a:pt x="397210" y="33581"/>
                  <a:pt x="394474" y="33581"/>
                </a:cubicBezTo>
                <a:cubicBezTo>
                  <a:pt x="391029" y="33581"/>
                  <a:pt x="388297" y="32520"/>
                  <a:pt x="386278" y="30398"/>
                </a:cubicBezTo>
                <a:cubicBezTo>
                  <a:pt x="384260" y="28276"/>
                  <a:pt x="383251" y="25301"/>
                  <a:pt x="383251" y="21471"/>
                </a:cubicBezTo>
                <a:cubicBezTo>
                  <a:pt x="383251" y="17508"/>
                  <a:pt x="384271" y="14432"/>
                  <a:pt x="386312" y="12244"/>
                </a:cubicBezTo>
                <a:cubicBezTo>
                  <a:pt x="388352" y="10055"/>
                  <a:pt x="390999" y="8961"/>
                  <a:pt x="394252" y="8961"/>
                </a:cubicBezTo>
                <a:cubicBezTo>
                  <a:pt x="397402" y="8961"/>
                  <a:pt x="399975" y="10031"/>
                  <a:pt x="401971" y="12172"/>
                </a:cubicBezTo>
                <a:cubicBezTo>
                  <a:pt x="403967" y="14313"/>
                  <a:pt x="404965" y="17324"/>
                  <a:pt x="404965" y="21207"/>
                </a:cubicBezTo>
                <a:cubicBezTo>
                  <a:pt x="404965" y="21443"/>
                  <a:pt x="404958" y="21797"/>
                  <a:pt x="404943" y="22269"/>
                </a:cubicBezTo>
                <a:lnTo>
                  <a:pt x="387376" y="22269"/>
                </a:lnTo>
                <a:cubicBezTo>
                  <a:pt x="387524" y="24850"/>
                  <a:pt x="388256" y="26825"/>
                  <a:pt x="389572" y="28197"/>
                </a:cubicBezTo>
                <a:cubicBezTo>
                  <a:pt x="390888" y="29568"/>
                  <a:pt x="392529" y="30254"/>
                  <a:pt x="394496" y="30254"/>
                </a:cubicBezTo>
                <a:cubicBezTo>
                  <a:pt x="395960" y="30254"/>
                  <a:pt x="397210" y="29873"/>
                  <a:pt x="398245" y="29112"/>
                </a:cubicBezTo>
                <a:cubicBezTo>
                  <a:pt x="399280" y="28350"/>
                  <a:pt x="400100" y="27134"/>
                  <a:pt x="400707" y="25463"/>
                </a:cubicBezTo>
                <a:moveTo>
                  <a:pt x="387598" y="18942"/>
                </a:moveTo>
                <a:lnTo>
                  <a:pt x="400751" y="18942"/>
                </a:lnTo>
                <a:cubicBezTo>
                  <a:pt x="400574" y="16993"/>
                  <a:pt x="400071" y="15531"/>
                  <a:pt x="399243" y="14557"/>
                </a:cubicBezTo>
                <a:cubicBezTo>
                  <a:pt x="397971" y="13044"/>
                  <a:pt x="396322" y="12288"/>
                  <a:pt x="394296" y="12288"/>
                </a:cubicBezTo>
                <a:cubicBezTo>
                  <a:pt x="392463" y="12288"/>
                  <a:pt x="390921" y="12892"/>
                  <a:pt x="389672" y="14099"/>
                </a:cubicBezTo>
                <a:cubicBezTo>
                  <a:pt x="388422" y="15306"/>
                  <a:pt x="387731" y="16920"/>
                  <a:pt x="387598" y="18942"/>
                </a:cubicBezTo>
                <a:close/>
                <a:moveTo>
                  <a:pt x="425345" y="30141"/>
                </a:moveTo>
                <a:cubicBezTo>
                  <a:pt x="423867" y="31398"/>
                  <a:pt x="422443" y="32286"/>
                  <a:pt x="421076" y="32804"/>
                </a:cubicBezTo>
                <a:cubicBezTo>
                  <a:pt x="419708" y="33322"/>
                  <a:pt x="418240" y="33581"/>
                  <a:pt x="416673" y="33581"/>
                </a:cubicBezTo>
                <a:cubicBezTo>
                  <a:pt x="414085" y="33581"/>
                  <a:pt x="412096" y="32949"/>
                  <a:pt x="410706" y="31683"/>
                </a:cubicBezTo>
                <a:cubicBezTo>
                  <a:pt x="409316" y="30418"/>
                  <a:pt x="408621" y="28802"/>
                  <a:pt x="408621" y="26834"/>
                </a:cubicBezTo>
                <a:cubicBezTo>
                  <a:pt x="408621" y="25680"/>
                  <a:pt x="408884" y="24626"/>
                  <a:pt x="409409" y="23671"/>
                </a:cubicBezTo>
                <a:cubicBezTo>
                  <a:pt x="409934" y="22717"/>
                  <a:pt x="410621" y="21951"/>
                  <a:pt x="411472" y="21374"/>
                </a:cubicBezTo>
                <a:cubicBezTo>
                  <a:pt x="412322" y="20797"/>
                  <a:pt x="413279" y="20360"/>
                  <a:pt x="414344" y="20064"/>
                </a:cubicBezTo>
                <a:cubicBezTo>
                  <a:pt x="415128" y="19857"/>
                  <a:pt x="416311" y="19657"/>
                  <a:pt x="417893" y="19465"/>
                </a:cubicBezTo>
                <a:cubicBezTo>
                  <a:pt x="421116" y="19083"/>
                  <a:pt x="423490" y="18628"/>
                  <a:pt x="425013" y="18099"/>
                </a:cubicBezTo>
                <a:cubicBezTo>
                  <a:pt x="425027" y="17554"/>
                  <a:pt x="425035" y="17208"/>
                  <a:pt x="425035" y="17061"/>
                </a:cubicBezTo>
                <a:cubicBezTo>
                  <a:pt x="425035" y="15440"/>
                  <a:pt x="424658" y="14299"/>
                  <a:pt x="423904" y="13636"/>
                </a:cubicBezTo>
                <a:cubicBezTo>
                  <a:pt x="422883" y="12737"/>
                  <a:pt x="421368" y="12288"/>
                  <a:pt x="419357" y="12288"/>
                </a:cubicBezTo>
                <a:cubicBezTo>
                  <a:pt x="417479" y="12288"/>
                  <a:pt x="416092" y="12617"/>
                  <a:pt x="415198" y="13275"/>
                </a:cubicBezTo>
                <a:cubicBezTo>
                  <a:pt x="414303" y="13933"/>
                  <a:pt x="413642" y="15098"/>
                  <a:pt x="413213" y="16768"/>
                </a:cubicBezTo>
                <a:lnTo>
                  <a:pt x="409309" y="16236"/>
                </a:lnTo>
                <a:cubicBezTo>
                  <a:pt x="409664" y="14560"/>
                  <a:pt x="410248" y="13207"/>
                  <a:pt x="411061" y="12176"/>
                </a:cubicBezTo>
                <a:cubicBezTo>
                  <a:pt x="411874" y="11145"/>
                  <a:pt x="413050" y="10351"/>
                  <a:pt x="414588" y="9795"/>
                </a:cubicBezTo>
                <a:cubicBezTo>
                  <a:pt x="416126" y="9239"/>
                  <a:pt x="417908" y="8961"/>
                  <a:pt x="419933" y="8961"/>
                </a:cubicBezTo>
                <a:cubicBezTo>
                  <a:pt x="421944" y="8961"/>
                  <a:pt x="423578" y="9198"/>
                  <a:pt x="424835" y="9671"/>
                </a:cubicBezTo>
                <a:cubicBezTo>
                  <a:pt x="426092" y="10144"/>
                  <a:pt x="427016" y="10739"/>
                  <a:pt x="427608" y="11456"/>
                </a:cubicBezTo>
                <a:cubicBezTo>
                  <a:pt x="428199" y="12173"/>
                  <a:pt x="428613" y="13079"/>
                  <a:pt x="428850" y="14173"/>
                </a:cubicBezTo>
                <a:cubicBezTo>
                  <a:pt x="428983" y="14854"/>
                  <a:pt x="429050" y="16081"/>
                  <a:pt x="429050" y="17855"/>
                </a:cubicBezTo>
                <a:lnTo>
                  <a:pt x="429050" y="23179"/>
                </a:lnTo>
                <a:cubicBezTo>
                  <a:pt x="429050" y="26890"/>
                  <a:pt x="429135" y="29238"/>
                  <a:pt x="429305" y="30221"/>
                </a:cubicBezTo>
                <a:cubicBezTo>
                  <a:pt x="429475" y="31204"/>
                  <a:pt x="429811" y="32147"/>
                  <a:pt x="430314" y="33049"/>
                </a:cubicBezTo>
                <a:lnTo>
                  <a:pt x="426144" y="33049"/>
                </a:lnTo>
                <a:cubicBezTo>
                  <a:pt x="425730" y="32220"/>
                  <a:pt x="425464" y="31250"/>
                  <a:pt x="425345" y="30141"/>
                </a:cubicBezTo>
                <a:moveTo>
                  <a:pt x="425013" y="21205"/>
                </a:moveTo>
                <a:cubicBezTo>
                  <a:pt x="423564" y="21801"/>
                  <a:pt x="421390" y="22308"/>
                  <a:pt x="418492" y="22725"/>
                </a:cubicBezTo>
                <a:cubicBezTo>
                  <a:pt x="416850" y="22963"/>
                  <a:pt x="415690" y="23230"/>
                  <a:pt x="415009" y="23527"/>
                </a:cubicBezTo>
                <a:cubicBezTo>
                  <a:pt x="414329" y="23824"/>
                  <a:pt x="413804" y="24258"/>
                  <a:pt x="413434" y="24830"/>
                </a:cubicBezTo>
                <a:cubicBezTo>
                  <a:pt x="413065" y="25402"/>
                  <a:pt x="412880" y="26037"/>
                  <a:pt x="412880" y="26734"/>
                </a:cubicBezTo>
                <a:cubicBezTo>
                  <a:pt x="412880" y="27803"/>
                  <a:pt x="413283" y="28694"/>
                  <a:pt x="414089" y="29407"/>
                </a:cubicBezTo>
                <a:cubicBezTo>
                  <a:pt x="414895" y="30120"/>
                  <a:pt x="416074" y="30476"/>
                  <a:pt x="417627" y="30476"/>
                </a:cubicBezTo>
                <a:cubicBezTo>
                  <a:pt x="419164" y="30476"/>
                  <a:pt x="420532" y="30138"/>
                  <a:pt x="421730" y="29462"/>
                </a:cubicBezTo>
                <a:cubicBezTo>
                  <a:pt x="422928" y="28786"/>
                  <a:pt x="423808" y="27861"/>
                  <a:pt x="424369" y="26687"/>
                </a:cubicBezTo>
                <a:cubicBezTo>
                  <a:pt x="424798" y="25781"/>
                  <a:pt x="425013" y="24443"/>
                  <a:pt x="425013" y="22675"/>
                </a:cubicBezTo>
                <a:lnTo>
                  <a:pt x="425013" y="21205"/>
                </a:lnTo>
                <a:close/>
                <a:moveTo>
                  <a:pt x="435322" y="33049"/>
                </a:moveTo>
                <a:lnTo>
                  <a:pt x="435322" y="9493"/>
                </a:lnTo>
                <a:lnTo>
                  <a:pt x="438916" y="9493"/>
                </a:lnTo>
                <a:lnTo>
                  <a:pt x="438916" y="13042"/>
                </a:lnTo>
                <a:cubicBezTo>
                  <a:pt x="439832" y="11380"/>
                  <a:pt x="440679" y="10285"/>
                  <a:pt x="441455" y="9755"/>
                </a:cubicBezTo>
                <a:cubicBezTo>
                  <a:pt x="442232" y="9226"/>
                  <a:pt x="443085" y="8961"/>
                  <a:pt x="444017" y="8961"/>
                </a:cubicBezTo>
                <a:cubicBezTo>
                  <a:pt x="445363" y="8961"/>
                  <a:pt x="446730" y="9388"/>
                  <a:pt x="448120" y="10242"/>
                </a:cubicBezTo>
                <a:lnTo>
                  <a:pt x="446745" y="13929"/>
                </a:lnTo>
                <a:cubicBezTo>
                  <a:pt x="445769" y="13353"/>
                  <a:pt x="444793" y="13064"/>
                  <a:pt x="443817" y="13064"/>
                </a:cubicBezTo>
                <a:cubicBezTo>
                  <a:pt x="442945" y="13064"/>
                  <a:pt x="442161" y="13327"/>
                  <a:pt x="441466" y="13853"/>
                </a:cubicBezTo>
                <a:cubicBezTo>
                  <a:pt x="440771" y="14379"/>
                  <a:pt x="440276" y="15107"/>
                  <a:pt x="439980" y="16040"/>
                </a:cubicBezTo>
                <a:cubicBezTo>
                  <a:pt x="439537" y="17461"/>
                  <a:pt x="439315" y="19015"/>
                  <a:pt x="439315" y="20703"/>
                </a:cubicBezTo>
                <a:lnTo>
                  <a:pt x="439315" y="33049"/>
                </a:lnTo>
                <a:lnTo>
                  <a:pt x="435322" y="33049"/>
                </a:lnTo>
                <a:close/>
                <a:moveTo>
                  <a:pt x="451898" y="33049"/>
                </a:moveTo>
                <a:lnTo>
                  <a:pt x="451898" y="28480"/>
                </a:lnTo>
                <a:lnTo>
                  <a:pt x="456445" y="28480"/>
                </a:lnTo>
                <a:lnTo>
                  <a:pt x="456445" y="33049"/>
                </a:lnTo>
                <a:lnTo>
                  <a:pt x="451898" y="33049"/>
                </a:lnTo>
                <a:close/>
                <a:moveTo>
                  <a:pt x="462555" y="5190"/>
                </a:moveTo>
                <a:lnTo>
                  <a:pt x="462555" y="532"/>
                </a:lnTo>
                <a:lnTo>
                  <a:pt x="466548" y="532"/>
                </a:lnTo>
                <a:lnTo>
                  <a:pt x="466548" y="5190"/>
                </a:lnTo>
                <a:lnTo>
                  <a:pt x="462555" y="5190"/>
                </a:lnTo>
                <a:moveTo>
                  <a:pt x="457498" y="42210"/>
                </a:moveTo>
                <a:lnTo>
                  <a:pt x="458252" y="38816"/>
                </a:lnTo>
                <a:cubicBezTo>
                  <a:pt x="459051" y="39023"/>
                  <a:pt x="459679" y="39126"/>
                  <a:pt x="460138" y="39126"/>
                </a:cubicBezTo>
                <a:cubicBezTo>
                  <a:pt x="460951" y="39126"/>
                  <a:pt x="461557" y="38856"/>
                  <a:pt x="461956" y="38316"/>
                </a:cubicBezTo>
                <a:cubicBezTo>
                  <a:pt x="462356" y="37776"/>
                  <a:pt x="462555" y="36426"/>
                  <a:pt x="462555" y="34265"/>
                </a:cubicBezTo>
                <a:lnTo>
                  <a:pt x="462555" y="9493"/>
                </a:lnTo>
                <a:lnTo>
                  <a:pt x="466548" y="9493"/>
                </a:lnTo>
                <a:lnTo>
                  <a:pt x="466548" y="34352"/>
                </a:lnTo>
                <a:cubicBezTo>
                  <a:pt x="466548" y="37252"/>
                  <a:pt x="466171" y="39272"/>
                  <a:pt x="465417" y="40411"/>
                </a:cubicBezTo>
                <a:cubicBezTo>
                  <a:pt x="464455" y="41891"/>
                  <a:pt x="462858" y="42631"/>
                  <a:pt x="460626" y="42631"/>
                </a:cubicBezTo>
                <a:cubicBezTo>
                  <a:pt x="459546" y="42631"/>
                  <a:pt x="458504" y="42490"/>
                  <a:pt x="457498" y="42210"/>
                </a:cubicBezTo>
                <a:close/>
                <a:moveTo>
                  <a:pt x="470065" y="25996"/>
                </a:moveTo>
                <a:lnTo>
                  <a:pt x="474013" y="25375"/>
                </a:lnTo>
                <a:cubicBezTo>
                  <a:pt x="474235" y="26950"/>
                  <a:pt x="474853" y="28157"/>
                  <a:pt x="475866" y="28996"/>
                </a:cubicBezTo>
                <a:cubicBezTo>
                  <a:pt x="476878" y="29835"/>
                  <a:pt x="478294" y="30254"/>
                  <a:pt x="480113" y="30254"/>
                </a:cubicBezTo>
                <a:cubicBezTo>
                  <a:pt x="481947" y="30254"/>
                  <a:pt x="483307" y="29884"/>
                  <a:pt x="484194" y="29143"/>
                </a:cubicBezTo>
                <a:cubicBezTo>
                  <a:pt x="485082" y="28402"/>
                  <a:pt x="485525" y="27533"/>
                  <a:pt x="485525" y="26536"/>
                </a:cubicBezTo>
                <a:cubicBezTo>
                  <a:pt x="485525" y="25640"/>
                  <a:pt x="485133" y="24936"/>
                  <a:pt x="484350" y="24423"/>
                </a:cubicBezTo>
                <a:cubicBezTo>
                  <a:pt x="483802" y="24071"/>
                  <a:pt x="482442" y="23623"/>
                  <a:pt x="480268" y="23080"/>
                </a:cubicBezTo>
                <a:cubicBezTo>
                  <a:pt x="477341" y="22340"/>
                  <a:pt x="475311" y="21700"/>
                  <a:pt x="474180" y="21160"/>
                </a:cubicBezTo>
                <a:cubicBezTo>
                  <a:pt x="473049" y="20620"/>
                  <a:pt x="472191" y="19873"/>
                  <a:pt x="471607" y="18918"/>
                </a:cubicBezTo>
                <a:cubicBezTo>
                  <a:pt x="471023" y="17963"/>
                  <a:pt x="470731" y="16909"/>
                  <a:pt x="470731" y="15754"/>
                </a:cubicBezTo>
                <a:cubicBezTo>
                  <a:pt x="470731" y="14704"/>
                  <a:pt x="470971" y="13730"/>
                  <a:pt x="471452" y="12835"/>
                </a:cubicBezTo>
                <a:cubicBezTo>
                  <a:pt x="471932" y="11939"/>
                  <a:pt x="472587" y="11196"/>
                  <a:pt x="473415" y="10604"/>
                </a:cubicBezTo>
                <a:cubicBezTo>
                  <a:pt x="474036" y="10145"/>
                  <a:pt x="474882" y="9756"/>
                  <a:pt x="475954" y="9438"/>
                </a:cubicBezTo>
                <a:cubicBezTo>
                  <a:pt x="477026" y="9120"/>
                  <a:pt x="478176" y="8961"/>
                  <a:pt x="479403" y="8961"/>
                </a:cubicBezTo>
                <a:cubicBezTo>
                  <a:pt x="481252" y="8961"/>
                  <a:pt x="482875" y="9229"/>
                  <a:pt x="484272" y="9765"/>
                </a:cubicBezTo>
                <a:cubicBezTo>
                  <a:pt x="485669" y="10301"/>
                  <a:pt x="486701" y="11026"/>
                  <a:pt x="487366" y="11942"/>
                </a:cubicBezTo>
                <a:cubicBezTo>
                  <a:pt x="488032" y="12858"/>
                  <a:pt x="488490" y="14082"/>
                  <a:pt x="488741" y="15615"/>
                </a:cubicBezTo>
                <a:lnTo>
                  <a:pt x="484838" y="16147"/>
                </a:lnTo>
                <a:cubicBezTo>
                  <a:pt x="484660" y="14935"/>
                  <a:pt x="484146" y="13989"/>
                  <a:pt x="483296" y="13308"/>
                </a:cubicBezTo>
                <a:cubicBezTo>
                  <a:pt x="482446" y="12628"/>
                  <a:pt x="481244" y="12288"/>
                  <a:pt x="479692" y="12288"/>
                </a:cubicBezTo>
                <a:cubicBezTo>
                  <a:pt x="477858" y="12288"/>
                  <a:pt x="476549" y="12590"/>
                  <a:pt x="475766" y="13193"/>
                </a:cubicBezTo>
                <a:cubicBezTo>
                  <a:pt x="474982" y="13796"/>
                  <a:pt x="474590" y="14503"/>
                  <a:pt x="474590" y="15312"/>
                </a:cubicBezTo>
                <a:cubicBezTo>
                  <a:pt x="474590" y="15827"/>
                  <a:pt x="474753" y="16290"/>
                  <a:pt x="475078" y="16703"/>
                </a:cubicBezTo>
                <a:cubicBezTo>
                  <a:pt x="475403" y="17129"/>
                  <a:pt x="475914" y="17482"/>
                  <a:pt x="476609" y="17762"/>
                </a:cubicBezTo>
                <a:cubicBezTo>
                  <a:pt x="477008" y="17909"/>
                  <a:pt x="478183" y="18248"/>
                  <a:pt x="480135" y="18777"/>
                </a:cubicBezTo>
                <a:cubicBezTo>
                  <a:pt x="482960" y="19531"/>
                  <a:pt x="484930" y="20148"/>
                  <a:pt x="486046" y="20628"/>
                </a:cubicBezTo>
                <a:cubicBezTo>
                  <a:pt x="487163" y="21108"/>
                  <a:pt x="488039" y="21806"/>
                  <a:pt x="488675" y="22723"/>
                </a:cubicBezTo>
                <a:cubicBezTo>
                  <a:pt x="489311" y="23638"/>
                  <a:pt x="489629" y="24776"/>
                  <a:pt x="489629" y="26135"/>
                </a:cubicBezTo>
                <a:cubicBezTo>
                  <a:pt x="489629" y="27465"/>
                  <a:pt x="489240" y="28717"/>
                  <a:pt x="488464" y="29892"/>
                </a:cubicBezTo>
                <a:cubicBezTo>
                  <a:pt x="487688" y="31066"/>
                  <a:pt x="486568" y="31974"/>
                  <a:pt x="485104" y="32617"/>
                </a:cubicBezTo>
                <a:cubicBezTo>
                  <a:pt x="483640" y="33260"/>
                  <a:pt x="481984" y="33581"/>
                  <a:pt x="480135" y="33581"/>
                </a:cubicBezTo>
                <a:cubicBezTo>
                  <a:pt x="477074" y="33581"/>
                  <a:pt x="474742" y="32944"/>
                  <a:pt x="473137" y="31668"/>
                </a:cubicBezTo>
                <a:cubicBezTo>
                  <a:pt x="471533" y="30393"/>
                  <a:pt x="470509" y="28502"/>
                  <a:pt x="470065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src/core/core.controller.js">
            <a:extLst xmlns:a="http://schemas.openxmlformats.org/drawingml/2006/main">
              <a:ext uri="{FF2B5EF4-FFF2-40B4-BE49-F238E27FC236}">
                <a16:creationId xmlns:a16="http://schemas.microsoft.com/office/drawing/2014/main" id="{645FAE83-EC18-4D8F-95C7-81D31C4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573417"/>
            <a:ext cx="506845" cy="42631"/>
          </a:xfrm>
          <a:custGeom xmlns:a="http://schemas.openxmlformats.org/drawingml/2006/main">
            <a:pathLst>
              <a:path w="506845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90467" y="24399"/>
                </a:moveTo>
                <a:lnTo>
                  <a:pt x="94393" y="24909"/>
                </a:lnTo>
                <a:cubicBezTo>
                  <a:pt x="93964" y="27622"/>
                  <a:pt x="92866" y="29745"/>
                  <a:pt x="91099" y="31280"/>
                </a:cubicBezTo>
                <a:cubicBezTo>
                  <a:pt x="89332" y="32814"/>
                  <a:pt x="87162" y="33581"/>
                  <a:pt x="84589" y="33581"/>
                </a:cubicBezTo>
                <a:cubicBezTo>
                  <a:pt x="81366" y="33581"/>
                  <a:pt x="78774" y="32528"/>
                  <a:pt x="76815" y="30421"/>
                </a:cubicBezTo>
                <a:cubicBezTo>
                  <a:pt x="74856" y="28313"/>
                  <a:pt x="73876" y="25293"/>
                  <a:pt x="73876" y="21360"/>
                </a:cubicBezTo>
                <a:cubicBezTo>
                  <a:pt x="73876" y="18816"/>
                  <a:pt x="74297" y="16591"/>
                  <a:pt x="75140" y="14683"/>
                </a:cubicBezTo>
                <a:cubicBezTo>
                  <a:pt x="75983" y="12776"/>
                  <a:pt x="77266" y="11345"/>
                  <a:pt x="78989" y="10392"/>
                </a:cubicBezTo>
                <a:cubicBezTo>
                  <a:pt x="80711" y="9438"/>
                  <a:pt x="82586" y="8961"/>
                  <a:pt x="84611" y="8961"/>
                </a:cubicBezTo>
                <a:cubicBezTo>
                  <a:pt x="87169" y="8961"/>
                  <a:pt x="89262" y="9610"/>
                  <a:pt x="90888" y="10908"/>
                </a:cubicBezTo>
                <a:cubicBezTo>
                  <a:pt x="92515" y="12206"/>
                  <a:pt x="93557" y="14048"/>
                  <a:pt x="94016" y="16436"/>
                </a:cubicBezTo>
                <a:lnTo>
                  <a:pt x="90134" y="17035"/>
                </a:lnTo>
                <a:cubicBezTo>
                  <a:pt x="89765" y="15460"/>
                  <a:pt x="89110" y="14275"/>
                  <a:pt x="88171" y="13480"/>
                </a:cubicBezTo>
                <a:cubicBezTo>
                  <a:pt x="87232" y="12685"/>
                  <a:pt x="86097" y="12288"/>
                  <a:pt x="84767" y="12288"/>
                </a:cubicBezTo>
                <a:cubicBezTo>
                  <a:pt x="82756" y="12288"/>
                  <a:pt x="81122" y="13005"/>
                  <a:pt x="79865" y="14440"/>
                </a:cubicBezTo>
                <a:cubicBezTo>
                  <a:pt x="78608" y="15875"/>
                  <a:pt x="77979" y="18144"/>
                  <a:pt x="77979" y="21249"/>
                </a:cubicBezTo>
                <a:cubicBezTo>
                  <a:pt x="77979" y="24398"/>
                  <a:pt x="78586" y="26686"/>
                  <a:pt x="79798" y="28114"/>
                </a:cubicBezTo>
                <a:cubicBezTo>
                  <a:pt x="81011" y="29541"/>
                  <a:pt x="82593" y="30254"/>
                  <a:pt x="84545" y="30254"/>
                </a:cubicBezTo>
                <a:cubicBezTo>
                  <a:pt x="86112" y="30254"/>
                  <a:pt x="87421" y="29775"/>
                  <a:pt x="88471" y="28818"/>
                </a:cubicBezTo>
                <a:cubicBezTo>
                  <a:pt x="89521" y="27861"/>
                  <a:pt x="90186" y="26387"/>
                  <a:pt x="90467" y="24399"/>
                </a:cubicBezTo>
                <a:close/>
                <a:moveTo>
                  <a:pt x="96323" y="21271"/>
                </a:moveTo>
                <a:cubicBezTo>
                  <a:pt x="96323" y="16909"/>
                  <a:pt x="97535" y="13678"/>
                  <a:pt x="99960" y="11578"/>
                </a:cubicBezTo>
                <a:cubicBezTo>
                  <a:pt x="101986" y="9833"/>
                  <a:pt x="104455" y="8961"/>
                  <a:pt x="107369" y="8961"/>
                </a:cubicBezTo>
                <a:cubicBezTo>
                  <a:pt x="110607" y="8961"/>
                  <a:pt x="113254" y="10022"/>
                  <a:pt x="115309" y="12144"/>
                </a:cubicBezTo>
                <a:cubicBezTo>
                  <a:pt x="117365" y="14266"/>
                  <a:pt x="118392" y="17197"/>
                  <a:pt x="118392" y="20938"/>
                </a:cubicBezTo>
                <a:cubicBezTo>
                  <a:pt x="118392" y="23970"/>
                  <a:pt x="117938" y="26354"/>
                  <a:pt x="117028" y="28092"/>
                </a:cubicBezTo>
                <a:cubicBezTo>
                  <a:pt x="116119" y="29829"/>
                  <a:pt x="114795" y="31178"/>
                  <a:pt x="113058" y="32140"/>
                </a:cubicBezTo>
                <a:cubicBezTo>
                  <a:pt x="111320" y="33101"/>
                  <a:pt x="109424" y="33581"/>
                  <a:pt x="107369" y="33581"/>
                </a:cubicBezTo>
                <a:cubicBezTo>
                  <a:pt x="104071" y="33581"/>
                  <a:pt x="101406" y="32524"/>
                  <a:pt x="99372" y="30409"/>
                </a:cubicBezTo>
                <a:cubicBezTo>
                  <a:pt x="97339" y="28295"/>
                  <a:pt x="96323" y="25249"/>
                  <a:pt x="96323" y="21271"/>
                </a:cubicBezTo>
                <a:moveTo>
                  <a:pt x="100426" y="21260"/>
                </a:moveTo>
                <a:cubicBezTo>
                  <a:pt x="100426" y="24265"/>
                  <a:pt x="101084" y="26516"/>
                  <a:pt x="102400" y="28011"/>
                </a:cubicBezTo>
                <a:cubicBezTo>
                  <a:pt x="103716" y="29507"/>
                  <a:pt x="105372" y="30254"/>
                  <a:pt x="107369" y="30254"/>
                </a:cubicBezTo>
                <a:cubicBezTo>
                  <a:pt x="109350" y="30254"/>
                  <a:pt x="110999" y="29503"/>
                  <a:pt x="112315" y="28000"/>
                </a:cubicBezTo>
                <a:cubicBezTo>
                  <a:pt x="113631" y="26497"/>
                  <a:pt x="114289" y="24207"/>
                  <a:pt x="114289" y="21128"/>
                </a:cubicBezTo>
                <a:cubicBezTo>
                  <a:pt x="114289" y="18225"/>
                  <a:pt x="113627" y="16026"/>
                  <a:pt x="112304" y="14531"/>
                </a:cubicBezTo>
                <a:cubicBezTo>
                  <a:pt x="110980" y="13036"/>
                  <a:pt x="109335" y="12288"/>
                  <a:pt x="107369" y="12288"/>
                </a:cubicBezTo>
                <a:cubicBezTo>
                  <a:pt x="105372" y="12288"/>
                  <a:pt x="103716" y="13032"/>
                  <a:pt x="102400" y="14520"/>
                </a:cubicBezTo>
                <a:cubicBezTo>
                  <a:pt x="101084" y="16008"/>
                  <a:pt x="100426" y="18255"/>
                  <a:pt x="100426" y="21260"/>
                </a:cubicBezTo>
                <a:close/>
                <a:moveTo>
                  <a:pt x="123248" y="33049"/>
                </a:moveTo>
                <a:lnTo>
                  <a:pt x="123248" y="9493"/>
                </a:lnTo>
                <a:lnTo>
                  <a:pt x="126842" y="9493"/>
                </a:lnTo>
                <a:lnTo>
                  <a:pt x="126842" y="13042"/>
                </a:lnTo>
                <a:cubicBezTo>
                  <a:pt x="127758" y="11380"/>
                  <a:pt x="128605" y="10285"/>
                  <a:pt x="129381" y="9755"/>
                </a:cubicBezTo>
                <a:cubicBezTo>
                  <a:pt x="130158" y="9226"/>
                  <a:pt x="131012" y="8961"/>
                  <a:pt x="131943" y="8961"/>
                </a:cubicBezTo>
                <a:cubicBezTo>
                  <a:pt x="133289" y="8961"/>
                  <a:pt x="134657" y="9388"/>
                  <a:pt x="136047" y="10242"/>
                </a:cubicBezTo>
                <a:lnTo>
                  <a:pt x="134671" y="13929"/>
                </a:lnTo>
                <a:cubicBezTo>
                  <a:pt x="133695" y="13353"/>
                  <a:pt x="132719" y="13064"/>
                  <a:pt x="131744" y="13064"/>
                </a:cubicBezTo>
                <a:cubicBezTo>
                  <a:pt x="130871" y="13064"/>
                  <a:pt x="130087" y="13327"/>
                  <a:pt x="129392" y="13853"/>
                </a:cubicBezTo>
                <a:cubicBezTo>
                  <a:pt x="128697" y="14379"/>
                  <a:pt x="128202" y="15107"/>
                  <a:pt x="127906" y="16040"/>
                </a:cubicBezTo>
                <a:cubicBezTo>
                  <a:pt x="127463" y="17461"/>
                  <a:pt x="127241" y="19015"/>
                  <a:pt x="127241" y="20703"/>
                </a:cubicBezTo>
                <a:lnTo>
                  <a:pt x="127241" y="33049"/>
                </a:lnTo>
                <a:lnTo>
                  <a:pt x="123248" y="33049"/>
                </a:lnTo>
                <a:close/>
                <a:moveTo>
                  <a:pt x="154817" y="25463"/>
                </a:moveTo>
                <a:lnTo>
                  <a:pt x="158943" y="25973"/>
                </a:lnTo>
                <a:cubicBezTo>
                  <a:pt x="158292" y="28384"/>
                  <a:pt x="157087" y="30254"/>
                  <a:pt x="155328" y="31585"/>
                </a:cubicBezTo>
                <a:cubicBezTo>
                  <a:pt x="153568" y="32916"/>
                  <a:pt x="151320" y="33581"/>
                  <a:pt x="148585" y="33581"/>
                </a:cubicBezTo>
                <a:cubicBezTo>
                  <a:pt x="145139" y="33581"/>
                  <a:pt x="142407" y="32520"/>
                  <a:pt x="140389" y="30398"/>
                </a:cubicBezTo>
                <a:cubicBezTo>
                  <a:pt x="138371" y="28276"/>
                  <a:pt x="137361" y="25301"/>
                  <a:pt x="137361" y="21471"/>
                </a:cubicBezTo>
                <a:cubicBezTo>
                  <a:pt x="137361" y="17508"/>
                  <a:pt x="138382" y="14432"/>
                  <a:pt x="140422" y="12244"/>
                </a:cubicBezTo>
                <a:cubicBezTo>
                  <a:pt x="142463" y="10055"/>
                  <a:pt x="145110" y="8961"/>
                  <a:pt x="148363" y="8961"/>
                </a:cubicBezTo>
                <a:cubicBezTo>
                  <a:pt x="151512" y="8961"/>
                  <a:pt x="154085" y="10031"/>
                  <a:pt x="156082" y="12172"/>
                </a:cubicBezTo>
                <a:cubicBezTo>
                  <a:pt x="158078" y="14313"/>
                  <a:pt x="159076" y="17324"/>
                  <a:pt x="159076" y="21207"/>
                </a:cubicBezTo>
                <a:cubicBezTo>
                  <a:pt x="159076" y="21443"/>
                  <a:pt x="159069" y="21797"/>
                  <a:pt x="159054" y="22269"/>
                </a:cubicBezTo>
                <a:lnTo>
                  <a:pt x="141487" y="22269"/>
                </a:lnTo>
                <a:cubicBezTo>
                  <a:pt x="141635" y="24850"/>
                  <a:pt x="142367" y="26825"/>
                  <a:pt x="143683" y="28197"/>
                </a:cubicBezTo>
                <a:cubicBezTo>
                  <a:pt x="144999" y="29568"/>
                  <a:pt x="146640" y="30254"/>
                  <a:pt x="148607" y="30254"/>
                </a:cubicBezTo>
                <a:cubicBezTo>
                  <a:pt x="150071" y="30254"/>
                  <a:pt x="151320" y="29873"/>
                  <a:pt x="152355" y="29112"/>
                </a:cubicBezTo>
                <a:cubicBezTo>
                  <a:pt x="153390" y="28350"/>
                  <a:pt x="154211" y="27134"/>
                  <a:pt x="154817" y="25463"/>
                </a:cubicBezTo>
                <a:moveTo>
                  <a:pt x="141709" y="18942"/>
                </a:moveTo>
                <a:lnTo>
                  <a:pt x="154862" y="18942"/>
                </a:lnTo>
                <a:cubicBezTo>
                  <a:pt x="154684" y="16993"/>
                  <a:pt x="154182" y="15531"/>
                  <a:pt x="153353" y="14557"/>
                </a:cubicBezTo>
                <a:cubicBezTo>
                  <a:pt x="152082" y="13044"/>
                  <a:pt x="150433" y="12288"/>
                  <a:pt x="148407" y="12288"/>
                </a:cubicBezTo>
                <a:cubicBezTo>
                  <a:pt x="146574" y="12288"/>
                  <a:pt x="145032" y="12892"/>
                  <a:pt x="143783" y="14099"/>
                </a:cubicBezTo>
                <a:cubicBezTo>
                  <a:pt x="142533" y="15306"/>
                  <a:pt x="141842" y="16920"/>
                  <a:pt x="141709" y="18942"/>
                </a:cubicBezTo>
                <a:close/>
                <a:moveTo>
                  <a:pt x="161091" y="33581"/>
                </a:moveTo>
                <a:lnTo>
                  <a:pt x="170517" y="0"/>
                </a:lnTo>
                <a:lnTo>
                  <a:pt x="173711" y="0"/>
                </a:lnTo>
                <a:lnTo>
                  <a:pt x="164307" y="33581"/>
                </a:lnTo>
                <a:lnTo>
                  <a:pt x="161091" y="33581"/>
                </a:lnTo>
                <a:close/>
                <a:moveTo>
                  <a:pt x="192085" y="24399"/>
                </a:moveTo>
                <a:lnTo>
                  <a:pt x="196011" y="24909"/>
                </a:lnTo>
                <a:cubicBezTo>
                  <a:pt x="195582" y="27622"/>
                  <a:pt x="194484" y="29745"/>
                  <a:pt x="192717" y="31280"/>
                </a:cubicBezTo>
                <a:cubicBezTo>
                  <a:pt x="190950" y="32814"/>
                  <a:pt x="188780" y="33581"/>
                  <a:pt x="186207" y="33581"/>
                </a:cubicBezTo>
                <a:cubicBezTo>
                  <a:pt x="182984" y="33581"/>
                  <a:pt x="180392" y="32528"/>
                  <a:pt x="178433" y="30421"/>
                </a:cubicBezTo>
                <a:cubicBezTo>
                  <a:pt x="176474" y="28313"/>
                  <a:pt x="175494" y="25293"/>
                  <a:pt x="175494" y="21360"/>
                </a:cubicBezTo>
                <a:cubicBezTo>
                  <a:pt x="175494" y="18816"/>
                  <a:pt x="175916" y="16591"/>
                  <a:pt x="176758" y="14683"/>
                </a:cubicBezTo>
                <a:cubicBezTo>
                  <a:pt x="177601" y="12776"/>
                  <a:pt x="178884" y="11345"/>
                  <a:pt x="180607" y="10392"/>
                </a:cubicBezTo>
                <a:cubicBezTo>
                  <a:pt x="182329" y="9438"/>
                  <a:pt x="184204" y="8961"/>
                  <a:pt x="186229" y="8961"/>
                </a:cubicBezTo>
                <a:cubicBezTo>
                  <a:pt x="188788" y="8961"/>
                  <a:pt x="190880" y="9610"/>
                  <a:pt x="192507" y="10908"/>
                </a:cubicBezTo>
                <a:cubicBezTo>
                  <a:pt x="194133" y="12206"/>
                  <a:pt x="195176" y="14048"/>
                  <a:pt x="195634" y="16436"/>
                </a:cubicBezTo>
                <a:lnTo>
                  <a:pt x="191752" y="17035"/>
                </a:lnTo>
                <a:cubicBezTo>
                  <a:pt x="191383" y="15460"/>
                  <a:pt x="190728" y="14275"/>
                  <a:pt x="189789" y="13480"/>
                </a:cubicBezTo>
                <a:cubicBezTo>
                  <a:pt x="188850" y="12685"/>
                  <a:pt x="187716" y="12288"/>
                  <a:pt x="186385" y="12288"/>
                </a:cubicBezTo>
                <a:cubicBezTo>
                  <a:pt x="184374" y="12288"/>
                  <a:pt x="182740" y="13005"/>
                  <a:pt x="181483" y="14440"/>
                </a:cubicBezTo>
                <a:cubicBezTo>
                  <a:pt x="180226" y="15875"/>
                  <a:pt x="179597" y="18144"/>
                  <a:pt x="179597" y="21249"/>
                </a:cubicBezTo>
                <a:cubicBezTo>
                  <a:pt x="179597" y="24398"/>
                  <a:pt x="180204" y="26686"/>
                  <a:pt x="181416" y="28114"/>
                </a:cubicBezTo>
                <a:cubicBezTo>
                  <a:pt x="182629" y="29541"/>
                  <a:pt x="184211" y="30254"/>
                  <a:pt x="186163" y="30254"/>
                </a:cubicBezTo>
                <a:cubicBezTo>
                  <a:pt x="187730" y="30254"/>
                  <a:pt x="189039" y="29775"/>
                  <a:pt x="190089" y="28818"/>
                </a:cubicBezTo>
                <a:cubicBezTo>
                  <a:pt x="191139" y="27861"/>
                  <a:pt x="191804" y="26387"/>
                  <a:pt x="192085" y="24399"/>
                </a:cubicBezTo>
                <a:close/>
                <a:moveTo>
                  <a:pt x="197940" y="21271"/>
                </a:moveTo>
                <a:cubicBezTo>
                  <a:pt x="197940" y="16909"/>
                  <a:pt x="199153" y="13678"/>
                  <a:pt x="201578" y="11578"/>
                </a:cubicBezTo>
                <a:cubicBezTo>
                  <a:pt x="203604" y="9833"/>
                  <a:pt x="206073" y="8961"/>
                  <a:pt x="208986" y="8961"/>
                </a:cubicBezTo>
                <a:cubicBezTo>
                  <a:pt x="212224" y="8961"/>
                  <a:pt x="214871" y="10022"/>
                  <a:pt x="216927" y="12144"/>
                </a:cubicBezTo>
                <a:cubicBezTo>
                  <a:pt x="218982" y="14266"/>
                  <a:pt x="220010" y="17197"/>
                  <a:pt x="220010" y="20938"/>
                </a:cubicBezTo>
                <a:cubicBezTo>
                  <a:pt x="220010" y="23970"/>
                  <a:pt x="219555" y="26354"/>
                  <a:pt x="218646" y="28092"/>
                </a:cubicBezTo>
                <a:cubicBezTo>
                  <a:pt x="217736" y="29829"/>
                  <a:pt x="216413" y="31178"/>
                  <a:pt x="214675" y="32140"/>
                </a:cubicBezTo>
                <a:cubicBezTo>
                  <a:pt x="212938" y="33101"/>
                  <a:pt x="211041" y="33581"/>
                  <a:pt x="208986" y="33581"/>
                </a:cubicBezTo>
                <a:cubicBezTo>
                  <a:pt x="205689" y="33581"/>
                  <a:pt x="203023" y="32524"/>
                  <a:pt x="200990" y="30409"/>
                </a:cubicBezTo>
                <a:cubicBezTo>
                  <a:pt x="198957" y="28295"/>
                  <a:pt x="197940" y="25249"/>
                  <a:pt x="197940" y="21271"/>
                </a:cubicBezTo>
                <a:moveTo>
                  <a:pt x="202044" y="21260"/>
                </a:moveTo>
                <a:cubicBezTo>
                  <a:pt x="202044" y="24265"/>
                  <a:pt x="202702" y="26516"/>
                  <a:pt x="204018" y="28011"/>
                </a:cubicBezTo>
                <a:cubicBezTo>
                  <a:pt x="205334" y="29507"/>
                  <a:pt x="206990" y="30254"/>
                  <a:pt x="208986" y="30254"/>
                </a:cubicBezTo>
                <a:cubicBezTo>
                  <a:pt x="210968" y="30254"/>
                  <a:pt x="212616" y="29503"/>
                  <a:pt x="213932" y="28000"/>
                </a:cubicBezTo>
                <a:cubicBezTo>
                  <a:pt x="215248" y="26497"/>
                  <a:pt x="215906" y="24207"/>
                  <a:pt x="215906" y="21128"/>
                </a:cubicBezTo>
                <a:cubicBezTo>
                  <a:pt x="215906" y="18225"/>
                  <a:pt x="215245" y="16026"/>
                  <a:pt x="213921" y="14531"/>
                </a:cubicBezTo>
                <a:cubicBezTo>
                  <a:pt x="212598" y="13036"/>
                  <a:pt x="210953" y="12288"/>
                  <a:pt x="208986" y="12288"/>
                </a:cubicBezTo>
                <a:cubicBezTo>
                  <a:pt x="206990" y="12288"/>
                  <a:pt x="205334" y="13032"/>
                  <a:pt x="204018" y="14520"/>
                </a:cubicBezTo>
                <a:cubicBezTo>
                  <a:pt x="202702" y="16008"/>
                  <a:pt x="202044" y="18255"/>
                  <a:pt x="202044" y="21260"/>
                </a:cubicBezTo>
                <a:close/>
                <a:moveTo>
                  <a:pt x="224866" y="33049"/>
                </a:moveTo>
                <a:lnTo>
                  <a:pt x="224866" y="9493"/>
                </a:lnTo>
                <a:lnTo>
                  <a:pt x="228460" y="9493"/>
                </a:lnTo>
                <a:lnTo>
                  <a:pt x="228460" y="13042"/>
                </a:lnTo>
                <a:cubicBezTo>
                  <a:pt x="229376" y="11380"/>
                  <a:pt x="230223" y="10285"/>
                  <a:pt x="230999" y="9755"/>
                </a:cubicBezTo>
                <a:cubicBezTo>
                  <a:pt x="231775" y="9226"/>
                  <a:pt x="232629" y="8961"/>
                  <a:pt x="233561" y="8961"/>
                </a:cubicBezTo>
                <a:cubicBezTo>
                  <a:pt x="234907" y="8961"/>
                  <a:pt x="236274" y="9388"/>
                  <a:pt x="237664" y="10242"/>
                </a:cubicBezTo>
                <a:lnTo>
                  <a:pt x="236289" y="13929"/>
                </a:lnTo>
                <a:cubicBezTo>
                  <a:pt x="235313" y="13353"/>
                  <a:pt x="234337" y="13064"/>
                  <a:pt x="233361" y="13064"/>
                </a:cubicBezTo>
                <a:cubicBezTo>
                  <a:pt x="232489" y="13064"/>
                  <a:pt x="231705" y="13327"/>
                  <a:pt x="231010" y="13853"/>
                </a:cubicBezTo>
                <a:cubicBezTo>
                  <a:pt x="230315" y="14379"/>
                  <a:pt x="229820" y="15107"/>
                  <a:pt x="229524" y="16040"/>
                </a:cubicBezTo>
                <a:cubicBezTo>
                  <a:pt x="229081" y="17461"/>
                  <a:pt x="228859" y="19015"/>
                  <a:pt x="228859" y="20703"/>
                </a:cubicBezTo>
                <a:lnTo>
                  <a:pt x="228859" y="33049"/>
                </a:lnTo>
                <a:lnTo>
                  <a:pt x="224866" y="33049"/>
                </a:lnTo>
                <a:close/>
                <a:moveTo>
                  <a:pt x="256435" y="25463"/>
                </a:moveTo>
                <a:lnTo>
                  <a:pt x="260561" y="25973"/>
                </a:lnTo>
                <a:cubicBezTo>
                  <a:pt x="259910" y="28384"/>
                  <a:pt x="258705" y="30254"/>
                  <a:pt x="256945" y="31585"/>
                </a:cubicBezTo>
                <a:cubicBezTo>
                  <a:pt x="255186" y="32916"/>
                  <a:pt x="252938" y="33581"/>
                  <a:pt x="250202" y="33581"/>
                </a:cubicBezTo>
                <a:cubicBezTo>
                  <a:pt x="246757" y="33581"/>
                  <a:pt x="244025" y="32520"/>
                  <a:pt x="242007" y="30398"/>
                </a:cubicBezTo>
                <a:cubicBezTo>
                  <a:pt x="239988" y="28276"/>
                  <a:pt x="238979" y="25301"/>
                  <a:pt x="238979" y="21471"/>
                </a:cubicBezTo>
                <a:cubicBezTo>
                  <a:pt x="238979" y="17508"/>
                  <a:pt x="239999" y="14432"/>
                  <a:pt x="242040" y="12244"/>
                </a:cubicBezTo>
                <a:cubicBezTo>
                  <a:pt x="244081" y="10055"/>
                  <a:pt x="246728" y="8961"/>
                  <a:pt x="249981" y="8961"/>
                </a:cubicBezTo>
                <a:cubicBezTo>
                  <a:pt x="253130" y="8961"/>
                  <a:pt x="255703" y="10031"/>
                  <a:pt x="257699" y="12172"/>
                </a:cubicBezTo>
                <a:cubicBezTo>
                  <a:pt x="259696" y="14313"/>
                  <a:pt x="260694" y="17324"/>
                  <a:pt x="260694" y="21207"/>
                </a:cubicBezTo>
                <a:cubicBezTo>
                  <a:pt x="260694" y="21443"/>
                  <a:pt x="260686" y="21797"/>
                  <a:pt x="260672" y="22269"/>
                </a:cubicBezTo>
                <a:lnTo>
                  <a:pt x="243105" y="22269"/>
                </a:lnTo>
                <a:cubicBezTo>
                  <a:pt x="243253" y="24850"/>
                  <a:pt x="243985" y="26825"/>
                  <a:pt x="245301" y="28197"/>
                </a:cubicBezTo>
                <a:cubicBezTo>
                  <a:pt x="246617" y="29568"/>
                  <a:pt x="248258" y="30254"/>
                  <a:pt x="250225" y="30254"/>
                </a:cubicBezTo>
                <a:cubicBezTo>
                  <a:pt x="251689" y="30254"/>
                  <a:pt x="252938" y="29873"/>
                  <a:pt x="253973" y="29112"/>
                </a:cubicBezTo>
                <a:cubicBezTo>
                  <a:pt x="255008" y="28350"/>
                  <a:pt x="255829" y="27134"/>
                  <a:pt x="256435" y="25463"/>
                </a:cubicBezTo>
                <a:moveTo>
                  <a:pt x="243327" y="18942"/>
                </a:moveTo>
                <a:lnTo>
                  <a:pt x="256480" y="18942"/>
                </a:lnTo>
                <a:cubicBezTo>
                  <a:pt x="256302" y="16993"/>
                  <a:pt x="255799" y="15531"/>
                  <a:pt x="254971" y="14557"/>
                </a:cubicBezTo>
                <a:cubicBezTo>
                  <a:pt x="253700" y="13044"/>
                  <a:pt x="252051" y="12288"/>
                  <a:pt x="250025" y="12288"/>
                </a:cubicBezTo>
                <a:cubicBezTo>
                  <a:pt x="248191" y="12288"/>
                  <a:pt x="246650" y="12892"/>
                  <a:pt x="245400" y="14099"/>
                </a:cubicBezTo>
                <a:cubicBezTo>
                  <a:pt x="244151" y="15306"/>
                  <a:pt x="243460" y="16920"/>
                  <a:pt x="243327" y="18942"/>
                </a:cubicBezTo>
                <a:close/>
                <a:moveTo>
                  <a:pt x="266834" y="33049"/>
                </a:moveTo>
                <a:lnTo>
                  <a:pt x="266834" y="28480"/>
                </a:lnTo>
                <a:lnTo>
                  <a:pt x="271381" y="28480"/>
                </a:lnTo>
                <a:lnTo>
                  <a:pt x="271381" y="33049"/>
                </a:lnTo>
                <a:lnTo>
                  <a:pt x="266834" y="33049"/>
                </a:lnTo>
                <a:close/>
                <a:moveTo>
                  <a:pt x="293702" y="24399"/>
                </a:moveTo>
                <a:lnTo>
                  <a:pt x="297628" y="24909"/>
                </a:lnTo>
                <a:cubicBezTo>
                  <a:pt x="297199" y="27622"/>
                  <a:pt x="296101" y="29745"/>
                  <a:pt x="294334" y="31280"/>
                </a:cubicBezTo>
                <a:cubicBezTo>
                  <a:pt x="292567" y="32814"/>
                  <a:pt x="290397" y="33581"/>
                  <a:pt x="287824" y="33581"/>
                </a:cubicBezTo>
                <a:cubicBezTo>
                  <a:pt x="284601" y="33581"/>
                  <a:pt x="282009" y="32528"/>
                  <a:pt x="280050" y="30421"/>
                </a:cubicBezTo>
                <a:cubicBezTo>
                  <a:pt x="278091" y="28313"/>
                  <a:pt x="277111" y="25293"/>
                  <a:pt x="277111" y="21360"/>
                </a:cubicBezTo>
                <a:cubicBezTo>
                  <a:pt x="277111" y="18816"/>
                  <a:pt x="277533" y="16591"/>
                  <a:pt x="278375" y="14683"/>
                </a:cubicBezTo>
                <a:cubicBezTo>
                  <a:pt x="279218" y="12776"/>
                  <a:pt x="280501" y="11345"/>
                  <a:pt x="282224" y="10392"/>
                </a:cubicBezTo>
                <a:cubicBezTo>
                  <a:pt x="283946" y="9438"/>
                  <a:pt x="285821" y="8961"/>
                  <a:pt x="287846" y="8961"/>
                </a:cubicBezTo>
                <a:cubicBezTo>
                  <a:pt x="290405" y="8961"/>
                  <a:pt x="292497" y="9610"/>
                  <a:pt x="294124" y="10908"/>
                </a:cubicBezTo>
                <a:cubicBezTo>
                  <a:pt x="295750" y="12206"/>
                  <a:pt x="296793" y="14048"/>
                  <a:pt x="297251" y="16436"/>
                </a:cubicBezTo>
                <a:lnTo>
                  <a:pt x="293369" y="17035"/>
                </a:lnTo>
                <a:cubicBezTo>
                  <a:pt x="293000" y="15460"/>
                  <a:pt x="292345" y="14275"/>
                  <a:pt x="291406" y="13480"/>
                </a:cubicBezTo>
                <a:cubicBezTo>
                  <a:pt x="290467" y="12685"/>
                  <a:pt x="289333" y="12288"/>
                  <a:pt x="288002" y="12288"/>
                </a:cubicBezTo>
                <a:cubicBezTo>
                  <a:pt x="285991" y="12288"/>
                  <a:pt x="284357" y="13005"/>
                  <a:pt x="283100" y="14440"/>
                </a:cubicBezTo>
                <a:cubicBezTo>
                  <a:pt x="281843" y="15875"/>
                  <a:pt x="281214" y="18144"/>
                  <a:pt x="281214" y="21249"/>
                </a:cubicBezTo>
                <a:cubicBezTo>
                  <a:pt x="281214" y="24398"/>
                  <a:pt x="281821" y="26686"/>
                  <a:pt x="283033" y="28114"/>
                </a:cubicBezTo>
                <a:cubicBezTo>
                  <a:pt x="284246" y="29541"/>
                  <a:pt x="285828" y="30254"/>
                  <a:pt x="287780" y="30254"/>
                </a:cubicBezTo>
                <a:cubicBezTo>
                  <a:pt x="289347" y="30254"/>
                  <a:pt x="290656" y="29775"/>
                  <a:pt x="291706" y="28818"/>
                </a:cubicBezTo>
                <a:cubicBezTo>
                  <a:pt x="292756" y="27861"/>
                  <a:pt x="293421" y="26387"/>
                  <a:pt x="293702" y="24399"/>
                </a:cubicBezTo>
                <a:close/>
                <a:moveTo>
                  <a:pt x="299558" y="21271"/>
                </a:moveTo>
                <a:cubicBezTo>
                  <a:pt x="299558" y="16909"/>
                  <a:pt x="300771" y="13678"/>
                  <a:pt x="303196" y="11578"/>
                </a:cubicBezTo>
                <a:cubicBezTo>
                  <a:pt x="305221" y="9833"/>
                  <a:pt x="307691" y="8961"/>
                  <a:pt x="310604" y="8961"/>
                </a:cubicBezTo>
                <a:cubicBezTo>
                  <a:pt x="313842" y="8961"/>
                  <a:pt x="316489" y="10022"/>
                  <a:pt x="318545" y="12144"/>
                </a:cubicBezTo>
                <a:cubicBezTo>
                  <a:pt x="320600" y="14266"/>
                  <a:pt x="321628" y="17197"/>
                  <a:pt x="321628" y="20938"/>
                </a:cubicBezTo>
                <a:cubicBezTo>
                  <a:pt x="321628" y="23970"/>
                  <a:pt x="321173" y="26354"/>
                  <a:pt x="320264" y="28092"/>
                </a:cubicBezTo>
                <a:cubicBezTo>
                  <a:pt x="319354" y="29829"/>
                  <a:pt x="318031" y="31178"/>
                  <a:pt x="316293" y="32140"/>
                </a:cubicBezTo>
                <a:cubicBezTo>
                  <a:pt x="314556" y="33101"/>
                  <a:pt x="312659" y="33581"/>
                  <a:pt x="310604" y="33581"/>
                </a:cubicBezTo>
                <a:cubicBezTo>
                  <a:pt x="307306" y="33581"/>
                  <a:pt x="304641" y="32524"/>
                  <a:pt x="302608" y="30409"/>
                </a:cubicBezTo>
                <a:cubicBezTo>
                  <a:pt x="300575" y="28295"/>
                  <a:pt x="299558" y="25249"/>
                  <a:pt x="299558" y="21271"/>
                </a:cubicBezTo>
                <a:moveTo>
                  <a:pt x="303661" y="21260"/>
                </a:moveTo>
                <a:cubicBezTo>
                  <a:pt x="303661" y="24265"/>
                  <a:pt x="304319" y="26516"/>
                  <a:pt x="305636" y="28011"/>
                </a:cubicBezTo>
                <a:cubicBezTo>
                  <a:pt x="306952" y="29507"/>
                  <a:pt x="308608" y="30254"/>
                  <a:pt x="310604" y="30254"/>
                </a:cubicBezTo>
                <a:cubicBezTo>
                  <a:pt x="312585" y="30254"/>
                  <a:pt x="314234" y="29503"/>
                  <a:pt x="315550" y="28000"/>
                </a:cubicBezTo>
                <a:cubicBezTo>
                  <a:pt x="316866" y="26497"/>
                  <a:pt x="317524" y="24207"/>
                  <a:pt x="317524" y="21128"/>
                </a:cubicBezTo>
                <a:cubicBezTo>
                  <a:pt x="317524" y="18225"/>
                  <a:pt x="316863" y="16026"/>
                  <a:pt x="315539" y="14531"/>
                </a:cubicBezTo>
                <a:cubicBezTo>
                  <a:pt x="314216" y="13036"/>
                  <a:pt x="312571" y="12288"/>
                  <a:pt x="310604" y="12288"/>
                </a:cubicBezTo>
                <a:cubicBezTo>
                  <a:pt x="308608" y="12288"/>
                  <a:pt x="306952" y="13032"/>
                  <a:pt x="305636" y="14520"/>
                </a:cubicBezTo>
                <a:cubicBezTo>
                  <a:pt x="304319" y="16008"/>
                  <a:pt x="303661" y="18255"/>
                  <a:pt x="303661" y="21260"/>
                </a:cubicBezTo>
                <a:close/>
                <a:moveTo>
                  <a:pt x="326529" y="33049"/>
                </a:moveTo>
                <a:lnTo>
                  <a:pt x="326529" y="9493"/>
                </a:lnTo>
                <a:lnTo>
                  <a:pt x="330122" y="9493"/>
                </a:lnTo>
                <a:lnTo>
                  <a:pt x="330122" y="12820"/>
                </a:lnTo>
                <a:cubicBezTo>
                  <a:pt x="331852" y="10247"/>
                  <a:pt x="334351" y="8961"/>
                  <a:pt x="337619" y="8961"/>
                </a:cubicBezTo>
                <a:cubicBezTo>
                  <a:pt x="339039" y="8961"/>
                  <a:pt x="340344" y="9216"/>
                  <a:pt x="341534" y="9726"/>
                </a:cubicBezTo>
                <a:cubicBezTo>
                  <a:pt x="342724" y="10236"/>
                  <a:pt x="343615" y="10905"/>
                  <a:pt x="344207" y="11733"/>
                </a:cubicBezTo>
                <a:cubicBezTo>
                  <a:pt x="344798" y="12562"/>
                  <a:pt x="345212" y="13545"/>
                  <a:pt x="345449" y="14683"/>
                </a:cubicBezTo>
                <a:cubicBezTo>
                  <a:pt x="345597" y="15423"/>
                  <a:pt x="345671" y="16717"/>
                  <a:pt x="345671" y="18565"/>
                </a:cubicBezTo>
                <a:lnTo>
                  <a:pt x="345671" y="33049"/>
                </a:lnTo>
                <a:lnTo>
                  <a:pt x="341678" y="33049"/>
                </a:lnTo>
                <a:lnTo>
                  <a:pt x="341678" y="18705"/>
                </a:lnTo>
                <a:cubicBezTo>
                  <a:pt x="341678" y="17077"/>
                  <a:pt x="341523" y="15859"/>
                  <a:pt x="341212" y="15052"/>
                </a:cubicBezTo>
                <a:cubicBezTo>
                  <a:pt x="340902" y="14245"/>
                  <a:pt x="340351" y="13602"/>
                  <a:pt x="339560" y="13120"/>
                </a:cubicBezTo>
                <a:cubicBezTo>
                  <a:pt x="338769" y="12639"/>
                  <a:pt x="337841" y="12399"/>
                  <a:pt x="336776" y="12399"/>
                </a:cubicBezTo>
                <a:cubicBezTo>
                  <a:pt x="335076" y="12399"/>
                  <a:pt x="333608" y="12939"/>
                  <a:pt x="332373" y="14020"/>
                </a:cubicBezTo>
                <a:cubicBezTo>
                  <a:pt x="331139" y="15101"/>
                  <a:pt x="330521" y="17151"/>
                  <a:pt x="330521" y="20170"/>
                </a:cubicBezTo>
                <a:lnTo>
                  <a:pt x="330521" y="33049"/>
                </a:lnTo>
                <a:lnTo>
                  <a:pt x="326529" y="33049"/>
                </a:lnTo>
                <a:close/>
                <a:moveTo>
                  <a:pt x="360639" y="29522"/>
                </a:moveTo>
                <a:lnTo>
                  <a:pt x="361215" y="33049"/>
                </a:lnTo>
                <a:cubicBezTo>
                  <a:pt x="360091" y="33256"/>
                  <a:pt x="359086" y="33359"/>
                  <a:pt x="358199" y="33359"/>
                </a:cubicBezTo>
                <a:cubicBezTo>
                  <a:pt x="356750" y="33359"/>
                  <a:pt x="355626" y="33130"/>
                  <a:pt x="354827" y="32672"/>
                </a:cubicBezTo>
                <a:cubicBezTo>
                  <a:pt x="354029" y="32213"/>
                  <a:pt x="353467" y="31611"/>
                  <a:pt x="353142" y="30864"/>
                </a:cubicBezTo>
                <a:cubicBezTo>
                  <a:pt x="352816" y="30117"/>
                  <a:pt x="352654" y="28546"/>
                  <a:pt x="352654" y="26151"/>
                </a:cubicBezTo>
                <a:lnTo>
                  <a:pt x="352654" y="12599"/>
                </a:lnTo>
                <a:lnTo>
                  <a:pt x="349726" y="12599"/>
                </a:lnTo>
                <a:lnTo>
                  <a:pt x="349726" y="9493"/>
                </a:lnTo>
                <a:lnTo>
                  <a:pt x="352654" y="9493"/>
                </a:lnTo>
                <a:lnTo>
                  <a:pt x="352654" y="3644"/>
                </a:lnTo>
                <a:lnTo>
                  <a:pt x="356624" y="1242"/>
                </a:lnTo>
                <a:lnTo>
                  <a:pt x="356624" y="9493"/>
                </a:lnTo>
                <a:lnTo>
                  <a:pt x="360639" y="9493"/>
                </a:lnTo>
                <a:lnTo>
                  <a:pt x="360639" y="12599"/>
                </a:lnTo>
                <a:lnTo>
                  <a:pt x="356624" y="12599"/>
                </a:lnTo>
                <a:lnTo>
                  <a:pt x="356624" y="26373"/>
                </a:lnTo>
                <a:cubicBezTo>
                  <a:pt x="356624" y="27511"/>
                  <a:pt x="356694" y="28243"/>
                  <a:pt x="356835" y="28568"/>
                </a:cubicBezTo>
                <a:cubicBezTo>
                  <a:pt x="356975" y="28894"/>
                  <a:pt x="357204" y="29153"/>
                  <a:pt x="357522" y="29345"/>
                </a:cubicBezTo>
                <a:cubicBezTo>
                  <a:pt x="357840" y="29537"/>
                  <a:pt x="358295" y="29633"/>
                  <a:pt x="358886" y="29633"/>
                </a:cubicBezTo>
                <a:cubicBezTo>
                  <a:pt x="359330" y="29633"/>
                  <a:pt x="359914" y="29596"/>
                  <a:pt x="360639" y="29522"/>
                </a:cubicBezTo>
                <a:close/>
                <a:moveTo>
                  <a:pt x="364505" y="33049"/>
                </a:moveTo>
                <a:lnTo>
                  <a:pt x="364505" y="9493"/>
                </a:lnTo>
                <a:lnTo>
                  <a:pt x="368098" y="9493"/>
                </a:lnTo>
                <a:lnTo>
                  <a:pt x="368098" y="13042"/>
                </a:lnTo>
                <a:cubicBezTo>
                  <a:pt x="369015" y="11380"/>
                  <a:pt x="369861" y="10285"/>
                  <a:pt x="370638" y="9755"/>
                </a:cubicBezTo>
                <a:cubicBezTo>
                  <a:pt x="371414" y="9226"/>
                  <a:pt x="372268" y="8961"/>
                  <a:pt x="373200" y="8961"/>
                </a:cubicBezTo>
                <a:cubicBezTo>
                  <a:pt x="374545" y="8961"/>
                  <a:pt x="375913" y="9388"/>
                  <a:pt x="377303" y="10242"/>
                </a:cubicBezTo>
                <a:lnTo>
                  <a:pt x="375928" y="13929"/>
                </a:lnTo>
                <a:cubicBezTo>
                  <a:pt x="374952" y="13353"/>
                  <a:pt x="373976" y="13064"/>
                  <a:pt x="373000" y="13064"/>
                </a:cubicBezTo>
                <a:cubicBezTo>
                  <a:pt x="372128" y="13064"/>
                  <a:pt x="371344" y="13327"/>
                  <a:pt x="370649" y="13853"/>
                </a:cubicBezTo>
                <a:cubicBezTo>
                  <a:pt x="369954" y="14379"/>
                  <a:pt x="369459" y="15107"/>
                  <a:pt x="369163" y="16040"/>
                </a:cubicBezTo>
                <a:cubicBezTo>
                  <a:pt x="368719" y="17461"/>
                  <a:pt x="368497" y="19015"/>
                  <a:pt x="368497" y="20703"/>
                </a:cubicBezTo>
                <a:lnTo>
                  <a:pt x="368497" y="33049"/>
                </a:lnTo>
                <a:lnTo>
                  <a:pt x="364505" y="33049"/>
                </a:lnTo>
                <a:close/>
                <a:moveTo>
                  <a:pt x="378554" y="21271"/>
                </a:moveTo>
                <a:cubicBezTo>
                  <a:pt x="378554" y="16909"/>
                  <a:pt x="379766" y="13678"/>
                  <a:pt x="382191" y="11578"/>
                </a:cubicBezTo>
                <a:cubicBezTo>
                  <a:pt x="384217" y="9833"/>
                  <a:pt x="386686" y="8961"/>
                  <a:pt x="389600" y="8961"/>
                </a:cubicBezTo>
                <a:cubicBezTo>
                  <a:pt x="392838" y="8961"/>
                  <a:pt x="395485" y="10022"/>
                  <a:pt x="397540" y="12144"/>
                </a:cubicBezTo>
                <a:cubicBezTo>
                  <a:pt x="399596" y="14266"/>
                  <a:pt x="400623" y="17197"/>
                  <a:pt x="400623" y="20938"/>
                </a:cubicBezTo>
                <a:cubicBezTo>
                  <a:pt x="400623" y="23970"/>
                  <a:pt x="400169" y="26354"/>
                  <a:pt x="399259" y="28092"/>
                </a:cubicBezTo>
                <a:cubicBezTo>
                  <a:pt x="398350" y="29829"/>
                  <a:pt x="397026" y="31178"/>
                  <a:pt x="395289" y="32140"/>
                </a:cubicBezTo>
                <a:cubicBezTo>
                  <a:pt x="393551" y="33101"/>
                  <a:pt x="391655" y="33581"/>
                  <a:pt x="389600" y="33581"/>
                </a:cubicBezTo>
                <a:cubicBezTo>
                  <a:pt x="386302" y="33581"/>
                  <a:pt x="383637" y="32524"/>
                  <a:pt x="381603" y="30409"/>
                </a:cubicBezTo>
                <a:cubicBezTo>
                  <a:pt x="379570" y="28295"/>
                  <a:pt x="378554" y="25249"/>
                  <a:pt x="378554" y="21271"/>
                </a:cubicBezTo>
                <a:moveTo>
                  <a:pt x="382657" y="21260"/>
                </a:moveTo>
                <a:cubicBezTo>
                  <a:pt x="382657" y="24265"/>
                  <a:pt x="383315" y="26516"/>
                  <a:pt x="384631" y="28011"/>
                </a:cubicBezTo>
                <a:cubicBezTo>
                  <a:pt x="385947" y="29507"/>
                  <a:pt x="387603" y="30254"/>
                  <a:pt x="389600" y="30254"/>
                </a:cubicBezTo>
                <a:cubicBezTo>
                  <a:pt x="391581" y="30254"/>
                  <a:pt x="393230" y="29503"/>
                  <a:pt x="394546" y="28000"/>
                </a:cubicBezTo>
                <a:cubicBezTo>
                  <a:pt x="395862" y="26497"/>
                  <a:pt x="396520" y="24207"/>
                  <a:pt x="396520" y="21128"/>
                </a:cubicBezTo>
                <a:cubicBezTo>
                  <a:pt x="396520" y="18225"/>
                  <a:pt x="395858" y="16026"/>
                  <a:pt x="394535" y="14531"/>
                </a:cubicBezTo>
                <a:cubicBezTo>
                  <a:pt x="393211" y="13036"/>
                  <a:pt x="391566" y="12288"/>
                  <a:pt x="389600" y="12288"/>
                </a:cubicBezTo>
                <a:cubicBezTo>
                  <a:pt x="387603" y="12288"/>
                  <a:pt x="385947" y="13032"/>
                  <a:pt x="384631" y="14520"/>
                </a:cubicBezTo>
                <a:cubicBezTo>
                  <a:pt x="383315" y="16008"/>
                  <a:pt x="382657" y="18255"/>
                  <a:pt x="382657" y="21260"/>
                </a:cubicBezTo>
                <a:close/>
                <a:moveTo>
                  <a:pt x="405344" y="33049"/>
                </a:moveTo>
                <a:lnTo>
                  <a:pt x="405344" y="532"/>
                </a:lnTo>
                <a:lnTo>
                  <a:pt x="409336" y="532"/>
                </a:lnTo>
                <a:lnTo>
                  <a:pt x="409336" y="33049"/>
                </a:lnTo>
                <a:lnTo>
                  <a:pt x="405344" y="33049"/>
                </a:lnTo>
                <a:close/>
                <a:moveTo>
                  <a:pt x="416201" y="33049"/>
                </a:moveTo>
                <a:lnTo>
                  <a:pt x="416201" y="532"/>
                </a:lnTo>
                <a:lnTo>
                  <a:pt x="420193" y="532"/>
                </a:lnTo>
                <a:lnTo>
                  <a:pt x="420193" y="33049"/>
                </a:lnTo>
                <a:lnTo>
                  <a:pt x="416201" y="33049"/>
                </a:lnTo>
                <a:close/>
                <a:moveTo>
                  <a:pt x="443271" y="25463"/>
                </a:moveTo>
                <a:lnTo>
                  <a:pt x="447396" y="25973"/>
                </a:lnTo>
                <a:cubicBezTo>
                  <a:pt x="446746" y="28384"/>
                  <a:pt x="445541" y="30254"/>
                  <a:pt x="443781" y="31585"/>
                </a:cubicBezTo>
                <a:cubicBezTo>
                  <a:pt x="442021" y="32916"/>
                  <a:pt x="439774" y="33581"/>
                  <a:pt x="437038" y="33581"/>
                </a:cubicBezTo>
                <a:cubicBezTo>
                  <a:pt x="433593" y="33581"/>
                  <a:pt x="430861" y="32520"/>
                  <a:pt x="428842" y="30398"/>
                </a:cubicBezTo>
                <a:cubicBezTo>
                  <a:pt x="426824" y="28276"/>
                  <a:pt x="425815" y="25301"/>
                  <a:pt x="425815" y="21471"/>
                </a:cubicBezTo>
                <a:cubicBezTo>
                  <a:pt x="425815" y="17508"/>
                  <a:pt x="426835" y="14432"/>
                  <a:pt x="428876" y="12244"/>
                </a:cubicBezTo>
                <a:cubicBezTo>
                  <a:pt x="430916" y="10055"/>
                  <a:pt x="433563" y="8961"/>
                  <a:pt x="436816" y="8961"/>
                </a:cubicBezTo>
                <a:cubicBezTo>
                  <a:pt x="439966" y="8961"/>
                  <a:pt x="442539" y="10031"/>
                  <a:pt x="444535" y="12172"/>
                </a:cubicBezTo>
                <a:cubicBezTo>
                  <a:pt x="446531" y="14313"/>
                  <a:pt x="447529" y="17324"/>
                  <a:pt x="447529" y="21207"/>
                </a:cubicBezTo>
                <a:cubicBezTo>
                  <a:pt x="447529" y="21443"/>
                  <a:pt x="447522" y="21797"/>
                  <a:pt x="447507" y="22269"/>
                </a:cubicBezTo>
                <a:lnTo>
                  <a:pt x="429940" y="22269"/>
                </a:lnTo>
                <a:cubicBezTo>
                  <a:pt x="430088" y="24850"/>
                  <a:pt x="430820" y="26825"/>
                  <a:pt x="432136" y="28197"/>
                </a:cubicBezTo>
                <a:cubicBezTo>
                  <a:pt x="433452" y="29568"/>
                  <a:pt x="435094" y="30254"/>
                  <a:pt x="437060" y="30254"/>
                </a:cubicBezTo>
                <a:cubicBezTo>
                  <a:pt x="438524" y="30254"/>
                  <a:pt x="439774" y="29873"/>
                  <a:pt x="440809" y="29112"/>
                </a:cubicBezTo>
                <a:cubicBezTo>
                  <a:pt x="441844" y="28350"/>
                  <a:pt x="442665" y="27134"/>
                  <a:pt x="443271" y="25463"/>
                </a:cubicBezTo>
                <a:moveTo>
                  <a:pt x="430162" y="18942"/>
                </a:moveTo>
                <a:lnTo>
                  <a:pt x="443315" y="18942"/>
                </a:lnTo>
                <a:cubicBezTo>
                  <a:pt x="443138" y="16993"/>
                  <a:pt x="442635" y="15531"/>
                  <a:pt x="441807" y="14557"/>
                </a:cubicBezTo>
                <a:cubicBezTo>
                  <a:pt x="440535" y="13044"/>
                  <a:pt x="438886" y="12288"/>
                  <a:pt x="436861" y="12288"/>
                </a:cubicBezTo>
                <a:cubicBezTo>
                  <a:pt x="435027" y="12288"/>
                  <a:pt x="433486" y="12892"/>
                  <a:pt x="432236" y="14099"/>
                </a:cubicBezTo>
                <a:cubicBezTo>
                  <a:pt x="430987" y="15306"/>
                  <a:pt x="430295" y="16920"/>
                  <a:pt x="430162" y="18942"/>
                </a:cubicBezTo>
                <a:close/>
                <a:moveTo>
                  <a:pt x="452494" y="33049"/>
                </a:moveTo>
                <a:lnTo>
                  <a:pt x="452494" y="9493"/>
                </a:lnTo>
                <a:lnTo>
                  <a:pt x="456087" y="9493"/>
                </a:lnTo>
                <a:lnTo>
                  <a:pt x="456087" y="13042"/>
                </a:lnTo>
                <a:cubicBezTo>
                  <a:pt x="457004" y="11380"/>
                  <a:pt x="457851" y="10285"/>
                  <a:pt x="458627" y="9755"/>
                </a:cubicBezTo>
                <a:cubicBezTo>
                  <a:pt x="459403" y="9226"/>
                  <a:pt x="460257" y="8961"/>
                  <a:pt x="461189" y="8961"/>
                </a:cubicBezTo>
                <a:cubicBezTo>
                  <a:pt x="462535" y="8961"/>
                  <a:pt x="463902" y="9388"/>
                  <a:pt x="465292" y="10242"/>
                </a:cubicBezTo>
                <a:lnTo>
                  <a:pt x="463917" y="13929"/>
                </a:lnTo>
                <a:cubicBezTo>
                  <a:pt x="462941" y="13353"/>
                  <a:pt x="461965" y="13064"/>
                  <a:pt x="460989" y="13064"/>
                </a:cubicBezTo>
                <a:cubicBezTo>
                  <a:pt x="460117" y="13064"/>
                  <a:pt x="459333" y="13327"/>
                  <a:pt x="458638" y="13853"/>
                </a:cubicBezTo>
                <a:cubicBezTo>
                  <a:pt x="457943" y="14379"/>
                  <a:pt x="457448" y="15107"/>
                  <a:pt x="457152" y="16040"/>
                </a:cubicBezTo>
                <a:cubicBezTo>
                  <a:pt x="456708" y="17461"/>
                  <a:pt x="456487" y="19015"/>
                  <a:pt x="456487" y="20703"/>
                </a:cubicBezTo>
                <a:lnTo>
                  <a:pt x="456487" y="33049"/>
                </a:lnTo>
                <a:lnTo>
                  <a:pt x="452494" y="33049"/>
                </a:lnTo>
                <a:close/>
                <a:moveTo>
                  <a:pt x="468206" y="33049"/>
                </a:moveTo>
                <a:lnTo>
                  <a:pt x="468206" y="28480"/>
                </a:lnTo>
                <a:lnTo>
                  <a:pt x="472753" y="28480"/>
                </a:lnTo>
                <a:lnTo>
                  <a:pt x="472753" y="33049"/>
                </a:lnTo>
                <a:lnTo>
                  <a:pt x="468206" y="33049"/>
                </a:lnTo>
                <a:close/>
                <a:moveTo>
                  <a:pt x="479681" y="5190"/>
                </a:moveTo>
                <a:lnTo>
                  <a:pt x="479681" y="532"/>
                </a:lnTo>
                <a:lnTo>
                  <a:pt x="483674" y="532"/>
                </a:lnTo>
                <a:lnTo>
                  <a:pt x="483674" y="5190"/>
                </a:lnTo>
                <a:lnTo>
                  <a:pt x="479681" y="5190"/>
                </a:lnTo>
                <a:moveTo>
                  <a:pt x="474624" y="42210"/>
                </a:moveTo>
                <a:lnTo>
                  <a:pt x="475378" y="38816"/>
                </a:lnTo>
                <a:cubicBezTo>
                  <a:pt x="476177" y="39023"/>
                  <a:pt x="476805" y="39126"/>
                  <a:pt x="477264" y="39126"/>
                </a:cubicBezTo>
                <a:cubicBezTo>
                  <a:pt x="478077" y="39126"/>
                  <a:pt x="478683" y="38856"/>
                  <a:pt x="479083" y="38316"/>
                </a:cubicBezTo>
                <a:cubicBezTo>
                  <a:pt x="479482" y="37776"/>
                  <a:pt x="479681" y="36426"/>
                  <a:pt x="479681" y="34265"/>
                </a:cubicBezTo>
                <a:lnTo>
                  <a:pt x="479681" y="9493"/>
                </a:lnTo>
                <a:lnTo>
                  <a:pt x="483674" y="9493"/>
                </a:lnTo>
                <a:lnTo>
                  <a:pt x="483674" y="34352"/>
                </a:lnTo>
                <a:cubicBezTo>
                  <a:pt x="483674" y="37252"/>
                  <a:pt x="483297" y="39272"/>
                  <a:pt x="482543" y="40411"/>
                </a:cubicBezTo>
                <a:cubicBezTo>
                  <a:pt x="481582" y="41891"/>
                  <a:pt x="479985" y="42631"/>
                  <a:pt x="477752" y="42631"/>
                </a:cubicBezTo>
                <a:cubicBezTo>
                  <a:pt x="476672" y="42631"/>
                  <a:pt x="475630" y="42490"/>
                  <a:pt x="474624" y="42210"/>
                </a:cubicBezTo>
                <a:close/>
                <a:moveTo>
                  <a:pt x="487282" y="25996"/>
                </a:moveTo>
                <a:lnTo>
                  <a:pt x="491230" y="25375"/>
                </a:lnTo>
                <a:cubicBezTo>
                  <a:pt x="491452" y="26950"/>
                  <a:pt x="492069" y="28157"/>
                  <a:pt x="493082" y="28996"/>
                </a:cubicBezTo>
                <a:cubicBezTo>
                  <a:pt x="494095" y="29835"/>
                  <a:pt x="495511" y="30254"/>
                  <a:pt x="497330" y="30254"/>
                </a:cubicBezTo>
                <a:cubicBezTo>
                  <a:pt x="499163" y="30254"/>
                  <a:pt x="500524" y="29884"/>
                  <a:pt x="501411" y="29143"/>
                </a:cubicBezTo>
                <a:cubicBezTo>
                  <a:pt x="502298" y="28402"/>
                  <a:pt x="502742" y="27533"/>
                  <a:pt x="502742" y="26536"/>
                </a:cubicBezTo>
                <a:cubicBezTo>
                  <a:pt x="502742" y="25640"/>
                  <a:pt x="502350" y="24936"/>
                  <a:pt x="501566" y="24423"/>
                </a:cubicBezTo>
                <a:cubicBezTo>
                  <a:pt x="501019" y="24071"/>
                  <a:pt x="499659" y="23623"/>
                  <a:pt x="497485" y="23080"/>
                </a:cubicBezTo>
                <a:cubicBezTo>
                  <a:pt x="494557" y="22340"/>
                  <a:pt x="492528" y="21700"/>
                  <a:pt x="491397" y="21160"/>
                </a:cubicBezTo>
                <a:cubicBezTo>
                  <a:pt x="490265" y="20620"/>
                  <a:pt x="489408" y="19873"/>
                  <a:pt x="488824" y="18918"/>
                </a:cubicBezTo>
                <a:cubicBezTo>
                  <a:pt x="488240" y="17963"/>
                  <a:pt x="487947" y="16909"/>
                  <a:pt x="487947" y="15754"/>
                </a:cubicBezTo>
                <a:cubicBezTo>
                  <a:pt x="487947" y="14704"/>
                  <a:pt x="488188" y="13730"/>
                  <a:pt x="488668" y="12835"/>
                </a:cubicBezTo>
                <a:cubicBezTo>
                  <a:pt x="489149" y="11939"/>
                  <a:pt x="489803" y="11196"/>
                  <a:pt x="490631" y="10604"/>
                </a:cubicBezTo>
                <a:cubicBezTo>
                  <a:pt x="491252" y="10145"/>
                  <a:pt x="492099" y="9756"/>
                  <a:pt x="493171" y="9438"/>
                </a:cubicBezTo>
                <a:cubicBezTo>
                  <a:pt x="494243" y="9120"/>
                  <a:pt x="495393" y="8961"/>
                  <a:pt x="496620" y="8961"/>
                </a:cubicBezTo>
                <a:cubicBezTo>
                  <a:pt x="498468" y="8961"/>
                  <a:pt x="500091" y="9229"/>
                  <a:pt x="501489" y="9765"/>
                </a:cubicBezTo>
                <a:cubicBezTo>
                  <a:pt x="502886" y="10301"/>
                  <a:pt x="503917" y="11026"/>
                  <a:pt x="504583" y="11942"/>
                </a:cubicBezTo>
                <a:cubicBezTo>
                  <a:pt x="505248" y="12858"/>
                  <a:pt x="505707" y="14082"/>
                  <a:pt x="505958" y="15615"/>
                </a:cubicBezTo>
                <a:lnTo>
                  <a:pt x="502054" y="16147"/>
                </a:lnTo>
                <a:cubicBezTo>
                  <a:pt x="501877" y="14935"/>
                  <a:pt x="501363" y="13989"/>
                  <a:pt x="500513" y="13308"/>
                </a:cubicBezTo>
                <a:cubicBezTo>
                  <a:pt x="499662" y="12628"/>
                  <a:pt x="498461" y="12288"/>
                  <a:pt x="496908" y="12288"/>
                </a:cubicBezTo>
                <a:cubicBezTo>
                  <a:pt x="495075" y="12288"/>
                  <a:pt x="493766" y="12590"/>
                  <a:pt x="492982" y="13193"/>
                </a:cubicBezTo>
                <a:cubicBezTo>
                  <a:pt x="492199" y="13796"/>
                  <a:pt x="491807" y="14503"/>
                  <a:pt x="491807" y="15312"/>
                </a:cubicBezTo>
                <a:cubicBezTo>
                  <a:pt x="491807" y="15827"/>
                  <a:pt x="491970" y="16290"/>
                  <a:pt x="492295" y="16703"/>
                </a:cubicBezTo>
                <a:cubicBezTo>
                  <a:pt x="492620" y="17129"/>
                  <a:pt x="493130" y="17482"/>
                  <a:pt x="493825" y="17762"/>
                </a:cubicBezTo>
                <a:cubicBezTo>
                  <a:pt x="494225" y="17909"/>
                  <a:pt x="495400" y="18248"/>
                  <a:pt x="497352" y="18777"/>
                </a:cubicBezTo>
                <a:cubicBezTo>
                  <a:pt x="500176" y="19531"/>
                  <a:pt x="502147" y="20148"/>
                  <a:pt x="503263" y="20628"/>
                </a:cubicBezTo>
                <a:cubicBezTo>
                  <a:pt x="504380" y="21108"/>
                  <a:pt x="505256" y="21806"/>
                  <a:pt x="505891" y="22723"/>
                </a:cubicBezTo>
                <a:cubicBezTo>
                  <a:pt x="506527" y="23638"/>
                  <a:pt x="506845" y="24776"/>
                  <a:pt x="506845" y="26135"/>
                </a:cubicBezTo>
                <a:cubicBezTo>
                  <a:pt x="506845" y="27465"/>
                  <a:pt x="506457" y="28717"/>
                  <a:pt x="505681" y="29892"/>
                </a:cubicBezTo>
                <a:cubicBezTo>
                  <a:pt x="504904" y="31066"/>
                  <a:pt x="503784" y="31974"/>
                  <a:pt x="502320" y="32617"/>
                </a:cubicBezTo>
                <a:cubicBezTo>
                  <a:pt x="500857" y="33260"/>
                  <a:pt x="499200" y="33581"/>
                  <a:pt x="497352" y="33581"/>
                </a:cubicBezTo>
                <a:cubicBezTo>
                  <a:pt x="494291" y="33581"/>
                  <a:pt x="491958" y="32944"/>
                  <a:pt x="490354" y="31668"/>
                </a:cubicBezTo>
                <a:cubicBezTo>
                  <a:pt x="488750" y="30393"/>
                  <a:pt x="487726" y="28502"/>
                  <a:pt x="487282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src/core/core.scale.js">
            <a:extLst xmlns:a="http://schemas.openxmlformats.org/drawingml/2006/main">
              <a:ext uri="{FF2B5EF4-FFF2-40B4-BE49-F238E27FC236}">
                <a16:creationId xmlns:a16="http://schemas.microsoft.com/office/drawing/2014/main" id="{3E1DBD01-46F2-4D24-A1FB-13B7CC21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666767"/>
            <a:ext cx="425262" cy="42631"/>
          </a:xfrm>
          <a:custGeom xmlns:a="http://schemas.openxmlformats.org/drawingml/2006/main">
            <a:pathLst>
              <a:path w="425262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90467" y="24399"/>
                </a:moveTo>
                <a:lnTo>
                  <a:pt x="94393" y="24909"/>
                </a:lnTo>
                <a:cubicBezTo>
                  <a:pt x="93964" y="27622"/>
                  <a:pt x="92866" y="29745"/>
                  <a:pt x="91099" y="31280"/>
                </a:cubicBezTo>
                <a:cubicBezTo>
                  <a:pt x="89332" y="32814"/>
                  <a:pt x="87162" y="33581"/>
                  <a:pt x="84589" y="33581"/>
                </a:cubicBezTo>
                <a:cubicBezTo>
                  <a:pt x="81366" y="33581"/>
                  <a:pt x="78774" y="32528"/>
                  <a:pt x="76815" y="30421"/>
                </a:cubicBezTo>
                <a:cubicBezTo>
                  <a:pt x="74856" y="28313"/>
                  <a:pt x="73876" y="25293"/>
                  <a:pt x="73876" y="21360"/>
                </a:cubicBezTo>
                <a:cubicBezTo>
                  <a:pt x="73876" y="18816"/>
                  <a:pt x="74297" y="16591"/>
                  <a:pt x="75140" y="14683"/>
                </a:cubicBezTo>
                <a:cubicBezTo>
                  <a:pt x="75983" y="12776"/>
                  <a:pt x="77266" y="11345"/>
                  <a:pt x="78989" y="10392"/>
                </a:cubicBezTo>
                <a:cubicBezTo>
                  <a:pt x="80711" y="9438"/>
                  <a:pt x="82586" y="8961"/>
                  <a:pt x="84611" y="8961"/>
                </a:cubicBezTo>
                <a:cubicBezTo>
                  <a:pt x="87169" y="8961"/>
                  <a:pt x="89262" y="9610"/>
                  <a:pt x="90888" y="10908"/>
                </a:cubicBezTo>
                <a:cubicBezTo>
                  <a:pt x="92515" y="12206"/>
                  <a:pt x="93557" y="14048"/>
                  <a:pt x="94016" y="16436"/>
                </a:cubicBezTo>
                <a:lnTo>
                  <a:pt x="90134" y="17035"/>
                </a:lnTo>
                <a:cubicBezTo>
                  <a:pt x="89765" y="15460"/>
                  <a:pt x="89110" y="14275"/>
                  <a:pt x="88171" y="13480"/>
                </a:cubicBezTo>
                <a:cubicBezTo>
                  <a:pt x="87232" y="12685"/>
                  <a:pt x="86097" y="12288"/>
                  <a:pt x="84767" y="12288"/>
                </a:cubicBezTo>
                <a:cubicBezTo>
                  <a:pt x="82756" y="12288"/>
                  <a:pt x="81122" y="13005"/>
                  <a:pt x="79865" y="14440"/>
                </a:cubicBezTo>
                <a:cubicBezTo>
                  <a:pt x="78608" y="15875"/>
                  <a:pt x="77979" y="18144"/>
                  <a:pt x="77979" y="21249"/>
                </a:cubicBezTo>
                <a:cubicBezTo>
                  <a:pt x="77979" y="24398"/>
                  <a:pt x="78586" y="26686"/>
                  <a:pt x="79798" y="28114"/>
                </a:cubicBezTo>
                <a:cubicBezTo>
                  <a:pt x="81011" y="29541"/>
                  <a:pt x="82593" y="30254"/>
                  <a:pt x="84545" y="30254"/>
                </a:cubicBezTo>
                <a:cubicBezTo>
                  <a:pt x="86112" y="30254"/>
                  <a:pt x="87421" y="29775"/>
                  <a:pt x="88471" y="28818"/>
                </a:cubicBezTo>
                <a:cubicBezTo>
                  <a:pt x="89521" y="27861"/>
                  <a:pt x="90186" y="26387"/>
                  <a:pt x="90467" y="24399"/>
                </a:cubicBezTo>
                <a:close/>
                <a:moveTo>
                  <a:pt x="96323" y="21271"/>
                </a:moveTo>
                <a:cubicBezTo>
                  <a:pt x="96323" y="16909"/>
                  <a:pt x="97535" y="13678"/>
                  <a:pt x="99960" y="11578"/>
                </a:cubicBezTo>
                <a:cubicBezTo>
                  <a:pt x="101986" y="9833"/>
                  <a:pt x="104455" y="8961"/>
                  <a:pt x="107369" y="8961"/>
                </a:cubicBezTo>
                <a:cubicBezTo>
                  <a:pt x="110607" y="8961"/>
                  <a:pt x="113254" y="10022"/>
                  <a:pt x="115309" y="12144"/>
                </a:cubicBezTo>
                <a:cubicBezTo>
                  <a:pt x="117365" y="14266"/>
                  <a:pt x="118392" y="17197"/>
                  <a:pt x="118392" y="20938"/>
                </a:cubicBezTo>
                <a:cubicBezTo>
                  <a:pt x="118392" y="23970"/>
                  <a:pt x="117938" y="26354"/>
                  <a:pt x="117028" y="28092"/>
                </a:cubicBezTo>
                <a:cubicBezTo>
                  <a:pt x="116119" y="29829"/>
                  <a:pt x="114795" y="31178"/>
                  <a:pt x="113058" y="32140"/>
                </a:cubicBezTo>
                <a:cubicBezTo>
                  <a:pt x="111320" y="33101"/>
                  <a:pt x="109424" y="33581"/>
                  <a:pt x="107369" y="33581"/>
                </a:cubicBezTo>
                <a:cubicBezTo>
                  <a:pt x="104071" y="33581"/>
                  <a:pt x="101406" y="32524"/>
                  <a:pt x="99372" y="30409"/>
                </a:cubicBezTo>
                <a:cubicBezTo>
                  <a:pt x="97339" y="28295"/>
                  <a:pt x="96323" y="25249"/>
                  <a:pt x="96323" y="21271"/>
                </a:cubicBezTo>
                <a:moveTo>
                  <a:pt x="100426" y="21260"/>
                </a:moveTo>
                <a:cubicBezTo>
                  <a:pt x="100426" y="24265"/>
                  <a:pt x="101084" y="26516"/>
                  <a:pt x="102400" y="28011"/>
                </a:cubicBezTo>
                <a:cubicBezTo>
                  <a:pt x="103716" y="29507"/>
                  <a:pt x="105372" y="30254"/>
                  <a:pt x="107369" y="30254"/>
                </a:cubicBezTo>
                <a:cubicBezTo>
                  <a:pt x="109350" y="30254"/>
                  <a:pt x="110999" y="29503"/>
                  <a:pt x="112315" y="28000"/>
                </a:cubicBezTo>
                <a:cubicBezTo>
                  <a:pt x="113631" y="26497"/>
                  <a:pt x="114289" y="24207"/>
                  <a:pt x="114289" y="21128"/>
                </a:cubicBezTo>
                <a:cubicBezTo>
                  <a:pt x="114289" y="18225"/>
                  <a:pt x="113627" y="16026"/>
                  <a:pt x="112304" y="14531"/>
                </a:cubicBezTo>
                <a:cubicBezTo>
                  <a:pt x="110980" y="13036"/>
                  <a:pt x="109335" y="12288"/>
                  <a:pt x="107369" y="12288"/>
                </a:cubicBezTo>
                <a:cubicBezTo>
                  <a:pt x="105372" y="12288"/>
                  <a:pt x="103716" y="13032"/>
                  <a:pt x="102400" y="14520"/>
                </a:cubicBezTo>
                <a:cubicBezTo>
                  <a:pt x="101084" y="16008"/>
                  <a:pt x="100426" y="18255"/>
                  <a:pt x="100426" y="21260"/>
                </a:cubicBezTo>
                <a:close/>
                <a:moveTo>
                  <a:pt x="123248" y="33049"/>
                </a:moveTo>
                <a:lnTo>
                  <a:pt x="123248" y="9493"/>
                </a:lnTo>
                <a:lnTo>
                  <a:pt x="126842" y="9493"/>
                </a:lnTo>
                <a:lnTo>
                  <a:pt x="126842" y="13042"/>
                </a:lnTo>
                <a:cubicBezTo>
                  <a:pt x="127758" y="11380"/>
                  <a:pt x="128605" y="10285"/>
                  <a:pt x="129381" y="9755"/>
                </a:cubicBezTo>
                <a:cubicBezTo>
                  <a:pt x="130158" y="9226"/>
                  <a:pt x="131012" y="8961"/>
                  <a:pt x="131943" y="8961"/>
                </a:cubicBezTo>
                <a:cubicBezTo>
                  <a:pt x="133289" y="8961"/>
                  <a:pt x="134657" y="9388"/>
                  <a:pt x="136047" y="10242"/>
                </a:cubicBezTo>
                <a:lnTo>
                  <a:pt x="134671" y="13929"/>
                </a:lnTo>
                <a:cubicBezTo>
                  <a:pt x="133695" y="13353"/>
                  <a:pt x="132719" y="13064"/>
                  <a:pt x="131744" y="13064"/>
                </a:cubicBezTo>
                <a:cubicBezTo>
                  <a:pt x="130871" y="13064"/>
                  <a:pt x="130087" y="13327"/>
                  <a:pt x="129392" y="13853"/>
                </a:cubicBezTo>
                <a:cubicBezTo>
                  <a:pt x="128697" y="14379"/>
                  <a:pt x="128202" y="15107"/>
                  <a:pt x="127906" y="16040"/>
                </a:cubicBezTo>
                <a:cubicBezTo>
                  <a:pt x="127463" y="17461"/>
                  <a:pt x="127241" y="19015"/>
                  <a:pt x="127241" y="20703"/>
                </a:cubicBezTo>
                <a:lnTo>
                  <a:pt x="127241" y="33049"/>
                </a:lnTo>
                <a:lnTo>
                  <a:pt x="123248" y="33049"/>
                </a:lnTo>
                <a:close/>
                <a:moveTo>
                  <a:pt x="154817" y="25463"/>
                </a:moveTo>
                <a:lnTo>
                  <a:pt x="158943" y="25973"/>
                </a:lnTo>
                <a:cubicBezTo>
                  <a:pt x="158292" y="28384"/>
                  <a:pt x="157087" y="30254"/>
                  <a:pt x="155328" y="31585"/>
                </a:cubicBezTo>
                <a:cubicBezTo>
                  <a:pt x="153568" y="32916"/>
                  <a:pt x="151320" y="33581"/>
                  <a:pt x="148585" y="33581"/>
                </a:cubicBezTo>
                <a:cubicBezTo>
                  <a:pt x="145139" y="33581"/>
                  <a:pt x="142407" y="32520"/>
                  <a:pt x="140389" y="30398"/>
                </a:cubicBezTo>
                <a:cubicBezTo>
                  <a:pt x="138371" y="28276"/>
                  <a:pt x="137361" y="25301"/>
                  <a:pt x="137361" y="21471"/>
                </a:cubicBezTo>
                <a:cubicBezTo>
                  <a:pt x="137361" y="17508"/>
                  <a:pt x="138382" y="14432"/>
                  <a:pt x="140422" y="12244"/>
                </a:cubicBezTo>
                <a:cubicBezTo>
                  <a:pt x="142463" y="10055"/>
                  <a:pt x="145110" y="8961"/>
                  <a:pt x="148363" y="8961"/>
                </a:cubicBezTo>
                <a:cubicBezTo>
                  <a:pt x="151512" y="8961"/>
                  <a:pt x="154085" y="10031"/>
                  <a:pt x="156082" y="12172"/>
                </a:cubicBezTo>
                <a:cubicBezTo>
                  <a:pt x="158078" y="14313"/>
                  <a:pt x="159076" y="17324"/>
                  <a:pt x="159076" y="21207"/>
                </a:cubicBezTo>
                <a:cubicBezTo>
                  <a:pt x="159076" y="21443"/>
                  <a:pt x="159069" y="21797"/>
                  <a:pt x="159054" y="22269"/>
                </a:cubicBezTo>
                <a:lnTo>
                  <a:pt x="141487" y="22269"/>
                </a:lnTo>
                <a:cubicBezTo>
                  <a:pt x="141635" y="24850"/>
                  <a:pt x="142367" y="26825"/>
                  <a:pt x="143683" y="28197"/>
                </a:cubicBezTo>
                <a:cubicBezTo>
                  <a:pt x="144999" y="29568"/>
                  <a:pt x="146640" y="30254"/>
                  <a:pt x="148607" y="30254"/>
                </a:cubicBezTo>
                <a:cubicBezTo>
                  <a:pt x="150071" y="30254"/>
                  <a:pt x="151320" y="29873"/>
                  <a:pt x="152355" y="29112"/>
                </a:cubicBezTo>
                <a:cubicBezTo>
                  <a:pt x="153390" y="28350"/>
                  <a:pt x="154211" y="27134"/>
                  <a:pt x="154817" y="25463"/>
                </a:cubicBezTo>
                <a:moveTo>
                  <a:pt x="141709" y="18942"/>
                </a:moveTo>
                <a:lnTo>
                  <a:pt x="154862" y="18942"/>
                </a:lnTo>
                <a:cubicBezTo>
                  <a:pt x="154684" y="16993"/>
                  <a:pt x="154182" y="15531"/>
                  <a:pt x="153353" y="14557"/>
                </a:cubicBezTo>
                <a:cubicBezTo>
                  <a:pt x="152082" y="13044"/>
                  <a:pt x="150433" y="12288"/>
                  <a:pt x="148407" y="12288"/>
                </a:cubicBezTo>
                <a:cubicBezTo>
                  <a:pt x="146574" y="12288"/>
                  <a:pt x="145032" y="12892"/>
                  <a:pt x="143783" y="14099"/>
                </a:cubicBezTo>
                <a:cubicBezTo>
                  <a:pt x="142533" y="15306"/>
                  <a:pt x="141842" y="16920"/>
                  <a:pt x="141709" y="18942"/>
                </a:cubicBezTo>
                <a:close/>
                <a:moveTo>
                  <a:pt x="161091" y="33581"/>
                </a:moveTo>
                <a:lnTo>
                  <a:pt x="170517" y="0"/>
                </a:lnTo>
                <a:lnTo>
                  <a:pt x="173711" y="0"/>
                </a:lnTo>
                <a:lnTo>
                  <a:pt x="164307" y="33581"/>
                </a:lnTo>
                <a:lnTo>
                  <a:pt x="161091" y="33581"/>
                </a:lnTo>
                <a:close/>
                <a:moveTo>
                  <a:pt x="192085" y="24399"/>
                </a:moveTo>
                <a:lnTo>
                  <a:pt x="196011" y="24909"/>
                </a:lnTo>
                <a:cubicBezTo>
                  <a:pt x="195582" y="27622"/>
                  <a:pt x="194484" y="29745"/>
                  <a:pt x="192717" y="31280"/>
                </a:cubicBezTo>
                <a:cubicBezTo>
                  <a:pt x="190950" y="32814"/>
                  <a:pt x="188780" y="33581"/>
                  <a:pt x="186207" y="33581"/>
                </a:cubicBezTo>
                <a:cubicBezTo>
                  <a:pt x="182984" y="33581"/>
                  <a:pt x="180392" y="32528"/>
                  <a:pt x="178433" y="30421"/>
                </a:cubicBezTo>
                <a:cubicBezTo>
                  <a:pt x="176474" y="28313"/>
                  <a:pt x="175494" y="25293"/>
                  <a:pt x="175494" y="21360"/>
                </a:cubicBezTo>
                <a:cubicBezTo>
                  <a:pt x="175494" y="18816"/>
                  <a:pt x="175916" y="16591"/>
                  <a:pt x="176758" y="14683"/>
                </a:cubicBezTo>
                <a:cubicBezTo>
                  <a:pt x="177601" y="12776"/>
                  <a:pt x="178884" y="11345"/>
                  <a:pt x="180607" y="10392"/>
                </a:cubicBezTo>
                <a:cubicBezTo>
                  <a:pt x="182329" y="9438"/>
                  <a:pt x="184204" y="8961"/>
                  <a:pt x="186229" y="8961"/>
                </a:cubicBezTo>
                <a:cubicBezTo>
                  <a:pt x="188788" y="8961"/>
                  <a:pt x="190880" y="9610"/>
                  <a:pt x="192507" y="10908"/>
                </a:cubicBezTo>
                <a:cubicBezTo>
                  <a:pt x="194133" y="12206"/>
                  <a:pt x="195176" y="14048"/>
                  <a:pt x="195634" y="16436"/>
                </a:cubicBezTo>
                <a:lnTo>
                  <a:pt x="191752" y="17035"/>
                </a:lnTo>
                <a:cubicBezTo>
                  <a:pt x="191383" y="15460"/>
                  <a:pt x="190728" y="14275"/>
                  <a:pt x="189789" y="13480"/>
                </a:cubicBezTo>
                <a:cubicBezTo>
                  <a:pt x="188850" y="12685"/>
                  <a:pt x="187716" y="12288"/>
                  <a:pt x="186385" y="12288"/>
                </a:cubicBezTo>
                <a:cubicBezTo>
                  <a:pt x="184374" y="12288"/>
                  <a:pt x="182740" y="13005"/>
                  <a:pt x="181483" y="14440"/>
                </a:cubicBezTo>
                <a:cubicBezTo>
                  <a:pt x="180226" y="15875"/>
                  <a:pt x="179597" y="18144"/>
                  <a:pt x="179597" y="21249"/>
                </a:cubicBezTo>
                <a:cubicBezTo>
                  <a:pt x="179597" y="24398"/>
                  <a:pt x="180204" y="26686"/>
                  <a:pt x="181416" y="28114"/>
                </a:cubicBezTo>
                <a:cubicBezTo>
                  <a:pt x="182629" y="29541"/>
                  <a:pt x="184211" y="30254"/>
                  <a:pt x="186163" y="30254"/>
                </a:cubicBezTo>
                <a:cubicBezTo>
                  <a:pt x="187730" y="30254"/>
                  <a:pt x="189039" y="29775"/>
                  <a:pt x="190089" y="28818"/>
                </a:cubicBezTo>
                <a:cubicBezTo>
                  <a:pt x="191139" y="27861"/>
                  <a:pt x="191804" y="26387"/>
                  <a:pt x="192085" y="24399"/>
                </a:cubicBezTo>
                <a:close/>
                <a:moveTo>
                  <a:pt x="197940" y="21271"/>
                </a:moveTo>
                <a:cubicBezTo>
                  <a:pt x="197940" y="16909"/>
                  <a:pt x="199153" y="13678"/>
                  <a:pt x="201578" y="11578"/>
                </a:cubicBezTo>
                <a:cubicBezTo>
                  <a:pt x="203604" y="9833"/>
                  <a:pt x="206073" y="8961"/>
                  <a:pt x="208986" y="8961"/>
                </a:cubicBezTo>
                <a:cubicBezTo>
                  <a:pt x="212224" y="8961"/>
                  <a:pt x="214871" y="10022"/>
                  <a:pt x="216927" y="12144"/>
                </a:cubicBezTo>
                <a:cubicBezTo>
                  <a:pt x="218982" y="14266"/>
                  <a:pt x="220010" y="17197"/>
                  <a:pt x="220010" y="20938"/>
                </a:cubicBezTo>
                <a:cubicBezTo>
                  <a:pt x="220010" y="23970"/>
                  <a:pt x="219555" y="26354"/>
                  <a:pt x="218646" y="28092"/>
                </a:cubicBezTo>
                <a:cubicBezTo>
                  <a:pt x="217736" y="29829"/>
                  <a:pt x="216413" y="31178"/>
                  <a:pt x="214675" y="32140"/>
                </a:cubicBezTo>
                <a:cubicBezTo>
                  <a:pt x="212938" y="33101"/>
                  <a:pt x="211041" y="33581"/>
                  <a:pt x="208986" y="33581"/>
                </a:cubicBezTo>
                <a:cubicBezTo>
                  <a:pt x="205689" y="33581"/>
                  <a:pt x="203023" y="32524"/>
                  <a:pt x="200990" y="30409"/>
                </a:cubicBezTo>
                <a:cubicBezTo>
                  <a:pt x="198957" y="28295"/>
                  <a:pt x="197940" y="25249"/>
                  <a:pt x="197940" y="21271"/>
                </a:cubicBezTo>
                <a:moveTo>
                  <a:pt x="202044" y="21260"/>
                </a:moveTo>
                <a:cubicBezTo>
                  <a:pt x="202044" y="24265"/>
                  <a:pt x="202702" y="26516"/>
                  <a:pt x="204018" y="28011"/>
                </a:cubicBezTo>
                <a:cubicBezTo>
                  <a:pt x="205334" y="29507"/>
                  <a:pt x="206990" y="30254"/>
                  <a:pt x="208986" y="30254"/>
                </a:cubicBezTo>
                <a:cubicBezTo>
                  <a:pt x="210968" y="30254"/>
                  <a:pt x="212616" y="29503"/>
                  <a:pt x="213932" y="28000"/>
                </a:cubicBezTo>
                <a:cubicBezTo>
                  <a:pt x="215248" y="26497"/>
                  <a:pt x="215906" y="24207"/>
                  <a:pt x="215906" y="21128"/>
                </a:cubicBezTo>
                <a:cubicBezTo>
                  <a:pt x="215906" y="18225"/>
                  <a:pt x="215245" y="16026"/>
                  <a:pt x="213921" y="14531"/>
                </a:cubicBezTo>
                <a:cubicBezTo>
                  <a:pt x="212598" y="13036"/>
                  <a:pt x="210953" y="12288"/>
                  <a:pt x="208986" y="12288"/>
                </a:cubicBezTo>
                <a:cubicBezTo>
                  <a:pt x="206990" y="12288"/>
                  <a:pt x="205334" y="13032"/>
                  <a:pt x="204018" y="14520"/>
                </a:cubicBezTo>
                <a:cubicBezTo>
                  <a:pt x="202702" y="16008"/>
                  <a:pt x="202044" y="18255"/>
                  <a:pt x="202044" y="21260"/>
                </a:cubicBezTo>
                <a:close/>
                <a:moveTo>
                  <a:pt x="224866" y="33049"/>
                </a:moveTo>
                <a:lnTo>
                  <a:pt x="224866" y="9493"/>
                </a:lnTo>
                <a:lnTo>
                  <a:pt x="228460" y="9493"/>
                </a:lnTo>
                <a:lnTo>
                  <a:pt x="228460" y="13042"/>
                </a:lnTo>
                <a:cubicBezTo>
                  <a:pt x="229376" y="11380"/>
                  <a:pt x="230223" y="10285"/>
                  <a:pt x="230999" y="9755"/>
                </a:cubicBezTo>
                <a:cubicBezTo>
                  <a:pt x="231775" y="9226"/>
                  <a:pt x="232629" y="8961"/>
                  <a:pt x="233561" y="8961"/>
                </a:cubicBezTo>
                <a:cubicBezTo>
                  <a:pt x="234907" y="8961"/>
                  <a:pt x="236274" y="9388"/>
                  <a:pt x="237664" y="10242"/>
                </a:cubicBezTo>
                <a:lnTo>
                  <a:pt x="236289" y="13929"/>
                </a:lnTo>
                <a:cubicBezTo>
                  <a:pt x="235313" y="13353"/>
                  <a:pt x="234337" y="13064"/>
                  <a:pt x="233361" y="13064"/>
                </a:cubicBezTo>
                <a:cubicBezTo>
                  <a:pt x="232489" y="13064"/>
                  <a:pt x="231705" y="13327"/>
                  <a:pt x="231010" y="13853"/>
                </a:cubicBezTo>
                <a:cubicBezTo>
                  <a:pt x="230315" y="14379"/>
                  <a:pt x="229820" y="15107"/>
                  <a:pt x="229524" y="16040"/>
                </a:cubicBezTo>
                <a:cubicBezTo>
                  <a:pt x="229081" y="17461"/>
                  <a:pt x="228859" y="19015"/>
                  <a:pt x="228859" y="20703"/>
                </a:cubicBezTo>
                <a:lnTo>
                  <a:pt x="228859" y="33049"/>
                </a:lnTo>
                <a:lnTo>
                  <a:pt x="224866" y="33049"/>
                </a:lnTo>
                <a:close/>
                <a:moveTo>
                  <a:pt x="256435" y="25463"/>
                </a:moveTo>
                <a:lnTo>
                  <a:pt x="260561" y="25973"/>
                </a:lnTo>
                <a:cubicBezTo>
                  <a:pt x="259910" y="28384"/>
                  <a:pt x="258705" y="30254"/>
                  <a:pt x="256945" y="31585"/>
                </a:cubicBezTo>
                <a:cubicBezTo>
                  <a:pt x="255186" y="32916"/>
                  <a:pt x="252938" y="33581"/>
                  <a:pt x="250202" y="33581"/>
                </a:cubicBezTo>
                <a:cubicBezTo>
                  <a:pt x="246757" y="33581"/>
                  <a:pt x="244025" y="32520"/>
                  <a:pt x="242007" y="30398"/>
                </a:cubicBezTo>
                <a:cubicBezTo>
                  <a:pt x="239988" y="28276"/>
                  <a:pt x="238979" y="25301"/>
                  <a:pt x="238979" y="21471"/>
                </a:cubicBezTo>
                <a:cubicBezTo>
                  <a:pt x="238979" y="17508"/>
                  <a:pt x="239999" y="14432"/>
                  <a:pt x="242040" y="12244"/>
                </a:cubicBezTo>
                <a:cubicBezTo>
                  <a:pt x="244081" y="10055"/>
                  <a:pt x="246728" y="8961"/>
                  <a:pt x="249981" y="8961"/>
                </a:cubicBezTo>
                <a:cubicBezTo>
                  <a:pt x="253130" y="8961"/>
                  <a:pt x="255703" y="10031"/>
                  <a:pt x="257699" y="12172"/>
                </a:cubicBezTo>
                <a:cubicBezTo>
                  <a:pt x="259696" y="14313"/>
                  <a:pt x="260694" y="17324"/>
                  <a:pt x="260694" y="21207"/>
                </a:cubicBezTo>
                <a:cubicBezTo>
                  <a:pt x="260694" y="21443"/>
                  <a:pt x="260686" y="21797"/>
                  <a:pt x="260672" y="22269"/>
                </a:cubicBezTo>
                <a:lnTo>
                  <a:pt x="243105" y="22269"/>
                </a:lnTo>
                <a:cubicBezTo>
                  <a:pt x="243253" y="24850"/>
                  <a:pt x="243985" y="26825"/>
                  <a:pt x="245301" y="28197"/>
                </a:cubicBezTo>
                <a:cubicBezTo>
                  <a:pt x="246617" y="29568"/>
                  <a:pt x="248258" y="30254"/>
                  <a:pt x="250225" y="30254"/>
                </a:cubicBezTo>
                <a:cubicBezTo>
                  <a:pt x="251689" y="30254"/>
                  <a:pt x="252938" y="29873"/>
                  <a:pt x="253973" y="29112"/>
                </a:cubicBezTo>
                <a:cubicBezTo>
                  <a:pt x="255008" y="28350"/>
                  <a:pt x="255829" y="27134"/>
                  <a:pt x="256435" y="25463"/>
                </a:cubicBezTo>
                <a:moveTo>
                  <a:pt x="243327" y="18942"/>
                </a:moveTo>
                <a:lnTo>
                  <a:pt x="256480" y="18942"/>
                </a:lnTo>
                <a:cubicBezTo>
                  <a:pt x="256302" y="16993"/>
                  <a:pt x="255799" y="15531"/>
                  <a:pt x="254971" y="14557"/>
                </a:cubicBezTo>
                <a:cubicBezTo>
                  <a:pt x="253700" y="13044"/>
                  <a:pt x="252051" y="12288"/>
                  <a:pt x="250025" y="12288"/>
                </a:cubicBezTo>
                <a:cubicBezTo>
                  <a:pt x="248191" y="12288"/>
                  <a:pt x="246650" y="12892"/>
                  <a:pt x="245400" y="14099"/>
                </a:cubicBezTo>
                <a:cubicBezTo>
                  <a:pt x="244151" y="15306"/>
                  <a:pt x="243460" y="16920"/>
                  <a:pt x="243327" y="18942"/>
                </a:cubicBezTo>
                <a:close/>
                <a:moveTo>
                  <a:pt x="266834" y="33049"/>
                </a:moveTo>
                <a:lnTo>
                  <a:pt x="266834" y="28480"/>
                </a:lnTo>
                <a:lnTo>
                  <a:pt x="271381" y="28480"/>
                </a:lnTo>
                <a:lnTo>
                  <a:pt x="271381" y="33049"/>
                </a:lnTo>
                <a:lnTo>
                  <a:pt x="266834" y="33049"/>
                </a:lnTo>
                <a:close/>
                <a:moveTo>
                  <a:pt x="276734" y="25996"/>
                </a:moveTo>
                <a:lnTo>
                  <a:pt x="280682" y="25375"/>
                </a:lnTo>
                <a:cubicBezTo>
                  <a:pt x="280904" y="26950"/>
                  <a:pt x="281521" y="28157"/>
                  <a:pt x="282534" y="28996"/>
                </a:cubicBezTo>
                <a:cubicBezTo>
                  <a:pt x="283547" y="29835"/>
                  <a:pt x="284963" y="30254"/>
                  <a:pt x="286782" y="30254"/>
                </a:cubicBezTo>
                <a:cubicBezTo>
                  <a:pt x="288615" y="30254"/>
                  <a:pt x="289976" y="29884"/>
                  <a:pt x="290863" y="29143"/>
                </a:cubicBezTo>
                <a:cubicBezTo>
                  <a:pt x="291750" y="28402"/>
                  <a:pt x="292194" y="27533"/>
                  <a:pt x="292194" y="26536"/>
                </a:cubicBezTo>
                <a:cubicBezTo>
                  <a:pt x="292194" y="25640"/>
                  <a:pt x="291802" y="24936"/>
                  <a:pt x="291018" y="24423"/>
                </a:cubicBezTo>
                <a:cubicBezTo>
                  <a:pt x="290471" y="24071"/>
                  <a:pt x="289111" y="23623"/>
                  <a:pt x="286937" y="23080"/>
                </a:cubicBezTo>
                <a:cubicBezTo>
                  <a:pt x="284009" y="22340"/>
                  <a:pt x="281980" y="21700"/>
                  <a:pt x="280848" y="21160"/>
                </a:cubicBezTo>
                <a:cubicBezTo>
                  <a:pt x="279717" y="20620"/>
                  <a:pt x="278860" y="19873"/>
                  <a:pt x="278276" y="18918"/>
                </a:cubicBezTo>
                <a:cubicBezTo>
                  <a:pt x="277691" y="17963"/>
                  <a:pt x="277399" y="16909"/>
                  <a:pt x="277399" y="15754"/>
                </a:cubicBezTo>
                <a:cubicBezTo>
                  <a:pt x="277399" y="14704"/>
                  <a:pt x="277640" y="13730"/>
                  <a:pt x="278120" y="12835"/>
                </a:cubicBezTo>
                <a:cubicBezTo>
                  <a:pt x="278601" y="11939"/>
                  <a:pt x="279255" y="11196"/>
                  <a:pt x="280083" y="10604"/>
                </a:cubicBezTo>
                <a:cubicBezTo>
                  <a:pt x="280704" y="10145"/>
                  <a:pt x="281551" y="9756"/>
                  <a:pt x="282623" y="9438"/>
                </a:cubicBezTo>
                <a:cubicBezTo>
                  <a:pt x="283695" y="9120"/>
                  <a:pt x="284845" y="8961"/>
                  <a:pt x="286072" y="8961"/>
                </a:cubicBezTo>
                <a:cubicBezTo>
                  <a:pt x="287920" y="8961"/>
                  <a:pt x="289543" y="9229"/>
                  <a:pt x="290941" y="9765"/>
                </a:cubicBezTo>
                <a:cubicBezTo>
                  <a:pt x="292338" y="10301"/>
                  <a:pt x="293369" y="11026"/>
                  <a:pt x="294035" y="11942"/>
                </a:cubicBezTo>
                <a:cubicBezTo>
                  <a:pt x="294700" y="12858"/>
                  <a:pt x="295159" y="14082"/>
                  <a:pt x="295410" y="15615"/>
                </a:cubicBezTo>
                <a:lnTo>
                  <a:pt x="291506" y="16147"/>
                </a:lnTo>
                <a:cubicBezTo>
                  <a:pt x="291329" y="14935"/>
                  <a:pt x="290815" y="13989"/>
                  <a:pt x="289965" y="13308"/>
                </a:cubicBezTo>
                <a:cubicBezTo>
                  <a:pt x="289114" y="12628"/>
                  <a:pt x="287913" y="12288"/>
                  <a:pt x="286360" y="12288"/>
                </a:cubicBezTo>
                <a:cubicBezTo>
                  <a:pt x="284527" y="12288"/>
                  <a:pt x="283218" y="12590"/>
                  <a:pt x="282434" y="13193"/>
                </a:cubicBezTo>
                <a:cubicBezTo>
                  <a:pt x="281651" y="13796"/>
                  <a:pt x="281259" y="14503"/>
                  <a:pt x="281259" y="15312"/>
                </a:cubicBezTo>
                <a:cubicBezTo>
                  <a:pt x="281259" y="15827"/>
                  <a:pt x="281421" y="16290"/>
                  <a:pt x="281747" y="16703"/>
                </a:cubicBezTo>
                <a:cubicBezTo>
                  <a:pt x="282072" y="17129"/>
                  <a:pt x="282582" y="17482"/>
                  <a:pt x="283277" y="17762"/>
                </a:cubicBezTo>
                <a:cubicBezTo>
                  <a:pt x="283677" y="17909"/>
                  <a:pt x="284852" y="18248"/>
                  <a:pt x="286804" y="18777"/>
                </a:cubicBezTo>
                <a:cubicBezTo>
                  <a:pt x="289628" y="19531"/>
                  <a:pt x="291599" y="20148"/>
                  <a:pt x="292715" y="20628"/>
                </a:cubicBezTo>
                <a:cubicBezTo>
                  <a:pt x="293831" y="21108"/>
                  <a:pt x="294708" y="21806"/>
                  <a:pt x="295343" y="22723"/>
                </a:cubicBezTo>
                <a:cubicBezTo>
                  <a:pt x="295979" y="23638"/>
                  <a:pt x="296297" y="24776"/>
                  <a:pt x="296297" y="26135"/>
                </a:cubicBezTo>
                <a:cubicBezTo>
                  <a:pt x="296297" y="27465"/>
                  <a:pt x="295909" y="28717"/>
                  <a:pt x="295133" y="29892"/>
                </a:cubicBezTo>
                <a:cubicBezTo>
                  <a:pt x="294356" y="31066"/>
                  <a:pt x="293236" y="31974"/>
                  <a:pt x="291772" y="32617"/>
                </a:cubicBezTo>
                <a:cubicBezTo>
                  <a:pt x="290308" y="33260"/>
                  <a:pt x="288652" y="33581"/>
                  <a:pt x="286804" y="33581"/>
                </a:cubicBezTo>
                <a:cubicBezTo>
                  <a:pt x="283743" y="33581"/>
                  <a:pt x="281410" y="32944"/>
                  <a:pt x="279806" y="31668"/>
                </a:cubicBezTo>
                <a:cubicBezTo>
                  <a:pt x="278202" y="30393"/>
                  <a:pt x="277178" y="28502"/>
                  <a:pt x="276734" y="25996"/>
                </a:cubicBezTo>
                <a:close/>
                <a:moveTo>
                  <a:pt x="316415" y="24399"/>
                </a:moveTo>
                <a:lnTo>
                  <a:pt x="320341" y="24909"/>
                </a:lnTo>
                <a:cubicBezTo>
                  <a:pt x="319912" y="27622"/>
                  <a:pt x="318814" y="29745"/>
                  <a:pt x="317047" y="31280"/>
                </a:cubicBezTo>
                <a:cubicBezTo>
                  <a:pt x="315280" y="32814"/>
                  <a:pt x="313110" y="33581"/>
                  <a:pt x="310537" y="33581"/>
                </a:cubicBezTo>
                <a:cubicBezTo>
                  <a:pt x="307314" y="33581"/>
                  <a:pt x="304722" y="32528"/>
                  <a:pt x="302763" y="30421"/>
                </a:cubicBezTo>
                <a:cubicBezTo>
                  <a:pt x="300804" y="28313"/>
                  <a:pt x="299824" y="25293"/>
                  <a:pt x="299824" y="21360"/>
                </a:cubicBezTo>
                <a:cubicBezTo>
                  <a:pt x="299824" y="18816"/>
                  <a:pt x="300246" y="16591"/>
                  <a:pt x="301088" y="14683"/>
                </a:cubicBezTo>
                <a:cubicBezTo>
                  <a:pt x="301931" y="12776"/>
                  <a:pt x="303214" y="11345"/>
                  <a:pt x="304937" y="10392"/>
                </a:cubicBezTo>
                <a:cubicBezTo>
                  <a:pt x="306660" y="9438"/>
                  <a:pt x="308534" y="8961"/>
                  <a:pt x="310560" y="8961"/>
                </a:cubicBezTo>
                <a:cubicBezTo>
                  <a:pt x="313118" y="8961"/>
                  <a:pt x="315210" y="9610"/>
                  <a:pt x="316837" y="10908"/>
                </a:cubicBezTo>
                <a:cubicBezTo>
                  <a:pt x="318463" y="12206"/>
                  <a:pt x="319506" y="14048"/>
                  <a:pt x="319964" y="16436"/>
                </a:cubicBezTo>
                <a:lnTo>
                  <a:pt x="316083" y="17035"/>
                </a:lnTo>
                <a:cubicBezTo>
                  <a:pt x="315713" y="15460"/>
                  <a:pt x="315059" y="14275"/>
                  <a:pt x="314120" y="13480"/>
                </a:cubicBezTo>
                <a:cubicBezTo>
                  <a:pt x="313181" y="12685"/>
                  <a:pt x="312046" y="12288"/>
                  <a:pt x="310715" y="12288"/>
                </a:cubicBezTo>
                <a:cubicBezTo>
                  <a:pt x="308704" y="12288"/>
                  <a:pt x="307070" y="13005"/>
                  <a:pt x="305813" y="14440"/>
                </a:cubicBezTo>
                <a:cubicBezTo>
                  <a:pt x="304556" y="15875"/>
                  <a:pt x="303928" y="18144"/>
                  <a:pt x="303928" y="21249"/>
                </a:cubicBezTo>
                <a:cubicBezTo>
                  <a:pt x="303928" y="24398"/>
                  <a:pt x="304534" y="26686"/>
                  <a:pt x="305746" y="28114"/>
                </a:cubicBezTo>
                <a:cubicBezTo>
                  <a:pt x="306959" y="29541"/>
                  <a:pt x="308541" y="30254"/>
                  <a:pt x="310493" y="30254"/>
                </a:cubicBezTo>
                <a:cubicBezTo>
                  <a:pt x="312060" y="30254"/>
                  <a:pt x="313369" y="29775"/>
                  <a:pt x="314419" y="28818"/>
                </a:cubicBezTo>
                <a:cubicBezTo>
                  <a:pt x="315469" y="27861"/>
                  <a:pt x="316134" y="26387"/>
                  <a:pt x="316415" y="24399"/>
                </a:cubicBezTo>
                <a:close/>
                <a:moveTo>
                  <a:pt x="339129" y="30141"/>
                </a:moveTo>
                <a:cubicBezTo>
                  <a:pt x="337650" y="31398"/>
                  <a:pt x="336227" y="32286"/>
                  <a:pt x="334859" y="32804"/>
                </a:cubicBezTo>
                <a:cubicBezTo>
                  <a:pt x="333491" y="33322"/>
                  <a:pt x="332023" y="33581"/>
                  <a:pt x="330456" y="33581"/>
                </a:cubicBezTo>
                <a:cubicBezTo>
                  <a:pt x="327868" y="33581"/>
                  <a:pt x="325879" y="32949"/>
                  <a:pt x="324490" y="31683"/>
                </a:cubicBezTo>
                <a:cubicBezTo>
                  <a:pt x="323100" y="30418"/>
                  <a:pt x="322405" y="28802"/>
                  <a:pt x="322405" y="26834"/>
                </a:cubicBezTo>
                <a:cubicBezTo>
                  <a:pt x="322405" y="25680"/>
                  <a:pt x="322667" y="24626"/>
                  <a:pt x="323192" y="23671"/>
                </a:cubicBezTo>
                <a:cubicBezTo>
                  <a:pt x="323717" y="22717"/>
                  <a:pt x="324404" y="21951"/>
                  <a:pt x="325255" y="21374"/>
                </a:cubicBezTo>
                <a:cubicBezTo>
                  <a:pt x="326105" y="20797"/>
                  <a:pt x="327062" y="20360"/>
                  <a:pt x="328127" y="20064"/>
                </a:cubicBezTo>
                <a:cubicBezTo>
                  <a:pt x="328911" y="19857"/>
                  <a:pt x="330094" y="19657"/>
                  <a:pt x="331676" y="19465"/>
                </a:cubicBezTo>
                <a:cubicBezTo>
                  <a:pt x="334900" y="19083"/>
                  <a:pt x="337273" y="18628"/>
                  <a:pt x="338796" y="18099"/>
                </a:cubicBezTo>
                <a:cubicBezTo>
                  <a:pt x="338811" y="17554"/>
                  <a:pt x="338818" y="17208"/>
                  <a:pt x="338818" y="17061"/>
                </a:cubicBezTo>
                <a:cubicBezTo>
                  <a:pt x="338818" y="15440"/>
                  <a:pt x="338441" y="14299"/>
                  <a:pt x="337687" y="13636"/>
                </a:cubicBezTo>
                <a:cubicBezTo>
                  <a:pt x="336667" y="12737"/>
                  <a:pt x="335151" y="12288"/>
                  <a:pt x="333140" y="12288"/>
                </a:cubicBezTo>
                <a:cubicBezTo>
                  <a:pt x="331262" y="12288"/>
                  <a:pt x="329876" y="12617"/>
                  <a:pt x="328981" y="13275"/>
                </a:cubicBezTo>
                <a:cubicBezTo>
                  <a:pt x="328086" y="13933"/>
                  <a:pt x="327425" y="15098"/>
                  <a:pt x="326996" y="16768"/>
                </a:cubicBezTo>
                <a:lnTo>
                  <a:pt x="323092" y="16236"/>
                </a:lnTo>
                <a:cubicBezTo>
                  <a:pt x="323447" y="14560"/>
                  <a:pt x="324031" y="13207"/>
                  <a:pt x="324844" y="12176"/>
                </a:cubicBezTo>
                <a:cubicBezTo>
                  <a:pt x="325658" y="11145"/>
                  <a:pt x="326833" y="10351"/>
                  <a:pt x="328371" y="9795"/>
                </a:cubicBezTo>
                <a:cubicBezTo>
                  <a:pt x="329909" y="9239"/>
                  <a:pt x="331691" y="8961"/>
                  <a:pt x="333717" y="8961"/>
                </a:cubicBezTo>
                <a:cubicBezTo>
                  <a:pt x="335728" y="8961"/>
                  <a:pt x="337362" y="9198"/>
                  <a:pt x="338618" y="9671"/>
                </a:cubicBezTo>
                <a:cubicBezTo>
                  <a:pt x="339875" y="10144"/>
                  <a:pt x="340800" y="10739"/>
                  <a:pt x="341391" y="11456"/>
                </a:cubicBezTo>
                <a:cubicBezTo>
                  <a:pt x="341983" y="12173"/>
                  <a:pt x="342397" y="13079"/>
                  <a:pt x="342633" y="14173"/>
                </a:cubicBezTo>
                <a:cubicBezTo>
                  <a:pt x="342766" y="14854"/>
                  <a:pt x="342833" y="16081"/>
                  <a:pt x="342833" y="17855"/>
                </a:cubicBezTo>
                <a:lnTo>
                  <a:pt x="342833" y="23179"/>
                </a:lnTo>
                <a:cubicBezTo>
                  <a:pt x="342833" y="26890"/>
                  <a:pt x="342918" y="29238"/>
                  <a:pt x="343088" y="30221"/>
                </a:cubicBezTo>
                <a:cubicBezTo>
                  <a:pt x="343258" y="31204"/>
                  <a:pt x="343594" y="32147"/>
                  <a:pt x="344097" y="33049"/>
                </a:cubicBezTo>
                <a:lnTo>
                  <a:pt x="339927" y="33049"/>
                </a:lnTo>
                <a:cubicBezTo>
                  <a:pt x="339513" y="32220"/>
                  <a:pt x="339247" y="31250"/>
                  <a:pt x="339129" y="30141"/>
                </a:cubicBezTo>
                <a:moveTo>
                  <a:pt x="338796" y="21205"/>
                </a:moveTo>
                <a:cubicBezTo>
                  <a:pt x="337347" y="21801"/>
                  <a:pt x="335173" y="22308"/>
                  <a:pt x="332275" y="22725"/>
                </a:cubicBezTo>
                <a:cubicBezTo>
                  <a:pt x="330634" y="22963"/>
                  <a:pt x="329473" y="23230"/>
                  <a:pt x="328793" y="23527"/>
                </a:cubicBezTo>
                <a:cubicBezTo>
                  <a:pt x="328112" y="23824"/>
                  <a:pt x="327587" y="24258"/>
                  <a:pt x="327218" y="24830"/>
                </a:cubicBezTo>
                <a:cubicBezTo>
                  <a:pt x="326848" y="25402"/>
                  <a:pt x="326663" y="26037"/>
                  <a:pt x="326663" y="26734"/>
                </a:cubicBezTo>
                <a:cubicBezTo>
                  <a:pt x="326663" y="27803"/>
                  <a:pt x="327066" y="28694"/>
                  <a:pt x="327872" y="29407"/>
                </a:cubicBezTo>
                <a:cubicBezTo>
                  <a:pt x="328678" y="30120"/>
                  <a:pt x="329857" y="30476"/>
                  <a:pt x="331410" y="30476"/>
                </a:cubicBezTo>
                <a:cubicBezTo>
                  <a:pt x="332948" y="30476"/>
                  <a:pt x="334315" y="30138"/>
                  <a:pt x="335513" y="29462"/>
                </a:cubicBezTo>
                <a:cubicBezTo>
                  <a:pt x="336711" y="28786"/>
                  <a:pt x="337591" y="27861"/>
                  <a:pt x="338153" y="26687"/>
                </a:cubicBezTo>
                <a:cubicBezTo>
                  <a:pt x="338582" y="25781"/>
                  <a:pt x="338796" y="24443"/>
                  <a:pt x="338796" y="22675"/>
                </a:cubicBezTo>
                <a:lnTo>
                  <a:pt x="338796" y="21205"/>
                </a:lnTo>
                <a:close/>
                <a:moveTo>
                  <a:pt x="349152" y="33049"/>
                </a:moveTo>
                <a:lnTo>
                  <a:pt x="349152" y="532"/>
                </a:lnTo>
                <a:lnTo>
                  <a:pt x="353145" y="532"/>
                </a:lnTo>
                <a:lnTo>
                  <a:pt x="353145" y="33049"/>
                </a:lnTo>
                <a:lnTo>
                  <a:pt x="349152" y="33049"/>
                </a:lnTo>
                <a:close/>
                <a:moveTo>
                  <a:pt x="376223" y="25463"/>
                </a:moveTo>
                <a:lnTo>
                  <a:pt x="380349" y="25973"/>
                </a:lnTo>
                <a:cubicBezTo>
                  <a:pt x="379698" y="28384"/>
                  <a:pt x="378493" y="30254"/>
                  <a:pt x="376733" y="31585"/>
                </a:cubicBezTo>
                <a:cubicBezTo>
                  <a:pt x="374974" y="32916"/>
                  <a:pt x="372726" y="33581"/>
                  <a:pt x="369991" y="33581"/>
                </a:cubicBezTo>
                <a:cubicBezTo>
                  <a:pt x="366545" y="33581"/>
                  <a:pt x="363813" y="32520"/>
                  <a:pt x="361795" y="30398"/>
                </a:cubicBezTo>
                <a:cubicBezTo>
                  <a:pt x="359776" y="28276"/>
                  <a:pt x="358767" y="25301"/>
                  <a:pt x="358767" y="21471"/>
                </a:cubicBezTo>
                <a:cubicBezTo>
                  <a:pt x="358767" y="17508"/>
                  <a:pt x="359788" y="14432"/>
                  <a:pt x="361828" y="12244"/>
                </a:cubicBezTo>
                <a:cubicBezTo>
                  <a:pt x="363869" y="10055"/>
                  <a:pt x="366516" y="8961"/>
                  <a:pt x="369769" y="8961"/>
                </a:cubicBezTo>
                <a:cubicBezTo>
                  <a:pt x="372918" y="8961"/>
                  <a:pt x="375491" y="10031"/>
                  <a:pt x="377488" y="12172"/>
                </a:cubicBezTo>
                <a:cubicBezTo>
                  <a:pt x="379484" y="14313"/>
                  <a:pt x="380482" y="17324"/>
                  <a:pt x="380482" y="21207"/>
                </a:cubicBezTo>
                <a:cubicBezTo>
                  <a:pt x="380482" y="21443"/>
                  <a:pt x="380475" y="21797"/>
                  <a:pt x="380460" y="22269"/>
                </a:cubicBezTo>
                <a:lnTo>
                  <a:pt x="362893" y="22269"/>
                </a:lnTo>
                <a:cubicBezTo>
                  <a:pt x="363041" y="24850"/>
                  <a:pt x="363773" y="26825"/>
                  <a:pt x="365089" y="28197"/>
                </a:cubicBezTo>
                <a:cubicBezTo>
                  <a:pt x="366405" y="29568"/>
                  <a:pt x="368046" y="30254"/>
                  <a:pt x="370013" y="30254"/>
                </a:cubicBezTo>
                <a:cubicBezTo>
                  <a:pt x="371477" y="30254"/>
                  <a:pt x="372726" y="29873"/>
                  <a:pt x="373761" y="29112"/>
                </a:cubicBezTo>
                <a:cubicBezTo>
                  <a:pt x="374796" y="28350"/>
                  <a:pt x="375617" y="27134"/>
                  <a:pt x="376223" y="25463"/>
                </a:cubicBezTo>
                <a:moveTo>
                  <a:pt x="363115" y="18942"/>
                </a:moveTo>
                <a:lnTo>
                  <a:pt x="376268" y="18942"/>
                </a:lnTo>
                <a:cubicBezTo>
                  <a:pt x="376090" y="16993"/>
                  <a:pt x="375587" y="15531"/>
                  <a:pt x="374759" y="14557"/>
                </a:cubicBezTo>
                <a:cubicBezTo>
                  <a:pt x="373488" y="13044"/>
                  <a:pt x="371839" y="12288"/>
                  <a:pt x="369813" y="12288"/>
                </a:cubicBezTo>
                <a:cubicBezTo>
                  <a:pt x="367980" y="12288"/>
                  <a:pt x="366438" y="12892"/>
                  <a:pt x="365189" y="14099"/>
                </a:cubicBezTo>
                <a:cubicBezTo>
                  <a:pt x="363939" y="15306"/>
                  <a:pt x="363248" y="16920"/>
                  <a:pt x="363115" y="18942"/>
                </a:cubicBezTo>
                <a:close/>
                <a:moveTo>
                  <a:pt x="386622" y="33049"/>
                </a:moveTo>
                <a:lnTo>
                  <a:pt x="386622" y="28480"/>
                </a:lnTo>
                <a:lnTo>
                  <a:pt x="391169" y="28480"/>
                </a:lnTo>
                <a:lnTo>
                  <a:pt x="391169" y="33049"/>
                </a:lnTo>
                <a:lnTo>
                  <a:pt x="386622" y="33049"/>
                </a:lnTo>
                <a:close/>
                <a:moveTo>
                  <a:pt x="398097" y="5190"/>
                </a:moveTo>
                <a:lnTo>
                  <a:pt x="398097" y="532"/>
                </a:lnTo>
                <a:lnTo>
                  <a:pt x="402089" y="532"/>
                </a:lnTo>
                <a:lnTo>
                  <a:pt x="402089" y="5190"/>
                </a:lnTo>
                <a:lnTo>
                  <a:pt x="398097" y="5190"/>
                </a:lnTo>
                <a:moveTo>
                  <a:pt x="393040" y="42210"/>
                </a:moveTo>
                <a:lnTo>
                  <a:pt x="393794" y="38816"/>
                </a:lnTo>
                <a:cubicBezTo>
                  <a:pt x="394592" y="39023"/>
                  <a:pt x="395221" y="39126"/>
                  <a:pt x="395679" y="39126"/>
                </a:cubicBezTo>
                <a:cubicBezTo>
                  <a:pt x="396492" y="39126"/>
                  <a:pt x="397099" y="38856"/>
                  <a:pt x="397498" y="38316"/>
                </a:cubicBezTo>
                <a:cubicBezTo>
                  <a:pt x="397897" y="37776"/>
                  <a:pt x="398097" y="36426"/>
                  <a:pt x="398097" y="34265"/>
                </a:cubicBezTo>
                <a:lnTo>
                  <a:pt x="398097" y="9493"/>
                </a:lnTo>
                <a:lnTo>
                  <a:pt x="402089" y="9493"/>
                </a:lnTo>
                <a:lnTo>
                  <a:pt x="402089" y="34352"/>
                </a:lnTo>
                <a:cubicBezTo>
                  <a:pt x="402089" y="37252"/>
                  <a:pt x="401712" y="39272"/>
                  <a:pt x="400958" y="40411"/>
                </a:cubicBezTo>
                <a:cubicBezTo>
                  <a:pt x="399997" y="41891"/>
                  <a:pt x="398400" y="42631"/>
                  <a:pt x="396167" y="42631"/>
                </a:cubicBezTo>
                <a:cubicBezTo>
                  <a:pt x="395088" y="42631"/>
                  <a:pt x="394045" y="42490"/>
                  <a:pt x="393040" y="42210"/>
                </a:cubicBezTo>
                <a:close/>
                <a:moveTo>
                  <a:pt x="405698" y="25996"/>
                </a:moveTo>
                <a:lnTo>
                  <a:pt x="409647" y="25375"/>
                </a:lnTo>
                <a:cubicBezTo>
                  <a:pt x="409868" y="26950"/>
                  <a:pt x="410486" y="28157"/>
                  <a:pt x="411499" y="28996"/>
                </a:cubicBezTo>
                <a:cubicBezTo>
                  <a:pt x="412512" y="29835"/>
                  <a:pt x="413927" y="30254"/>
                  <a:pt x="415746" y="30254"/>
                </a:cubicBezTo>
                <a:cubicBezTo>
                  <a:pt x="417580" y="30254"/>
                  <a:pt x="418940" y="29884"/>
                  <a:pt x="419827" y="29143"/>
                </a:cubicBezTo>
                <a:cubicBezTo>
                  <a:pt x="420715" y="28402"/>
                  <a:pt x="421158" y="27533"/>
                  <a:pt x="421158" y="26536"/>
                </a:cubicBezTo>
                <a:cubicBezTo>
                  <a:pt x="421158" y="25640"/>
                  <a:pt x="420766" y="24936"/>
                  <a:pt x="419983" y="24423"/>
                </a:cubicBezTo>
                <a:cubicBezTo>
                  <a:pt x="419436" y="24071"/>
                  <a:pt x="418075" y="23623"/>
                  <a:pt x="415901" y="23080"/>
                </a:cubicBezTo>
                <a:cubicBezTo>
                  <a:pt x="412974" y="22340"/>
                  <a:pt x="410944" y="21700"/>
                  <a:pt x="409813" y="21160"/>
                </a:cubicBezTo>
                <a:cubicBezTo>
                  <a:pt x="408682" y="20620"/>
                  <a:pt x="407824" y="19873"/>
                  <a:pt x="407240" y="18918"/>
                </a:cubicBezTo>
                <a:cubicBezTo>
                  <a:pt x="406656" y="17963"/>
                  <a:pt x="406364" y="16909"/>
                  <a:pt x="406364" y="15754"/>
                </a:cubicBezTo>
                <a:cubicBezTo>
                  <a:pt x="406364" y="14704"/>
                  <a:pt x="406604" y="13730"/>
                  <a:pt x="407085" y="12835"/>
                </a:cubicBezTo>
                <a:cubicBezTo>
                  <a:pt x="407565" y="11939"/>
                  <a:pt x="408220" y="11196"/>
                  <a:pt x="409048" y="10604"/>
                </a:cubicBezTo>
                <a:cubicBezTo>
                  <a:pt x="409669" y="10145"/>
                  <a:pt x="410515" y="9756"/>
                  <a:pt x="411587" y="9438"/>
                </a:cubicBezTo>
                <a:cubicBezTo>
                  <a:pt x="412659" y="9120"/>
                  <a:pt x="413809" y="8961"/>
                  <a:pt x="415036" y="8961"/>
                </a:cubicBezTo>
                <a:cubicBezTo>
                  <a:pt x="416885" y="8961"/>
                  <a:pt x="418508" y="9229"/>
                  <a:pt x="419905" y="9765"/>
                </a:cubicBezTo>
                <a:cubicBezTo>
                  <a:pt x="421302" y="10301"/>
                  <a:pt x="422334" y="11026"/>
                  <a:pt x="422999" y="11942"/>
                </a:cubicBezTo>
                <a:cubicBezTo>
                  <a:pt x="423665" y="12858"/>
                  <a:pt x="424123" y="14082"/>
                  <a:pt x="424374" y="15615"/>
                </a:cubicBezTo>
                <a:lnTo>
                  <a:pt x="420471" y="16147"/>
                </a:lnTo>
                <a:cubicBezTo>
                  <a:pt x="420293" y="14935"/>
                  <a:pt x="419779" y="13989"/>
                  <a:pt x="418929" y="13308"/>
                </a:cubicBezTo>
                <a:cubicBezTo>
                  <a:pt x="418079" y="12628"/>
                  <a:pt x="416877" y="12288"/>
                  <a:pt x="415325" y="12288"/>
                </a:cubicBezTo>
                <a:cubicBezTo>
                  <a:pt x="413491" y="12288"/>
                  <a:pt x="412183" y="12590"/>
                  <a:pt x="411399" y="13193"/>
                </a:cubicBezTo>
                <a:cubicBezTo>
                  <a:pt x="410615" y="13796"/>
                  <a:pt x="410223" y="14503"/>
                  <a:pt x="410223" y="15312"/>
                </a:cubicBezTo>
                <a:cubicBezTo>
                  <a:pt x="410223" y="15827"/>
                  <a:pt x="410386" y="16290"/>
                  <a:pt x="410711" y="16703"/>
                </a:cubicBezTo>
                <a:cubicBezTo>
                  <a:pt x="411037" y="17129"/>
                  <a:pt x="411547" y="17482"/>
                  <a:pt x="412242" y="17762"/>
                </a:cubicBezTo>
                <a:cubicBezTo>
                  <a:pt x="412641" y="17909"/>
                  <a:pt x="413816" y="18248"/>
                  <a:pt x="415768" y="18777"/>
                </a:cubicBezTo>
                <a:cubicBezTo>
                  <a:pt x="418593" y="19531"/>
                  <a:pt x="420563" y="20148"/>
                  <a:pt x="421679" y="20628"/>
                </a:cubicBezTo>
                <a:cubicBezTo>
                  <a:pt x="422796" y="21108"/>
                  <a:pt x="423672" y="21806"/>
                  <a:pt x="424308" y="22723"/>
                </a:cubicBezTo>
                <a:cubicBezTo>
                  <a:pt x="424944" y="23638"/>
                  <a:pt x="425262" y="24776"/>
                  <a:pt x="425262" y="26135"/>
                </a:cubicBezTo>
                <a:cubicBezTo>
                  <a:pt x="425262" y="27465"/>
                  <a:pt x="424873" y="28717"/>
                  <a:pt x="424097" y="29892"/>
                </a:cubicBezTo>
                <a:cubicBezTo>
                  <a:pt x="423321" y="31066"/>
                  <a:pt x="422201" y="31974"/>
                  <a:pt x="420737" y="32617"/>
                </a:cubicBezTo>
                <a:cubicBezTo>
                  <a:pt x="419273" y="33260"/>
                  <a:pt x="417617" y="33581"/>
                  <a:pt x="415768" y="33581"/>
                </a:cubicBezTo>
                <a:cubicBezTo>
                  <a:pt x="412707" y="33581"/>
                  <a:pt x="410375" y="32944"/>
                  <a:pt x="408770" y="31668"/>
                </a:cubicBezTo>
                <a:cubicBezTo>
                  <a:pt x="407166" y="30393"/>
                  <a:pt x="406142" y="28502"/>
                  <a:pt x="405698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src/core/core.scale.defaults.js">
            <a:extLst xmlns:a="http://schemas.openxmlformats.org/drawingml/2006/main">
              <a:ext uri="{FF2B5EF4-FFF2-40B4-BE49-F238E27FC236}">
                <a16:creationId xmlns:a16="http://schemas.microsoft.com/office/drawing/2014/main" id="{5D72436A-49DA-46C1-BD75-04C9DDA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760344"/>
            <a:ext cx="597653" cy="42631"/>
          </a:xfrm>
          <a:custGeom xmlns:a="http://schemas.openxmlformats.org/drawingml/2006/main">
            <a:pathLst>
              <a:path w="597653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90467" y="24399"/>
                </a:moveTo>
                <a:lnTo>
                  <a:pt x="94393" y="24909"/>
                </a:lnTo>
                <a:cubicBezTo>
                  <a:pt x="93964" y="27622"/>
                  <a:pt x="92866" y="29745"/>
                  <a:pt x="91099" y="31280"/>
                </a:cubicBezTo>
                <a:cubicBezTo>
                  <a:pt x="89332" y="32814"/>
                  <a:pt x="87162" y="33581"/>
                  <a:pt x="84589" y="33581"/>
                </a:cubicBezTo>
                <a:cubicBezTo>
                  <a:pt x="81366" y="33581"/>
                  <a:pt x="78774" y="32528"/>
                  <a:pt x="76815" y="30421"/>
                </a:cubicBezTo>
                <a:cubicBezTo>
                  <a:pt x="74856" y="28313"/>
                  <a:pt x="73876" y="25293"/>
                  <a:pt x="73876" y="21360"/>
                </a:cubicBezTo>
                <a:cubicBezTo>
                  <a:pt x="73876" y="18816"/>
                  <a:pt x="74297" y="16591"/>
                  <a:pt x="75140" y="14683"/>
                </a:cubicBezTo>
                <a:cubicBezTo>
                  <a:pt x="75983" y="12776"/>
                  <a:pt x="77266" y="11345"/>
                  <a:pt x="78989" y="10392"/>
                </a:cubicBezTo>
                <a:cubicBezTo>
                  <a:pt x="80711" y="9438"/>
                  <a:pt x="82586" y="8961"/>
                  <a:pt x="84611" y="8961"/>
                </a:cubicBezTo>
                <a:cubicBezTo>
                  <a:pt x="87169" y="8961"/>
                  <a:pt x="89262" y="9610"/>
                  <a:pt x="90888" y="10908"/>
                </a:cubicBezTo>
                <a:cubicBezTo>
                  <a:pt x="92515" y="12206"/>
                  <a:pt x="93557" y="14048"/>
                  <a:pt x="94016" y="16436"/>
                </a:cubicBezTo>
                <a:lnTo>
                  <a:pt x="90134" y="17035"/>
                </a:lnTo>
                <a:cubicBezTo>
                  <a:pt x="89765" y="15460"/>
                  <a:pt x="89110" y="14275"/>
                  <a:pt x="88171" y="13480"/>
                </a:cubicBezTo>
                <a:cubicBezTo>
                  <a:pt x="87232" y="12685"/>
                  <a:pt x="86097" y="12288"/>
                  <a:pt x="84767" y="12288"/>
                </a:cubicBezTo>
                <a:cubicBezTo>
                  <a:pt x="82756" y="12288"/>
                  <a:pt x="81122" y="13005"/>
                  <a:pt x="79865" y="14440"/>
                </a:cubicBezTo>
                <a:cubicBezTo>
                  <a:pt x="78608" y="15875"/>
                  <a:pt x="77979" y="18144"/>
                  <a:pt x="77979" y="21249"/>
                </a:cubicBezTo>
                <a:cubicBezTo>
                  <a:pt x="77979" y="24398"/>
                  <a:pt x="78586" y="26686"/>
                  <a:pt x="79798" y="28114"/>
                </a:cubicBezTo>
                <a:cubicBezTo>
                  <a:pt x="81011" y="29541"/>
                  <a:pt x="82593" y="30254"/>
                  <a:pt x="84545" y="30254"/>
                </a:cubicBezTo>
                <a:cubicBezTo>
                  <a:pt x="86112" y="30254"/>
                  <a:pt x="87421" y="29775"/>
                  <a:pt x="88471" y="28818"/>
                </a:cubicBezTo>
                <a:cubicBezTo>
                  <a:pt x="89521" y="27861"/>
                  <a:pt x="90186" y="26387"/>
                  <a:pt x="90467" y="24399"/>
                </a:cubicBezTo>
                <a:close/>
                <a:moveTo>
                  <a:pt x="96323" y="21271"/>
                </a:moveTo>
                <a:cubicBezTo>
                  <a:pt x="96323" y="16909"/>
                  <a:pt x="97535" y="13678"/>
                  <a:pt x="99960" y="11578"/>
                </a:cubicBezTo>
                <a:cubicBezTo>
                  <a:pt x="101986" y="9833"/>
                  <a:pt x="104455" y="8961"/>
                  <a:pt x="107369" y="8961"/>
                </a:cubicBezTo>
                <a:cubicBezTo>
                  <a:pt x="110607" y="8961"/>
                  <a:pt x="113254" y="10022"/>
                  <a:pt x="115309" y="12144"/>
                </a:cubicBezTo>
                <a:cubicBezTo>
                  <a:pt x="117365" y="14266"/>
                  <a:pt x="118392" y="17197"/>
                  <a:pt x="118392" y="20938"/>
                </a:cubicBezTo>
                <a:cubicBezTo>
                  <a:pt x="118392" y="23970"/>
                  <a:pt x="117938" y="26354"/>
                  <a:pt x="117028" y="28092"/>
                </a:cubicBezTo>
                <a:cubicBezTo>
                  <a:pt x="116119" y="29829"/>
                  <a:pt x="114795" y="31178"/>
                  <a:pt x="113058" y="32140"/>
                </a:cubicBezTo>
                <a:cubicBezTo>
                  <a:pt x="111320" y="33101"/>
                  <a:pt x="109424" y="33581"/>
                  <a:pt x="107369" y="33581"/>
                </a:cubicBezTo>
                <a:cubicBezTo>
                  <a:pt x="104071" y="33581"/>
                  <a:pt x="101406" y="32524"/>
                  <a:pt x="99372" y="30409"/>
                </a:cubicBezTo>
                <a:cubicBezTo>
                  <a:pt x="97339" y="28295"/>
                  <a:pt x="96323" y="25249"/>
                  <a:pt x="96323" y="21271"/>
                </a:cubicBezTo>
                <a:moveTo>
                  <a:pt x="100426" y="21260"/>
                </a:moveTo>
                <a:cubicBezTo>
                  <a:pt x="100426" y="24265"/>
                  <a:pt x="101084" y="26516"/>
                  <a:pt x="102400" y="28011"/>
                </a:cubicBezTo>
                <a:cubicBezTo>
                  <a:pt x="103716" y="29507"/>
                  <a:pt x="105372" y="30254"/>
                  <a:pt x="107369" y="30254"/>
                </a:cubicBezTo>
                <a:cubicBezTo>
                  <a:pt x="109350" y="30254"/>
                  <a:pt x="110999" y="29503"/>
                  <a:pt x="112315" y="28000"/>
                </a:cubicBezTo>
                <a:cubicBezTo>
                  <a:pt x="113631" y="26497"/>
                  <a:pt x="114289" y="24207"/>
                  <a:pt x="114289" y="21128"/>
                </a:cubicBezTo>
                <a:cubicBezTo>
                  <a:pt x="114289" y="18225"/>
                  <a:pt x="113627" y="16026"/>
                  <a:pt x="112304" y="14531"/>
                </a:cubicBezTo>
                <a:cubicBezTo>
                  <a:pt x="110980" y="13036"/>
                  <a:pt x="109335" y="12288"/>
                  <a:pt x="107369" y="12288"/>
                </a:cubicBezTo>
                <a:cubicBezTo>
                  <a:pt x="105372" y="12288"/>
                  <a:pt x="103716" y="13032"/>
                  <a:pt x="102400" y="14520"/>
                </a:cubicBezTo>
                <a:cubicBezTo>
                  <a:pt x="101084" y="16008"/>
                  <a:pt x="100426" y="18255"/>
                  <a:pt x="100426" y="21260"/>
                </a:cubicBezTo>
                <a:close/>
                <a:moveTo>
                  <a:pt x="123248" y="33049"/>
                </a:moveTo>
                <a:lnTo>
                  <a:pt x="123248" y="9493"/>
                </a:lnTo>
                <a:lnTo>
                  <a:pt x="126842" y="9493"/>
                </a:lnTo>
                <a:lnTo>
                  <a:pt x="126842" y="13042"/>
                </a:lnTo>
                <a:cubicBezTo>
                  <a:pt x="127758" y="11380"/>
                  <a:pt x="128605" y="10285"/>
                  <a:pt x="129381" y="9755"/>
                </a:cubicBezTo>
                <a:cubicBezTo>
                  <a:pt x="130158" y="9226"/>
                  <a:pt x="131012" y="8961"/>
                  <a:pt x="131943" y="8961"/>
                </a:cubicBezTo>
                <a:cubicBezTo>
                  <a:pt x="133289" y="8961"/>
                  <a:pt x="134657" y="9388"/>
                  <a:pt x="136047" y="10242"/>
                </a:cubicBezTo>
                <a:lnTo>
                  <a:pt x="134671" y="13929"/>
                </a:lnTo>
                <a:cubicBezTo>
                  <a:pt x="133695" y="13353"/>
                  <a:pt x="132719" y="13064"/>
                  <a:pt x="131744" y="13064"/>
                </a:cubicBezTo>
                <a:cubicBezTo>
                  <a:pt x="130871" y="13064"/>
                  <a:pt x="130087" y="13327"/>
                  <a:pt x="129392" y="13853"/>
                </a:cubicBezTo>
                <a:cubicBezTo>
                  <a:pt x="128697" y="14379"/>
                  <a:pt x="128202" y="15107"/>
                  <a:pt x="127906" y="16040"/>
                </a:cubicBezTo>
                <a:cubicBezTo>
                  <a:pt x="127463" y="17461"/>
                  <a:pt x="127241" y="19015"/>
                  <a:pt x="127241" y="20703"/>
                </a:cubicBezTo>
                <a:lnTo>
                  <a:pt x="127241" y="33049"/>
                </a:lnTo>
                <a:lnTo>
                  <a:pt x="123248" y="33049"/>
                </a:lnTo>
                <a:close/>
                <a:moveTo>
                  <a:pt x="154817" y="25463"/>
                </a:moveTo>
                <a:lnTo>
                  <a:pt x="158943" y="25973"/>
                </a:lnTo>
                <a:cubicBezTo>
                  <a:pt x="158292" y="28384"/>
                  <a:pt x="157087" y="30254"/>
                  <a:pt x="155328" y="31585"/>
                </a:cubicBezTo>
                <a:cubicBezTo>
                  <a:pt x="153568" y="32916"/>
                  <a:pt x="151320" y="33581"/>
                  <a:pt x="148585" y="33581"/>
                </a:cubicBezTo>
                <a:cubicBezTo>
                  <a:pt x="145139" y="33581"/>
                  <a:pt x="142407" y="32520"/>
                  <a:pt x="140389" y="30398"/>
                </a:cubicBezTo>
                <a:cubicBezTo>
                  <a:pt x="138371" y="28276"/>
                  <a:pt x="137361" y="25301"/>
                  <a:pt x="137361" y="21471"/>
                </a:cubicBezTo>
                <a:cubicBezTo>
                  <a:pt x="137361" y="17508"/>
                  <a:pt x="138382" y="14432"/>
                  <a:pt x="140422" y="12244"/>
                </a:cubicBezTo>
                <a:cubicBezTo>
                  <a:pt x="142463" y="10055"/>
                  <a:pt x="145110" y="8961"/>
                  <a:pt x="148363" y="8961"/>
                </a:cubicBezTo>
                <a:cubicBezTo>
                  <a:pt x="151512" y="8961"/>
                  <a:pt x="154085" y="10031"/>
                  <a:pt x="156082" y="12172"/>
                </a:cubicBezTo>
                <a:cubicBezTo>
                  <a:pt x="158078" y="14313"/>
                  <a:pt x="159076" y="17324"/>
                  <a:pt x="159076" y="21207"/>
                </a:cubicBezTo>
                <a:cubicBezTo>
                  <a:pt x="159076" y="21443"/>
                  <a:pt x="159069" y="21797"/>
                  <a:pt x="159054" y="22269"/>
                </a:cubicBezTo>
                <a:lnTo>
                  <a:pt x="141487" y="22269"/>
                </a:lnTo>
                <a:cubicBezTo>
                  <a:pt x="141635" y="24850"/>
                  <a:pt x="142367" y="26825"/>
                  <a:pt x="143683" y="28197"/>
                </a:cubicBezTo>
                <a:cubicBezTo>
                  <a:pt x="144999" y="29568"/>
                  <a:pt x="146640" y="30254"/>
                  <a:pt x="148607" y="30254"/>
                </a:cubicBezTo>
                <a:cubicBezTo>
                  <a:pt x="150071" y="30254"/>
                  <a:pt x="151320" y="29873"/>
                  <a:pt x="152355" y="29112"/>
                </a:cubicBezTo>
                <a:cubicBezTo>
                  <a:pt x="153390" y="28350"/>
                  <a:pt x="154211" y="27134"/>
                  <a:pt x="154817" y="25463"/>
                </a:cubicBezTo>
                <a:moveTo>
                  <a:pt x="141709" y="18942"/>
                </a:moveTo>
                <a:lnTo>
                  <a:pt x="154862" y="18942"/>
                </a:lnTo>
                <a:cubicBezTo>
                  <a:pt x="154684" y="16993"/>
                  <a:pt x="154182" y="15531"/>
                  <a:pt x="153353" y="14557"/>
                </a:cubicBezTo>
                <a:cubicBezTo>
                  <a:pt x="152082" y="13044"/>
                  <a:pt x="150433" y="12288"/>
                  <a:pt x="148407" y="12288"/>
                </a:cubicBezTo>
                <a:cubicBezTo>
                  <a:pt x="146574" y="12288"/>
                  <a:pt x="145032" y="12892"/>
                  <a:pt x="143783" y="14099"/>
                </a:cubicBezTo>
                <a:cubicBezTo>
                  <a:pt x="142533" y="15306"/>
                  <a:pt x="141842" y="16920"/>
                  <a:pt x="141709" y="18942"/>
                </a:cubicBezTo>
                <a:close/>
                <a:moveTo>
                  <a:pt x="161091" y="33581"/>
                </a:moveTo>
                <a:lnTo>
                  <a:pt x="170517" y="0"/>
                </a:lnTo>
                <a:lnTo>
                  <a:pt x="173711" y="0"/>
                </a:lnTo>
                <a:lnTo>
                  <a:pt x="164307" y="33581"/>
                </a:lnTo>
                <a:lnTo>
                  <a:pt x="161091" y="33581"/>
                </a:lnTo>
                <a:close/>
                <a:moveTo>
                  <a:pt x="192085" y="24399"/>
                </a:moveTo>
                <a:lnTo>
                  <a:pt x="196011" y="24909"/>
                </a:lnTo>
                <a:cubicBezTo>
                  <a:pt x="195582" y="27622"/>
                  <a:pt x="194484" y="29745"/>
                  <a:pt x="192717" y="31280"/>
                </a:cubicBezTo>
                <a:cubicBezTo>
                  <a:pt x="190950" y="32814"/>
                  <a:pt x="188780" y="33581"/>
                  <a:pt x="186207" y="33581"/>
                </a:cubicBezTo>
                <a:cubicBezTo>
                  <a:pt x="182984" y="33581"/>
                  <a:pt x="180392" y="32528"/>
                  <a:pt x="178433" y="30421"/>
                </a:cubicBezTo>
                <a:cubicBezTo>
                  <a:pt x="176474" y="28313"/>
                  <a:pt x="175494" y="25293"/>
                  <a:pt x="175494" y="21360"/>
                </a:cubicBezTo>
                <a:cubicBezTo>
                  <a:pt x="175494" y="18816"/>
                  <a:pt x="175916" y="16591"/>
                  <a:pt x="176758" y="14683"/>
                </a:cubicBezTo>
                <a:cubicBezTo>
                  <a:pt x="177601" y="12776"/>
                  <a:pt x="178884" y="11345"/>
                  <a:pt x="180607" y="10392"/>
                </a:cubicBezTo>
                <a:cubicBezTo>
                  <a:pt x="182329" y="9438"/>
                  <a:pt x="184204" y="8961"/>
                  <a:pt x="186229" y="8961"/>
                </a:cubicBezTo>
                <a:cubicBezTo>
                  <a:pt x="188788" y="8961"/>
                  <a:pt x="190880" y="9610"/>
                  <a:pt x="192507" y="10908"/>
                </a:cubicBezTo>
                <a:cubicBezTo>
                  <a:pt x="194133" y="12206"/>
                  <a:pt x="195176" y="14048"/>
                  <a:pt x="195634" y="16436"/>
                </a:cubicBezTo>
                <a:lnTo>
                  <a:pt x="191752" y="17035"/>
                </a:lnTo>
                <a:cubicBezTo>
                  <a:pt x="191383" y="15460"/>
                  <a:pt x="190728" y="14275"/>
                  <a:pt x="189789" y="13480"/>
                </a:cubicBezTo>
                <a:cubicBezTo>
                  <a:pt x="188850" y="12685"/>
                  <a:pt x="187716" y="12288"/>
                  <a:pt x="186385" y="12288"/>
                </a:cubicBezTo>
                <a:cubicBezTo>
                  <a:pt x="184374" y="12288"/>
                  <a:pt x="182740" y="13005"/>
                  <a:pt x="181483" y="14440"/>
                </a:cubicBezTo>
                <a:cubicBezTo>
                  <a:pt x="180226" y="15875"/>
                  <a:pt x="179597" y="18144"/>
                  <a:pt x="179597" y="21249"/>
                </a:cubicBezTo>
                <a:cubicBezTo>
                  <a:pt x="179597" y="24398"/>
                  <a:pt x="180204" y="26686"/>
                  <a:pt x="181416" y="28114"/>
                </a:cubicBezTo>
                <a:cubicBezTo>
                  <a:pt x="182629" y="29541"/>
                  <a:pt x="184211" y="30254"/>
                  <a:pt x="186163" y="30254"/>
                </a:cubicBezTo>
                <a:cubicBezTo>
                  <a:pt x="187730" y="30254"/>
                  <a:pt x="189039" y="29775"/>
                  <a:pt x="190089" y="28818"/>
                </a:cubicBezTo>
                <a:cubicBezTo>
                  <a:pt x="191139" y="27861"/>
                  <a:pt x="191804" y="26387"/>
                  <a:pt x="192085" y="24399"/>
                </a:cubicBezTo>
                <a:close/>
                <a:moveTo>
                  <a:pt x="197940" y="21271"/>
                </a:moveTo>
                <a:cubicBezTo>
                  <a:pt x="197940" y="16909"/>
                  <a:pt x="199153" y="13678"/>
                  <a:pt x="201578" y="11578"/>
                </a:cubicBezTo>
                <a:cubicBezTo>
                  <a:pt x="203604" y="9833"/>
                  <a:pt x="206073" y="8961"/>
                  <a:pt x="208986" y="8961"/>
                </a:cubicBezTo>
                <a:cubicBezTo>
                  <a:pt x="212224" y="8961"/>
                  <a:pt x="214871" y="10022"/>
                  <a:pt x="216927" y="12144"/>
                </a:cubicBezTo>
                <a:cubicBezTo>
                  <a:pt x="218982" y="14266"/>
                  <a:pt x="220010" y="17197"/>
                  <a:pt x="220010" y="20938"/>
                </a:cubicBezTo>
                <a:cubicBezTo>
                  <a:pt x="220010" y="23970"/>
                  <a:pt x="219555" y="26354"/>
                  <a:pt x="218646" y="28092"/>
                </a:cubicBezTo>
                <a:cubicBezTo>
                  <a:pt x="217736" y="29829"/>
                  <a:pt x="216413" y="31178"/>
                  <a:pt x="214675" y="32140"/>
                </a:cubicBezTo>
                <a:cubicBezTo>
                  <a:pt x="212938" y="33101"/>
                  <a:pt x="211041" y="33581"/>
                  <a:pt x="208986" y="33581"/>
                </a:cubicBezTo>
                <a:cubicBezTo>
                  <a:pt x="205689" y="33581"/>
                  <a:pt x="203023" y="32524"/>
                  <a:pt x="200990" y="30409"/>
                </a:cubicBezTo>
                <a:cubicBezTo>
                  <a:pt x="198957" y="28295"/>
                  <a:pt x="197940" y="25249"/>
                  <a:pt x="197940" y="21271"/>
                </a:cubicBezTo>
                <a:moveTo>
                  <a:pt x="202044" y="21260"/>
                </a:moveTo>
                <a:cubicBezTo>
                  <a:pt x="202044" y="24265"/>
                  <a:pt x="202702" y="26516"/>
                  <a:pt x="204018" y="28011"/>
                </a:cubicBezTo>
                <a:cubicBezTo>
                  <a:pt x="205334" y="29507"/>
                  <a:pt x="206990" y="30254"/>
                  <a:pt x="208986" y="30254"/>
                </a:cubicBezTo>
                <a:cubicBezTo>
                  <a:pt x="210968" y="30254"/>
                  <a:pt x="212616" y="29503"/>
                  <a:pt x="213932" y="28000"/>
                </a:cubicBezTo>
                <a:cubicBezTo>
                  <a:pt x="215248" y="26497"/>
                  <a:pt x="215906" y="24207"/>
                  <a:pt x="215906" y="21128"/>
                </a:cubicBezTo>
                <a:cubicBezTo>
                  <a:pt x="215906" y="18225"/>
                  <a:pt x="215245" y="16026"/>
                  <a:pt x="213921" y="14531"/>
                </a:cubicBezTo>
                <a:cubicBezTo>
                  <a:pt x="212598" y="13036"/>
                  <a:pt x="210953" y="12288"/>
                  <a:pt x="208986" y="12288"/>
                </a:cubicBezTo>
                <a:cubicBezTo>
                  <a:pt x="206990" y="12288"/>
                  <a:pt x="205334" y="13032"/>
                  <a:pt x="204018" y="14520"/>
                </a:cubicBezTo>
                <a:cubicBezTo>
                  <a:pt x="202702" y="16008"/>
                  <a:pt x="202044" y="18255"/>
                  <a:pt x="202044" y="21260"/>
                </a:cubicBezTo>
                <a:close/>
                <a:moveTo>
                  <a:pt x="224866" y="33049"/>
                </a:moveTo>
                <a:lnTo>
                  <a:pt x="224866" y="9493"/>
                </a:lnTo>
                <a:lnTo>
                  <a:pt x="228460" y="9493"/>
                </a:lnTo>
                <a:lnTo>
                  <a:pt x="228460" y="13042"/>
                </a:lnTo>
                <a:cubicBezTo>
                  <a:pt x="229376" y="11380"/>
                  <a:pt x="230223" y="10285"/>
                  <a:pt x="230999" y="9755"/>
                </a:cubicBezTo>
                <a:cubicBezTo>
                  <a:pt x="231775" y="9226"/>
                  <a:pt x="232629" y="8961"/>
                  <a:pt x="233561" y="8961"/>
                </a:cubicBezTo>
                <a:cubicBezTo>
                  <a:pt x="234907" y="8961"/>
                  <a:pt x="236274" y="9388"/>
                  <a:pt x="237664" y="10242"/>
                </a:cubicBezTo>
                <a:lnTo>
                  <a:pt x="236289" y="13929"/>
                </a:lnTo>
                <a:cubicBezTo>
                  <a:pt x="235313" y="13353"/>
                  <a:pt x="234337" y="13064"/>
                  <a:pt x="233361" y="13064"/>
                </a:cubicBezTo>
                <a:cubicBezTo>
                  <a:pt x="232489" y="13064"/>
                  <a:pt x="231705" y="13327"/>
                  <a:pt x="231010" y="13853"/>
                </a:cubicBezTo>
                <a:cubicBezTo>
                  <a:pt x="230315" y="14379"/>
                  <a:pt x="229820" y="15107"/>
                  <a:pt x="229524" y="16040"/>
                </a:cubicBezTo>
                <a:cubicBezTo>
                  <a:pt x="229081" y="17461"/>
                  <a:pt x="228859" y="19015"/>
                  <a:pt x="228859" y="20703"/>
                </a:cubicBezTo>
                <a:lnTo>
                  <a:pt x="228859" y="33049"/>
                </a:lnTo>
                <a:lnTo>
                  <a:pt x="224866" y="33049"/>
                </a:lnTo>
                <a:close/>
                <a:moveTo>
                  <a:pt x="256435" y="25463"/>
                </a:moveTo>
                <a:lnTo>
                  <a:pt x="260561" y="25973"/>
                </a:lnTo>
                <a:cubicBezTo>
                  <a:pt x="259910" y="28384"/>
                  <a:pt x="258705" y="30254"/>
                  <a:pt x="256945" y="31585"/>
                </a:cubicBezTo>
                <a:cubicBezTo>
                  <a:pt x="255186" y="32916"/>
                  <a:pt x="252938" y="33581"/>
                  <a:pt x="250202" y="33581"/>
                </a:cubicBezTo>
                <a:cubicBezTo>
                  <a:pt x="246757" y="33581"/>
                  <a:pt x="244025" y="32520"/>
                  <a:pt x="242007" y="30398"/>
                </a:cubicBezTo>
                <a:cubicBezTo>
                  <a:pt x="239988" y="28276"/>
                  <a:pt x="238979" y="25301"/>
                  <a:pt x="238979" y="21471"/>
                </a:cubicBezTo>
                <a:cubicBezTo>
                  <a:pt x="238979" y="17508"/>
                  <a:pt x="239999" y="14432"/>
                  <a:pt x="242040" y="12244"/>
                </a:cubicBezTo>
                <a:cubicBezTo>
                  <a:pt x="244081" y="10055"/>
                  <a:pt x="246728" y="8961"/>
                  <a:pt x="249981" y="8961"/>
                </a:cubicBezTo>
                <a:cubicBezTo>
                  <a:pt x="253130" y="8961"/>
                  <a:pt x="255703" y="10031"/>
                  <a:pt x="257699" y="12172"/>
                </a:cubicBezTo>
                <a:cubicBezTo>
                  <a:pt x="259696" y="14313"/>
                  <a:pt x="260694" y="17324"/>
                  <a:pt x="260694" y="21207"/>
                </a:cubicBezTo>
                <a:cubicBezTo>
                  <a:pt x="260694" y="21443"/>
                  <a:pt x="260686" y="21797"/>
                  <a:pt x="260672" y="22269"/>
                </a:cubicBezTo>
                <a:lnTo>
                  <a:pt x="243105" y="22269"/>
                </a:lnTo>
                <a:cubicBezTo>
                  <a:pt x="243253" y="24850"/>
                  <a:pt x="243985" y="26825"/>
                  <a:pt x="245301" y="28197"/>
                </a:cubicBezTo>
                <a:cubicBezTo>
                  <a:pt x="246617" y="29568"/>
                  <a:pt x="248258" y="30254"/>
                  <a:pt x="250225" y="30254"/>
                </a:cubicBezTo>
                <a:cubicBezTo>
                  <a:pt x="251689" y="30254"/>
                  <a:pt x="252938" y="29873"/>
                  <a:pt x="253973" y="29112"/>
                </a:cubicBezTo>
                <a:cubicBezTo>
                  <a:pt x="255008" y="28350"/>
                  <a:pt x="255829" y="27134"/>
                  <a:pt x="256435" y="25463"/>
                </a:cubicBezTo>
                <a:moveTo>
                  <a:pt x="243327" y="18942"/>
                </a:moveTo>
                <a:lnTo>
                  <a:pt x="256480" y="18942"/>
                </a:lnTo>
                <a:cubicBezTo>
                  <a:pt x="256302" y="16993"/>
                  <a:pt x="255799" y="15531"/>
                  <a:pt x="254971" y="14557"/>
                </a:cubicBezTo>
                <a:cubicBezTo>
                  <a:pt x="253700" y="13044"/>
                  <a:pt x="252051" y="12288"/>
                  <a:pt x="250025" y="12288"/>
                </a:cubicBezTo>
                <a:cubicBezTo>
                  <a:pt x="248191" y="12288"/>
                  <a:pt x="246650" y="12892"/>
                  <a:pt x="245400" y="14099"/>
                </a:cubicBezTo>
                <a:cubicBezTo>
                  <a:pt x="244151" y="15306"/>
                  <a:pt x="243460" y="16920"/>
                  <a:pt x="243327" y="18942"/>
                </a:cubicBezTo>
                <a:close/>
                <a:moveTo>
                  <a:pt x="266834" y="33049"/>
                </a:moveTo>
                <a:lnTo>
                  <a:pt x="266834" y="28480"/>
                </a:lnTo>
                <a:lnTo>
                  <a:pt x="271381" y="28480"/>
                </a:lnTo>
                <a:lnTo>
                  <a:pt x="271381" y="33049"/>
                </a:lnTo>
                <a:lnTo>
                  <a:pt x="266834" y="33049"/>
                </a:lnTo>
                <a:close/>
                <a:moveTo>
                  <a:pt x="276734" y="25996"/>
                </a:moveTo>
                <a:lnTo>
                  <a:pt x="280682" y="25375"/>
                </a:lnTo>
                <a:cubicBezTo>
                  <a:pt x="280904" y="26950"/>
                  <a:pt x="281521" y="28157"/>
                  <a:pt x="282534" y="28996"/>
                </a:cubicBezTo>
                <a:cubicBezTo>
                  <a:pt x="283547" y="29835"/>
                  <a:pt x="284963" y="30254"/>
                  <a:pt x="286782" y="30254"/>
                </a:cubicBezTo>
                <a:cubicBezTo>
                  <a:pt x="288615" y="30254"/>
                  <a:pt x="289976" y="29884"/>
                  <a:pt x="290863" y="29143"/>
                </a:cubicBezTo>
                <a:cubicBezTo>
                  <a:pt x="291750" y="28402"/>
                  <a:pt x="292194" y="27533"/>
                  <a:pt x="292194" y="26536"/>
                </a:cubicBezTo>
                <a:cubicBezTo>
                  <a:pt x="292194" y="25640"/>
                  <a:pt x="291802" y="24936"/>
                  <a:pt x="291018" y="24423"/>
                </a:cubicBezTo>
                <a:cubicBezTo>
                  <a:pt x="290471" y="24071"/>
                  <a:pt x="289111" y="23623"/>
                  <a:pt x="286937" y="23080"/>
                </a:cubicBezTo>
                <a:cubicBezTo>
                  <a:pt x="284009" y="22340"/>
                  <a:pt x="281980" y="21700"/>
                  <a:pt x="280848" y="21160"/>
                </a:cubicBezTo>
                <a:cubicBezTo>
                  <a:pt x="279717" y="20620"/>
                  <a:pt x="278860" y="19873"/>
                  <a:pt x="278276" y="18918"/>
                </a:cubicBezTo>
                <a:cubicBezTo>
                  <a:pt x="277691" y="17963"/>
                  <a:pt x="277399" y="16909"/>
                  <a:pt x="277399" y="15754"/>
                </a:cubicBezTo>
                <a:cubicBezTo>
                  <a:pt x="277399" y="14704"/>
                  <a:pt x="277640" y="13730"/>
                  <a:pt x="278120" y="12835"/>
                </a:cubicBezTo>
                <a:cubicBezTo>
                  <a:pt x="278601" y="11939"/>
                  <a:pt x="279255" y="11196"/>
                  <a:pt x="280083" y="10604"/>
                </a:cubicBezTo>
                <a:cubicBezTo>
                  <a:pt x="280704" y="10145"/>
                  <a:pt x="281551" y="9756"/>
                  <a:pt x="282623" y="9438"/>
                </a:cubicBezTo>
                <a:cubicBezTo>
                  <a:pt x="283695" y="9120"/>
                  <a:pt x="284845" y="8961"/>
                  <a:pt x="286072" y="8961"/>
                </a:cubicBezTo>
                <a:cubicBezTo>
                  <a:pt x="287920" y="8961"/>
                  <a:pt x="289543" y="9229"/>
                  <a:pt x="290941" y="9765"/>
                </a:cubicBezTo>
                <a:cubicBezTo>
                  <a:pt x="292338" y="10301"/>
                  <a:pt x="293369" y="11026"/>
                  <a:pt x="294035" y="11942"/>
                </a:cubicBezTo>
                <a:cubicBezTo>
                  <a:pt x="294700" y="12858"/>
                  <a:pt x="295159" y="14082"/>
                  <a:pt x="295410" y="15615"/>
                </a:cubicBezTo>
                <a:lnTo>
                  <a:pt x="291506" y="16147"/>
                </a:lnTo>
                <a:cubicBezTo>
                  <a:pt x="291329" y="14935"/>
                  <a:pt x="290815" y="13989"/>
                  <a:pt x="289965" y="13308"/>
                </a:cubicBezTo>
                <a:cubicBezTo>
                  <a:pt x="289114" y="12628"/>
                  <a:pt x="287913" y="12288"/>
                  <a:pt x="286360" y="12288"/>
                </a:cubicBezTo>
                <a:cubicBezTo>
                  <a:pt x="284527" y="12288"/>
                  <a:pt x="283218" y="12590"/>
                  <a:pt x="282434" y="13193"/>
                </a:cubicBezTo>
                <a:cubicBezTo>
                  <a:pt x="281651" y="13796"/>
                  <a:pt x="281259" y="14503"/>
                  <a:pt x="281259" y="15312"/>
                </a:cubicBezTo>
                <a:cubicBezTo>
                  <a:pt x="281259" y="15827"/>
                  <a:pt x="281421" y="16290"/>
                  <a:pt x="281747" y="16703"/>
                </a:cubicBezTo>
                <a:cubicBezTo>
                  <a:pt x="282072" y="17129"/>
                  <a:pt x="282582" y="17482"/>
                  <a:pt x="283277" y="17762"/>
                </a:cubicBezTo>
                <a:cubicBezTo>
                  <a:pt x="283677" y="17909"/>
                  <a:pt x="284852" y="18248"/>
                  <a:pt x="286804" y="18777"/>
                </a:cubicBezTo>
                <a:cubicBezTo>
                  <a:pt x="289628" y="19531"/>
                  <a:pt x="291599" y="20148"/>
                  <a:pt x="292715" y="20628"/>
                </a:cubicBezTo>
                <a:cubicBezTo>
                  <a:pt x="293831" y="21108"/>
                  <a:pt x="294708" y="21806"/>
                  <a:pt x="295343" y="22723"/>
                </a:cubicBezTo>
                <a:cubicBezTo>
                  <a:pt x="295979" y="23638"/>
                  <a:pt x="296297" y="24776"/>
                  <a:pt x="296297" y="26135"/>
                </a:cubicBezTo>
                <a:cubicBezTo>
                  <a:pt x="296297" y="27465"/>
                  <a:pt x="295909" y="28717"/>
                  <a:pt x="295133" y="29892"/>
                </a:cubicBezTo>
                <a:cubicBezTo>
                  <a:pt x="294356" y="31066"/>
                  <a:pt x="293236" y="31974"/>
                  <a:pt x="291772" y="32617"/>
                </a:cubicBezTo>
                <a:cubicBezTo>
                  <a:pt x="290308" y="33260"/>
                  <a:pt x="288652" y="33581"/>
                  <a:pt x="286804" y="33581"/>
                </a:cubicBezTo>
                <a:cubicBezTo>
                  <a:pt x="283743" y="33581"/>
                  <a:pt x="281410" y="32944"/>
                  <a:pt x="279806" y="31668"/>
                </a:cubicBezTo>
                <a:cubicBezTo>
                  <a:pt x="278202" y="30393"/>
                  <a:pt x="277178" y="28502"/>
                  <a:pt x="276734" y="25996"/>
                </a:cubicBezTo>
                <a:close/>
                <a:moveTo>
                  <a:pt x="316415" y="24399"/>
                </a:moveTo>
                <a:lnTo>
                  <a:pt x="320341" y="24909"/>
                </a:lnTo>
                <a:cubicBezTo>
                  <a:pt x="319912" y="27622"/>
                  <a:pt x="318814" y="29745"/>
                  <a:pt x="317047" y="31280"/>
                </a:cubicBezTo>
                <a:cubicBezTo>
                  <a:pt x="315280" y="32814"/>
                  <a:pt x="313110" y="33581"/>
                  <a:pt x="310537" y="33581"/>
                </a:cubicBezTo>
                <a:cubicBezTo>
                  <a:pt x="307314" y="33581"/>
                  <a:pt x="304722" y="32528"/>
                  <a:pt x="302763" y="30421"/>
                </a:cubicBezTo>
                <a:cubicBezTo>
                  <a:pt x="300804" y="28313"/>
                  <a:pt x="299824" y="25293"/>
                  <a:pt x="299824" y="21360"/>
                </a:cubicBezTo>
                <a:cubicBezTo>
                  <a:pt x="299824" y="18816"/>
                  <a:pt x="300246" y="16591"/>
                  <a:pt x="301088" y="14683"/>
                </a:cubicBezTo>
                <a:cubicBezTo>
                  <a:pt x="301931" y="12776"/>
                  <a:pt x="303214" y="11345"/>
                  <a:pt x="304937" y="10392"/>
                </a:cubicBezTo>
                <a:cubicBezTo>
                  <a:pt x="306660" y="9438"/>
                  <a:pt x="308534" y="8961"/>
                  <a:pt x="310560" y="8961"/>
                </a:cubicBezTo>
                <a:cubicBezTo>
                  <a:pt x="313118" y="8961"/>
                  <a:pt x="315210" y="9610"/>
                  <a:pt x="316837" y="10908"/>
                </a:cubicBezTo>
                <a:cubicBezTo>
                  <a:pt x="318463" y="12206"/>
                  <a:pt x="319506" y="14048"/>
                  <a:pt x="319964" y="16436"/>
                </a:cubicBezTo>
                <a:lnTo>
                  <a:pt x="316083" y="17035"/>
                </a:lnTo>
                <a:cubicBezTo>
                  <a:pt x="315713" y="15460"/>
                  <a:pt x="315059" y="14275"/>
                  <a:pt x="314120" y="13480"/>
                </a:cubicBezTo>
                <a:cubicBezTo>
                  <a:pt x="313181" y="12685"/>
                  <a:pt x="312046" y="12288"/>
                  <a:pt x="310715" y="12288"/>
                </a:cubicBezTo>
                <a:cubicBezTo>
                  <a:pt x="308704" y="12288"/>
                  <a:pt x="307070" y="13005"/>
                  <a:pt x="305813" y="14440"/>
                </a:cubicBezTo>
                <a:cubicBezTo>
                  <a:pt x="304556" y="15875"/>
                  <a:pt x="303928" y="18144"/>
                  <a:pt x="303928" y="21249"/>
                </a:cubicBezTo>
                <a:cubicBezTo>
                  <a:pt x="303928" y="24398"/>
                  <a:pt x="304534" y="26686"/>
                  <a:pt x="305746" y="28114"/>
                </a:cubicBezTo>
                <a:cubicBezTo>
                  <a:pt x="306959" y="29541"/>
                  <a:pt x="308541" y="30254"/>
                  <a:pt x="310493" y="30254"/>
                </a:cubicBezTo>
                <a:cubicBezTo>
                  <a:pt x="312060" y="30254"/>
                  <a:pt x="313369" y="29775"/>
                  <a:pt x="314419" y="28818"/>
                </a:cubicBezTo>
                <a:cubicBezTo>
                  <a:pt x="315469" y="27861"/>
                  <a:pt x="316134" y="26387"/>
                  <a:pt x="316415" y="24399"/>
                </a:cubicBezTo>
                <a:close/>
                <a:moveTo>
                  <a:pt x="339129" y="30141"/>
                </a:moveTo>
                <a:cubicBezTo>
                  <a:pt x="337650" y="31398"/>
                  <a:pt x="336227" y="32286"/>
                  <a:pt x="334859" y="32804"/>
                </a:cubicBezTo>
                <a:cubicBezTo>
                  <a:pt x="333491" y="33322"/>
                  <a:pt x="332023" y="33581"/>
                  <a:pt x="330456" y="33581"/>
                </a:cubicBezTo>
                <a:cubicBezTo>
                  <a:pt x="327868" y="33581"/>
                  <a:pt x="325879" y="32949"/>
                  <a:pt x="324490" y="31683"/>
                </a:cubicBezTo>
                <a:cubicBezTo>
                  <a:pt x="323100" y="30418"/>
                  <a:pt x="322405" y="28802"/>
                  <a:pt x="322405" y="26834"/>
                </a:cubicBezTo>
                <a:cubicBezTo>
                  <a:pt x="322405" y="25680"/>
                  <a:pt x="322667" y="24626"/>
                  <a:pt x="323192" y="23671"/>
                </a:cubicBezTo>
                <a:cubicBezTo>
                  <a:pt x="323717" y="22717"/>
                  <a:pt x="324404" y="21951"/>
                  <a:pt x="325255" y="21374"/>
                </a:cubicBezTo>
                <a:cubicBezTo>
                  <a:pt x="326105" y="20797"/>
                  <a:pt x="327062" y="20360"/>
                  <a:pt x="328127" y="20064"/>
                </a:cubicBezTo>
                <a:cubicBezTo>
                  <a:pt x="328911" y="19857"/>
                  <a:pt x="330094" y="19657"/>
                  <a:pt x="331676" y="19465"/>
                </a:cubicBezTo>
                <a:cubicBezTo>
                  <a:pt x="334900" y="19083"/>
                  <a:pt x="337273" y="18628"/>
                  <a:pt x="338796" y="18099"/>
                </a:cubicBezTo>
                <a:cubicBezTo>
                  <a:pt x="338811" y="17554"/>
                  <a:pt x="338818" y="17208"/>
                  <a:pt x="338818" y="17061"/>
                </a:cubicBezTo>
                <a:cubicBezTo>
                  <a:pt x="338818" y="15440"/>
                  <a:pt x="338441" y="14299"/>
                  <a:pt x="337687" y="13636"/>
                </a:cubicBezTo>
                <a:cubicBezTo>
                  <a:pt x="336667" y="12737"/>
                  <a:pt x="335151" y="12288"/>
                  <a:pt x="333140" y="12288"/>
                </a:cubicBezTo>
                <a:cubicBezTo>
                  <a:pt x="331262" y="12288"/>
                  <a:pt x="329876" y="12617"/>
                  <a:pt x="328981" y="13275"/>
                </a:cubicBezTo>
                <a:cubicBezTo>
                  <a:pt x="328086" y="13933"/>
                  <a:pt x="327425" y="15098"/>
                  <a:pt x="326996" y="16768"/>
                </a:cubicBezTo>
                <a:lnTo>
                  <a:pt x="323092" y="16236"/>
                </a:lnTo>
                <a:cubicBezTo>
                  <a:pt x="323447" y="14560"/>
                  <a:pt x="324031" y="13207"/>
                  <a:pt x="324844" y="12176"/>
                </a:cubicBezTo>
                <a:cubicBezTo>
                  <a:pt x="325658" y="11145"/>
                  <a:pt x="326833" y="10351"/>
                  <a:pt x="328371" y="9795"/>
                </a:cubicBezTo>
                <a:cubicBezTo>
                  <a:pt x="329909" y="9239"/>
                  <a:pt x="331691" y="8961"/>
                  <a:pt x="333717" y="8961"/>
                </a:cubicBezTo>
                <a:cubicBezTo>
                  <a:pt x="335728" y="8961"/>
                  <a:pt x="337362" y="9198"/>
                  <a:pt x="338618" y="9671"/>
                </a:cubicBezTo>
                <a:cubicBezTo>
                  <a:pt x="339875" y="10144"/>
                  <a:pt x="340800" y="10739"/>
                  <a:pt x="341391" y="11456"/>
                </a:cubicBezTo>
                <a:cubicBezTo>
                  <a:pt x="341983" y="12173"/>
                  <a:pt x="342397" y="13079"/>
                  <a:pt x="342633" y="14173"/>
                </a:cubicBezTo>
                <a:cubicBezTo>
                  <a:pt x="342766" y="14854"/>
                  <a:pt x="342833" y="16081"/>
                  <a:pt x="342833" y="17855"/>
                </a:cubicBezTo>
                <a:lnTo>
                  <a:pt x="342833" y="23179"/>
                </a:lnTo>
                <a:cubicBezTo>
                  <a:pt x="342833" y="26890"/>
                  <a:pt x="342918" y="29238"/>
                  <a:pt x="343088" y="30221"/>
                </a:cubicBezTo>
                <a:cubicBezTo>
                  <a:pt x="343258" y="31204"/>
                  <a:pt x="343594" y="32147"/>
                  <a:pt x="344097" y="33049"/>
                </a:cubicBezTo>
                <a:lnTo>
                  <a:pt x="339927" y="33049"/>
                </a:lnTo>
                <a:cubicBezTo>
                  <a:pt x="339513" y="32220"/>
                  <a:pt x="339247" y="31250"/>
                  <a:pt x="339129" y="30141"/>
                </a:cubicBezTo>
                <a:moveTo>
                  <a:pt x="338796" y="21205"/>
                </a:moveTo>
                <a:cubicBezTo>
                  <a:pt x="337347" y="21801"/>
                  <a:pt x="335173" y="22308"/>
                  <a:pt x="332275" y="22725"/>
                </a:cubicBezTo>
                <a:cubicBezTo>
                  <a:pt x="330634" y="22963"/>
                  <a:pt x="329473" y="23230"/>
                  <a:pt x="328793" y="23527"/>
                </a:cubicBezTo>
                <a:cubicBezTo>
                  <a:pt x="328112" y="23824"/>
                  <a:pt x="327587" y="24258"/>
                  <a:pt x="327218" y="24830"/>
                </a:cubicBezTo>
                <a:cubicBezTo>
                  <a:pt x="326848" y="25402"/>
                  <a:pt x="326663" y="26037"/>
                  <a:pt x="326663" y="26734"/>
                </a:cubicBezTo>
                <a:cubicBezTo>
                  <a:pt x="326663" y="27803"/>
                  <a:pt x="327066" y="28694"/>
                  <a:pt x="327872" y="29407"/>
                </a:cubicBezTo>
                <a:cubicBezTo>
                  <a:pt x="328678" y="30120"/>
                  <a:pt x="329857" y="30476"/>
                  <a:pt x="331410" y="30476"/>
                </a:cubicBezTo>
                <a:cubicBezTo>
                  <a:pt x="332948" y="30476"/>
                  <a:pt x="334315" y="30138"/>
                  <a:pt x="335513" y="29462"/>
                </a:cubicBezTo>
                <a:cubicBezTo>
                  <a:pt x="336711" y="28786"/>
                  <a:pt x="337591" y="27861"/>
                  <a:pt x="338153" y="26687"/>
                </a:cubicBezTo>
                <a:cubicBezTo>
                  <a:pt x="338582" y="25781"/>
                  <a:pt x="338796" y="24443"/>
                  <a:pt x="338796" y="22675"/>
                </a:cubicBezTo>
                <a:lnTo>
                  <a:pt x="338796" y="21205"/>
                </a:lnTo>
                <a:close/>
                <a:moveTo>
                  <a:pt x="349152" y="33049"/>
                </a:moveTo>
                <a:lnTo>
                  <a:pt x="349152" y="532"/>
                </a:lnTo>
                <a:lnTo>
                  <a:pt x="353145" y="532"/>
                </a:lnTo>
                <a:lnTo>
                  <a:pt x="353145" y="33049"/>
                </a:lnTo>
                <a:lnTo>
                  <a:pt x="349152" y="33049"/>
                </a:lnTo>
                <a:close/>
                <a:moveTo>
                  <a:pt x="376223" y="25463"/>
                </a:moveTo>
                <a:lnTo>
                  <a:pt x="380349" y="25973"/>
                </a:lnTo>
                <a:cubicBezTo>
                  <a:pt x="379698" y="28384"/>
                  <a:pt x="378493" y="30254"/>
                  <a:pt x="376733" y="31585"/>
                </a:cubicBezTo>
                <a:cubicBezTo>
                  <a:pt x="374974" y="32916"/>
                  <a:pt x="372726" y="33581"/>
                  <a:pt x="369991" y="33581"/>
                </a:cubicBezTo>
                <a:cubicBezTo>
                  <a:pt x="366545" y="33581"/>
                  <a:pt x="363813" y="32520"/>
                  <a:pt x="361795" y="30398"/>
                </a:cubicBezTo>
                <a:cubicBezTo>
                  <a:pt x="359776" y="28276"/>
                  <a:pt x="358767" y="25301"/>
                  <a:pt x="358767" y="21471"/>
                </a:cubicBezTo>
                <a:cubicBezTo>
                  <a:pt x="358767" y="17508"/>
                  <a:pt x="359788" y="14432"/>
                  <a:pt x="361828" y="12244"/>
                </a:cubicBezTo>
                <a:cubicBezTo>
                  <a:pt x="363869" y="10055"/>
                  <a:pt x="366516" y="8961"/>
                  <a:pt x="369769" y="8961"/>
                </a:cubicBezTo>
                <a:cubicBezTo>
                  <a:pt x="372918" y="8961"/>
                  <a:pt x="375491" y="10031"/>
                  <a:pt x="377488" y="12172"/>
                </a:cubicBezTo>
                <a:cubicBezTo>
                  <a:pt x="379484" y="14313"/>
                  <a:pt x="380482" y="17324"/>
                  <a:pt x="380482" y="21207"/>
                </a:cubicBezTo>
                <a:cubicBezTo>
                  <a:pt x="380482" y="21443"/>
                  <a:pt x="380475" y="21797"/>
                  <a:pt x="380460" y="22269"/>
                </a:cubicBezTo>
                <a:lnTo>
                  <a:pt x="362893" y="22269"/>
                </a:lnTo>
                <a:cubicBezTo>
                  <a:pt x="363041" y="24850"/>
                  <a:pt x="363773" y="26825"/>
                  <a:pt x="365089" y="28197"/>
                </a:cubicBezTo>
                <a:cubicBezTo>
                  <a:pt x="366405" y="29568"/>
                  <a:pt x="368046" y="30254"/>
                  <a:pt x="370013" y="30254"/>
                </a:cubicBezTo>
                <a:cubicBezTo>
                  <a:pt x="371477" y="30254"/>
                  <a:pt x="372726" y="29873"/>
                  <a:pt x="373761" y="29112"/>
                </a:cubicBezTo>
                <a:cubicBezTo>
                  <a:pt x="374796" y="28350"/>
                  <a:pt x="375617" y="27134"/>
                  <a:pt x="376223" y="25463"/>
                </a:cubicBezTo>
                <a:moveTo>
                  <a:pt x="363115" y="18942"/>
                </a:moveTo>
                <a:lnTo>
                  <a:pt x="376268" y="18942"/>
                </a:lnTo>
                <a:cubicBezTo>
                  <a:pt x="376090" y="16993"/>
                  <a:pt x="375587" y="15531"/>
                  <a:pt x="374759" y="14557"/>
                </a:cubicBezTo>
                <a:cubicBezTo>
                  <a:pt x="373488" y="13044"/>
                  <a:pt x="371839" y="12288"/>
                  <a:pt x="369813" y="12288"/>
                </a:cubicBezTo>
                <a:cubicBezTo>
                  <a:pt x="367980" y="12288"/>
                  <a:pt x="366438" y="12892"/>
                  <a:pt x="365189" y="14099"/>
                </a:cubicBezTo>
                <a:cubicBezTo>
                  <a:pt x="363939" y="15306"/>
                  <a:pt x="363248" y="16920"/>
                  <a:pt x="363115" y="18942"/>
                </a:cubicBezTo>
                <a:close/>
                <a:moveTo>
                  <a:pt x="386622" y="33049"/>
                </a:moveTo>
                <a:lnTo>
                  <a:pt x="386622" y="28480"/>
                </a:lnTo>
                <a:lnTo>
                  <a:pt x="391169" y="28480"/>
                </a:lnTo>
                <a:lnTo>
                  <a:pt x="391169" y="33049"/>
                </a:lnTo>
                <a:lnTo>
                  <a:pt x="386622" y="33049"/>
                </a:lnTo>
                <a:close/>
                <a:moveTo>
                  <a:pt x="413401" y="33049"/>
                </a:moveTo>
                <a:lnTo>
                  <a:pt x="413401" y="30077"/>
                </a:lnTo>
                <a:cubicBezTo>
                  <a:pt x="411908" y="32413"/>
                  <a:pt x="409712" y="33581"/>
                  <a:pt x="406814" y="33581"/>
                </a:cubicBezTo>
                <a:cubicBezTo>
                  <a:pt x="404936" y="33581"/>
                  <a:pt x="403209" y="33064"/>
                  <a:pt x="401634" y="32029"/>
                </a:cubicBezTo>
                <a:cubicBezTo>
                  <a:pt x="400060" y="30994"/>
                  <a:pt x="398840" y="29548"/>
                  <a:pt x="397975" y="27692"/>
                </a:cubicBezTo>
                <a:cubicBezTo>
                  <a:pt x="397110" y="25837"/>
                  <a:pt x="396677" y="23704"/>
                  <a:pt x="396677" y="21293"/>
                </a:cubicBezTo>
                <a:cubicBezTo>
                  <a:pt x="396677" y="18942"/>
                  <a:pt x="397069" y="16809"/>
                  <a:pt x="397853" y="14894"/>
                </a:cubicBezTo>
                <a:cubicBezTo>
                  <a:pt x="398636" y="12979"/>
                  <a:pt x="399812" y="11512"/>
                  <a:pt x="401379" y="10491"/>
                </a:cubicBezTo>
                <a:cubicBezTo>
                  <a:pt x="402947" y="9471"/>
                  <a:pt x="404699" y="8961"/>
                  <a:pt x="406636" y="8961"/>
                </a:cubicBezTo>
                <a:cubicBezTo>
                  <a:pt x="408056" y="8961"/>
                  <a:pt x="409320" y="9260"/>
                  <a:pt x="410429" y="9859"/>
                </a:cubicBezTo>
                <a:cubicBezTo>
                  <a:pt x="411538" y="10458"/>
                  <a:pt x="412440" y="11238"/>
                  <a:pt x="413135" y="12199"/>
                </a:cubicBezTo>
                <a:lnTo>
                  <a:pt x="413135" y="532"/>
                </a:lnTo>
                <a:lnTo>
                  <a:pt x="417105" y="532"/>
                </a:lnTo>
                <a:lnTo>
                  <a:pt x="417105" y="33049"/>
                </a:lnTo>
                <a:lnTo>
                  <a:pt x="413401" y="33049"/>
                </a:lnTo>
                <a:moveTo>
                  <a:pt x="400781" y="21282"/>
                </a:moveTo>
                <a:cubicBezTo>
                  <a:pt x="400781" y="24288"/>
                  <a:pt x="401416" y="26534"/>
                  <a:pt x="402688" y="28022"/>
                </a:cubicBezTo>
                <a:cubicBezTo>
                  <a:pt x="403960" y="29510"/>
                  <a:pt x="405461" y="30254"/>
                  <a:pt x="407191" y="30254"/>
                </a:cubicBezTo>
                <a:cubicBezTo>
                  <a:pt x="408936" y="30254"/>
                  <a:pt x="410418" y="29544"/>
                  <a:pt x="411638" y="28122"/>
                </a:cubicBezTo>
                <a:cubicBezTo>
                  <a:pt x="412858" y="26700"/>
                  <a:pt x="413468" y="24531"/>
                  <a:pt x="413468" y="21614"/>
                </a:cubicBezTo>
                <a:cubicBezTo>
                  <a:pt x="413468" y="18402"/>
                  <a:pt x="412847" y="16045"/>
                  <a:pt x="411605" y="14542"/>
                </a:cubicBezTo>
                <a:cubicBezTo>
                  <a:pt x="410362" y="13039"/>
                  <a:pt x="408832" y="12288"/>
                  <a:pt x="407013" y="12288"/>
                </a:cubicBezTo>
                <a:cubicBezTo>
                  <a:pt x="405239" y="12288"/>
                  <a:pt x="403756" y="13010"/>
                  <a:pt x="402566" y="14454"/>
                </a:cubicBezTo>
                <a:cubicBezTo>
                  <a:pt x="401376" y="15898"/>
                  <a:pt x="400781" y="18174"/>
                  <a:pt x="400781" y="21282"/>
                </a:cubicBezTo>
                <a:close/>
                <a:moveTo>
                  <a:pt x="439729" y="25463"/>
                </a:moveTo>
                <a:lnTo>
                  <a:pt x="443854" y="25973"/>
                </a:lnTo>
                <a:cubicBezTo>
                  <a:pt x="443204" y="28384"/>
                  <a:pt x="441998" y="30254"/>
                  <a:pt x="440239" y="31585"/>
                </a:cubicBezTo>
                <a:cubicBezTo>
                  <a:pt x="438479" y="32916"/>
                  <a:pt x="436232" y="33581"/>
                  <a:pt x="433496" y="33581"/>
                </a:cubicBezTo>
                <a:cubicBezTo>
                  <a:pt x="430051" y="33581"/>
                  <a:pt x="427319" y="32520"/>
                  <a:pt x="425300" y="30398"/>
                </a:cubicBezTo>
                <a:cubicBezTo>
                  <a:pt x="423282" y="28276"/>
                  <a:pt x="422273" y="25301"/>
                  <a:pt x="422273" y="21471"/>
                </a:cubicBezTo>
                <a:cubicBezTo>
                  <a:pt x="422273" y="17508"/>
                  <a:pt x="423293" y="14432"/>
                  <a:pt x="425334" y="12244"/>
                </a:cubicBezTo>
                <a:cubicBezTo>
                  <a:pt x="427374" y="10055"/>
                  <a:pt x="430021" y="8961"/>
                  <a:pt x="433274" y="8961"/>
                </a:cubicBezTo>
                <a:cubicBezTo>
                  <a:pt x="436424" y="8961"/>
                  <a:pt x="438997" y="10031"/>
                  <a:pt x="440993" y="12172"/>
                </a:cubicBezTo>
                <a:cubicBezTo>
                  <a:pt x="442989" y="14313"/>
                  <a:pt x="443987" y="17324"/>
                  <a:pt x="443987" y="21207"/>
                </a:cubicBezTo>
                <a:cubicBezTo>
                  <a:pt x="443987" y="21443"/>
                  <a:pt x="443980" y="21797"/>
                  <a:pt x="443965" y="22269"/>
                </a:cubicBezTo>
                <a:lnTo>
                  <a:pt x="426398" y="22269"/>
                </a:lnTo>
                <a:cubicBezTo>
                  <a:pt x="426546" y="24850"/>
                  <a:pt x="427278" y="26825"/>
                  <a:pt x="428594" y="28197"/>
                </a:cubicBezTo>
                <a:cubicBezTo>
                  <a:pt x="429910" y="29568"/>
                  <a:pt x="431551" y="30254"/>
                  <a:pt x="433518" y="30254"/>
                </a:cubicBezTo>
                <a:cubicBezTo>
                  <a:pt x="434982" y="30254"/>
                  <a:pt x="436232" y="29873"/>
                  <a:pt x="437267" y="29112"/>
                </a:cubicBezTo>
                <a:cubicBezTo>
                  <a:pt x="438302" y="28350"/>
                  <a:pt x="439122" y="27134"/>
                  <a:pt x="439729" y="25463"/>
                </a:cubicBezTo>
                <a:moveTo>
                  <a:pt x="426620" y="18942"/>
                </a:moveTo>
                <a:lnTo>
                  <a:pt x="439773" y="18942"/>
                </a:lnTo>
                <a:cubicBezTo>
                  <a:pt x="439596" y="16993"/>
                  <a:pt x="439093" y="15531"/>
                  <a:pt x="438265" y="14557"/>
                </a:cubicBezTo>
                <a:cubicBezTo>
                  <a:pt x="436993" y="13044"/>
                  <a:pt x="435344" y="12288"/>
                  <a:pt x="433319" y="12288"/>
                </a:cubicBezTo>
                <a:cubicBezTo>
                  <a:pt x="431485" y="12288"/>
                  <a:pt x="429943" y="12892"/>
                  <a:pt x="428694" y="14099"/>
                </a:cubicBezTo>
                <a:cubicBezTo>
                  <a:pt x="427444" y="15306"/>
                  <a:pt x="426753" y="16920"/>
                  <a:pt x="426620" y="18942"/>
                </a:cubicBezTo>
                <a:close/>
                <a:moveTo>
                  <a:pt x="449950" y="33049"/>
                </a:moveTo>
                <a:lnTo>
                  <a:pt x="449950" y="12599"/>
                </a:lnTo>
                <a:lnTo>
                  <a:pt x="446423" y="12599"/>
                </a:lnTo>
                <a:lnTo>
                  <a:pt x="446423" y="9493"/>
                </a:lnTo>
                <a:lnTo>
                  <a:pt x="449950" y="9493"/>
                </a:lnTo>
                <a:lnTo>
                  <a:pt x="449950" y="6992"/>
                </a:lnTo>
                <a:cubicBezTo>
                  <a:pt x="449950" y="5414"/>
                  <a:pt x="450091" y="4241"/>
                  <a:pt x="450372" y="3474"/>
                </a:cubicBezTo>
                <a:cubicBezTo>
                  <a:pt x="450756" y="2442"/>
                  <a:pt x="451433" y="1605"/>
                  <a:pt x="452401" y="963"/>
                </a:cubicBezTo>
                <a:cubicBezTo>
                  <a:pt x="453370" y="321"/>
                  <a:pt x="454726" y="0"/>
                  <a:pt x="456471" y="0"/>
                </a:cubicBezTo>
                <a:cubicBezTo>
                  <a:pt x="457595" y="0"/>
                  <a:pt x="458837" y="133"/>
                  <a:pt x="460197" y="399"/>
                </a:cubicBezTo>
                <a:lnTo>
                  <a:pt x="459599" y="3882"/>
                </a:lnTo>
                <a:cubicBezTo>
                  <a:pt x="458771" y="3734"/>
                  <a:pt x="457987" y="3660"/>
                  <a:pt x="457247" y="3660"/>
                </a:cubicBezTo>
                <a:cubicBezTo>
                  <a:pt x="456035" y="3660"/>
                  <a:pt x="455177" y="3918"/>
                  <a:pt x="454675" y="4433"/>
                </a:cubicBezTo>
                <a:cubicBezTo>
                  <a:pt x="454172" y="4949"/>
                  <a:pt x="453920" y="5914"/>
                  <a:pt x="453920" y="7328"/>
                </a:cubicBezTo>
                <a:lnTo>
                  <a:pt x="453920" y="9493"/>
                </a:lnTo>
                <a:lnTo>
                  <a:pt x="458512" y="9493"/>
                </a:lnTo>
                <a:lnTo>
                  <a:pt x="458512" y="12599"/>
                </a:lnTo>
                <a:lnTo>
                  <a:pt x="453920" y="12599"/>
                </a:lnTo>
                <a:lnTo>
                  <a:pt x="453920" y="33049"/>
                </a:lnTo>
                <a:lnTo>
                  <a:pt x="449950" y="33049"/>
                </a:lnTo>
                <a:close/>
                <a:moveTo>
                  <a:pt x="476996" y="30141"/>
                </a:moveTo>
                <a:cubicBezTo>
                  <a:pt x="475518" y="31398"/>
                  <a:pt x="474094" y="32286"/>
                  <a:pt x="472727" y="32804"/>
                </a:cubicBezTo>
                <a:cubicBezTo>
                  <a:pt x="471359" y="33322"/>
                  <a:pt x="469891" y="33581"/>
                  <a:pt x="468324" y="33581"/>
                </a:cubicBezTo>
                <a:cubicBezTo>
                  <a:pt x="465736" y="33581"/>
                  <a:pt x="463747" y="32949"/>
                  <a:pt x="462357" y="31683"/>
                </a:cubicBezTo>
                <a:cubicBezTo>
                  <a:pt x="460967" y="30418"/>
                  <a:pt x="460272" y="28802"/>
                  <a:pt x="460272" y="26834"/>
                </a:cubicBezTo>
                <a:cubicBezTo>
                  <a:pt x="460272" y="25680"/>
                  <a:pt x="460535" y="24626"/>
                  <a:pt x="461060" y="23671"/>
                </a:cubicBezTo>
                <a:cubicBezTo>
                  <a:pt x="461585" y="22717"/>
                  <a:pt x="462272" y="21951"/>
                  <a:pt x="463123" y="21374"/>
                </a:cubicBezTo>
                <a:cubicBezTo>
                  <a:pt x="463973" y="20797"/>
                  <a:pt x="464930" y="20360"/>
                  <a:pt x="465995" y="20064"/>
                </a:cubicBezTo>
                <a:cubicBezTo>
                  <a:pt x="466779" y="19857"/>
                  <a:pt x="467962" y="19657"/>
                  <a:pt x="469544" y="19465"/>
                </a:cubicBezTo>
                <a:cubicBezTo>
                  <a:pt x="472767" y="19083"/>
                  <a:pt x="475141" y="18628"/>
                  <a:pt x="476664" y="18099"/>
                </a:cubicBezTo>
                <a:cubicBezTo>
                  <a:pt x="476679" y="17554"/>
                  <a:pt x="476686" y="17208"/>
                  <a:pt x="476686" y="17061"/>
                </a:cubicBezTo>
                <a:cubicBezTo>
                  <a:pt x="476686" y="15440"/>
                  <a:pt x="476309" y="14299"/>
                  <a:pt x="475555" y="13636"/>
                </a:cubicBezTo>
                <a:cubicBezTo>
                  <a:pt x="474534" y="12737"/>
                  <a:pt x="473019" y="12288"/>
                  <a:pt x="471008" y="12288"/>
                </a:cubicBezTo>
                <a:cubicBezTo>
                  <a:pt x="469130" y="12288"/>
                  <a:pt x="467743" y="12617"/>
                  <a:pt x="466849" y="13275"/>
                </a:cubicBezTo>
                <a:cubicBezTo>
                  <a:pt x="465954" y="13933"/>
                  <a:pt x="465293" y="15098"/>
                  <a:pt x="464864" y="16768"/>
                </a:cubicBezTo>
                <a:lnTo>
                  <a:pt x="460960" y="16236"/>
                </a:lnTo>
                <a:cubicBezTo>
                  <a:pt x="461315" y="14560"/>
                  <a:pt x="461899" y="13207"/>
                  <a:pt x="462712" y="12176"/>
                </a:cubicBezTo>
                <a:cubicBezTo>
                  <a:pt x="463525" y="11145"/>
                  <a:pt x="464701" y="10351"/>
                  <a:pt x="466239" y="9795"/>
                </a:cubicBezTo>
                <a:cubicBezTo>
                  <a:pt x="467777" y="9239"/>
                  <a:pt x="469559" y="8961"/>
                  <a:pt x="471584" y="8961"/>
                </a:cubicBezTo>
                <a:cubicBezTo>
                  <a:pt x="473595" y="8961"/>
                  <a:pt x="475229" y="9198"/>
                  <a:pt x="476486" y="9671"/>
                </a:cubicBezTo>
                <a:cubicBezTo>
                  <a:pt x="477743" y="10144"/>
                  <a:pt x="478667" y="10739"/>
                  <a:pt x="479259" y="11456"/>
                </a:cubicBezTo>
                <a:cubicBezTo>
                  <a:pt x="479850" y="12173"/>
                  <a:pt x="480264" y="13079"/>
                  <a:pt x="480501" y="14173"/>
                </a:cubicBezTo>
                <a:cubicBezTo>
                  <a:pt x="480634" y="14854"/>
                  <a:pt x="480701" y="16081"/>
                  <a:pt x="480701" y="17855"/>
                </a:cubicBezTo>
                <a:lnTo>
                  <a:pt x="480701" y="23179"/>
                </a:lnTo>
                <a:cubicBezTo>
                  <a:pt x="480701" y="26890"/>
                  <a:pt x="480786" y="29238"/>
                  <a:pt x="480956" y="30221"/>
                </a:cubicBezTo>
                <a:cubicBezTo>
                  <a:pt x="481126" y="31204"/>
                  <a:pt x="481462" y="32147"/>
                  <a:pt x="481965" y="33049"/>
                </a:cubicBezTo>
                <a:lnTo>
                  <a:pt x="477795" y="33049"/>
                </a:lnTo>
                <a:cubicBezTo>
                  <a:pt x="477381" y="32220"/>
                  <a:pt x="477115" y="31250"/>
                  <a:pt x="476996" y="30141"/>
                </a:cubicBezTo>
                <a:moveTo>
                  <a:pt x="476664" y="21205"/>
                </a:moveTo>
                <a:cubicBezTo>
                  <a:pt x="475215" y="21801"/>
                  <a:pt x="473041" y="22308"/>
                  <a:pt x="470143" y="22725"/>
                </a:cubicBezTo>
                <a:cubicBezTo>
                  <a:pt x="468501" y="22963"/>
                  <a:pt x="467341" y="23230"/>
                  <a:pt x="466660" y="23527"/>
                </a:cubicBezTo>
                <a:cubicBezTo>
                  <a:pt x="465980" y="23824"/>
                  <a:pt x="465455" y="24258"/>
                  <a:pt x="465086" y="24830"/>
                </a:cubicBezTo>
                <a:cubicBezTo>
                  <a:pt x="464716" y="25402"/>
                  <a:pt x="464531" y="26037"/>
                  <a:pt x="464531" y="26734"/>
                </a:cubicBezTo>
                <a:cubicBezTo>
                  <a:pt x="464531" y="27803"/>
                  <a:pt x="464934" y="28694"/>
                  <a:pt x="465740" y="29407"/>
                </a:cubicBezTo>
                <a:cubicBezTo>
                  <a:pt x="466546" y="30120"/>
                  <a:pt x="467725" y="30476"/>
                  <a:pt x="469278" y="30476"/>
                </a:cubicBezTo>
                <a:cubicBezTo>
                  <a:pt x="470815" y="30476"/>
                  <a:pt x="472183" y="30138"/>
                  <a:pt x="473381" y="29462"/>
                </a:cubicBezTo>
                <a:cubicBezTo>
                  <a:pt x="474579" y="28786"/>
                  <a:pt x="475459" y="27861"/>
                  <a:pt x="476020" y="26687"/>
                </a:cubicBezTo>
                <a:cubicBezTo>
                  <a:pt x="476449" y="25781"/>
                  <a:pt x="476664" y="24443"/>
                  <a:pt x="476664" y="22675"/>
                </a:cubicBezTo>
                <a:lnTo>
                  <a:pt x="476664" y="21205"/>
                </a:lnTo>
                <a:close/>
                <a:moveTo>
                  <a:pt x="502546" y="33049"/>
                </a:moveTo>
                <a:lnTo>
                  <a:pt x="502546" y="29589"/>
                </a:lnTo>
                <a:cubicBezTo>
                  <a:pt x="500713" y="32250"/>
                  <a:pt x="498221" y="33581"/>
                  <a:pt x="495072" y="33581"/>
                </a:cubicBezTo>
                <a:cubicBezTo>
                  <a:pt x="493682" y="33581"/>
                  <a:pt x="492384" y="33315"/>
                  <a:pt x="491179" y="32783"/>
                </a:cubicBezTo>
                <a:cubicBezTo>
                  <a:pt x="489974" y="32250"/>
                  <a:pt x="489079" y="31581"/>
                  <a:pt x="488495" y="30775"/>
                </a:cubicBezTo>
                <a:cubicBezTo>
                  <a:pt x="487911" y="29970"/>
                  <a:pt x="487501" y="28983"/>
                  <a:pt x="487264" y="27814"/>
                </a:cubicBezTo>
                <a:cubicBezTo>
                  <a:pt x="487101" y="27031"/>
                  <a:pt x="487020" y="25789"/>
                  <a:pt x="487020" y="24088"/>
                </a:cubicBezTo>
                <a:lnTo>
                  <a:pt x="487020" y="9493"/>
                </a:lnTo>
                <a:lnTo>
                  <a:pt x="491013" y="9493"/>
                </a:lnTo>
                <a:lnTo>
                  <a:pt x="491013" y="22558"/>
                </a:lnTo>
                <a:cubicBezTo>
                  <a:pt x="491013" y="24643"/>
                  <a:pt x="491094" y="26047"/>
                  <a:pt x="491257" y="26772"/>
                </a:cubicBezTo>
                <a:cubicBezTo>
                  <a:pt x="491508" y="27822"/>
                  <a:pt x="492040" y="28646"/>
                  <a:pt x="492854" y="29245"/>
                </a:cubicBezTo>
                <a:cubicBezTo>
                  <a:pt x="493667" y="29844"/>
                  <a:pt x="494672" y="30143"/>
                  <a:pt x="495870" y="30143"/>
                </a:cubicBezTo>
                <a:cubicBezTo>
                  <a:pt x="497068" y="30143"/>
                  <a:pt x="498192" y="29836"/>
                  <a:pt x="499242" y="29223"/>
                </a:cubicBezTo>
                <a:cubicBezTo>
                  <a:pt x="500291" y="28609"/>
                  <a:pt x="501034" y="27774"/>
                  <a:pt x="501471" y="26716"/>
                </a:cubicBezTo>
                <a:cubicBezTo>
                  <a:pt x="501907" y="25659"/>
                  <a:pt x="502125" y="24125"/>
                  <a:pt x="502125" y="22114"/>
                </a:cubicBezTo>
                <a:lnTo>
                  <a:pt x="502125" y="9493"/>
                </a:lnTo>
                <a:lnTo>
                  <a:pt x="506118" y="9493"/>
                </a:lnTo>
                <a:lnTo>
                  <a:pt x="506118" y="33049"/>
                </a:lnTo>
                <a:lnTo>
                  <a:pt x="502546" y="33049"/>
                </a:lnTo>
                <a:close/>
                <a:moveTo>
                  <a:pt x="512413" y="33049"/>
                </a:moveTo>
                <a:lnTo>
                  <a:pt x="512413" y="532"/>
                </a:lnTo>
                <a:lnTo>
                  <a:pt x="516405" y="532"/>
                </a:lnTo>
                <a:lnTo>
                  <a:pt x="516405" y="33049"/>
                </a:lnTo>
                <a:lnTo>
                  <a:pt x="512413" y="33049"/>
                </a:lnTo>
                <a:close/>
                <a:moveTo>
                  <a:pt x="532076" y="29522"/>
                </a:moveTo>
                <a:lnTo>
                  <a:pt x="532652" y="33049"/>
                </a:lnTo>
                <a:cubicBezTo>
                  <a:pt x="531529" y="33256"/>
                  <a:pt x="530523" y="33359"/>
                  <a:pt x="529636" y="33359"/>
                </a:cubicBezTo>
                <a:cubicBezTo>
                  <a:pt x="528187" y="33359"/>
                  <a:pt x="527063" y="33130"/>
                  <a:pt x="526264" y="32672"/>
                </a:cubicBezTo>
                <a:cubicBezTo>
                  <a:pt x="525466" y="32213"/>
                  <a:pt x="524904" y="31611"/>
                  <a:pt x="524579" y="30864"/>
                </a:cubicBezTo>
                <a:cubicBezTo>
                  <a:pt x="524253" y="30117"/>
                  <a:pt x="524091" y="28546"/>
                  <a:pt x="524091" y="26151"/>
                </a:cubicBezTo>
                <a:lnTo>
                  <a:pt x="524091" y="12599"/>
                </a:lnTo>
                <a:lnTo>
                  <a:pt x="521163" y="12599"/>
                </a:lnTo>
                <a:lnTo>
                  <a:pt x="521163" y="9493"/>
                </a:lnTo>
                <a:lnTo>
                  <a:pt x="524091" y="9493"/>
                </a:lnTo>
                <a:lnTo>
                  <a:pt x="524091" y="3644"/>
                </a:lnTo>
                <a:lnTo>
                  <a:pt x="528061" y="1242"/>
                </a:lnTo>
                <a:lnTo>
                  <a:pt x="528061" y="9493"/>
                </a:lnTo>
                <a:lnTo>
                  <a:pt x="532076" y="9493"/>
                </a:lnTo>
                <a:lnTo>
                  <a:pt x="532076" y="12599"/>
                </a:lnTo>
                <a:lnTo>
                  <a:pt x="528061" y="12599"/>
                </a:lnTo>
                <a:lnTo>
                  <a:pt x="528061" y="26373"/>
                </a:lnTo>
                <a:cubicBezTo>
                  <a:pt x="528061" y="27511"/>
                  <a:pt x="528131" y="28243"/>
                  <a:pt x="528272" y="28568"/>
                </a:cubicBezTo>
                <a:cubicBezTo>
                  <a:pt x="528412" y="28894"/>
                  <a:pt x="528641" y="29153"/>
                  <a:pt x="528959" y="29345"/>
                </a:cubicBezTo>
                <a:cubicBezTo>
                  <a:pt x="529277" y="29537"/>
                  <a:pt x="529732" y="29633"/>
                  <a:pt x="530323" y="29633"/>
                </a:cubicBezTo>
                <a:cubicBezTo>
                  <a:pt x="530767" y="29633"/>
                  <a:pt x="531351" y="29596"/>
                  <a:pt x="532076" y="29522"/>
                </a:cubicBezTo>
                <a:close/>
                <a:moveTo>
                  <a:pt x="533573" y="25996"/>
                </a:moveTo>
                <a:lnTo>
                  <a:pt x="537521" y="25375"/>
                </a:lnTo>
                <a:cubicBezTo>
                  <a:pt x="537743" y="26950"/>
                  <a:pt x="538360" y="28157"/>
                  <a:pt x="539373" y="28996"/>
                </a:cubicBezTo>
                <a:cubicBezTo>
                  <a:pt x="540386" y="29835"/>
                  <a:pt x="541802" y="30254"/>
                  <a:pt x="543620" y="30254"/>
                </a:cubicBezTo>
                <a:cubicBezTo>
                  <a:pt x="545454" y="30254"/>
                  <a:pt x="546814" y="29884"/>
                  <a:pt x="547702" y="29143"/>
                </a:cubicBezTo>
                <a:cubicBezTo>
                  <a:pt x="548589" y="28402"/>
                  <a:pt x="549033" y="27533"/>
                  <a:pt x="549033" y="26536"/>
                </a:cubicBezTo>
                <a:cubicBezTo>
                  <a:pt x="549033" y="25640"/>
                  <a:pt x="548641" y="24936"/>
                  <a:pt x="547857" y="24423"/>
                </a:cubicBezTo>
                <a:cubicBezTo>
                  <a:pt x="547310" y="24071"/>
                  <a:pt x="545949" y="23623"/>
                  <a:pt x="543776" y="23080"/>
                </a:cubicBezTo>
                <a:cubicBezTo>
                  <a:pt x="540848" y="22340"/>
                  <a:pt x="538818" y="21700"/>
                  <a:pt x="537687" y="21160"/>
                </a:cubicBezTo>
                <a:cubicBezTo>
                  <a:pt x="536556" y="20620"/>
                  <a:pt x="535698" y="19873"/>
                  <a:pt x="535114" y="18918"/>
                </a:cubicBezTo>
                <a:cubicBezTo>
                  <a:pt x="534530" y="17963"/>
                  <a:pt x="534238" y="16909"/>
                  <a:pt x="534238" y="15754"/>
                </a:cubicBezTo>
                <a:cubicBezTo>
                  <a:pt x="534238" y="14704"/>
                  <a:pt x="534478" y="13730"/>
                  <a:pt x="534959" y="12835"/>
                </a:cubicBezTo>
                <a:cubicBezTo>
                  <a:pt x="535440" y="11939"/>
                  <a:pt x="536094" y="11196"/>
                  <a:pt x="536922" y="10604"/>
                </a:cubicBezTo>
                <a:cubicBezTo>
                  <a:pt x="537543" y="10145"/>
                  <a:pt x="538390" y="9756"/>
                  <a:pt x="539462" y="9438"/>
                </a:cubicBezTo>
                <a:cubicBezTo>
                  <a:pt x="540534" y="9120"/>
                  <a:pt x="541683" y="8961"/>
                  <a:pt x="542911" y="8961"/>
                </a:cubicBezTo>
                <a:cubicBezTo>
                  <a:pt x="544759" y="8961"/>
                  <a:pt x="546382" y="9229"/>
                  <a:pt x="547779" y="9765"/>
                </a:cubicBezTo>
                <a:cubicBezTo>
                  <a:pt x="549177" y="10301"/>
                  <a:pt x="550208" y="11026"/>
                  <a:pt x="550873" y="11942"/>
                </a:cubicBezTo>
                <a:cubicBezTo>
                  <a:pt x="551539" y="12858"/>
                  <a:pt x="551997" y="14082"/>
                  <a:pt x="552249" y="15615"/>
                </a:cubicBezTo>
                <a:lnTo>
                  <a:pt x="548345" y="16147"/>
                </a:lnTo>
                <a:cubicBezTo>
                  <a:pt x="548167" y="14935"/>
                  <a:pt x="547654" y="13989"/>
                  <a:pt x="546803" y="13308"/>
                </a:cubicBezTo>
                <a:cubicBezTo>
                  <a:pt x="545953" y="12628"/>
                  <a:pt x="544752" y="12288"/>
                  <a:pt x="543199" y="12288"/>
                </a:cubicBezTo>
                <a:cubicBezTo>
                  <a:pt x="541365" y="12288"/>
                  <a:pt x="540057" y="12590"/>
                  <a:pt x="539273" y="13193"/>
                </a:cubicBezTo>
                <a:cubicBezTo>
                  <a:pt x="538489" y="13796"/>
                  <a:pt x="538098" y="14503"/>
                  <a:pt x="538098" y="15312"/>
                </a:cubicBezTo>
                <a:cubicBezTo>
                  <a:pt x="538098" y="15827"/>
                  <a:pt x="538260" y="16290"/>
                  <a:pt x="538585" y="16703"/>
                </a:cubicBezTo>
                <a:cubicBezTo>
                  <a:pt x="538911" y="17129"/>
                  <a:pt x="539421" y="17482"/>
                  <a:pt x="540116" y="17762"/>
                </a:cubicBezTo>
                <a:cubicBezTo>
                  <a:pt x="540515" y="17909"/>
                  <a:pt x="541691" y="18248"/>
                  <a:pt x="543643" y="18777"/>
                </a:cubicBezTo>
                <a:cubicBezTo>
                  <a:pt x="546467" y="19531"/>
                  <a:pt x="548437" y="20148"/>
                  <a:pt x="549554" y="20628"/>
                </a:cubicBezTo>
                <a:cubicBezTo>
                  <a:pt x="550670" y="21108"/>
                  <a:pt x="551546" y="21806"/>
                  <a:pt x="552182" y="22723"/>
                </a:cubicBezTo>
                <a:cubicBezTo>
                  <a:pt x="552818" y="23638"/>
                  <a:pt x="553136" y="24776"/>
                  <a:pt x="553136" y="26135"/>
                </a:cubicBezTo>
                <a:cubicBezTo>
                  <a:pt x="553136" y="27465"/>
                  <a:pt x="552748" y="28717"/>
                  <a:pt x="551971" y="29892"/>
                </a:cubicBezTo>
                <a:cubicBezTo>
                  <a:pt x="551195" y="31066"/>
                  <a:pt x="550075" y="31974"/>
                  <a:pt x="548611" y="32617"/>
                </a:cubicBezTo>
                <a:cubicBezTo>
                  <a:pt x="547147" y="33260"/>
                  <a:pt x="545491" y="33581"/>
                  <a:pt x="543643" y="33581"/>
                </a:cubicBezTo>
                <a:cubicBezTo>
                  <a:pt x="540582" y="33581"/>
                  <a:pt x="538249" y="32944"/>
                  <a:pt x="536645" y="31668"/>
                </a:cubicBezTo>
                <a:cubicBezTo>
                  <a:pt x="535040" y="30393"/>
                  <a:pt x="534016" y="28502"/>
                  <a:pt x="533573" y="25996"/>
                </a:cubicBezTo>
                <a:close/>
                <a:moveTo>
                  <a:pt x="559013" y="33049"/>
                </a:moveTo>
                <a:lnTo>
                  <a:pt x="559013" y="28480"/>
                </a:lnTo>
                <a:lnTo>
                  <a:pt x="563560" y="28480"/>
                </a:lnTo>
                <a:lnTo>
                  <a:pt x="563560" y="33049"/>
                </a:lnTo>
                <a:lnTo>
                  <a:pt x="559013" y="33049"/>
                </a:lnTo>
                <a:close/>
                <a:moveTo>
                  <a:pt x="570488" y="5190"/>
                </a:moveTo>
                <a:lnTo>
                  <a:pt x="570488" y="532"/>
                </a:lnTo>
                <a:lnTo>
                  <a:pt x="574481" y="532"/>
                </a:lnTo>
                <a:lnTo>
                  <a:pt x="574481" y="5190"/>
                </a:lnTo>
                <a:lnTo>
                  <a:pt x="570488" y="5190"/>
                </a:lnTo>
                <a:moveTo>
                  <a:pt x="565431" y="42210"/>
                </a:moveTo>
                <a:lnTo>
                  <a:pt x="566185" y="38816"/>
                </a:lnTo>
                <a:cubicBezTo>
                  <a:pt x="566984" y="39023"/>
                  <a:pt x="567612" y="39126"/>
                  <a:pt x="568071" y="39126"/>
                </a:cubicBezTo>
                <a:cubicBezTo>
                  <a:pt x="568884" y="39126"/>
                  <a:pt x="569490" y="38856"/>
                  <a:pt x="569890" y="38316"/>
                </a:cubicBezTo>
                <a:cubicBezTo>
                  <a:pt x="570289" y="37776"/>
                  <a:pt x="570488" y="36426"/>
                  <a:pt x="570488" y="34265"/>
                </a:cubicBezTo>
                <a:lnTo>
                  <a:pt x="570488" y="9493"/>
                </a:lnTo>
                <a:lnTo>
                  <a:pt x="574481" y="9493"/>
                </a:lnTo>
                <a:lnTo>
                  <a:pt x="574481" y="34352"/>
                </a:lnTo>
                <a:cubicBezTo>
                  <a:pt x="574481" y="37252"/>
                  <a:pt x="574104" y="39272"/>
                  <a:pt x="573350" y="40411"/>
                </a:cubicBezTo>
                <a:cubicBezTo>
                  <a:pt x="572389" y="41891"/>
                  <a:pt x="570792" y="42631"/>
                  <a:pt x="568559" y="42631"/>
                </a:cubicBezTo>
                <a:cubicBezTo>
                  <a:pt x="567479" y="42631"/>
                  <a:pt x="566437" y="42490"/>
                  <a:pt x="565431" y="42210"/>
                </a:cubicBezTo>
                <a:close/>
                <a:moveTo>
                  <a:pt x="578089" y="25996"/>
                </a:moveTo>
                <a:lnTo>
                  <a:pt x="582038" y="25375"/>
                </a:lnTo>
                <a:cubicBezTo>
                  <a:pt x="582259" y="26950"/>
                  <a:pt x="582877" y="28157"/>
                  <a:pt x="583890" y="28996"/>
                </a:cubicBezTo>
                <a:cubicBezTo>
                  <a:pt x="584903" y="29835"/>
                  <a:pt x="586318" y="30254"/>
                  <a:pt x="588137" y="30254"/>
                </a:cubicBezTo>
                <a:cubicBezTo>
                  <a:pt x="589971" y="30254"/>
                  <a:pt x="591331" y="29884"/>
                  <a:pt x="592218" y="29143"/>
                </a:cubicBezTo>
                <a:cubicBezTo>
                  <a:pt x="593106" y="28402"/>
                  <a:pt x="593549" y="27533"/>
                  <a:pt x="593549" y="26536"/>
                </a:cubicBezTo>
                <a:cubicBezTo>
                  <a:pt x="593549" y="25640"/>
                  <a:pt x="593157" y="24936"/>
                  <a:pt x="592374" y="24423"/>
                </a:cubicBezTo>
                <a:cubicBezTo>
                  <a:pt x="591827" y="24071"/>
                  <a:pt x="590466" y="23623"/>
                  <a:pt x="588292" y="23080"/>
                </a:cubicBezTo>
                <a:cubicBezTo>
                  <a:pt x="585365" y="22340"/>
                  <a:pt x="583335" y="21700"/>
                  <a:pt x="582204" y="21160"/>
                </a:cubicBezTo>
                <a:cubicBezTo>
                  <a:pt x="581073" y="20620"/>
                  <a:pt x="580215" y="19873"/>
                  <a:pt x="579631" y="18918"/>
                </a:cubicBezTo>
                <a:cubicBezTo>
                  <a:pt x="579047" y="17963"/>
                  <a:pt x="578755" y="16909"/>
                  <a:pt x="578755" y="15754"/>
                </a:cubicBezTo>
                <a:cubicBezTo>
                  <a:pt x="578755" y="14704"/>
                  <a:pt x="578995" y="13730"/>
                  <a:pt x="579476" y="12835"/>
                </a:cubicBezTo>
                <a:cubicBezTo>
                  <a:pt x="579956" y="11939"/>
                  <a:pt x="580611" y="11196"/>
                  <a:pt x="581439" y="10604"/>
                </a:cubicBezTo>
                <a:cubicBezTo>
                  <a:pt x="582060" y="10145"/>
                  <a:pt x="582906" y="9756"/>
                  <a:pt x="583978" y="9438"/>
                </a:cubicBezTo>
                <a:cubicBezTo>
                  <a:pt x="585050" y="9120"/>
                  <a:pt x="586200" y="8961"/>
                  <a:pt x="587427" y="8961"/>
                </a:cubicBezTo>
                <a:cubicBezTo>
                  <a:pt x="589276" y="8961"/>
                  <a:pt x="590899" y="9229"/>
                  <a:pt x="592296" y="9765"/>
                </a:cubicBezTo>
                <a:cubicBezTo>
                  <a:pt x="593693" y="10301"/>
                  <a:pt x="594725" y="11026"/>
                  <a:pt x="595390" y="11942"/>
                </a:cubicBezTo>
                <a:cubicBezTo>
                  <a:pt x="596056" y="12858"/>
                  <a:pt x="596514" y="14082"/>
                  <a:pt x="596765" y="15615"/>
                </a:cubicBezTo>
                <a:lnTo>
                  <a:pt x="592862" y="16147"/>
                </a:lnTo>
                <a:cubicBezTo>
                  <a:pt x="592684" y="14935"/>
                  <a:pt x="592170" y="13989"/>
                  <a:pt x="591320" y="13308"/>
                </a:cubicBezTo>
                <a:cubicBezTo>
                  <a:pt x="590470" y="12628"/>
                  <a:pt x="589268" y="12288"/>
                  <a:pt x="587716" y="12288"/>
                </a:cubicBezTo>
                <a:cubicBezTo>
                  <a:pt x="585882" y="12288"/>
                  <a:pt x="584573" y="12590"/>
                  <a:pt x="583790" y="13193"/>
                </a:cubicBezTo>
                <a:cubicBezTo>
                  <a:pt x="583006" y="13796"/>
                  <a:pt x="582614" y="14503"/>
                  <a:pt x="582614" y="15312"/>
                </a:cubicBezTo>
                <a:cubicBezTo>
                  <a:pt x="582614" y="15827"/>
                  <a:pt x="582777" y="16290"/>
                  <a:pt x="583102" y="16703"/>
                </a:cubicBezTo>
                <a:cubicBezTo>
                  <a:pt x="583428" y="17129"/>
                  <a:pt x="583938" y="17482"/>
                  <a:pt x="584633" y="17762"/>
                </a:cubicBezTo>
                <a:cubicBezTo>
                  <a:pt x="585032" y="17909"/>
                  <a:pt x="586207" y="18248"/>
                  <a:pt x="588159" y="18777"/>
                </a:cubicBezTo>
                <a:cubicBezTo>
                  <a:pt x="590984" y="19531"/>
                  <a:pt x="592954" y="20148"/>
                  <a:pt x="594070" y="20628"/>
                </a:cubicBezTo>
                <a:cubicBezTo>
                  <a:pt x="595187" y="21108"/>
                  <a:pt x="596063" y="21806"/>
                  <a:pt x="596699" y="22723"/>
                </a:cubicBezTo>
                <a:cubicBezTo>
                  <a:pt x="597335" y="23638"/>
                  <a:pt x="597653" y="24776"/>
                  <a:pt x="597653" y="26135"/>
                </a:cubicBezTo>
                <a:cubicBezTo>
                  <a:pt x="597653" y="27465"/>
                  <a:pt x="597264" y="28717"/>
                  <a:pt x="596488" y="29892"/>
                </a:cubicBezTo>
                <a:cubicBezTo>
                  <a:pt x="595712" y="31066"/>
                  <a:pt x="594592" y="31974"/>
                  <a:pt x="593128" y="32617"/>
                </a:cubicBezTo>
                <a:cubicBezTo>
                  <a:pt x="591664" y="33260"/>
                  <a:pt x="590008" y="33581"/>
                  <a:pt x="588159" y="33581"/>
                </a:cubicBezTo>
                <a:cubicBezTo>
                  <a:pt x="585098" y="33581"/>
                  <a:pt x="582766" y="32944"/>
                  <a:pt x="581161" y="31668"/>
                </a:cubicBezTo>
                <a:cubicBezTo>
                  <a:pt x="579557" y="30393"/>
                  <a:pt x="578533" y="28502"/>
                  <a:pt x="578089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src/core/core.ticks.js">
            <a:extLst xmlns:a="http://schemas.openxmlformats.org/drawingml/2006/main">
              <a:ext uri="{FF2B5EF4-FFF2-40B4-BE49-F238E27FC236}">
                <a16:creationId xmlns:a16="http://schemas.microsoft.com/office/drawing/2014/main" id="{DD9A40CD-9A55-4CE9-96E4-9714D87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211" y="3853769"/>
            <a:ext cx="409862" cy="42631"/>
          </a:xfrm>
          <a:custGeom xmlns:a="http://schemas.openxmlformats.org/drawingml/2006/main">
            <a:pathLst>
              <a:path w="409862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24266" y="33049"/>
                </a:moveTo>
                <a:lnTo>
                  <a:pt x="24266" y="9493"/>
                </a:lnTo>
                <a:lnTo>
                  <a:pt x="27859" y="9493"/>
                </a:lnTo>
                <a:lnTo>
                  <a:pt x="27859" y="13042"/>
                </a:lnTo>
                <a:cubicBezTo>
                  <a:pt x="28776" y="11380"/>
                  <a:pt x="29622" y="10285"/>
                  <a:pt x="30399" y="9755"/>
                </a:cubicBezTo>
                <a:cubicBezTo>
                  <a:pt x="31175" y="9226"/>
                  <a:pt x="32029" y="8961"/>
                  <a:pt x="32961" y="8961"/>
                </a:cubicBezTo>
                <a:cubicBezTo>
                  <a:pt x="34306" y="8961"/>
                  <a:pt x="35674" y="9388"/>
                  <a:pt x="37064" y="10242"/>
                </a:cubicBezTo>
                <a:lnTo>
                  <a:pt x="35689" y="13929"/>
                </a:lnTo>
                <a:cubicBezTo>
                  <a:pt x="34713" y="13353"/>
                  <a:pt x="33737" y="13064"/>
                  <a:pt x="32761" y="13064"/>
                </a:cubicBezTo>
                <a:cubicBezTo>
                  <a:pt x="31888" y="13064"/>
                  <a:pt x="31105" y="13327"/>
                  <a:pt x="30410" y="13853"/>
                </a:cubicBezTo>
                <a:cubicBezTo>
                  <a:pt x="29715" y="14379"/>
                  <a:pt x="29219" y="15107"/>
                  <a:pt x="28924" y="16040"/>
                </a:cubicBezTo>
                <a:cubicBezTo>
                  <a:pt x="28480" y="17461"/>
                  <a:pt x="28258" y="19015"/>
                  <a:pt x="28258" y="20703"/>
                </a:cubicBezTo>
                <a:lnTo>
                  <a:pt x="28258" y="33049"/>
                </a:lnTo>
                <a:lnTo>
                  <a:pt x="24266" y="33049"/>
                </a:lnTo>
                <a:close/>
                <a:moveTo>
                  <a:pt x="55081" y="24399"/>
                </a:moveTo>
                <a:lnTo>
                  <a:pt x="59007" y="24909"/>
                </a:lnTo>
                <a:cubicBezTo>
                  <a:pt x="58578" y="27622"/>
                  <a:pt x="57480" y="29745"/>
                  <a:pt x="55713" y="31280"/>
                </a:cubicBezTo>
                <a:cubicBezTo>
                  <a:pt x="53946" y="32814"/>
                  <a:pt x="51776" y="33581"/>
                  <a:pt x="49203" y="33581"/>
                </a:cubicBezTo>
                <a:cubicBezTo>
                  <a:pt x="45979" y="33581"/>
                  <a:pt x="43388" y="32528"/>
                  <a:pt x="41428" y="30421"/>
                </a:cubicBezTo>
                <a:cubicBezTo>
                  <a:pt x="39469" y="28313"/>
                  <a:pt x="38490" y="25293"/>
                  <a:pt x="38490" y="21360"/>
                </a:cubicBezTo>
                <a:cubicBezTo>
                  <a:pt x="38490" y="18816"/>
                  <a:pt x="38911" y="16591"/>
                  <a:pt x="39754" y="14683"/>
                </a:cubicBezTo>
                <a:cubicBezTo>
                  <a:pt x="40597" y="12776"/>
                  <a:pt x="41879" y="11345"/>
                  <a:pt x="43602" y="10392"/>
                </a:cubicBezTo>
                <a:cubicBezTo>
                  <a:pt x="45325" y="9438"/>
                  <a:pt x="47199" y="8961"/>
                  <a:pt x="49225" y="8961"/>
                </a:cubicBezTo>
                <a:cubicBezTo>
                  <a:pt x="51783" y="8961"/>
                  <a:pt x="53875" y="9610"/>
                  <a:pt x="55502" y="10908"/>
                </a:cubicBezTo>
                <a:cubicBezTo>
                  <a:pt x="57129" y="12206"/>
                  <a:pt x="58171" y="14048"/>
                  <a:pt x="58629" y="16436"/>
                </a:cubicBezTo>
                <a:lnTo>
                  <a:pt x="54748" y="17035"/>
                </a:lnTo>
                <a:cubicBezTo>
                  <a:pt x="54378" y="15460"/>
                  <a:pt x="53724" y="14275"/>
                  <a:pt x="52785" y="13480"/>
                </a:cubicBezTo>
                <a:cubicBezTo>
                  <a:pt x="51846" y="12685"/>
                  <a:pt x="50711" y="12288"/>
                  <a:pt x="49380" y="12288"/>
                </a:cubicBezTo>
                <a:cubicBezTo>
                  <a:pt x="47369" y="12288"/>
                  <a:pt x="45735" y="13005"/>
                  <a:pt x="44478" y="14440"/>
                </a:cubicBezTo>
                <a:cubicBezTo>
                  <a:pt x="43221" y="15875"/>
                  <a:pt x="42593" y="18144"/>
                  <a:pt x="42593" y="21249"/>
                </a:cubicBezTo>
                <a:cubicBezTo>
                  <a:pt x="42593" y="24398"/>
                  <a:pt x="43199" y="26686"/>
                  <a:pt x="44412" y="28114"/>
                </a:cubicBezTo>
                <a:cubicBezTo>
                  <a:pt x="45624" y="29541"/>
                  <a:pt x="47206" y="30254"/>
                  <a:pt x="49158" y="30254"/>
                </a:cubicBezTo>
                <a:cubicBezTo>
                  <a:pt x="50726" y="30254"/>
                  <a:pt x="52034" y="29775"/>
                  <a:pt x="53084" y="28818"/>
                </a:cubicBezTo>
                <a:cubicBezTo>
                  <a:pt x="54134" y="27861"/>
                  <a:pt x="54800" y="26387"/>
                  <a:pt x="55081" y="24399"/>
                </a:cubicBezTo>
                <a:close/>
                <a:moveTo>
                  <a:pt x="59473" y="33581"/>
                </a:moveTo>
                <a:lnTo>
                  <a:pt x="68900" y="0"/>
                </a:lnTo>
                <a:lnTo>
                  <a:pt x="72094" y="0"/>
                </a:lnTo>
                <a:lnTo>
                  <a:pt x="62689" y="33581"/>
                </a:lnTo>
                <a:lnTo>
                  <a:pt x="59473" y="33581"/>
                </a:lnTo>
                <a:close/>
                <a:moveTo>
                  <a:pt x="90467" y="24399"/>
                </a:moveTo>
                <a:lnTo>
                  <a:pt x="94393" y="24909"/>
                </a:lnTo>
                <a:cubicBezTo>
                  <a:pt x="93964" y="27622"/>
                  <a:pt x="92866" y="29745"/>
                  <a:pt x="91099" y="31280"/>
                </a:cubicBezTo>
                <a:cubicBezTo>
                  <a:pt x="89332" y="32814"/>
                  <a:pt x="87162" y="33581"/>
                  <a:pt x="84589" y="33581"/>
                </a:cubicBezTo>
                <a:cubicBezTo>
                  <a:pt x="81366" y="33581"/>
                  <a:pt x="78774" y="32528"/>
                  <a:pt x="76815" y="30421"/>
                </a:cubicBezTo>
                <a:cubicBezTo>
                  <a:pt x="74856" y="28313"/>
                  <a:pt x="73876" y="25293"/>
                  <a:pt x="73876" y="21360"/>
                </a:cubicBezTo>
                <a:cubicBezTo>
                  <a:pt x="73876" y="18816"/>
                  <a:pt x="74297" y="16591"/>
                  <a:pt x="75140" y="14683"/>
                </a:cubicBezTo>
                <a:cubicBezTo>
                  <a:pt x="75983" y="12776"/>
                  <a:pt x="77266" y="11345"/>
                  <a:pt x="78989" y="10392"/>
                </a:cubicBezTo>
                <a:cubicBezTo>
                  <a:pt x="80711" y="9438"/>
                  <a:pt x="82586" y="8961"/>
                  <a:pt x="84611" y="8961"/>
                </a:cubicBezTo>
                <a:cubicBezTo>
                  <a:pt x="87169" y="8961"/>
                  <a:pt x="89262" y="9610"/>
                  <a:pt x="90888" y="10908"/>
                </a:cubicBezTo>
                <a:cubicBezTo>
                  <a:pt x="92515" y="12206"/>
                  <a:pt x="93557" y="14048"/>
                  <a:pt x="94016" y="16436"/>
                </a:cubicBezTo>
                <a:lnTo>
                  <a:pt x="90134" y="17035"/>
                </a:lnTo>
                <a:cubicBezTo>
                  <a:pt x="89765" y="15460"/>
                  <a:pt x="89110" y="14275"/>
                  <a:pt x="88171" y="13480"/>
                </a:cubicBezTo>
                <a:cubicBezTo>
                  <a:pt x="87232" y="12685"/>
                  <a:pt x="86097" y="12288"/>
                  <a:pt x="84767" y="12288"/>
                </a:cubicBezTo>
                <a:cubicBezTo>
                  <a:pt x="82756" y="12288"/>
                  <a:pt x="81122" y="13005"/>
                  <a:pt x="79865" y="14440"/>
                </a:cubicBezTo>
                <a:cubicBezTo>
                  <a:pt x="78608" y="15875"/>
                  <a:pt x="77979" y="18144"/>
                  <a:pt x="77979" y="21249"/>
                </a:cubicBezTo>
                <a:cubicBezTo>
                  <a:pt x="77979" y="24398"/>
                  <a:pt x="78586" y="26686"/>
                  <a:pt x="79798" y="28114"/>
                </a:cubicBezTo>
                <a:cubicBezTo>
                  <a:pt x="81011" y="29541"/>
                  <a:pt x="82593" y="30254"/>
                  <a:pt x="84545" y="30254"/>
                </a:cubicBezTo>
                <a:cubicBezTo>
                  <a:pt x="86112" y="30254"/>
                  <a:pt x="87421" y="29775"/>
                  <a:pt x="88471" y="28818"/>
                </a:cubicBezTo>
                <a:cubicBezTo>
                  <a:pt x="89521" y="27861"/>
                  <a:pt x="90186" y="26387"/>
                  <a:pt x="90467" y="24399"/>
                </a:cubicBezTo>
                <a:close/>
                <a:moveTo>
                  <a:pt x="96323" y="21271"/>
                </a:moveTo>
                <a:cubicBezTo>
                  <a:pt x="96323" y="16909"/>
                  <a:pt x="97535" y="13678"/>
                  <a:pt x="99960" y="11578"/>
                </a:cubicBezTo>
                <a:cubicBezTo>
                  <a:pt x="101986" y="9833"/>
                  <a:pt x="104455" y="8961"/>
                  <a:pt x="107369" y="8961"/>
                </a:cubicBezTo>
                <a:cubicBezTo>
                  <a:pt x="110607" y="8961"/>
                  <a:pt x="113254" y="10022"/>
                  <a:pt x="115309" y="12144"/>
                </a:cubicBezTo>
                <a:cubicBezTo>
                  <a:pt x="117365" y="14266"/>
                  <a:pt x="118392" y="17197"/>
                  <a:pt x="118392" y="20938"/>
                </a:cubicBezTo>
                <a:cubicBezTo>
                  <a:pt x="118392" y="23970"/>
                  <a:pt x="117938" y="26354"/>
                  <a:pt x="117028" y="28092"/>
                </a:cubicBezTo>
                <a:cubicBezTo>
                  <a:pt x="116119" y="29829"/>
                  <a:pt x="114795" y="31178"/>
                  <a:pt x="113058" y="32140"/>
                </a:cubicBezTo>
                <a:cubicBezTo>
                  <a:pt x="111320" y="33101"/>
                  <a:pt x="109424" y="33581"/>
                  <a:pt x="107369" y="33581"/>
                </a:cubicBezTo>
                <a:cubicBezTo>
                  <a:pt x="104071" y="33581"/>
                  <a:pt x="101406" y="32524"/>
                  <a:pt x="99372" y="30409"/>
                </a:cubicBezTo>
                <a:cubicBezTo>
                  <a:pt x="97339" y="28295"/>
                  <a:pt x="96323" y="25249"/>
                  <a:pt x="96323" y="21271"/>
                </a:cubicBezTo>
                <a:moveTo>
                  <a:pt x="100426" y="21260"/>
                </a:moveTo>
                <a:cubicBezTo>
                  <a:pt x="100426" y="24265"/>
                  <a:pt x="101084" y="26516"/>
                  <a:pt x="102400" y="28011"/>
                </a:cubicBezTo>
                <a:cubicBezTo>
                  <a:pt x="103716" y="29507"/>
                  <a:pt x="105372" y="30254"/>
                  <a:pt x="107369" y="30254"/>
                </a:cubicBezTo>
                <a:cubicBezTo>
                  <a:pt x="109350" y="30254"/>
                  <a:pt x="110999" y="29503"/>
                  <a:pt x="112315" y="28000"/>
                </a:cubicBezTo>
                <a:cubicBezTo>
                  <a:pt x="113631" y="26497"/>
                  <a:pt x="114289" y="24207"/>
                  <a:pt x="114289" y="21128"/>
                </a:cubicBezTo>
                <a:cubicBezTo>
                  <a:pt x="114289" y="18225"/>
                  <a:pt x="113627" y="16026"/>
                  <a:pt x="112304" y="14531"/>
                </a:cubicBezTo>
                <a:cubicBezTo>
                  <a:pt x="110980" y="13036"/>
                  <a:pt x="109335" y="12288"/>
                  <a:pt x="107369" y="12288"/>
                </a:cubicBezTo>
                <a:cubicBezTo>
                  <a:pt x="105372" y="12288"/>
                  <a:pt x="103716" y="13032"/>
                  <a:pt x="102400" y="14520"/>
                </a:cubicBezTo>
                <a:cubicBezTo>
                  <a:pt x="101084" y="16008"/>
                  <a:pt x="100426" y="18255"/>
                  <a:pt x="100426" y="21260"/>
                </a:cubicBezTo>
                <a:close/>
                <a:moveTo>
                  <a:pt x="123248" y="33049"/>
                </a:moveTo>
                <a:lnTo>
                  <a:pt x="123248" y="9493"/>
                </a:lnTo>
                <a:lnTo>
                  <a:pt x="126842" y="9493"/>
                </a:lnTo>
                <a:lnTo>
                  <a:pt x="126842" y="13042"/>
                </a:lnTo>
                <a:cubicBezTo>
                  <a:pt x="127758" y="11380"/>
                  <a:pt x="128605" y="10285"/>
                  <a:pt x="129381" y="9755"/>
                </a:cubicBezTo>
                <a:cubicBezTo>
                  <a:pt x="130158" y="9226"/>
                  <a:pt x="131012" y="8961"/>
                  <a:pt x="131943" y="8961"/>
                </a:cubicBezTo>
                <a:cubicBezTo>
                  <a:pt x="133289" y="8961"/>
                  <a:pt x="134657" y="9388"/>
                  <a:pt x="136047" y="10242"/>
                </a:cubicBezTo>
                <a:lnTo>
                  <a:pt x="134671" y="13929"/>
                </a:lnTo>
                <a:cubicBezTo>
                  <a:pt x="133695" y="13353"/>
                  <a:pt x="132719" y="13064"/>
                  <a:pt x="131744" y="13064"/>
                </a:cubicBezTo>
                <a:cubicBezTo>
                  <a:pt x="130871" y="13064"/>
                  <a:pt x="130087" y="13327"/>
                  <a:pt x="129392" y="13853"/>
                </a:cubicBezTo>
                <a:cubicBezTo>
                  <a:pt x="128697" y="14379"/>
                  <a:pt x="128202" y="15107"/>
                  <a:pt x="127906" y="16040"/>
                </a:cubicBezTo>
                <a:cubicBezTo>
                  <a:pt x="127463" y="17461"/>
                  <a:pt x="127241" y="19015"/>
                  <a:pt x="127241" y="20703"/>
                </a:cubicBezTo>
                <a:lnTo>
                  <a:pt x="127241" y="33049"/>
                </a:lnTo>
                <a:lnTo>
                  <a:pt x="123248" y="33049"/>
                </a:lnTo>
                <a:close/>
                <a:moveTo>
                  <a:pt x="154817" y="25463"/>
                </a:moveTo>
                <a:lnTo>
                  <a:pt x="158943" y="25973"/>
                </a:lnTo>
                <a:cubicBezTo>
                  <a:pt x="158292" y="28384"/>
                  <a:pt x="157087" y="30254"/>
                  <a:pt x="155328" y="31585"/>
                </a:cubicBezTo>
                <a:cubicBezTo>
                  <a:pt x="153568" y="32916"/>
                  <a:pt x="151320" y="33581"/>
                  <a:pt x="148585" y="33581"/>
                </a:cubicBezTo>
                <a:cubicBezTo>
                  <a:pt x="145139" y="33581"/>
                  <a:pt x="142407" y="32520"/>
                  <a:pt x="140389" y="30398"/>
                </a:cubicBezTo>
                <a:cubicBezTo>
                  <a:pt x="138371" y="28276"/>
                  <a:pt x="137361" y="25301"/>
                  <a:pt x="137361" y="21471"/>
                </a:cubicBezTo>
                <a:cubicBezTo>
                  <a:pt x="137361" y="17508"/>
                  <a:pt x="138382" y="14432"/>
                  <a:pt x="140422" y="12244"/>
                </a:cubicBezTo>
                <a:cubicBezTo>
                  <a:pt x="142463" y="10055"/>
                  <a:pt x="145110" y="8961"/>
                  <a:pt x="148363" y="8961"/>
                </a:cubicBezTo>
                <a:cubicBezTo>
                  <a:pt x="151512" y="8961"/>
                  <a:pt x="154085" y="10031"/>
                  <a:pt x="156082" y="12172"/>
                </a:cubicBezTo>
                <a:cubicBezTo>
                  <a:pt x="158078" y="14313"/>
                  <a:pt x="159076" y="17324"/>
                  <a:pt x="159076" y="21207"/>
                </a:cubicBezTo>
                <a:cubicBezTo>
                  <a:pt x="159076" y="21443"/>
                  <a:pt x="159069" y="21797"/>
                  <a:pt x="159054" y="22269"/>
                </a:cubicBezTo>
                <a:lnTo>
                  <a:pt x="141487" y="22269"/>
                </a:lnTo>
                <a:cubicBezTo>
                  <a:pt x="141635" y="24850"/>
                  <a:pt x="142367" y="26825"/>
                  <a:pt x="143683" y="28197"/>
                </a:cubicBezTo>
                <a:cubicBezTo>
                  <a:pt x="144999" y="29568"/>
                  <a:pt x="146640" y="30254"/>
                  <a:pt x="148607" y="30254"/>
                </a:cubicBezTo>
                <a:cubicBezTo>
                  <a:pt x="150071" y="30254"/>
                  <a:pt x="151320" y="29873"/>
                  <a:pt x="152355" y="29112"/>
                </a:cubicBezTo>
                <a:cubicBezTo>
                  <a:pt x="153390" y="28350"/>
                  <a:pt x="154211" y="27134"/>
                  <a:pt x="154817" y="25463"/>
                </a:cubicBezTo>
                <a:moveTo>
                  <a:pt x="141709" y="18942"/>
                </a:moveTo>
                <a:lnTo>
                  <a:pt x="154862" y="18942"/>
                </a:lnTo>
                <a:cubicBezTo>
                  <a:pt x="154684" y="16993"/>
                  <a:pt x="154182" y="15531"/>
                  <a:pt x="153353" y="14557"/>
                </a:cubicBezTo>
                <a:cubicBezTo>
                  <a:pt x="152082" y="13044"/>
                  <a:pt x="150433" y="12288"/>
                  <a:pt x="148407" y="12288"/>
                </a:cubicBezTo>
                <a:cubicBezTo>
                  <a:pt x="146574" y="12288"/>
                  <a:pt x="145032" y="12892"/>
                  <a:pt x="143783" y="14099"/>
                </a:cubicBezTo>
                <a:cubicBezTo>
                  <a:pt x="142533" y="15306"/>
                  <a:pt x="141842" y="16920"/>
                  <a:pt x="141709" y="18942"/>
                </a:cubicBezTo>
                <a:close/>
                <a:moveTo>
                  <a:pt x="161091" y="33581"/>
                </a:moveTo>
                <a:lnTo>
                  <a:pt x="170517" y="0"/>
                </a:lnTo>
                <a:lnTo>
                  <a:pt x="173711" y="0"/>
                </a:lnTo>
                <a:lnTo>
                  <a:pt x="164307" y="33581"/>
                </a:lnTo>
                <a:lnTo>
                  <a:pt x="161091" y="33581"/>
                </a:lnTo>
                <a:close/>
                <a:moveTo>
                  <a:pt x="192085" y="24399"/>
                </a:moveTo>
                <a:lnTo>
                  <a:pt x="196011" y="24909"/>
                </a:lnTo>
                <a:cubicBezTo>
                  <a:pt x="195582" y="27622"/>
                  <a:pt x="194484" y="29745"/>
                  <a:pt x="192717" y="31280"/>
                </a:cubicBezTo>
                <a:cubicBezTo>
                  <a:pt x="190950" y="32814"/>
                  <a:pt x="188780" y="33581"/>
                  <a:pt x="186207" y="33581"/>
                </a:cubicBezTo>
                <a:cubicBezTo>
                  <a:pt x="182984" y="33581"/>
                  <a:pt x="180392" y="32528"/>
                  <a:pt x="178433" y="30421"/>
                </a:cubicBezTo>
                <a:cubicBezTo>
                  <a:pt x="176474" y="28313"/>
                  <a:pt x="175494" y="25293"/>
                  <a:pt x="175494" y="21360"/>
                </a:cubicBezTo>
                <a:cubicBezTo>
                  <a:pt x="175494" y="18816"/>
                  <a:pt x="175916" y="16591"/>
                  <a:pt x="176758" y="14683"/>
                </a:cubicBezTo>
                <a:cubicBezTo>
                  <a:pt x="177601" y="12776"/>
                  <a:pt x="178884" y="11345"/>
                  <a:pt x="180607" y="10392"/>
                </a:cubicBezTo>
                <a:cubicBezTo>
                  <a:pt x="182329" y="9438"/>
                  <a:pt x="184204" y="8961"/>
                  <a:pt x="186229" y="8961"/>
                </a:cubicBezTo>
                <a:cubicBezTo>
                  <a:pt x="188788" y="8961"/>
                  <a:pt x="190880" y="9610"/>
                  <a:pt x="192507" y="10908"/>
                </a:cubicBezTo>
                <a:cubicBezTo>
                  <a:pt x="194133" y="12206"/>
                  <a:pt x="195176" y="14048"/>
                  <a:pt x="195634" y="16436"/>
                </a:cubicBezTo>
                <a:lnTo>
                  <a:pt x="191752" y="17035"/>
                </a:lnTo>
                <a:cubicBezTo>
                  <a:pt x="191383" y="15460"/>
                  <a:pt x="190728" y="14275"/>
                  <a:pt x="189789" y="13480"/>
                </a:cubicBezTo>
                <a:cubicBezTo>
                  <a:pt x="188850" y="12685"/>
                  <a:pt x="187716" y="12288"/>
                  <a:pt x="186385" y="12288"/>
                </a:cubicBezTo>
                <a:cubicBezTo>
                  <a:pt x="184374" y="12288"/>
                  <a:pt x="182740" y="13005"/>
                  <a:pt x="181483" y="14440"/>
                </a:cubicBezTo>
                <a:cubicBezTo>
                  <a:pt x="180226" y="15875"/>
                  <a:pt x="179597" y="18144"/>
                  <a:pt x="179597" y="21249"/>
                </a:cubicBezTo>
                <a:cubicBezTo>
                  <a:pt x="179597" y="24398"/>
                  <a:pt x="180204" y="26686"/>
                  <a:pt x="181416" y="28114"/>
                </a:cubicBezTo>
                <a:cubicBezTo>
                  <a:pt x="182629" y="29541"/>
                  <a:pt x="184211" y="30254"/>
                  <a:pt x="186163" y="30254"/>
                </a:cubicBezTo>
                <a:cubicBezTo>
                  <a:pt x="187730" y="30254"/>
                  <a:pt x="189039" y="29775"/>
                  <a:pt x="190089" y="28818"/>
                </a:cubicBezTo>
                <a:cubicBezTo>
                  <a:pt x="191139" y="27861"/>
                  <a:pt x="191804" y="26387"/>
                  <a:pt x="192085" y="24399"/>
                </a:cubicBezTo>
                <a:close/>
                <a:moveTo>
                  <a:pt x="197940" y="21271"/>
                </a:moveTo>
                <a:cubicBezTo>
                  <a:pt x="197940" y="16909"/>
                  <a:pt x="199153" y="13678"/>
                  <a:pt x="201578" y="11578"/>
                </a:cubicBezTo>
                <a:cubicBezTo>
                  <a:pt x="203604" y="9833"/>
                  <a:pt x="206073" y="8961"/>
                  <a:pt x="208986" y="8961"/>
                </a:cubicBezTo>
                <a:cubicBezTo>
                  <a:pt x="212224" y="8961"/>
                  <a:pt x="214871" y="10022"/>
                  <a:pt x="216927" y="12144"/>
                </a:cubicBezTo>
                <a:cubicBezTo>
                  <a:pt x="218982" y="14266"/>
                  <a:pt x="220010" y="17197"/>
                  <a:pt x="220010" y="20938"/>
                </a:cubicBezTo>
                <a:cubicBezTo>
                  <a:pt x="220010" y="23970"/>
                  <a:pt x="219555" y="26354"/>
                  <a:pt x="218646" y="28092"/>
                </a:cubicBezTo>
                <a:cubicBezTo>
                  <a:pt x="217736" y="29829"/>
                  <a:pt x="216413" y="31178"/>
                  <a:pt x="214675" y="32140"/>
                </a:cubicBezTo>
                <a:cubicBezTo>
                  <a:pt x="212938" y="33101"/>
                  <a:pt x="211041" y="33581"/>
                  <a:pt x="208986" y="33581"/>
                </a:cubicBezTo>
                <a:cubicBezTo>
                  <a:pt x="205689" y="33581"/>
                  <a:pt x="203023" y="32524"/>
                  <a:pt x="200990" y="30409"/>
                </a:cubicBezTo>
                <a:cubicBezTo>
                  <a:pt x="198957" y="28295"/>
                  <a:pt x="197940" y="25249"/>
                  <a:pt x="197940" y="21271"/>
                </a:cubicBezTo>
                <a:moveTo>
                  <a:pt x="202044" y="21260"/>
                </a:moveTo>
                <a:cubicBezTo>
                  <a:pt x="202044" y="24265"/>
                  <a:pt x="202702" y="26516"/>
                  <a:pt x="204018" y="28011"/>
                </a:cubicBezTo>
                <a:cubicBezTo>
                  <a:pt x="205334" y="29507"/>
                  <a:pt x="206990" y="30254"/>
                  <a:pt x="208986" y="30254"/>
                </a:cubicBezTo>
                <a:cubicBezTo>
                  <a:pt x="210968" y="30254"/>
                  <a:pt x="212616" y="29503"/>
                  <a:pt x="213932" y="28000"/>
                </a:cubicBezTo>
                <a:cubicBezTo>
                  <a:pt x="215248" y="26497"/>
                  <a:pt x="215906" y="24207"/>
                  <a:pt x="215906" y="21128"/>
                </a:cubicBezTo>
                <a:cubicBezTo>
                  <a:pt x="215906" y="18225"/>
                  <a:pt x="215245" y="16026"/>
                  <a:pt x="213921" y="14531"/>
                </a:cubicBezTo>
                <a:cubicBezTo>
                  <a:pt x="212598" y="13036"/>
                  <a:pt x="210953" y="12288"/>
                  <a:pt x="208986" y="12288"/>
                </a:cubicBezTo>
                <a:cubicBezTo>
                  <a:pt x="206990" y="12288"/>
                  <a:pt x="205334" y="13032"/>
                  <a:pt x="204018" y="14520"/>
                </a:cubicBezTo>
                <a:cubicBezTo>
                  <a:pt x="202702" y="16008"/>
                  <a:pt x="202044" y="18255"/>
                  <a:pt x="202044" y="21260"/>
                </a:cubicBezTo>
                <a:close/>
                <a:moveTo>
                  <a:pt x="224866" y="33049"/>
                </a:moveTo>
                <a:lnTo>
                  <a:pt x="224866" y="9493"/>
                </a:lnTo>
                <a:lnTo>
                  <a:pt x="228460" y="9493"/>
                </a:lnTo>
                <a:lnTo>
                  <a:pt x="228460" y="13042"/>
                </a:lnTo>
                <a:cubicBezTo>
                  <a:pt x="229376" y="11380"/>
                  <a:pt x="230223" y="10285"/>
                  <a:pt x="230999" y="9755"/>
                </a:cubicBezTo>
                <a:cubicBezTo>
                  <a:pt x="231775" y="9226"/>
                  <a:pt x="232629" y="8961"/>
                  <a:pt x="233561" y="8961"/>
                </a:cubicBezTo>
                <a:cubicBezTo>
                  <a:pt x="234907" y="8961"/>
                  <a:pt x="236274" y="9388"/>
                  <a:pt x="237664" y="10242"/>
                </a:cubicBezTo>
                <a:lnTo>
                  <a:pt x="236289" y="13929"/>
                </a:lnTo>
                <a:cubicBezTo>
                  <a:pt x="235313" y="13353"/>
                  <a:pt x="234337" y="13064"/>
                  <a:pt x="233361" y="13064"/>
                </a:cubicBezTo>
                <a:cubicBezTo>
                  <a:pt x="232489" y="13064"/>
                  <a:pt x="231705" y="13327"/>
                  <a:pt x="231010" y="13853"/>
                </a:cubicBezTo>
                <a:cubicBezTo>
                  <a:pt x="230315" y="14379"/>
                  <a:pt x="229820" y="15107"/>
                  <a:pt x="229524" y="16040"/>
                </a:cubicBezTo>
                <a:cubicBezTo>
                  <a:pt x="229081" y="17461"/>
                  <a:pt x="228859" y="19015"/>
                  <a:pt x="228859" y="20703"/>
                </a:cubicBezTo>
                <a:lnTo>
                  <a:pt x="228859" y="33049"/>
                </a:lnTo>
                <a:lnTo>
                  <a:pt x="224866" y="33049"/>
                </a:lnTo>
                <a:close/>
                <a:moveTo>
                  <a:pt x="256435" y="25463"/>
                </a:moveTo>
                <a:lnTo>
                  <a:pt x="260561" y="25973"/>
                </a:lnTo>
                <a:cubicBezTo>
                  <a:pt x="259910" y="28384"/>
                  <a:pt x="258705" y="30254"/>
                  <a:pt x="256945" y="31585"/>
                </a:cubicBezTo>
                <a:cubicBezTo>
                  <a:pt x="255186" y="32916"/>
                  <a:pt x="252938" y="33581"/>
                  <a:pt x="250202" y="33581"/>
                </a:cubicBezTo>
                <a:cubicBezTo>
                  <a:pt x="246757" y="33581"/>
                  <a:pt x="244025" y="32520"/>
                  <a:pt x="242007" y="30398"/>
                </a:cubicBezTo>
                <a:cubicBezTo>
                  <a:pt x="239988" y="28276"/>
                  <a:pt x="238979" y="25301"/>
                  <a:pt x="238979" y="21471"/>
                </a:cubicBezTo>
                <a:cubicBezTo>
                  <a:pt x="238979" y="17508"/>
                  <a:pt x="239999" y="14432"/>
                  <a:pt x="242040" y="12244"/>
                </a:cubicBezTo>
                <a:cubicBezTo>
                  <a:pt x="244081" y="10055"/>
                  <a:pt x="246728" y="8961"/>
                  <a:pt x="249981" y="8961"/>
                </a:cubicBezTo>
                <a:cubicBezTo>
                  <a:pt x="253130" y="8961"/>
                  <a:pt x="255703" y="10031"/>
                  <a:pt x="257699" y="12172"/>
                </a:cubicBezTo>
                <a:cubicBezTo>
                  <a:pt x="259696" y="14313"/>
                  <a:pt x="260694" y="17324"/>
                  <a:pt x="260694" y="21207"/>
                </a:cubicBezTo>
                <a:cubicBezTo>
                  <a:pt x="260694" y="21443"/>
                  <a:pt x="260686" y="21797"/>
                  <a:pt x="260672" y="22269"/>
                </a:cubicBezTo>
                <a:lnTo>
                  <a:pt x="243105" y="22269"/>
                </a:lnTo>
                <a:cubicBezTo>
                  <a:pt x="243253" y="24850"/>
                  <a:pt x="243985" y="26825"/>
                  <a:pt x="245301" y="28197"/>
                </a:cubicBezTo>
                <a:cubicBezTo>
                  <a:pt x="246617" y="29568"/>
                  <a:pt x="248258" y="30254"/>
                  <a:pt x="250225" y="30254"/>
                </a:cubicBezTo>
                <a:cubicBezTo>
                  <a:pt x="251689" y="30254"/>
                  <a:pt x="252938" y="29873"/>
                  <a:pt x="253973" y="29112"/>
                </a:cubicBezTo>
                <a:cubicBezTo>
                  <a:pt x="255008" y="28350"/>
                  <a:pt x="255829" y="27134"/>
                  <a:pt x="256435" y="25463"/>
                </a:cubicBezTo>
                <a:moveTo>
                  <a:pt x="243327" y="18942"/>
                </a:moveTo>
                <a:lnTo>
                  <a:pt x="256480" y="18942"/>
                </a:lnTo>
                <a:cubicBezTo>
                  <a:pt x="256302" y="16993"/>
                  <a:pt x="255799" y="15531"/>
                  <a:pt x="254971" y="14557"/>
                </a:cubicBezTo>
                <a:cubicBezTo>
                  <a:pt x="253700" y="13044"/>
                  <a:pt x="252051" y="12288"/>
                  <a:pt x="250025" y="12288"/>
                </a:cubicBezTo>
                <a:cubicBezTo>
                  <a:pt x="248191" y="12288"/>
                  <a:pt x="246650" y="12892"/>
                  <a:pt x="245400" y="14099"/>
                </a:cubicBezTo>
                <a:cubicBezTo>
                  <a:pt x="244151" y="15306"/>
                  <a:pt x="243460" y="16920"/>
                  <a:pt x="243327" y="18942"/>
                </a:cubicBezTo>
                <a:close/>
                <a:moveTo>
                  <a:pt x="266834" y="33049"/>
                </a:moveTo>
                <a:lnTo>
                  <a:pt x="266834" y="28480"/>
                </a:lnTo>
                <a:lnTo>
                  <a:pt x="271381" y="28480"/>
                </a:lnTo>
                <a:lnTo>
                  <a:pt x="271381" y="33049"/>
                </a:lnTo>
                <a:lnTo>
                  <a:pt x="266834" y="33049"/>
                </a:lnTo>
                <a:close/>
                <a:moveTo>
                  <a:pt x="287048" y="29522"/>
                </a:moveTo>
                <a:lnTo>
                  <a:pt x="287625" y="33049"/>
                </a:lnTo>
                <a:cubicBezTo>
                  <a:pt x="286501" y="33256"/>
                  <a:pt x="285495" y="33359"/>
                  <a:pt x="284608" y="33359"/>
                </a:cubicBezTo>
                <a:cubicBezTo>
                  <a:pt x="283159" y="33359"/>
                  <a:pt x="282035" y="33130"/>
                  <a:pt x="281237" y="32672"/>
                </a:cubicBezTo>
                <a:cubicBezTo>
                  <a:pt x="280438" y="32213"/>
                  <a:pt x="279876" y="31611"/>
                  <a:pt x="279551" y="30864"/>
                </a:cubicBezTo>
                <a:cubicBezTo>
                  <a:pt x="279226" y="30117"/>
                  <a:pt x="279063" y="28546"/>
                  <a:pt x="279063" y="26151"/>
                </a:cubicBezTo>
                <a:lnTo>
                  <a:pt x="279063" y="12599"/>
                </a:lnTo>
                <a:lnTo>
                  <a:pt x="276135" y="12599"/>
                </a:lnTo>
                <a:lnTo>
                  <a:pt x="276135" y="9493"/>
                </a:lnTo>
                <a:lnTo>
                  <a:pt x="279063" y="9493"/>
                </a:lnTo>
                <a:lnTo>
                  <a:pt x="279063" y="3644"/>
                </a:lnTo>
                <a:lnTo>
                  <a:pt x="283033" y="1242"/>
                </a:lnTo>
                <a:lnTo>
                  <a:pt x="283033" y="9493"/>
                </a:lnTo>
                <a:lnTo>
                  <a:pt x="287048" y="9493"/>
                </a:lnTo>
                <a:lnTo>
                  <a:pt x="287048" y="12599"/>
                </a:lnTo>
                <a:lnTo>
                  <a:pt x="283033" y="12599"/>
                </a:lnTo>
                <a:lnTo>
                  <a:pt x="283033" y="26373"/>
                </a:lnTo>
                <a:cubicBezTo>
                  <a:pt x="283033" y="27511"/>
                  <a:pt x="283104" y="28243"/>
                  <a:pt x="283244" y="28568"/>
                </a:cubicBezTo>
                <a:cubicBezTo>
                  <a:pt x="283384" y="28894"/>
                  <a:pt x="283614" y="29153"/>
                  <a:pt x="283932" y="29345"/>
                </a:cubicBezTo>
                <a:cubicBezTo>
                  <a:pt x="284250" y="29537"/>
                  <a:pt x="284704" y="29633"/>
                  <a:pt x="285296" y="29633"/>
                </a:cubicBezTo>
                <a:cubicBezTo>
                  <a:pt x="285739" y="29633"/>
                  <a:pt x="286323" y="29596"/>
                  <a:pt x="287048" y="29522"/>
                </a:cubicBezTo>
                <a:close/>
                <a:moveTo>
                  <a:pt x="291118" y="5146"/>
                </a:moveTo>
                <a:lnTo>
                  <a:pt x="291118" y="532"/>
                </a:lnTo>
                <a:lnTo>
                  <a:pt x="295111" y="532"/>
                </a:lnTo>
                <a:lnTo>
                  <a:pt x="295111" y="5146"/>
                </a:lnTo>
                <a:lnTo>
                  <a:pt x="291118" y="5146"/>
                </a:lnTo>
                <a:moveTo>
                  <a:pt x="291118" y="33049"/>
                </a:moveTo>
                <a:lnTo>
                  <a:pt x="291118" y="9493"/>
                </a:lnTo>
                <a:lnTo>
                  <a:pt x="295111" y="9493"/>
                </a:lnTo>
                <a:lnTo>
                  <a:pt x="295111" y="33049"/>
                </a:lnTo>
                <a:lnTo>
                  <a:pt x="291118" y="33049"/>
                </a:lnTo>
                <a:close/>
                <a:moveTo>
                  <a:pt x="317324" y="24399"/>
                </a:moveTo>
                <a:lnTo>
                  <a:pt x="321250" y="24909"/>
                </a:lnTo>
                <a:cubicBezTo>
                  <a:pt x="320821" y="27622"/>
                  <a:pt x="319723" y="29745"/>
                  <a:pt x="317956" y="31280"/>
                </a:cubicBezTo>
                <a:cubicBezTo>
                  <a:pt x="316189" y="32814"/>
                  <a:pt x="314019" y="33581"/>
                  <a:pt x="311446" y="33581"/>
                </a:cubicBezTo>
                <a:cubicBezTo>
                  <a:pt x="308223" y="33581"/>
                  <a:pt x="305631" y="32528"/>
                  <a:pt x="303672" y="30421"/>
                </a:cubicBezTo>
                <a:cubicBezTo>
                  <a:pt x="301713" y="28313"/>
                  <a:pt x="300733" y="25293"/>
                  <a:pt x="300733" y="21360"/>
                </a:cubicBezTo>
                <a:cubicBezTo>
                  <a:pt x="300733" y="18816"/>
                  <a:pt x="301154" y="16591"/>
                  <a:pt x="301997" y="14683"/>
                </a:cubicBezTo>
                <a:cubicBezTo>
                  <a:pt x="302840" y="12776"/>
                  <a:pt x="304123" y="11345"/>
                  <a:pt x="305846" y="10392"/>
                </a:cubicBezTo>
                <a:cubicBezTo>
                  <a:pt x="307568" y="9438"/>
                  <a:pt x="309442" y="8961"/>
                  <a:pt x="311468" y="8961"/>
                </a:cubicBezTo>
                <a:cubicBezTo>
                  <a:pt x="314026" y="8961"/>
                  <a:pt x="316119" y="9610"/>
                  <a:pt x="317745" y="10908"/>
                </a:cubicBezTo>
                <a:cubicBezTo>
                  <a:pt x="319372" y="12206"/>
                  <a:pt x="320414" y="14048"/>
                  <a:pt x="320873" y="16436"/>
                </a:cubicBezTo>
                <a:lnTo>
                  <a:pt x="316991" y="17035"/>
                </a:lnTo>
                <a:cubicBezTo>
                  <a:pt x="316622" y="15460"/>
                  <a:pt x="315967" y="14275"/>
                  <a:pt x="315028" y="13480"/>
                </a:cubicBezTo>
                <a:cubicBezTo>
                  <a:pt x="314089" y="12685"/>
                  <a:pt x="312954" y="12288"/>
                  <a:pt x="311624" y="12288"/>
                </a:cubicBezTo>
                <a:cubicBezTo>
                  <a:pt x="309612" y="12288"/>
                  <a:pt x="307979" y="13005"/>
                  <a:pt x="306722" y="14440"/>
                </a:cubicBezTo>
                <a:cubicBezTo>
                  <a:pt x="305465" y="15875"/>
                  <a:pt x="304836" y="18144"/>
                  <a:pt x="304836" y="21249"/>
                </a:cubicBezTo>
                <a:cubicBezTo>
                  <a:pt x="304836" y="24398"/>
                  <a:pt x="305443" y="26686"/>
                  <a:pt x="306655" y="28114"/>
                </a:cubicBezTo>
                <a:cubicBezTo>
                  <a:pt x="307868" y="29541"/>
                  <a:pt x="309450" y="30254"/>
                  <a:pt x="311402" y="30254"/>
                </a:cubicBezTo>
                <a:cubicBezTo>
                  <a:pt x="312969" y="30254"/>
                  <a:pt x="314278" y="29775"/>
                  <a:pt x="315328" y="28818"/>
                </a:cubicBezTo>
                <a:cubicBezTo>
                  <a:pt x="316378" y="27861"/>
                  <a:pt x="317043" y="26387"/>
                  <a:pt x="317324" y="24399"/>
                </a:cubicBezTo>
                <a:close/>
                <a:moveTo>
                  <a:pt x="324688" y="33049"/>
                </a:moveTo>
                <a:lnTo>
                  <a:pt x="324688" y="532"/>
                </a:lnTo>
                <a:lnTo>
                  <a:pt x="328681" y="532"/>
                </a:lnTo>
                <a:lnTo>
                  <a:pt x="328681" y="19075"/>
                </a:lnTo>
                <a:lnTo>
                  <a:pt x="338130" y="9493"/>
                </a:lnTo>
                <a:lnTo>
                  <a:pt x="343298" y="9493"/>
                </a:lnTo>
                <a:lnTo>
                  <a:pt x="334293" y="18232"/>
                </a:lnTo>
                <a:lnTo>
                  <a:pt x="344207" y="33049"/>
                </a:lnTo>
                <a:lnTo>
                  <a:pt x="339283" y="33049"/>
                </a:lnTo>
                <a:lnTo>
                  <a:pt x="331498" y="21005"/>
                </a:lnTo>
                <a:lnTo>
                  <a:pt x="328681" y="23711"/>
                </a:lnTo>
                <a:lnTo>
                  <a:pt x="328681" y="33049"/>
                </a:lnTo>
                <a:lnTo>
                  <a:pt x="324688" y="33049"/>
                </a:lnTo>
                <a:close/>
                <a:moveTo>
                  <a:pt x="345782" y="25996"/>
                </a:moveTo>
                <a:lnTo>
                  <a:pt x="349730" y="25375"/>
                </a:lnTo>
                <a:cubicBezTo>
                  <a:pt x="349951" y="26950"/>
                  <a:pt x="350569" y="28157"/>
                  <a:pt x="351582" y="28996"/>
                </a:cubicBezTo>
                <a:cubicBezTo>
                  <a:pt x="352595" y="29835"/>
                  <a:pt x="354010" y="30254"/>
                  <a:pt x="355829" y="30254"/>
                </a:cubicBezTo>
                <a:cubicBezTo>
                  <a:pt x="357663" y="30254"/>
                  <a:pt x="359023" y="29884"/>
                  <a:pt x="359910" y="29143"/>
                </a:cubicBezTo>
                <a:cubicBezTo>
                  <a:pt x="360798" y="28402"/>
                  <a:pt x="361241" y="27533"/>
                  <a:pt x="361241" y="26536"/>
                </a:cubicBezTo>
                <a:cubicBezTo>
                  <a:pt x="361241" y="25640"/>
                  <a:pt x="360849" y="24936"/>
                  <a:pt x="360066" y="24423"/>
                </a:cubicBezTo>
                <a:cubicBezTo>
                  <a:pt x="359519" y="24071"/>
                  <a:pt x="358158" y="23623"/>
                  <a:pt x="355985" y="23080"/>
                </a:cubicBezTo>
                <a:cubicBezTo>
                  <a:pt x="353057" y="22340"/>
                  <a:pt x="351027" y="21700"/>
                  <a:pt x="349896" y="21160"/>
                </a:cubicBezTo>
                <a:cubicBezTo>
                  <a:pt x="348765" y="20620"/>
                  <a:pt x="347907" y="19873"/>
                  <a:pt x="347323" y="18918"/>
                </a:cubicBezTo>
                <a:cubicBezTo>
                  <a:pt x="346739" y="17963"/>
                  <a:pt x="346447" y="16909"/>
                  <a:pt x="346447" y="15754"/>
                </a:cubicBezTo>
                <a:cubicBezTo>
                  <a:pt x="346447" y="14704"/>
                  <a:pt x="346687" y="13730"/>
                  <a:pt x="347168" y="12835"/>
                </a:cubicBezTo>
                <a:cubicBezTo>
                  <a:pt x="347648" y="11939"/>
                  <a:pt x="348303" y="11196"/>
                  <a:pt x="349131" y="10604"/>
                </a:cubicBezTo>
                <a:cubicBezTo>
                  <a:pt x="349752" y="10145"/>
                  <a:pt x="350598" y="9756"/>
                  <a:pt x="351670" y="9438"/>
                </a:cubicBezTo>
                <a:cubicBezTo>
                  <a:pt x="352742" y="9120"/>
                  <a:pt x="353892" y="8961"/>
                  <a:pt x="355119" y="8961"/>
                </a:cubicBezTo>
                <a:cubicBezTo>
                  <a:pt x="356968" y="8961"/>
                  <a:pt x="358591" y="9229"/>
                  <a:pt x="359988" y="9765"/>
                </a:cubicBezTo>
                <a:cubicBezTo>
                  <a:pt x="361385" y="10301"/>
                  <a:pt x="362417" y="11026"/>
                  <a:pt x="363082" y="11942"/>
                </a:cubicBezTo>
                <a:cubicBezTo>
                  <a:pt x="363748" y="12858"/>
                  <a:pt x="364206" y="14082"/>
                  <a:pt x="364457" y="15615"/>
                </a:cubicBezTo>
                <a:lnTo>
                  <a:pt x="360554" y="16147"/>
                </a:lnTo>
                <a:cubicBezTo>
                  <a:pt x="360376" y="14935"/>
                  <a:pt x="359862" y="13989"/>
                  <a:pt x="359012" y="13308"/>
                </a:cubicBezTo>
                <a:cubicBezTo>
                  <a:pt x="358162" y="12628"/>
                  <a:pt x="356960" y="12288"/>
                  <a:pt x="355408" y="12288"/>
                </a:cubicBezTo>
                <a:cubicBezTo>
                  <a:pt x="353574" y="12288"/>
                  <a:pt x="352266" y="12590"/>
                  <a:pt x="351482" y="13193"/>
                </a:cubicBezTo>
                <a:cubicBezTo>
                  <a:pt x="350698" y="13796"/>
                  <a:pt x="350306" y="14503"/>
                  <a:pt x="350306" y="15312"/>
                </a:cubicBezTo>
                <a:cubicBezTo>
                  <a:pt x="350306" y="15827"/>
                  <a:pt x="350469" y="16290"/>
                  <a:pt x="350794" y="16703"/>
                </a:cubicBezTo>
                <a:cubicBezTo>
                  <a:pt x="351120" y="17129"/>
                  <a:pt x="351630" y="17482"/>
                  <a:pt x="352325" y="17762"/>
                </a:cubicBezTo>
                <a:cubicBezTo>
                  <a:pt x="352724" y="17909"/>
                  <a:pt x="353900" y="18248"/>
                  <a:pt x="355851" y="18777"/>
                </a:cubicBezTo>
                <a:cubicBezTo>
                  <a:pt x="358676" y="19531"/>
                  <a:pt x="360646" y="20148"/>
                  <a:pt x="361763" y="20628"/>
                </a:cubicBezTo>
                <a:cubicBezTo>
                  <a:pt x="362879" y="21108"/>
                  <a:pt x="363755" y="21806"/>
                  <a:pt x="364391" y="22723"/>
                </a:cubicBezTo>
                <a:cubicBezTo>
                  <a:pt x="365027" y="23638"/>
                  <a:pt x="365345" y="24776"/>
                  <a:pt x="365345" y="26135"/>
                </a:cubicBezTo>
                <a:cubicBezTo>
                  <a:pt x="365345" y="27465"/>
                  <a:pt x="364957" y="28717"/>
                  <a:pt x="364180" y="29892"/>
                </a:cubicBezTo>
                <a:cubicBezTo>
                  <a:pt x="363404" y="31066"/>
                  <a:pt x="362284" y="31974"/>
                  <a:pt x="360820" y="32617"/>
                </a:cubicBezTo>
                <a:cubicBezTo>
                  <a:pt x="359356" y="33260"/>
                  <a:pt x="357700" y="33581"/>
                  <a:pt x="355851" y="33581"/>
                </a:cubicBezTo>
                <a:cubicBezTo>
                  <a:pt x="352791" y="33581"/>
                  <a:pt x="350458" y="32944"/>
                  <a:pt x="348854" y="31668"/>
                </a:cubicBezTo>
                <a:cubicBezTo>
                  <a:pt x="347249" y="30393"/>
                  <a:pt x="346225" y="28502"/>
                  <a:pt x="345782" y="25996"/>
                </a:cubicBezTo>
                <a:close/>
                <a:moveTo>
                  <a:pt x="371223" y="33049"/>
                </a:moveTo>
                <a:lnTo>
                  <a:pt x="371223" y="28480"/>
                </a:lnTo>
                <a:lnTo>
                  <a:pt x="375770" y="28480"/>
                </a:lnTo>
                <a:lnTo>
                  <a:pt x="375770" y="33049"/>
                </a:lnTo>
                <a:lnTo>
                  <a:pt x="371223" y="33049"/>
                </a:lnTo>
                <a:close/>
                <a:moveTo>
                  <a:pt x="382697" y="5190"/>
                </a:moveTo>
                <a:lnTo>
                  <a:pt x="382697" y="532"/>
                </a:lnTo>
                <a:lnTo>
                  <a:pt x="386690" y="532"/>
                </a:lnTo>
                <a:lnTo>
                  <a:pt x="386690" y="5190"/>
                </a:lnTo>
                <a:lnTo>
                  <a:pt x="382697" y="5190"/>
                </a:lnTo>
                <a:moveTo>
                  <a:pt x="377640" y="42210"/>
                </a:moveTo>
                <a:lnTo>
                  <a:pt x="378394" y="38816"/>
                </a:lnTo>
                <a:cubicBezTo>
                  <a:pt x="379193" y="39023"/>
                  <a:pt x="379821" y="39126"/>
                  <a:pt x="380280" y="39126"/>
                </a:cubicBezTo>
                <a:cubicBezTo>
                  <a:pt x="381093" y="39126"/>
                  <a:pt x="381699" y="38856"/>
                  <a:pt x="382098" y="38316"/>
                </a:cubicBezTo>
                <a:cubicBezTo>
                  <a:pt x="382498" y="37776"/>
                  <a:pt x="382697" y="36426"/>
                  <a:pt x="382697" y="34265"/>
                </a:cubicBezTo>
                <a:lnTo>
                  <a:pt x="382697" y="9493"/>
                </a:lnTo>
                <a:lnTo>
                  <a:pt x="386690" y="9493"/>
                </a:lnTo>
                <a:lnTo>
                  <a:pt x="386690" y="34352"/>
                </a:lnTo>
                <a:cubicBezTo>
                  <a:pt x="386690" y="37252"/>
                  <a:pt x="386313" y="39272"/>
                  <a:pt x="385559" y="40411"/>
                </a:cubicBezTo>
                <a:cubicBezTo>
                  <a:pt x="384597" y="41891"/>
                  <a:pt x="383000" y="42631"/>
                  <a:pt x="380768" y="42631"/>
                </a:cubicBezTo>
                <a:cubicBezTo>
                  <a:pt x="379688" y="42631"/>
                  <a:pt x="378646" y="42490"/>
                  <a:pt x="377640" y="42210"/>
                </a:cubicBezTo>
                <a:close/>
                <a:moveTo>
                  <a:pt x="390298" y="25996"/>
                </a:moveTo>
                <a:lnTo>
                  <a:pt x="394247" y="25375"/>
                </a:lnTo>
                <a:cubicBezTo>
                  <a:pt x="394468" y="26950"/>
                  <a:pt x="395086" y="28157"/>
                  <a:pt x="396099" y="28996"/>
                </a:cubicBezTo>
                <a:cubicBezTo>
                  <a:pt x="397112" y="29835"/>
                  <a:pt x="398527" y="30254"/>
                  <a:pt x="400346" y="30254"/>
                </a:cubicBezTo>
                <a:cubicBezTo>
                  <a:pt x="402180" y="30254"/>
                  <a:pt x="403540" y="29884"/>
                  <a:pt x="404427" y="29143"/>
                </a:cubicBezTo>
                <a:cubicBezTo>
                  <a:pt x="405315" y="28402"/>
                  <a:pt x="405758" y="27533"/>
                  <a:pt x="405758" y="26536"/>
                </a:cubicBezTo>
                <a:cubicBezTo>
                  <a:pt x="405758" y="25640"/>
                  <a:pt x="405366" y="24936"/>
                  <a:pt x="404583" y="24423"/>
                </a:cubicBezTo>
                <a:cubicBezTo>
                  <a:pt x="404036" y="24071"/>
                  <a:pt x="402675" y="23623"/>
                  <a:pt x="400502" y="23080"/>
                </a:cubicBezTo>
                <a:cubicBezTo>
                  <a:pt x="397574" y="22340"/>
                  <a:pt x="395544" y="21700"/>
                  <a:pt x="394413" y="21160"/>
                </a:cubicBezTo>
                <a:cubicBezTo>
                  <a:pt x="393282" y="20620"/>
                  <a:pt x="392424" y="19873"/>
                  <a:pt x="391840" y="18918"/>
                </a:cubicBezTo>
                <a:cubicBezTo>
                  <a:pt x="391256" y="17963"/>
                  <a:pt x="390964" y="16909"/>
                  <a:pt x="390964" y="15754"/>
                </a:cubicBezTo>
                <a:cubicBezTo>
                  <a:pt x="390964" y="14704"/>
                  <a:pt x="391204" y="13730"/>
                  <a:pt x="391685" y="12835"/>
                </a:cubicBezTo>
                <a:cubicBezTo>
                  <a:pt x="392165" y="11939"/>
                  <a:pt x="392820" y="11196"/>
                  <a:pt x="393648" y="10604"/>
                </a:cubicBezTo>
                <a:cubicBezTo>
                  <a:pt x="394269" y="10145"/>
                  <a:pt x="395115" y="9756"/>
                  <a:pt x="396187" y="9438"/>
                </a:cubicBezTo>
                <a:cubicBezTo>
                  <a:pt x="397259" y="9120"/>
                  <a:pt x="398409" y="8961"/>
                  <a:pt x="399636" y="8961"/>
                </a:cubicBezTo>
                <a:cubicBezTo>
                  <a:pt x="401485" y="8961"/>
                  <a:pt x="403108" y="9229"/>
                  <a:pt x="404505" y="9765"/>
                </a:cubicBezTo>
                <a:cubicBezTo>
                  <a:pt x="405902" y="10301"/>
                  <a:pt x="406934" y="11026"/>
                  <a:pt x="407599" y="11942"/>
                </a:cubicBezTo>
                <a:cubicBezTo>
                  <a:pt x="408265" y="12858"/>
                  <a:pt x="408723" y="14082"/>
                  <a:pt x="408974" y="15615"/>
                </a:cubicBezTo>
                <a:lnTo>
                  <a:pt x="405071" y="16147"/>
                </a:lnTo>
                <a:cubicBezTo>
                  <a:pt x="404893" y="14935"/>
                  <a:pt x="404379" y="13989"/>
                  <a:pt x="403529" y="13308"/>
                </a:cubicBezTo>
                <a:cubicBezTo>
                  <a:pt x="402679" y="12628"/>
                  <a:pt x="401477" y="12288"/>
                  <a:pt x="399925" y="12288"/>
                </a:cubicBezTo>
                <a:cubicBezTo>
                  <a:pt x="398091" y="12288"/>
                  <a:pt x="396783" y="12590"/>
                  <a:pt x="395999" y="13193"/>
                </a:cubicBezTo>
                <a:cubicBezTo>
                  <a:pt x="395215" y="13796"/>
                  <a:pt x="394823" y="14503"/>
                  <a:pt x="394823" y="15312"/>
                </a:cubicBezTo>
                <a:cubicBezTo>
                  <a:pt x="394823" y="15827"/>
                  <a:pt x="394986" y="16290"/>
                  <a:pt x="395311" y="16703"/>
                </a:cubicBezTo>
                <a:cubicBezTo>
                  <a:pt x="395637" y="17129"/>
                  <a:pt x="396147" y="17482"/>
                  <a:pt x="396842" y="17762"/>
                </a:cubicBezTo>
                <a:cubicBezTo>
                  <a:pt x="397241" y="17909"/>
                  <a:pt x="398417" y="18248"/>
                  <a:pt x="400368" y="18777"/>
                </a:cubicBezTo>
                <a:cubicBezTo>
                  <a:pt x="403193" y="19531"/>
                  <a:pt x="405163" y="20148"/>
                  <a:pt x="406280" y="20628"/>
                </a:cubicBezTo>
                <a:cubicBezTo>
                  <a:pt x="407396" y="21108"/>
                  <a:pt x="408272" y="21806"/>
                  <a:pt x="408908" y="22723"/>
                </a:cubicBezTo>
                <a:cubicBezTo>
                  <a:pt x="409544" y="23638"/>
                  <a:pt x="409862" y="24776"/>
                  <a:pt x="409862" y="26135"/>
                </a:cubicBezTo>
                <a:cubicBezTo>
                  <a:pt x="409862" y="27465"/>
                  <a:pt x="409474" y="28717"/>
                  <a:pt x="408697" y="29892"/>
                </a:cubicBezTo>
                <a:cubicBezTo>
                  <a:pt x="407921" y="31066"/>
                  <a:pt x="406801" y="31974"/>
                  <a:pt x="405337" y="32617"/>
                </a:cubicBezTo>
                <a:cubicBezTo>
                  <a:pt x="403873" y="33260"/>
                  <a:pt x="402217" y="33581"/>
                  <a:pt x="400368" y="33581"/>
                </a:cubicBezTo>
                <a:cubicBezTo>
                  <a:pt x="397308" y="33581"/>
                  <a:pt x="394975" y="32944"/>
                  <a:pt x="393370" y="31668"/>
                </a:cubicBezTo>
                <a:cubicBezTo>
                  <a:pt x="391766" y="30393"/>
                  <a:pt x="390742" y="28502"/>
                  <a:pt x="390298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7c6adaa8242c2"/>
          <a:stretch xmlns:a="http://schemas.openxmlformats.org/drawingml/2006/main"/>
        </p:blipFill>
        <p:spPr>
          <a:xfrm xmlns:a="http://schemas.openxmlformats.org/drawingml/2006/main">
            <a:off x="6845713" y="3503804"/>
            <a:ext cx="3785" cy="280125"/>
          </a:xfrm>
          <a:prstGeom xmlns:a="http://schemas.openxmlformats.org/drawingml/2006/main" prst="rect">
            <a:avLst/>
          </a:prstGeom>
        </p:spPr>
      </p:pic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7E008-34CC-4059-8880-C7BBD6E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379234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54BF0-A998-4970-8AA9-C5F6C7B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844242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4BB00-D0E5-4183-BF79-29607FA7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751195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CF755-64E2-4A52-B33A-22BF628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658223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A69EB-7BF4-4AA2-B2D7-77AF2248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565177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6C530-3E51-4113-983F-869097EB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434" y="3472205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C4B77-B010-4CBC-8245-1D0A458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379234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1FD3E-70B9-4B56-B665-634274F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844242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29B41-3158-40C1-8881-282F869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751195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4A09C-EECB-4FA7-8FC7-34D4F5D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658223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7"/>
                </a:cubicBezTo>
                <a:lnTo>
                  <a:pt x="30005" y="4003"/>
                </a:lnTo>
                <a:cubicBezTo>
                  <a:pt x="29786" y="3786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5AAA3-9901-42C6-B493-1251A1F2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565177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8649E-EBF7-4C77-BDE9-447047CE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941" y="3472205"/>
            <a:ext cx="43781" cy="53513"/>
          </a:xfrm>
          <a:custGeom xmlns:a="http://schemas.openxmlformats.org/drawingml/2006/main">
            <a:pathLst>
              <a:path w="43781" h="53513">
                <a:moveTo>
                  <a:pt x="0" y="4865"/>
                </a:moveTo>
                <a:cubicBezTo>
                  <a:pt x="0" y="2179"/>
                  <a:pt x="2178" y="0"/>
                  <a:pt x="4865" y="0"/>
                </a:cubicBez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lose/>
                <a:moveTo>
                  <a:pt x="4865" y="3649"/>
                </a:moveTo>
                <a:cubicBezTo>
                  <a:pt x="4193" y="3649"/>
                  <a:pt x="3648" y="4194"/>
                  <a:pt x="3648" y="4865"/>
                </a:cubicBez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8243"/>
                </a:lnTo>
                <a:lnTo>
                  <a:pt x="30403" y="18243"/>
                </a:lnTo>
                <a:cubicBezTo>
                  <a:pt x="27717" y="18243"/>
                  <a:pt x="25538" y="16064"/>
                  <a:pt x="25538" y="13378"/>
                </a:cubicBezTo>
                <a:lnTo>
                  <a:pt x="25538" y="3649"/>
                </a:lnTo>
                <a:lnTo>
                  <a:pt x="4865" y="3649"/>
                </a:lnTo>
                <a:close/>
                <a:moveTo>
                  <a:pt x="29186" y="3649"/>
                </a:moveTo>
                <a:lnTo>
                  <a:pt x="29187" y="13378"/>
                </a:lnTo>
                <a:cubicBezTo>
                  <a:pt x="29187" y="14049"/>
                  <a:pt x="29732" y="14594"/>
                  <a:pt x="30403" y="14594"/>
                </a:cubicBezTo>
                <a:lnTo>
                  <a:pt x="40132" y="14594"/>
                </a:lnTo>
                <a:cubicBezTo>
                  <a:pt x="40122" y="14286"/>
                  <a:pt x="39996" y="13994"/>
                  <a:pt x="39777" y="13778"/>
                </a:cubicBezTo>
                <a:lnTo>
                  <a:pt x="30005" y="4003"/>
                </a:lnTo>
                <a:cubicBezTo>
                  <a:pt x="29786" y="3787"/>
                  <a:pt x="29495" y="3659"/>
                  <a:pt x="29186" y="364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6D1A5-08FA-403A-98B5-41BD8755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0629" y="3102544"/>
            <a:ext cx="188819" cy="188819"/>
          </a:xfrm>
          <a:custGeom xmlns:a="http://schemas.openxmlformats.org/drawingml/2006/main">
            <a:pathLst>
              <a:path w="188819" h="188819">
                <a:moveTo>
                  <a:pt x="0" y="94410"/>
                </a:moveTo>
                <a:cubicBezTo>
                  <a:pt x="0" y="42246"/>
                  <a:pt x="42246" y="0"/>
                  <a:pt x="94410" y="0"/>
                </a:cubicBezTo>
                <a:cubicBezTo>
                  <a:pt x="146574" y="0"/>
                  <a:pt x="188819" y="42246"/>
                  <a:pt x="188819" y="94410"/>
                </a:cubicBezTo>
                <a:cubicBezTo>
                  <a:pt x="188819" y="146574"/>
                  <a:pt x="146574" y="188819"/>
                  <a:pt x="94410" y="188819"/>
                </a:cubicBezTo>
                <a:cubicBezTo>
                  <a:pt x="42246" y="188819"/>
                  <a:pt x="0" y="146574"/>
                  <a:pt x="0" y="94410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CBD66-3C35-41C1-AA88-5042DAE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898" y="3178211"/>
            <a:ext cx="52695" cy="34722"/>
          </a:xfrm>
          <a:custGeom xmlns:a="http://schemas.openxmlformats.org/drawingml/2006/main">
            <a:pathLst>
              <a:path w="52695" h="34722">
                <a:moveTo>
                  <a:pt x="32999" y="1324"/>
                </a:moveTo>
                <a:cubicBezTo>
                  <a:pt x="31675" y="2647"/>
                  <a:pt x="31675" y="4797"/>
                  <a:pt x="32999" y="6121"/>
                </a:cubicBezTo>
                <a:lnTo>
                  <a:pt x="44176" y="17299"/>
                </a:lnTo>
                <a:lnTo>
                  <a:pt x="32999" y="28477"/>
                </a:lnTo>
                <a:cubicBezTo>
                  <a:pt x="31630" y="29755"/>
                  <a:pt x="31555" y="31901"/>
                  <a:pt x="32833" y="33274"/>
                </a:cubicBezTo>
                <a:cubicBezTo>
                  <a:pt x="34108" y="34646"/>
                  <a:pt x="36257" y="34722"/>
                  <a:pt x="37630" y="33443"/>
                </a:cubicBezTo>
                <a:cubicBezTo>
                  <a:pt x="37686" y="33387"/>
                  <a:pt x="37743" y="33330"/>
                  <a:pt x="37796" y="33274"/>
                </a:cubicBezTo>
                <a:lnTo>
                  <a:pt x="51372" y="19697"/>
                </a:lnTo>
                <a:cubicBezTo>
                  <a:pt x="52695" y="18373"/>
                  <a:pt x="52695" y="16224"/>
                  <a:pt x="51372" y="14900"/>
                </a:cubicBezTo>
                <a:lnTo>
                  <a:pt x="37796" y="1324"/>
                </a:lnTo>
                <a:cubicBezTo>
                  <a:pt x="36472" y="0"/>
                  <a:pt x="34326" y="0"/>
                  <a:pt x="32999" y="1324"/>
                </a:cubicBezTo>
                <a:close/>
                <a:moveTo>
                  <a:pt x="19694" y="6121"/>
                </a:moveTo>
                <a:cubicBezTo>
                  <a:pt x="20973" y="4748"/>
                  <a:pt x="20897" y="2602"/>
                  <a:pt x="19528" y="1324"/>
                </a:cubicBezTo>
                <a:cubicBezTo>
                  <a:pt x="18224" y="109"/>
                  <a:pt x="16202" y="109"/>
                  <a:pt x="14898" y="1324"/>
                </a:cubicBezTo>
                <a:lnTo>
                  <a:pt x="1324" y="14900"/>
                </a:lnTo>
                <a:cubicBezTo>
                  <a:pt x="0" y="16224"/>
                  <a:pt x="0" y="18373"/>
                  <a:pt x="1324" y="19697"/>
                </a:cubicBezTo>
                <a:lnTo>
                  <a:pt x="14898" y="33274"/>
                </a:lnTo>
                <a:cubicBezTo>
                  <a:pt x="16270" y="34552"/>
                  <a:pt x="18420" y="34477"/>
                  <a:pt x="19695" y="33104"/>
                </a:cubicBezTo>
                <a:cubicBezTo>
                  <a:pt x="20913" y="31803"/>
                  <a:pt x="20913" y="29781"/>
                  <a:pt x="19695" y="28477"/>
                </a:cubicBezTo>
                <a:lnTo>
                  <a:pt x="8519" y="17299"/>
                </a:lnTo>
                <a:lnTo>
                  <a:pt x="19694" y="612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C10E5-9FE7-4A9D-AF51-433CF27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731" y="3147992"/>
            <a:ext cx="104537" cy="104372"/>
          </a:xfrm>
          <a:custGeom xmlns:a="http://schemas.openxmlformats.org/drawingml/2006/main">
            <a:pathLst>
              <a:path w="104537" h="104372">
                <a:moveTo>
                  <a:pt x="47514" y="0"/>
                </a:moveTo>
                <a:cubicBezTo>
                  <a:pt x="73757" y="0"/>
                  <a:pt x="95030" y="21274"/>
                  <a:pt x="95030" y="47518"/>
                </a:cubicBezTo>
                <a:cubicBezTo>
                  <a:pt x="95049" y="58948"/>
                  <a:pt x="90927" y="70002"/>
                  <a:pt x="83430" y="78630"/>
                </a:cubicBezTo>
                <a:lnTo>
                  <a:pt x="103085" y="98294"/>
                </a:lnTo>
                <a:cubicBezTo>
                  <a:pt x="104458" y="99568"/>
                  <a:pt x="104537" y="101712"/>
                  <a:pt x="103262" y="103084"/>
                </a:cubicBezTo>
                <a:cubicBezTo>
                  <a:pt x="102821" y="103563"/>
                  <a:pt x="102244" y="103903"/>
                  <a:pt x="101611" y="104064"/>
                </a:cubicBezTo>
                <a:cubicBezTo>
                  <a:pt x="100412" y="104372"/>
                  <a:pt x="99137" y="103998"/>
                  <a:pt x="98288" y="103091"/>
                </a:cubicBezTo>
                <a:lnTo>
                  <a:pt x="78626" y="83432"/>
                </a:lnTo>
                <a:cubicBezTo>
                  <a:pt x="69998" y="90930"/>
                  <a:pt x="58948" y="95051"/>
                  <a:pt x="47514" y="95035"/>
                </a:cubicBezTo>
                <a:cubicBezTo>
                  <a:pt x="21274" y="95035"/>
                  <a:pt x="0" y="73761"/>
                  <a:pt x="0" y="47518"/>
                </a:cubicBezTo>
                <a:cubicBezTo>
                  <a:pt x="0" y="21274"/>
                  <a:pt x="21273" y="0"/>
                  <a:pt x="47514" y="0"/>
                </a:cubicBezTo>
                <a:close/>
                <a:moveTo>
                  <a:pt x="6788" y="47518"/>
                </a:moveTo>
                <a:cubicBezTo>
                  <a:pt x="6788" y="70013"/>
                  <a:pt x="25023" y="88247"/>
                  <a:pt x="47514" y="88247"/>
                </a:cubicBezTo>
                <a:cubicBezTo>
                  <a:pt x="70009" y="88247"/>
                  <a:pt x="88242" y="70013"/>
                  <a:pt x="88242" y="47518"/>
                </a:cubicBezTo>
                <a:cubicBezTo>
                  <a:pt x="88242" y="25022"/>
                  <a:pt x="70008" y="6788"/>
                  <a:pt x="47514" y="6788"/>
                </a:cubicBezTo>
                <a:cubicBezTo>
                  <a:pt x="25022" y="6788"/>
                  <a:pt x="6788" y="25022"/>
                  <a:pt x="6788" y="47518"/>
                </a:cubicBez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1C6EB-A013-4CD8-965B-4CFBDBCE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2311758"/>
            <a:ext cx="1515098" cy="548212"/>
          </a:xfrm>
          <a:custGeom xmlns:a="http://schemas.openxmlformats.org/drawingml/2006/main">
            <a:pathLst>
              <a:path w="1515098" h="548212">
                <a:moveTo>
                  <a:pt x="0" y="39823"/>
                </a:moveTo>
                <a:cubicBezTo>
                  <a:pt x="0" y="17792"/>
                  <a:pt x="17792" y="0"/>
                  <a:pt x="39747" y="0"/>
                </a:cubicBezTo>
                <a:lnTo>
                  <a:pt x="1475275" y="0"/>
                </a:lnTo>
                <a:cubicBezTo>
                  <a:pt x="1497306" y="0"/>
                  <a:pt x="1515098" y="17792"/>
                  <a:pt x="1515098" y="39823"/>
                </a:cubicBezTo>
                <a:lnTo>
                  <a:pt x="1515098" y="508389"/>
                </a:lnTo>
                <a:cubicBezTo>
                  <a:pt x="1515098" y="530420"/>
                  <a:pt x="1497306" y="548212"/>
                  <a:pt x="1475275" y="548212"/>
                </a:cubicBezTo>
                <a:lnTo>
                  <a:pt x="39747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C72D6-C394-495F-A534-3F91E5A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13" y="2311758"/>
            <a:ext cx="1515098" cy="548212"/>
          </a:xfrm>
          <a:custGeom xmlns:a="http://schemas.openxmlformats.org/drawingml/2006/main">
            <a:pathLst>
              <a:path w="1515098" h="548212" fill="none">
                <a:moveTo>
                  <a:pt x="0" y="39823"/>
                </a:moveTo>
                <a:cubicBezTo>
                  <a:pt x="0" y="17792"/>
                  <a:pt x="17792" y="0"/>
                  <a:pt x="39747" y="0"/>
                </a:cubicBezTo>
                <a:lnTo>
                  <a:pt x="1475275" y="0"/>
                </a:lnTo>
                <a:cubicBezTo>
                  <a:pt x="1497306" y="0"/>
                  <a:pt x="1515098" y="17792"/>
                  <a:pt x="1515098" y="39823"/>
                </a:cubicBezTo>
                <a:lnTo>
                  <a:pt x="1515098" y="508389"/>
                </a:lnTo>
                <a:cubicBezTo>
                  <a:pt x="1515098" y="530420"/>
                  <a:pt x="1497306" y="548212"/>
                  <a:pt x="1475275" y="548212"/>
                </a:cubicBezTo>
                <a:lnTo>
                  <a:pt x="39747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88" name="Text IssueReport+">
            <a:extLst xmlns:a="http://schemas.openxmlformats.org/drawingml/2006/main">
              <a:ext uri="{FF2B5EF4-FFF2-40B4-BE49-F238E27FC236}">
                <a16:creationId xmlns:a16="http://schemas.microsoft.com/office/drawing/2014/main" id="{A2820A8B-7E2F-47F4-9A11-4F1AE2AC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521" y="2540592"/>
            <a:ext cx="927589" cy="124433"/>
          </a:xfrm>
          <a:custGeom xmlns:a="http://schemas.openxmlformats.org/drawingml/2006/main">
            <a:pathLst>
              <a:path w="927589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7" y="78142"/>
                  <a:pt x="52946" y="80887"/>
                  <a:pt x="55386" y="82761"/>
                </a:cubicBezTo>
                <a:cubicBezTo>
                  <a:pt x="57826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6" y="82915"/>
                </a:cubicBezTo>
                <a:cubicBezTo>
                  <a:pt x="78187" y="81674"/>
                  <a:pt x="79008" y="80013"/>
                  <a:pt x="79008" y="77931"/>
                </a:cubicBezTo>
                <a:cubicBezTo>
                  <a:pt x="79008" y="76512"/>
                  <a:pt x="78564" y="75338"/>
                  <a:pt x="77677" y="74408"/>
                </a:cubicBezTo>
                <a:cubicBezTo>
                  <a:pt x="76746" y="73522"/>
                  <a:pt x="74661" y="72703"/>
                  <a:pt x="71422" y="71950"/>
                </a:cubicBezTo>
                <a:cubicBezTo>
                  <a:pt x="56339" y="68629"/>
                  <a:pt x="46780" y="65594"/>
                  <a:pt x="42743" y="62846"/>
                </a:cubicBezTo>
                <a:cubicBezTo>
                  <a:pt x="37153" y="59034"/>
                  <a:pt x="34359" y="53738"/>
                  <a:pt x="34359" y="46958"/>
                </a:cubicBezTo>
                <a:cubicBezTo>
                  <a:pt x="34359" y="40841"/>
                  <a:pt x="36776" y="35700"/>
                  <a:pt x="41612" y="31534"/>
                </a:cubicBezTo>
                <a:cubicBezTo>
                  <a:pt x="46447" y="27369"/>
                  <a:pt x="53944" y="25286"/>
                  <a:pt x="64103" y="25286"/>
                </a:cubicBezTo>
                <a:cubicBezTo>
                  <a:pt x="73773" y="25286"/>
                  <a:pt x="80960" y="26855"/>
                  <a:pt x="85662" y="29994"/>
                </a:cubicBezTo>
                <a:cubicBezTo>
                  <a:pt x="90364" y="33132"/>
                  <a:pt x="93603" y="37773"/>
                  <a:pt x="95377" y="43917"/>
                </a:cubicBezTo>
                <a:lnTo>
                  <a:pt x="77744" y="47244"/>
                </a:lnTo>
                <a:cubicBezTo>
                  <a:pt x="76990" y="44494"/>
                  <a:pt x="75559" y="42387"/>
                  <a:pt x="73452" y="40923"/>
                </a:cubicBezTo>
                <a:cubicBezTo>
                  <a:pt x="71345" y="39459"/>
                  <a:pt x="68339" y="38727"/>
                  <a:pt x="64435" y="38727"/>
                </a:cubicBezTo>
                <a:cubicBezTo>
                  <a:pt x="59511" y="38727"/>
                  <a:pt x="55985" y="39414"/>
                  <a:pt x="53855" y="40788"/>
                </a:cubicBezTo>
                <a:cubicBezTo>
                  <a:pt x="52436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6" y="53212"/>
                </a:cubicBezTo>
                <a:cubicBezTo>
                  <a:pt x="81015" y="55472"/>
                  <a:pt x="87969" y="58244"/>
                  <a:pt x="91917" y="61528"/>
                </a:cubicBezTo>
                <a:cubicBezTo>
                  <a:pt x="95821" y="64858"/>
                  <a:pt x="97773" y="69496"/>
                  <a:pt x="97773" y="75444"/>
                </a:cubicBezTo>
                <a:cubicBezTo>
                  <a:pt x="97773" y="81924"/>
                  <a:pt x="95067" y="87495"/>
                  <a:pt x="89655" y="92156"/>
                </a:cubicBezTo>
                <a:cubicBezTo>
                  <a:pt x="84243" y="96817"/>
                  <a:pt x="76235" y="99147"/>
                  <a:pt x="65633" y="99147"/>
                </a:cubicBezTo>
                <a:cubicBezTo>
                  <a:pt x="56007" y="99147"/>
                  <a:pt x="48388" y="97201"/>
                  <a:pt x="42776" y="93310"/>
                </a:cubicBezTo>
                <a:cubicBezTo>
                  <a:pt x="37164" y="89417"/>
                  <a:pt x="33494" y="84132"/>
                  <a:pt x="31763" y="77454"/>
                </a:cubicBezTo>
                <a:close/>
                <a:moveTo>
                  <a:pt x="107533" y="77454"/>
                </a:moveTo>
                <a:lnTo>
                  <a:pt x="126298" y="74527"/>
                </a:lnTo>
                <a:cubicBezTo>
                  <a:pt x="127096" y="78142"/>
                  <a:pt x="128716" y="80887"/>
                  <a:pt x="131155" y="82761"/>
                </a:cubicBezTo>
                <a:cubicBezTo>
                  <a:pt x="133595" y="84635"/>
                  <a:pt x="137011" y="85572"/>
                  <a:pt x="141403" y="85572"/>
                </a:cubicBezTo>
                <a:cubicBezTo>
                  <a:pt x="146238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5" y="73522"/>
                  <a:pt x="150430" y="72703"/>
                  <a:pt x="147192" y="71950"/>
                </a:cubicBezTo>
                <a:cubicBezTo>
                  <a:pt x="132109" y="68629"/>
                  <a:pt x="122549" y="65594"/>
                  <a:pt x="118513" y="62846"/>
                </a:cubicBezTo>
                <a:cubicBezTo>
                  <a:pt x="112923" y="59034"/>
                  <a:pt x="110128" y="53738"/>
                  <a:pt x="110128" y="46958"/>
                </a:cubicBezTo>
                <a:cubicBezTo>
                  <a:pt x="110128" y="40841"/>
                  <a:pt x="112546" y="35700"/>
                  <a:pt x="117381" y="31534"/>
                </a:cubicBezTo>
                <a:cubicBezTo>
                  <a:pt x="122217" y="27369"/>
                  <a:pt x="129714" y="25286"/>
                  <a:pt x="139872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2" y="37773"/>
                  <a:pt x="171147" y="43917"/>
                </a:cubicBezTo>
                <a:lnTo>
                  <a:pt x="153513" y="47244"/>
                </a:lnTo>
                <a:cubicBezTo>
                  <a:pt x="152759" y="44494"/>
                  <a:pt x="151329" y="42387"/>
                  <a:pt x="149222" y="40923"/>
                </a:cubicBezTo>
                <a:cubicBezTo>
                  <a:pt x="147114" y="39459"/>
                  <a:pt x="144109" y="38727"/>
                  <a:pt x="140205" y="38727"/>
                </a:cubicBezTo>
                <a:cubicBezTo>
                  <a:pt x="135281" y="38727"/>
                  <a:pt x="131754" y="39414"/>
                  <a:pt x="129625" y="40788"/>
                </a:cubicBezTo>
                <a:cubicBezTo>
                  <a:pt x="128205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2" y="69496"/>
                  <a:pt x="173542" y="75444"/>
                </a:cubicBezTo>
                <a:cubicBezTo>
                  <a:pt x="173542" y="81924"/>
                  <a:pt x="170836" y="87495"/>
                  <a:pt x="165424" y="92156"/>
                </a:cubicBezTo>
                <a:cubicBezTo>
                  <a:pt x="160012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3" y="84132"/>
                  <a:pt x="107533" y="77454"/>
                </a:cubicBezTo>
                <a:close/>
                <a:moveTo>
                  <a:pt x="235995" y="97550"/>
                </a:moveTo>
                <a:lnTo>
                  <a:pt x="235995" y="86970"/>
                </a:lnTo>
                <a:cubicBezTo>
                  <a:pt x="233422" y="90740"/>
                  <a:pt x="230039" y="93713"/>
                  <a:pt x="225847" y="95886"/>
                </a:cubicBezTo>
                <a:cubicBezTo>
                  <a:pt x="221655" y="98060"/>
                  <a:pt x="217230" y="99147"/>
                  <a:pt x="212572" y="99147"/>
                </a:cubicBezTo>
                <a:cubicBezTo>
                  <a:pt x="207826" y="99147"/>
                  <a:pt x="203567" y="98104"/>
                  <a:pt x="199796" y="96019"/>
                </a:cubicBezTo>
                <a:cubicBezTo>
                  <a:pt x="196026" y="93934"/>
                  <a:pt x="193297" y="91007"/>
                  <a:pt x="191612" y="87236"/>
                </a:cubicBezTo>
                <a:cubicBezTo>
                  <a:pt x="189926" y="83465"/>
                  <a:pt x="189083" y="78253"/>
                  <a:pt x="189083" y="71599"/>
                </a:cubicBezTo>
                <a:lnTo>
                  <a:pt x="189083" y="26883"/>
                </a:lnTo>
                <a:lnTo>
                  <a:pt x="207781" y="26883"/>
                </a:lnTo>
                <a:lnTo>
                  <a:pt x="207781" y="59280"/>
                </a:lnTo>
                <a:cubicBezTo>
                  <a:pt x="207781" y="69195"/>
                  <a:pt x="208125" y="75270"/>
                  <a:pt x="208813" y="77504"/>
                </a:cubicBezTo>
                <a:cubicBezTo>
                  <a:pt x="209500" y="79739"/>
                  <a:pt x="210753" y="81509"/>
                  <a:pt x="212572" y="82815"/>
                </a:cubicBezTo>
                <a:cubicBezTo>
                  <a:pt x="214391" y="84121"/>
                  <a:pt x="216698" y="84774"/>
                  <a:pt x="219492" y="84774"/>
                </a:cubicBezTo>
                <a:cubicBezTo>
                  <a:pt x="222686" y="84774"/>
                  <a:pt x="225548" y="83900"/>
                  <a:pt x="228076" y="82152"/>
                </a:cubicBezTo>
                <a:cubicBezTo>
                  <a:pt x="230605" y="80404"/>
                  <a:pt x="232335" y="78235"/>
                  <a:pt x="233267" y="75645"/>
                </a:cubicBezTo>
                <a:cubicBezTo>
                  <a:pt x="234198" y="73056"/>
                  <a:pt x="234664" y="66715"/>
                  <a:pt x="234664" y="56625"/>
                </a:cubicBezTo>
                <a:lnTo>
                  <a:pt x="234664" y="26883"/>
                </a:lnTo>
                <a:lnTo>
                  <a:pt x="253362" y="26883"/>
                </a:lnTo>
                <a:lnTo>
                  <a:pt x="253362" y="97550"/>
                </a:lnTo>
                <a:lnTo>
                  <a:pt x="235995" y="97550"/>
                </a:lnTo>
                <a:close/>
                <a:moveTo>
                  <a:pt x="313670" y="75059"/>
                </a:moveTo>
                <a:lnTo>
                  <a:pt x="332302" y="78253"/>
                </a:lnTo>
                <a:cubicBezTo>
                  <a:pt x="329906" y="85062"/>
                  <a:pt x="326125" y="90247"/>
                  <a:pt x="320957" y="93807"/>
                </a:cubicBezTo>
                <a:cubicBezTo>
                  <a:pt x="315789" y="97367"/>
                  <a:pt x="309323" y="99147"/>
                  <a:pt x="301560" y="99147"/>
                </a:cubicBezTo>
                <a:cubicBezTo>
                  <a:pt x="289272" y="99147"/>
                  <a:pt x="280178" y="95132"/>
                  <a:pt x="274278" y="87103"/>
                </a:cubicBezTo>
                <a:cubicBezTo>
                  <a:pt x="269620" y="80671"/>
                  <a:pt x="267291" y="72552"/>
                  <a:pt x="267291" y="62749"/>
                </a:cubicBezTo>
                <a:cubicBezTo>
                  <a:pt x="267291" y="51037"/>
                  <a:pt x="270352" y="41866"/>
                  <a:pt x="276474" y="35234"/>
                </a:cubicBezTo>
                <a:cubicBezTo>
                  <a:pt x="282595" y="28602"/>
                  <a:pt x="290336" y="25286"/>
                  <a:pt x="299697" y="25286"/>
                </a:cubicBezTo>
                <a:cubicBezTo>
                  <a:pt x="310210" y="25286"/>
                  <a:pt x="318506" y="28757"/>
                  <a:pt x="324583" y="35700"/>
                </a:cubicBezTo>
                <a:cubicBezTo>
                  <a:pt x="330661" y="42642"/>
                  <a:pt x="333566" y="53278"/>
                  <a:pt x="333300" y="67606"/>
                </a:cubicBezTo>
                <a:lnTo>
                  <a:pt x="286455" y="67606"/>
                </a:lnTo>
                <a:cubicBezTo>
                  <a:pt x="286588" y="73151"/>
                  <a:pt x="288096" y="77465"/>
                  <a:pt x="290980" y="80549"/>
                </a:cubicBezTo>
                <a:cubicBezTo>
                  <a:pt x="293863" y="83632"/>
                  <a:pt x="297456" y="85173"/>
                  <a:pt x="301759" y="85173"/>
                </a:cubicBezTo>
                <a:cubicBezTo>
                  <a:pt x="304687" y="85173"/>
                  <a:pt x="307149" y="84375"/>
                  <a:pt x="309145" y="82778"/>
                </a:cubicBezTo>
                <a:cubicBezTo>
                  <a:pt x="311142" y="81181"/>
                  <a:pt x="312650" y="78608"/>
                  <a:pt x="313670" y="75059"/>
                </a:cubicBezTo>
                <a:moveTo>
                  <a:pt x="314735" y="56161"/>
                </a:moveTo>
                <a:cubicBezTo>
                  <a:pt x="314602" y="50771"/>
                  <a:pt x="313204" y="46673"/>
                  <a:pt x="310543" y="43867"/>
                </a:cubicBezTo>
                <a:cubicBezTo>
                  <a:pt x="307881" y="41062"/>
                  <a:pt x="304643" y="39659"/>
                  <a:pt x="300828" y="39659"/>
                </a:cubicBezTo>
                <a:cubicBezTo>
                  <a:pt x="296747" y="39659"/>
                  <a:pt x="293375" y="41139"/>
                  <a:pt x="290713" y="44098"/>
                </a:cubicBezTo>
                <a:cubicBezTo>
                  <a:pt x="288052" y="47059"/>
                  <a:pt x="286743" y="51080"/>
                  <a:pt x="286788" y="56161"/>
                </a:cubicBezTo>
                <a:lnTo>
                  <a:pt x="314735" y="56161"/>
                </a:lnTo>
                <a:close/>
                <a:moveTo>
                  <a:pt x="386603" y="97550"/>
                </a:moveTo>
                <a:lnTo>
                  <a:pt x="386603" y="0"/>
                </a:lnTo>
                <a:lnTo>
                  <a:pt x="428058" y="0"/>
                </a:lnTo>
                <a:cubicBezTo>
                  <a:pt x="438483" y="0"/>
                  <a:pt x="446057" y="876"/>
                  <a:pt x="450782" y="2628"/>
                </a:cubicBezTo>
                <a:cubicBezTo>
                  <a:pt x="455506" y="4381"/>
                  <a:pt x="459288" y="7497"/>
                  <a:pt x="462127" y="11977"/>
                </a:cubicBezTo>
                <a:cubicBezTo>
                  <a:pt x="464966" y="16458"/>
                  <a:pt x="466386" y="21582"/>
                  <a:pt x="466386" y="27349"/>
                </a:cubicBezTo>
                <a:cubicBezTo>
                  <a:pt x="466386" y="34668"/>
                  <a:pt x="464234" y="40712"/>
                  <a:pt x="459931" y="45481"/>
                </a:cubicBezTo>
                <a:cubicBezTo>
                  <a:pt x="455628" y="50250"/>
                  <a:pt x="449196" y="53255"/>
                  <a:pt x="440634" y="54498"/>
                </a:cubicBezTo>
                <a:cubicBezTo>
                  <a:pt x="444893" y="56982"/>
                  <a:pt x="448408" y="59710"/>
                  <a:pt x="451181" y="62682"/>
                </a:cubicBezTo>
                <a:cubicBezTo>
                  <a:pt x="453954" y="65654"/>
                  <a:pt x="457691" y="70933"/>
                  <a:pt x="462393" y="78519"/>
                </a:cubicBezTo>
                <a:lnTo>
                  <a:pt x="474304" y="97550"/>
                </a:lnTo>
                <a:lnTo>
                  <a:pt x="450749" y="97550"/>
                </a:lnTo>
                <a:lnTo>
                  <a:pt x="436509" y="76317"/>
                </a:lnTo>
                <a:cubicBezTo>
                  <a:pt x="431451" y="68734"/>
                  <a:pt x="427991" y="63956"/>
                  <a:pt x="426128" y="61983"/>
                </a:cubicBezTo>
                <a:cubicBezTo>
                  <a:pt x="424265" y="60009"/>
                  <a:pt x="422291" y="58656"/>
                  <a:pt x="420206" y="57924"/>
                </a:cubicBezTo>
                <a:cubicBezTo>
                  <a:pt x="418121" y="57192"/>
                  <a:pt x="414816" y="56826"/>
                  <a:pt x="410291" y="56826"/>
                </a:cubicBezTo>
                <a:lnTo>
                  <a:pt x="406299" y="56826"/>
                </a:lnTo>
                <a:lnTo>
                  <a:pt x="406299" y="97550"/>
                </a:lnTo>
                <a:lnTo>
                  <a:pt x="386603" y="97550"/>
                </a:lnTo>
                <a:moveTo>
                  <a:pt x="406299" y="41256"/>
                </a:moveTo>
                <a:lnTo>
                  <a:pt x="420871" y="41256"/>
                </a:lnTo>
                <a:cubicBezTo>
                  <a:pt x="430320" y="41256"/>
                  <a:pt x="436220" y="40856"/>
                  <a:pt x="438571" y="40058"/>
                </a:cubicBezTo>
                <a:cubicBezTo>
                  <a:pt x="440923" y="39259"/>
                  <a:pt x="442764" y="37884"/>
                  <a:pt x="444094" y="35932"/>
                </a:cubicBezTo>
                <a:cubicBezTo>
                  <a:pt x="445425" y="33981"/>
                  <a:pt x="446091" y="31541"/>
                  <a:pt x="446091" y="28613"/>
                </a:cubicBezTo>
                <a:cubicBezTo>
                  <a:pt x="446091" y="25330"/>
                  <a:pt x="445214" y="22680"/>
                  <a:pt x="443462" y="20661"/>
                </a:cubicBezTo>
                <a:cubicBezTo>
                  <a:pt x="441710" y="18643"/>
                  <a:pt x="439237" y="17367"/>
                  <a:pt x="436043" y="16835"/>
                </a:cubicBezTo>
                <a:cubicBezTo>
                  <a:pt x="434446" y="16613"/>
                  <a:pt x="429655" y="16502"/>
                  <a:pt x="421670" y="16502"/>
                </a:cubicBezTo>
                <a:lnTo>
                  <a:pt x="406299" y="16502"/>
                </a:lnTo>
                <a:lnTo>
                  <a:pt x="406299" y="41256"/>
                </a:lnTo>
                <a:close/>
                <a:moveTo>
                  <a:pt x="525717" y="75059"/>
                </a:moveTo>
                <a:lnTo>
                  <a:pt x="544348" y="78253"/>
                </a:lnTo>
                <a:cubicBezTo>
                  <a:pt x="541953" y="85062"/>
                  <a:pt x="538171" y="90247"/>
                  <a:pt x="533003" y="93807"/>
                </a:cubicBezTo>
                <a:cubicBezTo>
                  <a:pt x="527835" y="97367"/>
                  <a:pt x="521369" y="99147"/>
                  <a:pt x="513606" y="99147"/>
                </a:cubicBezTo>
                <a:cubicBezTo>
                  <a:pt x="501318" y="99147"/>
                  <a:pt x="492224" y="95132"/>
                  <a:pt x="486324" y="87103"/>
                </a:cubicBezTo>
                <a:cubicBezTo>
                  <a:pt x="481666" y="80671"/>
                  <a:pt x="479337" y="72552"/>
                  <a:pt x="479337" y="62749"/>
                </a:cubicBezTo>
                <a:cubicBezTo>
                  <a:pt x="479337" y="51037"/>
                  <a:pt x="482398" y="41866"/>
                  <a:pt x="488520" y="35234"/>
                </a:cubicBezTo>
                <a:cubicBezTo>
                  <a:pt x="494642" y="28602"/>
                  <a:pt x="502383" y="25286"/>
                  <a:pt x="511743" y="25286"/>
                </a:cubicBezTo>
                <a:cubicBezTo>
                  <a:pt x="522257" y="25286"/>
                  <a:pt x="530552" y="28757"/>
                  <a:pt x="536630" y="35700"/>
                </a:cubicBezTo>
                <a:cubicBezTo>
                  <a:pt x="542707" y="42642"/>
                  <a:pt x="545613" y="53278"/>
                  <a:pt x="545347" y="67606"/>
                </a:cubicBezTo>
                <a:lnTo>
                  <a:pt x="498501" y="67606"/>
                </a:lnTo>
                <a:cubicBezTo>
                  <a:pt x="498634" y="73151"/>
                  <a:pt x="500143" y="77465"/>
                  <a:pt x="503026" y="80549"/>
                </a:cubicBezTo>
                <a:cubicBezTo>
                  <a:pt x="505910" y="83632"/>
                  <a:pt x="509503" y="85173"/>
                  <a:pt x="513806" y="85173"/>
                </a:cubicBezTo>
                <a:cubicBezTo>
                  <a:pt x="516734" y="85173"/>
                  <a:pt x="519196" y="84375"/>
                  <a:pt x="521192" y="82778"/>
                </a:cubicBezTo>
                <a:cubicBezTo>
                  <a:pt x="523188" y="81181"/>
                  <a:pt x="524696" y="78608"/>
                  <a:pt x="525717" y="75059"/>
                </a:cubicBezTo>
                <a:moveTo>
                  <a:pt x="526781" y="56161"/>
                </a:moveTo>
                <a:cubicBezTo>
                  <a:pt x="526648" y="50771"/>
                  <a:pt x="525251" y="46673"/>
                  <a:pt x="522589" y="43867"/>
                </a:cubicBezTo>
                <a:cubicBezTo>
                  <a:pt x="519928" y="41062"/>
                  <a:pt x="516689" y="39659"/>
                  <a:pt x="512874" y="39659"/>
                </a:cubicBezTo>
                <a:cubicBezTo>
                  <a:pt x="508793" y="39659"/>
                  <a:pt x="505422" y="41139"/>
                  <a:pt x="502760" y="44098"/>
                </a:cubicBezTo>
                <a:cubicBezTo>
                  <a:pt x="500098" y="47059"/>
                  <a:pt x="498790" y="51080"/>
                  <a:pt x="498834" y="56161"/>
                </a:cubicBezTo>
                <a:lnTo>
                  <a:pt x="526781" y="56161"/>
                </a:lnTo>
                <a:close/>
                <a:moveTo>
                  <a:pt x="559622" y="26883"/>
                </a:moveTo>
                <a:lnTo>
                  <a:pt x="577056" y="26883"/>
                </a:lnTo>
                <a:lnTo>
                  <a:pt x="577056" y="37263"/>
                </a:lnTo>
                <a:cubicBezTo>
                  <a:pt x="579319" y="33714"/>
                  <a:pt x="582379" y="30831"/>
                  <a:pt x="586239" y="28613"/>
                </a:cubicBezTo>
                <a:cubicBezTo>
                  <a:pt x="590098" y="26395"/>
                  <a:pt x="594379" y="25286"/>
                  <a:pt x="599081" y="25286"/>
                </a:cubicBezTo>
                <a:cubicBezTo>
                  <a:pt x="607288" y="25286"/>
                  <a:pt x="614253" y="28502"/>
                  <a:pt x="619975" y="34934"/>
                </a:cubicBezTo>
                <a:cubicBezTo>
                  <a:pt x="625698" y="41367"/>
                  <a:pt x="628559" y="50328"/>
                  <a:pt x="628559" y="61817"/>
                </a:cubicBezTo>
                <a:cubicBezTo>
                  <a:pt x="628559" y="73617"/>
                  <a:pt x="625676" y="82789"/>
                  <a:pt x="619909" y="89332"/>
                </a:cubicBezTo>
                <a:cubicBezTo>
                  <a:pt x="614142" y="95875"/>
                  <a:pt x="607155" y="99147"/>
                  <a:pt x="598948" y="99147"/>
                </a:cubicBezTo>
                <a:cubicBezTo>
                  <a:pt x="595045" y="99147"/>
                  <a:pt x="591507" y="98371"/>
                  <a:pt x="588335" y="96818"/>
                </a:cubicBezTo>
                <a:cubicBezTo>
                  <a:pt x="585163" y="95265"/>
                  <a:pt x="581825" y="92604"/>
                  <a:pt x="578320" y="88833"/>
                </a:cubicBezTo>
                <a:lnTo>
                  <a:pt x="578320" y="124433"/>
                </a:lnTo>
                <a:lnTo>
                  <a:pt x="559622" y="124433"/>
                </a:lnTo>
                <a:lnTo>
                  <a:pt x="559622" y="26883"/>
                </a:lnTo>
                <a:moveTo>
                  <a:pt x="578121" y="60987"/>
                </a:moveTo>
                <a:cubicBezTo>
                  <a:pt x="578121" y="68916"/>
                  <a:pt x="579696" y="74773"/>
                  <a:pt x="582845" y="78561"/>
                </a:cubicBezTo>
                <a:cubicBezTo>
                  <a:pt x="585995" y="82348"/>
                  <a:pt x="589832" y="84242"/>
                  <a:pt x="594357" y="84242"/>
                </a:cubicBezTo>
                <a:cubicBezTo>
                  <a:pt x="598704" y="84242"/>
                  <a:pt x="602320" y="82503"/>
                  <a:pt x="605203" y="79026"/>
                </a:cubicBezTo>
                <a:cubicBezTo>
                  <a:pt x="608087" y="75550"/>
                  <a:pt x="609528" y="69846"/>
                  <a:pt x="609528" y="61917"/>
                </a:cubicBezTo>
                <a:cubicBezTo>
                  <a:pt x="609528" y="54520"/>
                  <a:pt x="608042" y="49027"/>
                  <a:pt x="605070" y="45440"/>
                </a:cubicBezTo>
                <a:cubicBezTo>
                  <a:pt x="602098" y="41852"/>
                  <a:pt x="598416" y="40058"/>
                  <a:pt x="594024" y="40058"/>
                </a:cubicBezTo>
                <a:cubicBezTo>
                  <a:pt x="589455" y="40058"/>
                  <a:pt x="585662" y="41819"/>
                  <a:pt x="582646" y="45340"/>
                </a:cubicBezTo>
                <a:cubicBezTo>
                  <a:pt x="579629" y="48861"/>
                  <a:pt x="578121" y="54077"/>
                  <a:pt x="578121" y="60987"/>
                </a:cubicBezTo>
                <a:close/>
                <a:moveTo>
                  <a:pt x="639096" y="61218"/>
                </a:moveTo>
                <a:cubicBezTo>
                  <a:pt x="639096" y="55008"/>
                  <a:pt x="640626" y="48997"/>
                  <a:pt x="643687" y="43185"/>
                </a:cubicBezTo>
                <a:cubicBezTo>
                  <a:pt x="646748" y="37374"/>
                  <a:pt x="651084" y="32938"/>
                  <a:pt x="656696" y="29877"/>
                </a:cubicBezTo>
                <a:cubicBezTo>
                  <a:pt x="662308" y="26816"/>
                  <a:pt x="668574" y="25286"/>
                  <a:pt x="675494" y="25286"/>
                </a:cubicBezTo>
                <a:cubicBezTo>
                  <a:pt x="686185" y="25286"/>
                  <a:pt x="694946" y="28757"/>
                  <a:pt x="701778" y="35700"/>
                </a:cubicBezTo>
                <a:cubicBezTo>
                  <a:pt x="708610" y="42642"/>
                  <a:pt x="712025" y="51414"/>
                  <a:pt x="712025" y="62017"/>
                </a:cubicBezTo>
                <a:cubicBezTo>
                  <a:pt x="712025" y="72708"/>
                  <a:pt x="708576" y="81569"/>
                  <a:pt x="701678" y="88600"/>
                </a:cubicBezTo>
                <a:cubicBezTo>
                  <a:pt x="694780" y="95631"/>
                  <a:pt x="686096" y="99147"/>
                  <a:pt x="675627" y="99147"/>
                </a:cubicBezTo>
                <a:cubicBezTo>
                  <a:pt x="669150" y="99147"/>
                  <a:pt x="662973" y="97683"/>
                  <a:pt x="657095" y="94755"/>
                </a:cubicBezTo>
                <a:cubicBezTo>
                  <a:pt x="651217" y="91827"/>
                  <a:pt x="646748" y="87535"/>
                  <a:pt x="643687" y="81879"/>
                </a:cubicBezTo>
                <a:cubicBezTo>
                  <a:pt x="640626" y="76223"/>
                  <a:pt x="639096" y="69336"/>
                  <a:pt x="639096" y="61218"/>
                </a:cubicBezTo>
                <a:moveTo>
                  <a:pt x="658260" y="62216"/>
                </a:moveTo>
                <a:cubicBezTo>
                  <a:pt x="658260" y="69203"/>
                  <a:pt x="659923" y="74554"/>
                  <a:pt x="663250" y="78269"/>
                </a:cubicBezTo>
                <a:cubicBezTo>
                  <a:pt x="666577" y="81985"/>
                  <a:pt x="670681" y="83842"/>
                  <a:pt x="675561" y="83842"/>
                </a:cubicBezTo>
                <a:cubicBezTo>
                  <a:pt x="680440" y="83842"/>
                  <a:pt x="684533" y="81985"/>
                  <a:pt x="687837" y="78269"/>
                </a:cubicBezTo>
                <a:cubicBezTo>
                  <a:pt x="691142" y="74554"/>
                  <a:pt x="692795" y="69159"/>
                  <a:pt x="692795" y="62083"/>
                </a:cubicBezTo>
                <a:cubicBezTo>
                  <a:pt x="692795" y="55185"/>
                  <a:pt x="691142" y="49878"/>
                  <a:pt x="687837" y="46163"/>
                </a:cubicBezTo>
                <a:cubicBezTo>
                  <a:pt x="684533" y="42448"/>
                  <a:pt x="680440" y="40590"/>
                  <a:pt x="675561" y="40590"/>
                </a:cubicBezTo>
                <a:cubicBezTo>
                  <a:pt x="670681" y="40590"/>
                  <a:pt x="666577" y="42448"/>
                  <a:pt x="663250" y="46163"/>
                </a:cubicBezTo>
                <a:cubicBezTo>
                  <a:pt x="659923" y="49878"/>
                  <a:pt x="658260" y="55229"/>
                  <a:pt x="658260" y="62216"/>
                </a:cubicBezTo>
                <a:close/>
                <a:moveTo>
                  <a:pt x="745131" y="97550"/>
                </a:moveTo>
                <a:lnTo>
                  <a:pt x="726433" y="97550"/>
                </a:lnTo>
                <a:lnTo>
                  <a:pt x="726433" y="26883"/>
                </a:lnTo>
                <a:lnTo>
                  <a:pt x="743801" y="26883"/>
                </a:lnTo>
                <a:lnTo>
                  <a:pt x="743801" y="36931"/>
                </a:lnTo>
                <a:cubicBezTo>
                  <a:pt x="746773" y="32184"/>
                  <a:pt x="749446" y="29056"/>
                  <a:pt x="751819" y="27548"/>
                </a:cubicBezTo>
                <a:cubicBezTo>
                  <a:pt x="754192" y="26040"/>
                  <a:pt x="756887" y="25286"/>
                  <a:pt x="759904" y="25286"/>
                </a:cubicBezTo>
                <a:cubicBezTo>
                  <a:pt x="764162" y="25286"/>
                  <a:pt x="768266" y="26461"/>
                  <a:pt x="772214" y="28812"/>
                </a:cubicBezTo>
                <a:lnTo>
                  <a:pt x="766425" y="45115"/>
                </a:lnTo>
                <a:cubicBezTo>
                  <a:pt x="763275" y="43075"/>
                  <a:pt x="760347" y="42054"/>
                  <a:pt x="757641" y="42054"/>
                </a:cubicBezTo>
                <a:cubicBezTo>
                  <a:pt x="755024" y="42054"/>
                  <a:pt x="752806" y="42775"/>
                  <a:pt x="750987" y="44217"/>
                </a:cubicBezTo>
                <a:cubicBezTo>
                  <a:pt x="749168" y="45659"/>
                  <a:pt x="747738" y="48265"/>
                  <a:pt x="746695" y="52035"/>
                </a:cubicBezTo>
                <a:cubicBezTo>
                  <a:pt x="745653" y="55806"/>
                  <a:pt x="745131" y="63702"/>
                  <a:pt x="745131" y="75724"/>
                </a:cubicBezTo>
                <a:lnTo>
                  <a:pt x="745131" y="97550"/>
                </a:lnTo>
                <a:close/>
                <a:moveTo>
                  <a:pt x="812649" y="26883"/>
                </a:moveTo>
                <a:lnTo>
                  <a:pt x="812649" y="41788"/>
                </a:lnTo>
                <a:lnTo>
                  <a:pt x="799873" y="41788"/>
                </a:lnTo>
                <a:lnTo>
                  <a:pt x="799873" y="70222"/>
                </a:lnTo>
                <a:cubicBezTo>
                  <a:pt x="799873" y="75981"/>
                  <a:pt x="799995" y="79336"/>
                  <a:pt x="800239" y="80289"/>
                </a:cubicBezTo>
                <a:cubicBezTo>
                  <a:pt x="800483" y="81240"/>
                  <a:pt x="801037" y="82026"/>
                  <a:pt x="801903" y="82647"/>
                </a:cubicBezTo>
                <a:cubicBezTo>
                  <a:pt x="802768" y="83266"/>
                  <a:pt x="803821" y="83576"/>
                  <a:pt x="805063" y="83576"/>
                </a:cubicBezTo>
                <a:cubicBezTo>
                  <a:pt x="806793" y="83576"/>
                  <a:pt x="809300" y="82977"/>
                  <a:pt x="812582" y="81780"/>
                </a:cubicBezTo>
                <a:lnTo>
                  <a:pt x="814179" y="96340"/>
                </a:lnTo>
                <a:cubicBezTo>
                  <a:pt x="809832" y="98211"/>
                  <a:pt x="804908" y="99147"/>
                  <a:pt x="799407" y="99147"/>
                </a:cubicBezTo>
                <a:cubicBezTo>
                  <a:pt x="796036" y="99147"/>
                  <a:pt x="792997" y="98581"/>
                  <a:pt x="790291" y="97450"/>
                </a:cubicBezTo>
                <a:cubicBezTo>
                  <a:pt x="787585" y="96319"/>
                  <a:pt x="785600" y="94855"/>
                  <a:pt x="784336" y="93058"/>
                </a:cubicBezTo>
                <a:cubicBezTo>
                  <a:pt x="783071" y="91262"/>
                  <a:pt x="782195" y="88833"/>
                  <a:pt x="781707" y="85772"/>
                </a:cubicBezTo>
                <a:cubicBezTo>
                  <a:pt x="781308" y="83598"/>
                  <a:pt x="781108" y="79207"/>
                  <a:pt x="781108" y="72597"/>
                </a:cubicBezTo>
                <a:lnTo>
                  <a:pt x="781108" y="41788"/>
                </a:lnTo>
                <a:lnTo>
                  <a:pt x="772524" y="41788"/>
                </a:lnTo>
                <a:lnTo>
                  <a:pt x="772524" y="26883"/>
                </a:lnTo>
                <a:lnTo>
                  <a:pt x="781108" y="26883"/>
                </a:lnTo>
                <a:lnTo>
                  <a:pt x="781108" y="12776"/>
                </a:lnTo>
                <a:lnTo>
                  <a:pt x="799873" y="1730"/>
                </a:lnTo>
                <a:lnTo>
                  <a:pt x="799873" y="26883"/>
                </a:lnTo>
                <a:lnTo>
                  <a:pt x="812649" y="26883"/>
                </a:lnTo>
                <a:close/>
                <a:moveTo>
                  <a:pt x="884935" y="83443"/>
                </a:moveTo>
                <a:lnTo>
                  <a:pt x="884935" y="58157"/>
                </a:lnTo>
                <a:lnTo>
                  <a:pt x="859384" y="58157"/>
                </a:lnTo>
                <a:lnTo>
                  <a:pt x="859384" y="40590"/>
                </a:lnTo>
                <a:lnTo>
                  <a:pt x="884935" y="40590"/>
                </a:lnTo>
                <a:lnTo>
                  <a:pt x="884935" y="15305"/>
                </a:lnTo>
                <a:lnTo>
                  <a:pt x="901970" y="15305"/>
                </a:lnTo>
                <a:lnTo>
                  <a:pt x="901970" y="40590"/>
                </a:lnTo>
                <a:lnTo>
                  <a:pt x="927589" y="40590"/>
                </a:lnTo>
                <a:lnTo>
                  <a:pt x="927589" y="58157"/>
                </a:lnTo>
                <a:lnTo>
                  <a:pt x="901970" y="58157"/>
                </a:lnTo>
                <a:lnTo>
                  <a:pt x="901970" y="83443"/>
                </a:lnTo>
                <a:lnTo>
                  <a:pt x="884935" y="8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8786A-5FCA-45CD-B5F5-FC867F3F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909" y="2499224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FileLocalization">
            <a:extLst xmlns:a="http://schemas.openxmlformats.org/drawingml/2006/main">
              <a:ext uri="{FF2B5EF4-FFF2-40B4-BE49-F238E27FC236}">
                <a16:creationId xmlns:a16="http://schemas.microsoft.com/office/drawing/2014/main" id="{ABDD9001-7369-41B8-8183-23E83F53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873" y="3849321"/>
            <a:ext cx="997243" cy="96792"/>
          </a:xfrm>
          <a:custGeom xmlns:a="http://schemas.openxmlformats.org/drawingml/2006/main">
            <a:pathLst>
              <a:path w="997243" h="96792">
                <a:moveTo>
                  <a:pt x="51439" y="7329"/>
                </a:moveTo>
                <a:cubicBezTo>
                  <a:pt x="54992" y="7329"/>
                  <a:pt x="57857" y="7196"/>
                  <a:pt x="60034" y="6930"/>
                </a:cubicBezTo>
                <a:lnTo>
                  <a:pt x="60300" y="7329"/>
                </a:lnTo>
                <a:cubicBezTo>
                  <a:pt x="60123" y="9879"/>
                  <a:pt x="60034" y="11490"/>
                  <a:pt x="60034" y="12162"/>
                </a:cubicBezTo>
                <a:cubicBezTo>
                  <a:pt x="60034" y="14437"/>
                  <a:pt x="60123" y="16311"/>
                  <a:pt x="60300" y="17784"/>
                </a:cubicBezTo>
                <a:lnTo>
                  <a:pt x="60034" y="18315"/>
                </a:lnTo>
                <a:cubicBezTo>
                  <a:pt x="47108" y="17210"/>
                  <a:pt x="34559" y="16658"/>
                  <a:pt x="22388" y="16658"/>
                </a:cubicBezTo>
                <a:cubicBezTo>
                  <a:pt x="21677" y="19090"/>
                  <a:pt x="21322" y="25080"/>
                  <a:pt x="21322" y="34629"/>
                </a:cubicBezTo>
                <a:lnTo>
                  <a:pt x="21322" y="44509"/>
                </a:lnTo>
                <a:cubicBezTo>
                  <a:pt x="31227" y="44509"/>
                  <a:pt x="41555" y="44067"/>
                  <a:pt x="52305" y="43183"/>
                </a:cubicBezTo>
                <a:lnTo>
                  <a:pt x="52705" y="43580"/>
                </a:lnTo>
                <a:cubicBezTo>
                  <a:pt x="52438" y="44781"/>
                  <a:pt x="52305" y="46479"/>
                  <a:pt x="52305" y="48673"/>
                </a:cubicBezTo>
                <a:cubicBezTo>
                  <a:pt x="52305" y="50867"/>
                  <a:pt x="52438" y="52589"/>
                  <a:pt x="52705" y="53839"/>
                </a:cubicBezTo>
                <a:lnTo>
                  <a:pt x="52305" y="54306"/>
                </a:lnTo>
                <a:cubicBezTo>
                  <a:pt x="43287" y="53416"/>
                  <a:pt x="32960" y="52949"/>
                  <a:pt x="21322" y="52904"/>
                </a:cubicBezTo>
                <a:lnTo>
                  <a:pt x="21322" y="68052"/>
                </a:lnTo>
                <a:cubicBezTo>
                  <a:pt x="21322" y="79797"/>
                  <a:pt x="21766" y="88918"/>
                  <a:pt x="22654" y="95415"/>
                </a:cubicBezTo>
                <a:lnTo>
                  <a:pt x="22388" y="95814"/>
                </a:lnTo>
                <a:cubicBezTo>
                  <a:pt x="18390" y="95548"/>
                  <a:pt x="14836" y="95415"/>
                  <a:pt x="11727" y="95415"/>
                </a:cubicBezTo>
                <a:lnTo>
                  <a:pt x="133" y="95814"/>
                </a:lnTo>
                <a:lnTo>
                  <a:pt x="0" y="95415"/>
                </a:lnTo>
                <a:cubicBezTo>
                  <a:pt x="1111" y="88035"/>
                  <a:pt x="1666" y="78922"/>
                  <a:pt x="1666" y="68075"/>
                </a:cubicBezTo>
                <a:lnTo>
                  <a:pt x="1666" y="34669"/>
                </a:lnTo>
                <a:cubicBezTo>
                  <a:pt x="1666" y="24177"/>
                  <a:pt x="1111" y="15064"/>
                  <a:pt x="0" y="7329"/>
                </a:cubicBezTo>
                <a:lnTo>
                  <a:pt x="267" y="6930"/>
                </a:lnTo>
                <a:cubicBezTo>
                  <a:pt x="4797" y="7196"/>
                  <a:pt x="8618" y="7329"/>
                  <a:pt x="11727" y="7329"/>
                </a:cubicBezTo>
                <a:lnTo>
                  <a:pt x="51439" y="7329"/>
                </a:lnTo>
                <a:close/>
                <a:moveTo>
                  <a:pt x="75817" y="19448"/>
                </a:moveTo>
                <a:cubicBezTo>
                  <a:pt x="73862" y="17575"/>
                  <a:pt x="72885" y="15268"/>
                  <a:pt x="72885" y="12526"/>
                </a:cubicBezTo>
                <a:cubicBezTo>
                  <a:pt x="72885" y="9785"/>
                  <a:pt x="73862" y="7479"/>
                  <a:pt x="75817" y="5607"/>
                </a:cubicBezTo>
                <a:cubicBezTo>
                  <a:pt x="77771" y="3735"/>
                  <a:pt x="80203" y="2798"/>
                  <a:pt x="83113" y="2798"/>
                </a:cubicBezTo>
                <a:cubicBezTo>
                  <a:pt x="86022" y="2798"/>
                  <a:pt x="88454" y="3735"/>
                  <a:pt x="90409" y="5607"/>
                </a:cubicBezTo>
                <a:cubicBezTo>
                  <a:pt x="92363" y="7479"/>
                  <a:pt x="93340" y="9785"/>
                  <a:pt x="93340" y="12526"/>
                </a:cubicBezTo>
                <a:cubicBezTo>
                  <a:pt x="93340" y="15268"/>
                  <a:pt x="92363" y="17575"/>
                  <a:pt x="90409" y="19448"/>
                </a:cubicBezTo>
                <a:cubicBezTo>
                  <a:pt x="88454" y="21319"/>
                  <a:pt x="86022" y="22255"/>
                  <a:pt x="83113" y="22255"/>
                </a:cubicBezTo>
                <a:cubicBezTo>
                  <a:pt x="80203" y="22255"/>
                  <a:pt x="77771" y="21319"/>
                  <a:pt x="75817" y="19448"/>
                </a:cubicBezTo>
                <a:moveTo>
                  <a:pt x="74084" y="63328"/>
                </a:moveTo>
                <a:cubicBezTo>
                  <a:pt x="74084" y="50654"/>
                  <a:pt x="73640" y="41849"/>
                  <a:pt x="72752" y="36913"/>
                </a:cubicBezTo>
                <a:lnTo>
                  <a:pt x="73151" y="36380"/>
                </a:lnTo>
                <a:cubicBezTo>
                  <a:pt x="73596" y="36380"/>
                  <a:pt x="74984" y="36447"/>
                  <a:pt x="77316" y="36580"/>
                </a:cubicBezTo>
                <a:cubicBezTo>
                  <a:pt x="79648" y="36713"/>
                  <a:pt x="81480" y="36780"/>
                  <a:pt x="82813" y="36780"/>
                </a:cubicBezTo>
                <a:cubicBezTo>
                  <a:pt x="85078" y="36780"/>
                  <a:pt x="88232" y="36558"/>
                  <a:pt x="92274" y="36114"/>
                </a:cubicBezTo>
                <a:cubicBezTo>
                  <a:pt x="93074" y="36114"/>
                  <a:pt x="93474" y="36580"/>
                  <a:pt x="93474" y="37513"/>
                </a:cubicBezTo>
                <a:cubicBezTo>
                  <a:pt x="92585" y="48630"/>
                  <a:pt x="92141" y="56724"/>
                  <a:pt x="92141" y="61793"/>
                </a:cubicBezTo>
                <a:lnTo>
                  <a:pt x="92141" y="70799"/>
                </a:lnTo>
                <a:cubicBezTo>
                  <a:pt x="92141" y="80716"/>
                  <a:pt x="92585" y="88921"/>
                  <a:pt x="93474" y="95415"/>
                </a:cubicBezTo>
                <a:lnTo>
                  <a:pt x="93207" y="95814"/>
                </a:lnTo>
                <a:cubicBezTo>
                  <a:pt x="89120" y="95548"/>
                  <a:pt x="85756" y="95415"/>
                  <a:pt x="83113" y="95415"/>
                </a:cubicBezTo>
                <a:cubicBezTo>
                  <a:pt x="80470" y="95415"/>
                  <a:pt x="77105" y="95548"/>
                  <a:pt x="73018" y="95814"/>
                </a:cubicBezTo>
                <a:lnTo>
                  <a:pt x="72752" y="95415"/>
                </a:lnTo>
                <a:cubicBezTo>
                  <a:pt x="73640" y="89233"/>
                  <a:pt x="74084" y="81028"/>
                  <a:pt x="74084" y="70799"/>
                </a:cubicBezTo>
                <a:lnTo>
                  <a:pt x="74084" y="63328"/>
                </a:lnTo>
                <a:close/>
                <a:moveTo>
                  <a:pt x="115444" y="68057"/>
                </a:moveTo>
                <a:lnTo>
                  <a:pt x="115444" y="30625"/>
                </a:lnTo>
                <a:cubicBezTo>
                  <a:pt x="115444" y="19593"/>
                  <a:pt x="114911" y="11031"/>
                  <a:pt x="113845" y="4937"/>
                </a:cubicBezTo>
                <a:lnTo>
                  <a:pt x="114112" y="4537"/>
                </a:lnTo>
                <a:cubicBezTo>
                  <a:pt x="116643" y="4359"/>
                  <a:pt x="120053" y="3748"/>
                  <a:pt x="124339" y="2703"/>
                </a:cubicBezTo>
                <a:cubicBezTo>
                  <a:pt x="128626" y="1657"/>
                  <a:pt x="131724" y="757"/>
                  <a:pt x="133634" y="0"/>
                </a:cubicBezTo>
                <a:cubicBezTo>
                  <a:pt x="134656" y="0"/>
                  <a:pt x="135144" y="467"/>
                  <a:pt x="135100" y="1401"/>
                </a:cubicBezTo>
                <a:cubicBezTo>
                  <a:pt x="133990" y="10165"/>
                  <a:pt x="133434" y="18727"/>
                  <a:pt x="133434" y="27089"/>
                </a:cubicBezTo>
                <a:lnTo>
                  <a:pt x="133434" y="68057"/>
                </a:lnTo>
                <a:cubicBezTo>
                  <a:pt x="133434" y="78999"/>
                  <a:pt x="133990" y="88119"/>
                  <a:pt x="135100" y="95415"/>
                </a:cubicBezTo>
                <a:lnTo>
                  <a:pt x="134834" y="95814"/>
                </a:lnTo>
                <a:cubicBezTo>
                  <a:pt x="131013" y="95548"/>
                  <a:pt x="127549" y="95415"/>
                  <a:pt x="124439" y="95415"/>
                </a:cubicBezTo>
                <a:lnTo>
                  <a:pt x="113978" y="95814"/>
                </a:lnTo>
                <a:lnTo>
                  <a:pt x="113845" y="95415"/>
                </a:lnTo>
                <a:cubicBezTo>
                  <a:pt x="114911" y="88475"/>
                  <a:pt x="115444" y="79356"/>
                  <a:pt x="115444" y="68057"/>
                </a:cubicBezTo>
                <a:close/>
                <a:moveTo>
                  <a:pt x="168655" y="57169"/>
                </a:moveTo>
                <a:lnTo>
                  <a:pt x="189443" y="57169"/>
                </a:lnTo>
                <a:cubicBezTo>
                  <a:pt x="189621" y="56998"/>
                  <a:pt x="189710" y="56082"/>
                  <a:pt x="189710" y="54420"/>
                </a:cubicBezTo>
                <a:cubicBezTo>
                  <a:pt x="189710" y="49692"/>
                  <a:pt x="188733" y="46370"/>
                  <a:pt x="186778" y="44453"/>
                </a:cubicBezTo>
                <a:cubicBezTo>
                  <a:pt x="184824" y="42536"/>
                  <a:pt x="182647" y="41577"/>
                  <a:pt x="180248" y="41577"/>
                </a:cubicBezTo>
                <a:cubicBezTo>
                  <a:pt x="177050" y="41577"/>
                  <a:pt x="174607" y="42834"/>
                  <a:pt x="172919" y="45348"/>
                </a:cubicBezTo>
                <a:cubicBezTo>
                  <a:pt x="170165" y="49224"/>
                  <a:pt x="168744" y="53164"/>
                  <a:pt x="168655" y="57169"/>
                </a:cubicBezTo>
                <a:moveTo>
                  <a:pt x="205501" y="77757"/>
                </a:moveTo>
                <a:cubicBezTo>
                  <a:pt x="206878" y="77757"/>
                  <a:pt x="207567" y="79157"/>
                  <a:pt x="207567" y="81955"/>
                </a:cubicBezTo>
                <a:cubicBezTo>
                  <a:pt x="200815" y="91816"/>
                  <a:pt x="192309" y="96747"/>
                  <a:pt x="182048" y="96747"/>
                </a:cubicBezTo>
                <a:cubicBezTo>
                  <a:pt x="172231" y="96747"/>
                  <a:pt x="164812" y="94476"/>
                  <a:pt x="159793" y="89934"/>
                </a:cubicBezTo>
                <a:cubicBezTo>
                  <a:pt x="156995" y="87397"/>
                  <a:pt x="154774" y="84092"/>
                  <a:pt x="153130" y="80019"/>
                </a:cubicBezTo>
                <a:cubicBezTo>
                  <a:pt x="151486" y="75945"/>
                  <a:pt x="150665" y="71859"/>
                  <a:pt x="150665" y="67763"/>
                </a:cubicBezTo>
                <a:cubicBezTo>
                  <a:pt x="150665" y="57768"/>
                  <a:pt x="153685" y="49773"/>
                  <a:pt x="159726" y="43776"/>
                </a:cubicBezTo>
                <a:cubicBezTo>
                  <a:pt x="165768" y="37779"/>
                  <a:pt x="172897" y="34781"/>
                  <a:pt x="181115" y="34781"/>
                </a:cubicBezTo>
                <a:cubicBezTo>
                  <a:pt x="190310" y="34781"/>
                  <a:pt x="196928" y="37094"/>
                  <a:pt x="200970" y="41721"/>
                </a:cubicBezTo>
                <a:cubicBezTo>
                  <a:pt x="205013" y="46348"/>
                  <a:pt x="207034" y="51940"/>
                  <a:pt x="207034" y="58499"/>
                </a:cubicBezTo>
                <a:cubicBezTo>
                  <a:pt x="207034" y="62143"/>
                  <a:pt x="205701" y="63965"/>
                  <a:pt x="203036" y="63965"/>
                </a:cubicBezTo>
                <a:lnTo>
                  <a:pt x="168122" y="63965"/>
                </a:lnTo>
                <a:lnTo>
                  <a:pt x="168122" y="66164"/>
                </a:lnTo>
                <a:cubicBezTo>
                  <a:pt x="168122" y="73893"/>
                  <a:pt x="169810" y="79190"/>
                  <a:pt x="173186" y="82055"/>
                </a:cubicBezTo>
                <a:cubicBezTo>
                  <a:pt x="176562" y="84920"/>
                  <a:pt x="181292" y="86353"/>
                  <a:pt x="187378" y="86353"/>
                </a:cubicBezTo>
                <a:cubicBezTo>
                  <a:pt x="190088" y="86353"/>
                  <a:pt x="193130" y="85598"/>
                  <a:pt x="196506" y="84087"/>
                </a:cubicBezTo>
                <a:cubicBezTo>
                  <a:pt x="199882" y="82577"/>
                  <a:pt x="202881" y="80467"/>
                  <a:pt x="205501" y="77757"/>
                </a:cubicBezTo>
                <a:close/>
                <a:moveTo>
                  <a:pt x="281533" y="66749"/>
                </a:moveTo>
                <a:cubicBezTo>
                  <a:pt x="281533" y="76040"/>
                  <a:pt x="281888" y="81908"/>
                  <a:pt x="282599" y="84354"/>
                </a:cubicBezTo>
                <a:cubicBezTo>
                  <a:pt x="288062" y="84354"/>
                  <a:pt x="294048" y="84110"/>
                  <a:pt x="300556" y="83621"/>
                </a:cubicBezTo>
                <a:cubicBezTo>
                  <a:pt x="307063" y="83132"/>
                  <a:pt x="312205" y="82621"/>
                  <a:pt x="315981" y="82086"/>
                </a:cubicBezTo>
                <a:lnTo>
                  <a:pt x="321644" y="81353"/>
                </a:lnTo>
                <a:lnTo>
                  <a:pt x="321911" y="81886"/>
                </a:lnTo>
                <a:cubicBezTo>
                  <a:pt x="321733" y="83352"/>
                  <a:pt x="321644" y="85952"/>
                  <a:pt x="321644" y="89684"/>
                </a:cubicBezTo>
                <a:cubicBezTo>
                  <a:pt x="321644" y="90972"/>
                  <a:pt x="321733" y="92883"/>
                  <a:pt x="321911" y="95415"/>
                </a:cubicBezTo>
                <a:lnTo>
                  <a:pt x="321644" y="95814"/>
                </a:lnTo>
                <a:cubicBezTo>
                  <a:pt x="319468" y="95548"/>
                  <a:pt x="316736" y="95415"/>
                  <a:pt x="313449" y="95415"/>
                </a:cubicBezTo>
                <a:lnTo>
                  <a:pt x="271938" y="95415"/>
                </a:lnTo>
                <a:lnTo>
                  <a:pt x="260677" y="95814"/>
                </a:lnTo>
                <a:lnTo>
                  <a:pt x="260478" y="95415"/>
                </a:lnTo>
                <a:cubicBezTo>
                  <a:pt x="261366" y="89236"/>
                  <a:pt x="261832" y="80123"/>
                  <a:pt x="261877" y="68075"/>
                </a:cubicBezTo>
                <a:lnTo>
                  <a:pt x="261877" y="34669"/>
                </a:lnTo>
                <a:cubicBezTo>
                  <a:pt x="261877" y="23555"/>
                  <a:pt x="261366" y="14442"/>
                  <a:pt x="260344" y="7329"/>
                </a:cubicBezTo>
                <a:lnTo>
                  <a:pt x="260677" y="6930"/>
                </a:lnTo>
                <a:cubicBezTo>
                  <a:pt x="264764" y="7196"/>
                  <a:pt x="268340" y="7329"/>
                  <a:pt x="271405" y="7329"/>
                </a:cubicBezTo>
                <a:lnTo>
                  <a:pt x="282732" y="6930"/>
                </a:lnTo>
                <a:lnTo>
                  <a:pt x="282865" y="7329"/>
                </a:lnTo>
                <a:cubicBezTo>
                  <a:pt x="281977" y="13332"/>
                  <a:pt x="281533" y="22445"/>
                  <a:pt x="281533" y="34671"/>
                </a:cubicBezTo>
                <a:lnTo>
                  <a:pt x="281533" y="66749"/>
                </a:lnTo>
                <a:close/>
                <a:moveTo>
                  <a:pt x="333652" y="67399"/>
                </a:moveTo>
                <a:cubicBezTo>
                  <a:pt x="333652" y="57126"/>
                  <a:pt x="336672" y="49211"/>
                  <a:pt x="342714" y="43653"/>
                </a:cubicBezTo>
                <a:cubicBezTo>
                  <a:pt x="348755" y="38094"/>
                  <a:pt x="356839" y="35358"/>
                  <a:pt x="366967" y="35447"/>
                </a:cubicBezTo>
                <a:cubicBezTo>
                  <a:pt x="377983" y="35447"/>
                  <a:pt x="386190" y="38271"/>
                  <a:pt x="391587" y="43920"/>
                </a:cubicBezTo>
                <a:cubicBezTo>
                  <a:pt x="396984" y="49567"/>
                  <a:pt x="399682" y="56992"/>
                  <a:pt x="399682" y="66197"/>
                </a:cubicBezTo>
                <a:cubicBezTo>
                  <a:pt x="399682" y="75668"/>
                  <a:pt x="396773" y="83128"/>
                  <a:pt x="390954" y="88577"/>
                </a:cubicBezTo>
                <a:cubicBezTo>
                  <a:pt x="385135" y="94024"/>
                  <a:pt x="377050" y="96747"/>
                  <a:pt x="366701" y="96747"/>
                </a:cubicBezTo>
                <a:cubicBezTo>
                  <a:pt x="356528" y="96747"/>
                  <a:pt x="348477" y="94135"/>
                  <a:pt x="342547" y="88910"/>
                </a:cubicBezTo>
                <a:cubicBezTo>
                  <a:pt x="336617" y="83685"/>
                  <a:pt x="333652" y="76514"/>
                  <a:pt x="333652" y="67399"/>
                </a:cubicBezTo>
                <a:moveTo>
                  <a:pt x="365968" y="42244"/>
                </a:moveTo>
                <a:cubicBezTo>
                  <a:pt x="362236" y="42244"/>
                  <a:pt x="359371" y="43344"/>
                  <a:pt x="357372" y="45546"/>
                </a:cubicBezTo>
                <a:cubicBezTo>
                  <a:pt x="355373" y="47748"/>
                  <a:pt x="354152" y="50261"/>
                  <a:pt x="353708" y="53086"/>
                </a:cubicBezTo>
                <a:cubicBezTo>
                  <a:pt x="353263" y="55910"/>
                  <a:pt x="353041" y="59636"/>
                  <a:pt x="353041" y="64263"/>
                </a:cubicBezTo>
                <a:cubicBezTo>
                  <a:pt x="353041" y="81388"/>
                  <a:pt x="358216" y="89951"/>
                  <a:pt x="368566" y="89951"/>
                </a:cubicBezTo>
                <a:cubicBezTo>
                  <a:pt x="376384" y="89951"/>
                  <a:pt x="380293" y="83257"/>
                  <a:pt x="380293" y="69868"/>
                </a:cubicBezTo>
                <a:cubicBezTo>
                  <a:pt x="380293" y="59948"/>
                  <a:pt x="379294" y="52865"/>
                  <a:pt x="377295" y="48617"/>
                </a:cubicBezTo>
                <a:cubicBezTo>
                  <a:pt x="375296" y="44368"/>
                  <a:pt x="371520" y="42244"/>
                  <a:pt x="365968" y="42244"/>
                </a:cubicBezTo>
                <a:close/>
                <a:moveTo>
                  <a:pt x="445402" y="42244"/>
                </a:moveTo>
                <a:cubicBezTo>
                  <a:pt x="442959" y="42244"/>
                  <a:pt x="440660" y="42822"/>
                  <a:pt x="438506" y="43978"/>
                </a:cubicBezTo>
                <a:cubicBezTo>
                  <a:pt x="436351" y="45133"/>
                  <a:pt x="434630" y="46756"/>
                  <a:pt x="433342" y="48846"/>
                </a:cubicBezTo>
                <a:cubicBezTo>
                  <a:pt x="432187" y="50669"/>
                  <a:pt x="431343" y="52870"/>
                  <a:pt x="430810" y="55449"/>
                </a:cubicBezTo>
                <a:cubicBezTo>
                  <a:pt x="430277" y="58027"/>
                  <a:pt x="430010" y="60960"/>
                  <a:pt x="430010" y="64250"/>
                </a:cubicBezTo>
                <a:cubicBezTo>
                  <a:pt x="430010" y="72084"/>
                  <a:pt x="431365" y="78180"/>
                  <a:pt x="434075" y="82540"/>
                </a:cubicBezTo>
                <a:cubicBezTo>
                  <a:pt x="435363" y="84543"/>
                  <a:pt x="437162" y="86279"/>
                  <a:pt x="439472" y="87748"/>
                </a:cubicBezTo>
                <a:cubicBezTo>
                  <a:pt x="441782" y="89217"/>
                  <a:pt x="443936" y="89951"/>
                  <a:pt x="445935" y="89951"/>
                </a:cubicBezTo>
                <a:cubicBezTo>
                  <a:pt x="452953" y="89951"/>
                  <a:pt x="458284" y="87770"/>
                  <a:pt x="461926" y="83409"/>
                </a:cubicBezTo>
                <a:lnTo>
                  <a:pt x="464125" y="84077"/>
                </a:lnTo>
                <a:cubicBezTo>
                  <a:pt x="464125" y="85634"/>
                  <a:pt x="464347" y="87415"/>
                  <a:pt x="464791" y="89418"/>
                </a:cubicBezTo>
                <a:cubicBezTo>
                  <a:pt x="461682" y="92039"/>
                  <a:pt x="458428" y="93915"/>
                  <a:pt x="455030" y="95048"/>
                </a:cubicBezTo>
                <a:cubicBezTo>
                  <a:pt x="451632" y="96181"/>
                  <a:pt x="447379" y="96747"/>
                  <a:pt x="442270" y="96747"/>
                </a:cubicBezTo>
                <a:cubicBezTo>
                  <a:pt x="431698" y="96747"/>
                  <a:pt x="423747" y="93833"/>
                  <a:pt x="418417" y="88006"/>
                </a:cubicBezTo>
                <a:cubicBezTo>
                  <a:pt x="413486" y="82624"/>
                  <a:pt x="411021" y="75886"/>
                  <a:pt x="411021" y="67790"/>
                </a:cubicBezTo>
                <a:cubicBezTo>
                  <a:pt x="411021" y="57521"/>
                  <a:pt x="414141" y="49563"/>
                  <a:pt x="420382" y="43918"/>
                </a:cubicBezTo>
                <a:cubicBezTo>
                  <a:pt x="426623" y="38271"/>
                  <a:pt x="434564" y="35447"/>
                  <a:pt x="444203" y="35447"/>
                </a:cubicBezTo>
                <a:cubicBezTo>
                  <a:pt x="447490" y="35447"/>
                  <a:pt x="451154" y="35903"/>
                  <a:pt x="455197" y="36813"/>
                </a:cubicBezTo>
                <a:cubicBezTo>
                  <a:pt x="459239" y="37724"/>
                  <a:pt x="462348" y="38779"/>
                  <a:pt x="464525" y="39978"/>
                </a:cubicBezTo>
                <a:lnTo>
                  <a:pt x="464791" y="40378"/>
                </a:lnTo>
                <a:lnTo>
                  <a:pt x="461527" y="53571"/>
                </a:lnTo>
                <a:lnTo>
                  <a:pt x="457662" y="53704"/>
                </a:lnTo>
                <a:cubicBezTo>
                  <a:pt x="454597" y="46064"/>
                  <a:pt x="450510" y="42244"/>
                  <a:pt x="445402" y="42244"/>
                </a:cubicBezTo>
                <a:close/>
                <a:moveTo>
                  <a:pt x="511734" y="65098"/>
                </a:moveTo>
                <a:lnTo>
                  <a:pt x="500806" y="67963"/>
                </a:lnTo>
                <a:cubicBezTo>
                  <a:pt x="495076" y="69518"/>
                  <a:pt x="492211" y="73804"/>
                  <a:pt x="492211" y="80822"/>
                </a:cubicBezTo>
                <a:cubicBezTo>
                  <a:pt x="492211" y="82733"/>
                  <a:pt x="492899" y="84509"/>
                  <a:pt x="494276" y="86153"/>
                </a:cubicBezTo>
                <a:cubicBezTo>
                  <a:pt x="495653" y="87796"/>
                  <a:pt x="497341" y="88618"/>
                  <a:pt x="499340" y="88618"/>
                </a:cubicBezTo>
                <a:cubicBezTo>
                  <a:pt x="502983" y="88618"/>
                  <a:pt x="506336" y="87064"/>
                  <a:pt x="509401" y="83954"/>
                </a:cubicBezTo>
                <a:cubicBezTo>
                  <a:pt x="509846" y="83510"/>
                  <a:pt x="510301" y="82599"/>
                  <a:pt x="510767" y="81222"/>
                </a:cubicBezTo>
                <a:cubicBezTo>
                  <a:pt x="511234" y="79845"/>
                  <a:pt x="511467" y="78713"/>
                  <a:pt x="511467" y="77824"/>
                </a:cubicBezTo>
                <a:lnTo>
                  <a:pt x="511734" y="65098"/>
                </a:lnTo>
                <a:moveTo>
                  <a:pt x="528924" y="84427"/>
                </a:moveTo>
                <a:cubicBezTo>
                  <a:pt x="528924" y="86540"/>
                  <a:pt x="529535" y="87900"/>
                  <a:pt x="530756" y="88508"/>
                </a:cubicBezTo>
                <a:cubicBezTo>
                  <a:pt x="531978" y="89114"/>
                  <a:pt x="534143" y="89418"/>
                  <a:pt x="537253" y="89418"/>
                </a:cubicBezTo>
                <a:cubicBezTo>
                  <a:pt x="537964" y="90040"/>
                  <a:pt x="538408" y="90995"/>
                  <a:pt x="538586" y="92283"/>
                </a:cubicBezTo>
                <a:cubicBezTo>
                  <a:pt x="534677" y="95303"/>
                  <a:pt x="529279" y="96792"/>
                  <a:pt x="522394" y="96747"/>
                </a:cubicBezTo>
                <a:cubicBezTo>
                  <a:pt x="519463" y="96747"/>
                  <a:pt x="517175" y="96136"/>
                  <a:pt x="515531" y="94915"/>
                </a:cubicBezTo>
                <a:cubicBezTo>
                  <a:pt x="513888" y="93693"/>
                  <a:pt x="512578" y="91683"/>
                  <a:pt x="511600" y="88885"/>
                </a:cubicBezTo>
                <a:lnTo>
                  <a:pt x="511334" y="88885"/>
                </a:lnTo>
                <a:cubicBezTo>
                  <a:pt x="506048" y="94171"/>
                  <a:pt x="499807" y="96792"/>
                  <a:pt x="492611" y="96747"/>
                </a:cubicBezTo>
                <a:cubicBezTo>
                  <a:pt x="487502" y="96747"/>
                  <a:pt x="483116" y="95406"/>
                  <a:pt x="479451" y="92724"/>
                </a:cubicBezTo>
                <a:cubicBezTo>
                  <a:pt x="475787" y="90041"/>
                  <a:pt x="473954" y="86442"/>
                  <a:pt x="473954" y="81926"/>
                </a:cubicBezTo>
                <a:cubicBezTo>
                  <a:pt x="473954" y="77342"/>
                  <a:pt x="475798" y="73376"/>
                  <a:pt x="479484" y="70026"/>
                </a:cubicBezTo>
                <a:cubicBezTo>
                  <a:pt x="483171" y="66677"/>
                  <a:pt x="488324" y="64175"/>
                  <a:pt x="494943" y="62522"/>
                </a:cubicBezTo>
                <a:lnTo>
                  <a:pt x="510934" y="58485"/>
                </a:lnTo>
                <a:cubicBezTo>
                  <a:pt x="511467" y="58299"/>
                  <a:pt x="511734" y="57718"/>
                  <a:pt x="511734" y="56742"/>
                </a:cubicBezTo>
                <a:cubicBezTo>
                  <a:pt x="511734" y="51398"/>
                  <a:pt x="510956" y="47645"/>
                  <a:pt x="509401" y="45486"/>
                </a:cubicBezTo>
                <a:cubicBezTo>
                  <a:pt x="507847" y="43324"/>
                  <a:pt x="505492" y="42244"/>
                  <a:pt x="502339" y="42244"/>
                </a:cubicBezTo>
                <a:cubicBezTo>
                  <a:pt x="496075" y="42244"/>
                  <a:pt x="490478" y="45871"/>
                  <a:pt x="485548" y="53127"/>
                </a:cubicBezTo>
                <a:lnTo>
                  <a:pt x="481017" y="52992"/>
                </a:lnTo>
                <a:lnTo>
                  <a:pt x="478285" y="42650"/>
                </a:lnTo>
                <a:lnTo>
                  <a:pt x="478685" y="42096"/>
                </a:lnTo>
                <a:cubicBezTo>
                  <a:pt x="480506" y="40577"/>
                  <a:pt x="483971" y="39090"/>
                  <a:pt x="489079" y="37634"/>
                </a:cubicBezTo>
                <a:cubicBezTo>
                  <a:pt x="494188" y="36176"/>
                  <a:pt x="499007" y="35447"/>
                  <a:pt x="503538" y="35447"/>
                </a:cubicBezTo>
                <a:cubicBezTo>
                  <a:pt x="507225" y="35403"/>
                  <a:pt x="511056" y="35839"/>
                  <a:pt x="515032" y="36757"/>
                </a:cubicBezTo>
                <a:cubicBezTo>
                  <a:pt x="519007" y="37673"/>
                  <a:pt x="521995" y="39026"/>
                  <a:pt x="523993" y="40815"/>
                </a:cubicBezTo>
                <a:cubicBezTo>
                  <a:pt x="527636" y="44045"/>
                  <a:pt x="529457" y="49501"/>
                  <a:pt x="529457" y="57183"/>
                </a:cubicBezTo>
                <a:cubicBezTo>
                  <a:pt x="529457" y="57454"/>
                  <a:pt x="529368" y="61668"/>
                  <a:pt x="529191" y="69826"/>
                </a:cubicBezTo>
                <a:cubicBezTo>
                  <a:pt x="529013" y="77983"/>
                  <a:pt x="528924" y="82850"/>
                  <a:pt x="528924" y="84427"/>
                </a:cubicBezTo>
                <a:close/>
                <a:moveTo>
                  <a:pt x="550611" y="68057"/>
                </a:moveTo>
                <a:lnTo>
                  <a:pt x="550611" y="30625"/>
                </a:lnTo>
                <a:cubicBezTo>
                  <a:pt x="550611" y="19593"/>
                  <a:pt x="550078" y="11031"/>
                  <a:pt x="549012" y="4937"/>
                </a:cubicBezTo>
                <a:lnTo>
                  <a:pt x="549278" y="4537"/>
                </a:lnTo>
                <a:cubicBezTo>
                  <a:pt x="551810" y="4359"/>
                  <a:pt x="555220" y="3748"/>
                  <a:pt x="559506" y="2703"/>
                </a:cubicBezTo>
                <a:cubicBezTo>
                  <a:pt x="563793" y="1657"/>
                  <a:pt x="566891" y="757"/>
                  <a:pt x="568801" y="0"/>
                </a:cubicBezTo>
                <a:cubicBezTo>
                  <a:pt x="569823" y="0"/>
                  <a:pt x="570311" y="467"/>
                  <a:pt x="570267" y="1401"/>
                </a:cubicBezTo>
                <a:cubicBezTo>
                  <a:pt x="569157" y="10165"/>
                  <a:pt x="568601" y="18727"/>
                  <a:pt x="568601" y="27089"/>
                </a:cubicBezTo>
                <a:lnTo>
                  <a:pt x="568601" y="68057"/>
                </a:lnTo>
                <a:cubicBezTo>
                  <a:pt x="568601" y="78999"/>
                  <a:pt x="569157" y="88119"/>
                  <a:pt x="570267" y="95415"/>
                </a:cubicBezTo>
                <a:lnTo>
                  <a:pt x="570001" y="95814"/>
                </a:lnTo>
                <a:cubicBezTo>
                  <a:pt x="566180" y="95548"/>
                  <a:pt x="562716" y="95415"/>
                  <a:pt x="559606" y="95415"/>
                </a:cubicBezTo>
                <a:lnTo>
                  <a:pt x="549145" y="95814"/>
                </a:lnTo>
                <a:lnTo>
                  <a:pt x="549012" y="95415"/>
                </a:lnTo>
                <a:cubicBezTo>
                  <a:pt x="550078" y="88475"/>
                  <a:pt x="550611" y="79356"/>
                  <a:pt x="550611" y="68057"/>
                </a:cubicBezTo>
                <a:close/>
                <a:moveTo>
                  <a:pt x="594360" y="19448"/>
                </a:moveTo>
                <a:cubicBezTo>
                  <a:pt x="592405" y="17575"/>
                  <a:pt x="591428" y="15268"/>
                  <a:pt x="591428" y="12526"/>
                </a:cubicBezTo>
                <a:cubicBezTo>
                  <a:pt x="591428" y="9785"/>
                  <a:pt x="592405" y="7479"/>
                  <a:pt x="594360" y="5607"/>
                </a:cubicBezTo>
                <a:cubicBezTo>
                  <a:pt x="596314" y="3735"/>
                  <a:pt x="598746" y="2798"/>
                  <a:pt x="601656" y="2798"/>
                </a:cubicBezTo>
                <a:cubicBezTo>
                  <a:pt x="604565" y="2798"/>
                  <a:pt x="606997" y="3735"/>
                  <a:pt x="608952" y="5607"/>
                </a:cubicBezTo>
                <a:cubicBezTo>
                  <a:pt x="610906" y="7479"/>
                  <a:pt x="611883" y="9785"/>
                  <a:pt x="611883" y="12526"/>
                </a:cubicBezTo>
                <a:cubicBezTo>
                  <a:pt x="611883" y="15268"/>
                  <a:pt x="610906" y="17575"/>
                  <a:pt x="608952" y="19448"/>
                </a:cubicBezTo>
                <a:cubicBezTo>
                  <a:pt x="606997" y="21319"/>
                  <a:pt x="604565" y="22255"/>
                  <a:pt x="601656" y="22255"/>
                </a:cubicBezTo>
                <a:cubicBezTo>
                  <a:pt x="598746" y="22255"/>
                  <a:pt x="596314" y="21319"/>
                  <a:pt x="594360" y="19448"/>
                </a:cubicBezTo>
                <a:moveTo>
                  <a:pt x="592627" y="63328"/>
                </a:moveTo>
                <a:cubicBezTo>
                  <a:pt x="592627" y="50654"/>
                  <a:pt x="592183" y="41849"/>
                  <a:pt x="591295" y="36913"/>
                </a:cubicBezTo>
                <a:lnTo>
                  <a:pt x="591695" y="36380"/>
                </a:lnTo>
                <a:cubicBezTo>
                  <a:pt x="592139" y="36380"/>
                  <a:pt x="593527" y="36447"/>
                  <a:pt x="595859" y="36580"/>
                </a:cubicBezTo>
                <a:cubicBezTo>
                  <a:pt x="598191" y="36713"/>
                  <a:pt x="600023" y="36780"/>
                  <a:pt x="601356" y="36780"/>
                </a:cubicBezTo>
                <a:cubicBezTo>
                  <a:pt x="603621" y="36780"/>
                  <a:pt x="606775" y="36558"/>
                  <a:pt x="610817" y="36114"/>
                </a:cubicBezTo>
                <a:cubicBezTo>
                  <a:pt x="611617" y="36114"/>
                  <a:pt x="612017" y="36580"/>
                  <a:pt x="612017" y="37513"/>
                </a:cubicBezTo>
                <a:cubicBezTo>
                  <a:pt x="611128" y="48630"/>
                  <a:pt x="610684" y="56724"/>
                  <a:pt x="610684" y="61793"/>
                </a:cubicBezTo>
                <a:lnTo>
                  <a:pt x="610684" y="70799"/>
                </a:lnTo>
                <a:cubicBezTo>
                  <a:pt x="610684" y="80716"/>
                  <a:pt x="611128" y="88921"/>
                  <a:pt x="612017" y="95415"/>
                </a:cubicBezTo>
                <a:lnTo>
                  <a:pt x="611750" y="95814"/>
                </a:lnTo>
                <a:cubicBezTo>
                  <a:pt x="607664" y="95548"/>
                  <a:pt x="604299" y="95415"/>
                  <a:pt x="601656" y="95415"/>
                </a:cubicBezTo>
                <a:cubicBezTo>
                  <a:pt x="599013" y="95415"/>
                  <a:pt x="595648" y="95548"/>
                  <a:pt x="591561" y="95814"/>
                </a:cubicBezTo>
                <a:lnTo>
                  <a:pt x="591295" y="95415"/>
                </a:lnTo>
                <a:cubicBezTo>
                  <a:pt x="592183" y="89233"/>
                  <a:pt x="592627" y="81028"/>
                  <a:pt x="592627" y="70799"/>
                </a:cubicBezTo>
                <a:lnTo>
                  <a:pt x="592627" y="63328"/>
                </a:lnTo>
                <a:close/>
                <a:moveTo>
                  <a:pt x="659650" y="44909"/>
                </a:moveTo>
                <a:cubicBezTo>
                  <a:pt x="655119" y="44998"/>
                  <a:pt x="650444" y="45164"/>
                  <a:pt x="645624" y="45409"/>
                </a:cubicBezTo>
                <a:cubicBezTo>
                  <a:pt x="640805" y="45651"/>
                  <a:pt x="637107" y="45884"/>
                  <a:pt x="634530" y="46106"/>
                </a:cubicBezTo>
                <a:lnTo>
                  <a:pt x="630732" y="46439"/>
                </a:lnTo>
                <a:lnTo>
                  <a:pt x="630466" y="46039"/>
                </a:lnTo>
                <a:cubicBezTo>
                  <a:pt x="630644" y="44565"/>
                  <a:pt x="630732" y="42956"/>
                  <a:pt x="630732" y="41213"/>
                </a:cubicBezTo>
                <a:cubicBezTo>
                  <a:pt x="630732" y="40676"/>
                  <a:pt x="630644" y="39198"/>
                  <a:pt x="630466" y="36780"/>
                </a:cubicBezTo>
                <a:lnTo>
                  <a:pt x="630732" y="36380"/>
                </a:lnTo>
                <a:cubicBezTo>
                  <a:pt x="632820" y="36647"/>
                  <a:pt x="635374" y="36780"/>
                  <a:pt x="638395" y="36780"/>
                </a:cubicBezTo>
                <a:lnTo>
                  <a:pt x="672776" y="36780"/>
                </a:lnTo>
                <a:cubicBezTo>
                  <a:pt x="673975" y="36780"/>
                  <a:pt x="675430" y="36713"/>
                  <a:pt x="677140" y="36580"/>
                </a:cubicBezTo>
                <a:cubicBezTo>
                  <a:pt x="678850" y="36447"/>
                  <a:pt x="680361" y="36313"/>
                  <a:pt x="681671" y="36180"/>
                </a:cubicBezTo>
                <a:cubicBezTo>
                  <a:pt x="682982" y="36047"/>
                  <a:pt x="683703" y="35980"/>
                  <a:pt x="683837" y="35980"/>
                </a:cubicBezTo>
                <a:cubicBezTo>
                  <a:pt x="684281" y="35980"/>
                  <a:pt x="684503" y="36247"/>
                  <a:pt x="684503" y="36780"/>
                </a:cubicBezTo>
                <a:cubicBezTo>
                  <a:pt x="683881" y="37491"/>
                  <a:pt x="682504" y="39401"/>
                  <a:pt x="680372" y="42510"/>
                </a:cubicBezTo>
                <a:lnTo>
                  <a:pt x="649988" y="87286"/>
                </a:lnTo>
                <a:cubicBezTo>
                  <a:pt x="654830" y="87286"/>
                  <a:pt x="660016" y="87153"/>
                  <a:pt x="665547" y="86888"/>
                </a:cubicBezTo>
                <a:cubicBezTo>
                  <a:pt x="671077" y="86621"/>
                  <a:pt x="675419" y="86377"/>
                  <a:pt x="678573" y="86155"/>
                </a:cubicBezTo>
                <a:lnTo>
                  <a:pt x="683237" y="85822"/>
                </a:lnTo>
                <a:lnTo>
                  <a:pt x="683503" y="86222"/>
                </a:lnTo>
                <a:cubicBezTo>
                  <a:pt x="683326" y="87697"/>
                  <a:pt x="683237" y="89284"/>
                  <a:pt x="683237" y="90982"/>
                </a:cubicBezTo>
                <a:cubicBezTo>
                  <a:pt x="683237" y="91519"/>
                  <a:pt x="683326" y="92996"/>
                  <a:pt x="683503" y="95415"/>
                </a:cubicBezTo>
                <a:lnTo>
                  <a:pt x="683237" y="95814"/>
                </a:lnTo>
                <a:cubicBezTo>
                  <a:pt x="681238" y="95548"/>
                  <a:pt x="678706" y="95415"/>
                  <a:pt x="675641" y="95415"/>
                </a:cubicBezTo>
                <a:lnTo>
                  <a:pt x="644791" y="95415"/>
                </a:lnTo>
                <a:lnTo>
                  <a:pt x="625802" y="95814"/>
                </a:lnTo>
                <a:lnTo>
                  <a:pt x="625535" y="94473"/>
                </a:lnTo>
                <a:cubicBezTo>
                  <a:pt x="626735" y="93274"/>
                  <a:pt x="627690" y="92119"/>
                  <a:pt x="628400" y="91009"/>
                </a:cubicBezTo>
                <a:lnTo>
                  <a:pt x="659650" y="44909"/>
                </a:lnTo>
                <a:close/>
                <a:moveTo>
                  <a:pt x="731160" y="65098"/>
                </a:moveTo>
                <a:lnTo>
                  <a:pt x="720232" y="67963"/>
                </a:lnTo>
                <a:cubicBezTo>
                  <a:pt x="714502" y="69518"/>
                  <a:pt x="711637" y="73804"/>
                  <a:pt x="711637" y="80822"/>
                </a:cubicBezTo>
                <a:cubicBezTo>
                  <a:pt x="711637" y="82733"/>
                  <a:pt x="712326" y="84509"/>
                  <a:pt x="713703" y="86153"/>
                </a:cubicBezTo>
                <a:cubicBezTo>
                  <a:pt x="715080" y="87796"/>
                  <a:pt x="716768" y="88618"/>
                  <a:pt x="718767" y="88618"/>
                </a:cubicBezTo>
                <a:cubicBezTo>
                  <a:pt x="722409" y="88618"/>
                  <a:pt x="725763" y="87064"/>
                  <a:pt x="728828" y="83954"/>
                </a:cubicBezTo>
                <a:cubicBezTo>
                  <a:pt x="729272" y="83510"/>
                  <a:pt x="729727" y="82599"/>
                  <a:pt x="730194" y="81222"/>
                </a:cubicBezTo>
                <a:cubicBezTo>
                  <a:pt x="730660" y="79845"/>
                  <a:pt x="730893" y="78713"/>
                  <a:pt x="730893" y="77824"/>
                </a:cubicBezTo>
                <a:lnTo>
                  <a:pt x="731160" y="65098"/>
                </a:lnTo>
                <a:moveTo>
                  <a:pt x="748350" y="84427"/>
                </a:moveTo>
                <a:cubicBezTo>
                  <a:pt x="748350" y="86540"/>
                  <a:pt x="748961" y="87900"/>
                  <a:pt x="750183" y="88508"/>
                </a:cubicBezTo>
                <a:cubicBezTo>
                  <a:pt x="751404" y="89114"/>
                  <a:pt x="753570" y="89418"/>
                  <a:pt x="756679" y="89418"/>
                </a:cubicBezTo>
                <a:cubicBezTo>
                  <a:pt x="757390" y="90040"/>
                  <a:pt x="757834" y="90995"/>
                  <a:pt x="758012" y="92283"/>
                </a:cubicBezTo>
                <a:cubicBezTo>
                  <a:pt x="754103" y="95303"/>
                  <a:pt x="748706" y="96792"/>
                  <a:pt x="741821" y="96747"/>
                </a:cubicBezTo>
                <a:cubicBezTo>
                  <a:pt x="738889" y="96747"/>
                  <a:pt x="736601" y="96136"/>
                  <a:pt x="734958" y="94915"/>
                </a:cubicBezTo>
                <a:cubicBezTo>
                  <a:pt x="733314" y="93693"/>
                  <a:pt x="732004" y="91683"/>
                  <a:pt x="731027" y="88885"/>
                </a:cubicBezTo>
                <a:lnTo>
                  <a:pt x="730760" y="88885"/>
                </a:lnTo>
                <a:cubicBezTo>
                  <a:pt x="725474" y="94171"/>
                  <a:pt x="719233" y="96792"/>
                  <a:pt x="712037" y="96747"/>
                </a:cubicBezTo>
                <a:cubicBezTo>
                  <a:pt x="706929" y="96747"/>
                  <a:pt x="702542" y="95406"/>
                  <a:pt x="698877" y="92724"/>
                </a:cubicBezTo>
                <a:cubicBezTo>
                  <a:pt x="695213" y="90041"/>
                  <a:pt x="693380" y="86442"/>
                  <a:pt x="693380" y="81926"/>
                </a:cubicBezTo>
                <a:cubicBezTo>
                  <a:pt x="693380" y="77342"/>
                  <a:pt x="695224" y="73376"/>
                  <a:pt x="698911" y="70026"/>
                </a:cubicBezTo>
                <a:cubicBezTo>
                  <a:pt x="702598" y="66677"/>
                  <a:pt x="707750" y="64175"/>
                  <a:pt x="714369" y="62522"/>
                </a:cubicBezTo>
                <a:lnTo>
                  <a:pt x="730360" y="58485"/>
                </a:lnTo>
                <a:cubicBezTo>
                  <a:pt x="730893" y="58299"/>
                  <a:pt x="731160" y="57718"/>
                  <a:pt x="731160" y="56742"/>
                </a:cubicBezTo>
                <a:cubicBezTo>
                  <a:pt x="731160" y="51398"/>
                  <a:pt x="730382" y="47645"/>
                  <a:pt x="728828" y="45486"/>
                </a:cubicBezTo>
                <a:cubicBezTo>
                  <a:pt x="727273" y="43324"/>
                  <a:pt x="724919" y="42244"/>
                  <a:pt x="721765" y="42244"/>
                </a:cubicBezTo>
                <a:cubicBezTo>
                  <a:pt x="715502" y="42244"/>
                  <a:pt x="709905" y="45871"/>
                  <a:pt x="704974" y="53127"/>
                </a:cubicBezTo>
                <a:lnTo>
                  <a:pt x="700443" y="52992"/>
                </a:lnTo>
                <a:lnTo>
                  <a:pt x="697711" y="42650"/>
                </a:lnTo>
                <a:lnTo>
                  <a:pt x="698111" y="42096"/>
                </a:lnTo>
                <a:cubicBezTo>
                  <a:pt x="699932" y="40577"/>
                  <a:pt x="703397" y="39090"/>
                  <a:pt x="708506" y="37634"/>
                </a:cubicBezTo>
                <a:cubicBezTo>
                  <a:pt x="713614" y="36176"/>
                  <a:pt x="718433" y="35447"/>
                  <a:pt x="722964" y="35447"/>
                </a:cubicBezTo>
                <a:cubicBezTo>
                  <a:pt x="726651" y="35403"/>
                  <a:pt x="730482" y="35839"/>
                  <a:pt x="734458" y="36757"/>
                </a:cubicBezTo>
                <a:cubicBezTo>
                  <a:pt x="738434" y="37673"/>
                  <a:pt x="741421" y="39026"/>
                  <a:pt x="743420" y="40815"/>
                </a:cubicBezTo>
                <a:cubicBezTo>
                  <a:pt x="747062" y="44045"/>
                  <a:pt x="748883" y="49501"/>
                  <a:pt x="748883" y="57183"/>
                </a:cubicBezTo>
                <a:cubicBezTo>
                  <a:pt x="748883" y="57454"/>
                  <a:pt x="748795" y="61668"/>
                  <a:pt x="748617" y="69826"/>
                </a:cubicBezTo>
                <a:cubicBezTo>
                  <a:pt x="748439" y="77983"/>
                  <a:pt x="748350" y="82850"/>
                  <a:pt x="748350" y="84427"/>
                </a:cubicBezTo>
                <a:close/>
                <a:moveTo>
                  <a:pt x="762394" y="43576"/>
                </a:moveTo>
                <a:cubicBezTo>
                  <a:pt x="761195" y="43576"/>
                  <a:pt x="760617" y="42850"/>
                  <a:pt x="760662" y="41398"/>
                </a:cubicBezTo>
                <a:cubicBezTo>
                  <a:pt x="760662" y="40386"/>
                  <a:pt x="760973" y="39364"/>
                  <a:pt x="761594" y="38331"/>
                </a:cubicBezTo>
                <a:cubicBezTo>
                  <a:pt x="762216" y="37297"/>
                  <a:pt x="762860" y="36780"/>
                  <a:pt x="763527" y="36780"/>
                </a:cubicBezTo>
                <a:lnTo>
                  <a:pt x="771389" y="36780"/>
                </a:lnTo>
                <a:cubicBezTo>
                  <a:pt x="771389" y="31405"/>
                  <a:pt x="771078" y="26830"/>
                  <a:pt x="770456" y="23054"/>
                </a:cubicBezTo>
                <a:lnTo>
                  <a:pt x="770723" y="22588"/>
                </a:lnTo>
                <a:cubicBezTo>
                  <a:pt x="774365" y="21788"/>
                  <a:pt x="780273" y="19745"/>
                  <a:pt x="788446" y="16458"/>
                </a:cubicBezTo>
                <a:cubicBezTo>
                  <a:pt x="789246" y="16458"/>
                  <a:pt x="789668" y="16924"/>
                  <a:pt x="789712" y="17857"/>
                </a:cubicBezTo>
                <a:cubicBezTo>
                  <a:pt x="789268" y="24520"/>
                  <a:pt x="789046" y="30828"/>
                  <a:pt x="789046" y="36780"/>
                </a:cubicBezTo>
                <a:lnTo>
                  <a:pt x="803638" y="36780"/>
                </a:lnTo>
                <a:cubicBezTo>
                  <a:pt x="804349" y="36780"/>
                  <a:pt x="804704" y="37066"/>
                  <a:pt x="804704" y="37638"/>
                </a:cubicBezTo>
                <a:lnTo>
                  <a:pt x="804704" y="41794"/>
                </a:lnTo>
                <a:cubicBezTo>
                  <a:pt x="804704" y="42982"/>
                  <a:pt x="803616" y="43576"/>
                  <a:pt x="801439" y="43576"/>
                </a:cubicBezTo>
                <a:lnTo>
                  <a:pt x="789046" y="43576"/>
                </a:lnTo>
                <a:lnTo>
                  <a:pt x="788713" y="58191"/>
                </a:lnTo>
                <a:cubicBezTo>
                  <a:pt x="788624" y="63173"/>
                  <a:pt x="788580" y="69601"/>
                  <a:pt x="788580" y="77474"/>
                </a:cubicBezTo>
                <a:cubicBezTo>
                  <a:pt x="788580" y="78186"/>
                  <a:pt x="788602" y="78865"/>
                  <a:pt x="788646" y="79511"/>
                </a:cubicBezTo>
                <a:cubicBezTo>
                  <a:pt x="788691" y="80156"/>
                  <a:pt x="788757" y="80802"/>
                  <a:pt x="788846" y="81447"/>
                </a:cubicBezTo>
                <a:cubicBezTo>
                  <a:pt x="788935" y="82091"/>
                  <a:pt x="789057" y="82692"/>
                  <a:pt x="789213" y="83248"/>
                </a:cubicBezTo>
                <a:cubicBezTo>
                  <a:pt x="789368" y="83803"/>
                  <a:pt x="789546" y="84326"/>
                  <a:pt x="789746" y="84816"/>
                </a:cubicBezTo>
                <a:cubicBezTo>
                  <a:pt x="789946" y="85305"/>
                  <a:pt x="790179" y="85739"/>
                  <a:pt x="790445" y="86118"/>
                </a:cubicBezTo>
                <a:cubicBezTo>
                  <a:pt x="790712" y="86495"/>
                  <a:pt x="791001" y="86829"/>
                  <a:pt x="791312" y="87119"/>
                </a:cubicBezTo>
                <a:cubicBezTo>
                  <a:pt x="791622" y="87408"/>
                  <a:pt x="791978" y="87619"/>
                  <a:pt x="792378" y="87752"/>
                </a:cubicBezTo>
                <a:cubicBezTo>
                  <a:pt x="792777" y="87885"/>
                  <a:pt x="793199" y="87952"/>
                  <a:pt x="793644" y="87952"/>
                </a:cubicBezTo>
                <a:cubicBezTo>
                  <a:pt x="796753" y="87952"/>
                  <a:pt x="799396" y="87418"/>
                  <a:pt x="801573" y="86351"/>
                </a:cubicBezTo>
                <a:cubicBezTo>
                  <a:pt x="803127" y="87334"/>
                  <a:pt x="803905" y="89210"/>
                  <a:pt x="803905" y="91981"/>
                </a:cubicBezTo>
                <a:cubicBezTo>
                  <a:pt x="798619" y="95203"/>
                  <a:pt x="791933" y="96792"/>
                  <a:pt x="783849" y="96747"/>
                </a:cubicBezTo>
                <a:cubicBezTo>
                  <a:pt x="779762" y="96747"/>
                  <a:pt x="776531" y="95396"/>
                  <a:pt x="774154" y="92695"/>
                </a:cubicBezTo>
                <a:cubicBezTo>
                  <a:pt x="771778" y="89992"/>
                  <a:pt x="770590" y="86877"/>
                  <a:pt x="770590" y="83348"/>
                </a:cubicBezTo>
                <a:cubicBezTo>
                  <a:pt x="770590" y="78499"/>
                  <a:pt x="770723" y="70603"/>
                  <a:pt x="770989" y="59659"/>
                </a:cubicBezTo>
                <a:lnTo>
                  <a:pt x="771389" y="43576"/>
                </a:lnTo>
                <a:lnTo>
                  <a:pt x="762394" y="43576"/>
                </a:lnTo>
                <a:close/>
                <a:moveTo>
                  <a:pt x="820882" y="19448"/>
                </a:moveTo>
                <a:cubicBezTo>
                  <a:pt x="818928" y="17575"/>
                  <a:pt x="817950" y="15268"/>
                  <a:pt x="817950" y="12526"/>
                </a:cubicBezTo>
                <a:cubicBezTo>
                  <a:pt x="817950" y="9785"/>
                  <a:pt x="818928" y="7479"/>
                  <a:pt x="820882" y="5607"/>
                </a:cubicBezTo>
                <a:cubicBezTo>
                  <a:pt x="822837" y="3735"/>
                  <a:pt x="825269" y="2798"/>
                  <a:pt x="828178" y="2798"/>
                </a:cubicBezTo>
                <a:cubicBezTo>
                  <a:pt x="831088" y="2798"/>
                  <a:pt x="833520" y="3735"/>
                  <a:pt x="835474" y="5607"/>
                </a:cubicBezTo>
                <a:cubicBezTo>
                  <a:pt x="837429" y="7479"/>
                  <a:pt x="838406" y="9785"/>
                  <a:pt x="838406" y="12526"/>
                </a:cubicBezTo>
                <a:cubicBezTo>
                  <a:pt x="838406" y="15268"/>
                  <a:pt x="837429" y="17575"/>
                  <a:pt x="835474" y="19448"/>
                </a:cubicBezTo>
                <a:cubicBezTo>
                  <a:pt x="833520" y="21319"/>
                  <a:pt x="831088" y="22255"/>
                  <a:pt x="828178" y="22255"/>
                </a:cubicBezTo>
                <a:cubicBezTo>
                  <a:pt x="825269" y="22255"/>
                  <a:pt x="822837" y="21319"/>
                  <a:pt x="820882" y="19448"/>
                </a:cubicBezTo>
                <a:moveTo>
                  <a:pt x="819150" y="63328"/>
                </a:moveTo>
                <a:cubicBezTo>
                  <a:pt x="819150" y="50654"/>
                  <a:pt x="818705" y="41849"/>
                  <a:pt x="817817" y="36913"/>
                </a:cubicBezTo>
                <a:lnTo>
                  <a:pt x="818217" y="36380"/>
                </a:lnTo>
                <a:cubicBezTo>
                  <a:pt x="818661" y="36380"/>
                  <a:pt x="820049" y="36447"/>
                  <a:pt x="822381" y="36580"/>
                </a:cubicBezTo>
                <a:cubicBezTo>
                  <a:pt x="824713" y="36713"/>
                  <a:pt x="826546" y="36780"/>
                  <a:pt x="827878" y="36780"/>
                </a:cubicBezTo>
                <a:cubicBezTo>
                  <a:pt x="830144" y="36780"/>
                  <a:pt x="833297" y="36558"/>
                  <a:pt x="837340" y="36114"/>
                </a:cubicBezTo>
                <a:cubicBezTo>
                  <a:pt x="838139" y="36114"/>
                  <a:pt x="838539" y="36580"/>
                  <a:pt x="838539" y="37513"/>
                </a:cubicBezTo>
                <a:cubicBezTo>
                  <a:pt x="837651" y="48630"/>
                  <a:pt x="837206" y="56724"/>
                  <a:pt x="837206" y="61793"/>
                </a:cubicBezTo>
                <a:lnTo>
                  <a:pt x="837206" y="70799"/>
                </a:lnTo>
                <a:cubicBezTo>
                  <a:pt x="837206" y="80716"/>
                  <a:pt x="837651" y="88921"/>
                  <a:pt x="838539" y="95415"/>
                </a:cubicBezTo>
                <a:lnTo>
                  <a:pt x="838273" y="95814"/>
                </a:lnTo>
                <a:cubicBezTo>
                  <a:pt x="834186" y="95548"/>
                  <a:pt x="830821" y="95415"/>
                  <a:pt x="828178" y="95415"/>
                </a:cubicBezTo>
                <a:cubicBezTo>
                  <a:pt x="825535" y="95415"/>
                  <a:pt x="822170" y="95548"/>
                  <a:pt x="818084" y="95814"/>
                </a:cubicBezTo>
                <a:lnTo>
                  <a:pt x="817817" y="95415"/>
                </a:lnTo>
                <a:cubicBezTo>
                  <a:pt x="818705" y="89233"/>
                  <a:pt x="819150" y="81028"/>
                  <a:pt x="819150" y="70799"/>
                </a:cubicBezTo>
                <a:lnTo>
                  <a:pt x="819150" y="63328"/>
                </a:lnTo>
                <a:close/>
                <a:moveTo>
                  <a:pt x="854243" y="67399"/>
                </a:moveTo>
                <a:cubicBezTo>
                  <a:pt x="854243" y="57126"/>
                  <a:pt x="857264" y="49211"/>
                  <a:pt x="863305" y="43653"/>
                </a:cubicBezTo>
                <a:cubicBezTo>
                  <a:pt x="869346" y="38094"/>
                  <a:pt x="877430" y="35358"/>
                  <a:pt x="887558" y="35447"/>
                </a:cubicBezTo>
                <a:cubicBezTo>
                  <a:pt x="898574" y="35447"/>
                  <a:pt x="906781" y="38271"/>
                  <a:pt x="912178" y="43920"/>
                </a:cubicBezTo>
                <a:cubicBezTo>
                  <a:pt x="917575" y="49567"/>
                  <a:pt x="920274" y="56992"/>
                  <a:pt x="920274" y="66197"/>
                </a:cubicBezTo>
                <a:cubicBezTo>
                  <a:pt x="920274" y="75668"/>
                  <a:pt x="917364" y="83128"/>
                  <a:pt x="911545" y="88577"/>
                </a:cubicBezTo>
                <a:cubicBezTo>
                  <a:pt x="905726" y="94024"/>
                  <a:pt x="897641" y="96747"/>
                  <a:pt x="887292" y="96747"/>
                </a:cubicBezTo>
                <a:cubicBezTo>
                  <a:pt x="877119" y="96747"/>
                  <a:pt x="869068" y="94135"/>
                  <a:pt x="863138" y="88910"/>
                </a:cubicBezTo>
                <a:cubicBezTo>
                  <a:pt x="857208" y="83685"/>
                  <a:pt x="854243" y="76514"/>
                  <a:pt x="854243" y="67399"/>
                </a:cubicBezTo>
                <a:moveTo>
                  <a:pt x="886559" y="42244"/>
                </a:moveTo>
                <a:cubicBezTo>
                  <a:pt x="882827" y="42244"/>
                  <a:pt x="879962" y="43344"/>
                  <a:pt x="877963" y="45546"/>
                </a:cubicBezTo>
                <a:cubicBezTo>
                  <a:pt x="875964" y="47748"/>
                  <a:pt x="874743" y="50261"/>
                  <a:pt x="874299" y="53086"/>
                </a:cubicBezTo>
                <a:cubicBezTo>
                  <a:pt x="873854" y="55910"/>
                  <a:pt x="873632" y="59636"/>
                  <a:pt x="873632" y="64263"/>
                </a:cubicBezTo>
                <a:cubicBezTo>
                  <a:pt x="873632" y="81388"/>
                  <a:pt x="878807" y="89951"/>
                  <a:pt x="889157" y="89951"/>
                </a:cubicBezTo>
                <a:cubicBezTo>
                  <a:pt x="896975" y="89951"/>
                  <a:pt x="900884" y="83257"/>
                  <a:pt x="900884" y="69868"/>
                </a:cubicBezTo>
                <a:cubicBezTo>
                  <a:pt x="900884" y="59948"/>
                  <a:pt x="899885" y="52865"/>
                  <a:pt x="897886" y="48617"/>
                </a:cubicBezTo>
                <a:cubicBezTo>
                  <a:pt x="895887" y="44368"/>
                  <a:pt x="892111" y="42244"/>
                  <a:pt x="886559" y="42244"/>
                </a:cubicBezTo>
                <a:close/>
                <a:moveTo>
                  <a:pt x="995777" y="70795"/>
                </a:moveTo>
                <a:cubicBezTo>
                  <a:pt x="995777" y="80803"/>
                  <a:pt x="996266" y="89010"/>
                  <a:pt x="997243" y="95415"/>
                </a:cubicBezTo>
                <a:lnTo>
                  <a:pt x="996977" y="95814"/>
                </a:lnTo>
                <a:cubicBezTo>
                  <a:pt x="992979" y="95548"/>
                  <a:pt x="989425" y="95415"/>
                  <a:pt x="986316" y="95415"/>
                </a:cubicBezTo>
                <a:lnTo>
                  <a:pt x="977188" y="95814"/>
                </a:lnTo>
                <a:lnTo>
                  <a:pt x="976921" y="95415"/>
                </a:lnTo>
                <a:cubicBezTo>
                  <a:pt x="977454" y="90566"/>
                  <a:pt x="977721" y="82359"/>
                  <a:pt x="977721" y="70795"/>
                </a:cubicBezTo>
                <a:lnTo>
                  <a:pt x="977721" y="58651"/>
                </a:lnTo>
                <a:cubicBezTo>
                  <a:pt x="977721" y="50200"/>
                  <a:pt x="975366" y="45975"/>
                  <a:pt x="970658" y="45975"/>
                </a:cubicBezTo>
                <a:cubicBezTo>
                  <a:pt x="965638" y="45975"/>
                  <a:pt x="960352" y="49600"/>
                  <a:pt x="954800" y="56850"/>
                </a:cubicBezTo>
                <a:lnTo>
                  <a:pt x="954800" y="70795"/>
                </a:lnTo>
                <a:cubicBezTo>
                  <a:pt x="954800" y="80981"/>
                  <a:pt x="955066" y="89187"/>
                  <a:pt x="955599" y="95415"/>
                </a:cubicBezTo>
                <a:lnTo>
                  <a:pt x="955200" y="95814"/>
                </a:lnTo>
                <a:cubicBezTo>
                  <a:pt x="952668" y="95548"/>
                  <a:pt x="949847" y="95415"/>
                  <a:pt x="946738" y="95415"/>
                </a:cubicBezTo>
                <a:lnTo>
                  <a:pt x="935544" y="95814"/>
                </a:lnTo>
                <a:lnTo>
                  <a:pt x="935277" y="95415"/>
                </a:lnTo>
                <a:cubicBezTo>
                  <a:pt x="936299" y="89144"/>
                  <a:pt x="936810" y="80939"/>
                  <a:pt x="936810" y="70799"/>
                </a:cubicBezTo>
                <a:lnTo>
                  <a:pt x="936810" y="63328"/>
                </a:lnTo>
                <a:cubicBezTo>
                  <a:pt x="936810" y="51233"/>
                  <a:pt x="936299" y="42384"/>
                  <a:pt x="935277" y="36780"/>
                </a:cubicBezTo>
                <a:lnTo>
                  <a:pt x="935544" y="36380"/>
                </a:lnTo>
                <a:cubicBezTo>
                  <a:pt x="943362" y="36735"/>
                  <a:pt x="949292" y="36602"/>
                  <a:pt x="953334" y="35980"/>
                </a:cubicBezTo>
                <a:cubicBezTo>
                  <a:pt x="953956" y="35980"/>
                  <a:pt x="954356" y="36436"/>
                  <a:pt x="954533" y="37346"/>
                </a:cubicBezTo>
                <a:cubicBezTo>
                  <a:pt x="954711" y="38257"/>
                  <a:pt x="954800" y="41578"/>
                  <a:pt x="954800" y="47310"/>
                </a:cubicBezTo>
                <a:lnTo>
                  <a:pt x="955333" y="47709"/>
                </a:lnTo>
                <a:cubicBezTo>
                  <a:pt x="958442" y="43800"/>
                  <a:pt x="961907" y="40780"/>
                  <a:pt x="965727" y="38648"/>
                </a:cubicBezTo>
                <a:cubicBezTo>
                  <a:pt x="969547" y="36514"/>
                  <a:pt x="973234" y="35447"/>
                  <a:pt x="976788" y="35447"/>
                </a:cubicBezTo>
                <a:cubicBezTo>
                  <a:pt x="983051" y="35447"/>
                  <a:pt x="987782" y="37059"/>
                  <a:pt x="990980" y="40282"/>
                </a:cubicBezTo>
                <a:cubicBezTo>
                  <a:pt x="994178" y="43504"/>
                  <a:pt x="995777" y="48626"/>
                  <a:pt x="995777" y="55649"/>
                </a:cubicBezTo>
                <a:lnTo>
                  <a:pt x="995777" y="707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09A01-622B-4245-956D-DCA2411A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933939"/>
            <a:ext cx="1514568" cy="1075150"/>
          </a:xfrm>
          <a:custGeom xmlns:a="http://schemas.openxmlformats.org/drawingml/2006/main">
            <a:pathLst>
              <a:path w="1514568" h="1075150">
                <a:moveTo>
                  <a:pt x="0" y="37249"/>
                </a:moveTo>
                <a:cubicBezTo>
                  <a:pt x="0" y="16656"/>
                  <a:pt x="16656" y="0"/>
                  <a:pt x="37249" y="0"/>
                </a:cubicBezTo>
                <a:lnTo>
                  <a:pt x="1477394" y="0"/>
                </a:lnTo>
                <a:cubicBezTo>
                  <a:pt x="1497912" y="0"/>
                  <a:pt x="1514568" y="16656"/>
                  <a:pt x="1514568" y="37249"/>
                </a:cubicBezTo>
                <a:lnTo>
                  <a:pt x="1514568" y="1037901"/>
                </a:lnTo>
                <a:cubicBezTo>
                  <a:pt x="1514568" y="1058494"/>
                  <a:pt x="1497912" y="1075150"/>
                  <a:pt x="1477394" y="1075150"/>
                </a:cubicBezTo>
                <a:lnTo>
                  <a:pt x="37249" y="1075150"/>
                </a:lnTo>
                <a:cubicBezTo>
                  <a:pt x="16656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E9244-3780-47D4-9DC1-B56137D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933939"/>
            <a:ext cx="1514568" cy="1075150"/>
          </a:xfrm>
          <a:custGeom xmlns:a="http://schemas.openxmlformats.org/drawingml/2006/main">
            <a:pathLst>
              <a:path w="1514568" h="1075150" fill="none">
                <a:moveTo>
                  <a:pt x="0" y="37249"/>
                </a:moveTo>
                <a:cubicBezTo>
                  <a:pt x="0" y="16656"/>
                  <a:pt x="16656" y="0"/>
                  <a:pt x="37249" y="0"/>
                </a:cubicBezTo>
                <a:lnTo>
                  <a:pt x="1477394" y="0"/>
                </a:lnTo>
                <a:cubicBezTo>
                  <a:pt x="1497912" y="0"/>
                  <a:pt x="1514568" y="16656"/>
                  <a:pt x="1514568" y="37249"/>
                </a:cubicBezTo>
                <a:lnTo>
                  <a:pt x="1514568" y="1037901"/>
                </a:lnTo>
                <a:cubicBezTo>
                  <a:pt x="1514568" y="1058494"/>
                  <a:pt x="1497912" y="1075150"/>
                  <a:pt x="1477394" y="1075150"/>
                </a:cubicBezTo>
                <a:lnTo>
                  <a:pt x="37249" y="1075150"/>
                </a:lnTo>
                <a:cubicBezTo>
                  <a:pt x="16656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293" name="Text BugElements">
            <a:extLst xmlns:a="http://schemas.openxmlformats.org/drawingml/2006/main">
              <a:ext uri="{FF2B5EF4-FFF2-40B4-BE49-F238E27FC236}">
                <a16:creationId xmlns:a16="http://schemas.microsoft.com/office/drawing/2014/main" id="{D2479666-7C7E-4628-8457-ED9BE9C1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203" y="3157494"/>
            <a:ext cx="891289" cy="126464"/>
          </a:xfrm>
          <a:custGeom xmlns:a="http://schemas.openxmlformats.org/drawingml/2006/main">
            <a:pathLst>
              <a:path w="891289" h="126464">
                <a:moveTo>
                  <a:pt x="0" y="0"/>
                </a:moveTo>
                <a:lnTo>
                  <a:pt x="39045" y="0"/>
                </a:lnTo>
                <a:cubicBezTo>
                  <a:pt x="46774" y="0"/>
                  <a:pt x="52538" y="322"/>
                  <a:pt x="56336" y="966"/>
                </a:cubicBezTo>
                <a:cubicBezTo>
                  <a:pt x="60134" y="1609"/>
                  <a:pt x="63532" y="2950"/>
                  <a:pt x="66530" y="4991"/>
                </a:cubicBezTo>
                <a:cubicBezTo>
                  <a:pt x="69529" y="7030"/>
                  <a:pt x="72027" y="9747"/>
                  <a:pt x="74026" y="13141"/>
                </a:cubicBezTo>
                <a:cubicBezTo>
                  <a:pt x="76025" y="16533"/>
                  <a:pt x="77025" y="20337"/>
                  <a:pt x="77025" y="24551"/>
                </a:cubicBezTo>
                <a:cubicBezTo>
                  <a:pt x="77025" y="29119"/>
                  <a:pt x="75792" y="33311"/>
                  <a:pt x="73327" y="37126"/>
                </a:cubicBezTo>
                <a:cubicBezTo>
                  <a:pt x="70861" y="40940"/>
                  <a:pt x="67519" y="43801"/>
                  <a:pt x="63299" y="45708"/>
                </a:cubicBezTo>
                <a:cubicBezTo>
                  <a:pt x="69251" y="47444"/>
                  <a:pt x="73826" y="50402"/>
                  <a:pt x="77025" y="54583"/>
                </a:cubicBezTo>
                <a:cubicBezTo>
                  <a:pt x="80223" y="58762"/>
                  <a:pt x="81822" y="63677"/>
                  <a:pt x="81822" y="69327"/>
                </a:cubicBezTo>
                <a:cubicBezTo>
                  <a:pt x="81822" y="73774"/>
                  <a:pt x="80789" y="78100"/>
                  <a:pt x="78724" y="82303"/>
                </a:cubicBezTo>
                <a:cubicBezTo>
                  <a:pt x="76658" y="86505"/>
                  <a:pt x="73837" y="89863"/>
                  <a:pt x="70262" y="92377"/>
                </a:cubicBezTo>
                <a:cubicBezTo>
                  <a:pt x="66686" y="94889"/>
                  <a:pt x="62277" y="96435"/>
                  <a:pt x="57035" y="97014"/>
                </a:cubicBezTo>
                <a:cubicBezTo>
                  <a:pt x="53748" y="97369"/>
                  <a:pt x="45819" y="97591"/>
                  <a:pt x="33248" y="97680"/>
                </a:cubicBezTo>
                <a:lnTo>
                  <a:pt x="0" y="97680"/>
                </a:lnTo>
                <a:lnTo>
                  <a:pt x="0" y="0"/>
                </a:lnTo>
                <a:moveTo>
                  <a:pt x="19723" y="16258"/>
                </a:moveTo>
                <a:lnTo>
                  <a:pt x="19723" y="38779"/>
                </a:lnTo>
                <a:lnTo>
                  <a:pt x="32649" y="38779"/>
                </a:lnTo>
                <a:cubicBezTo>
                  <a:pt x="40334" y="38779"/>
                  <a:pt x="45109" y="38668"/>
                  <a:pt x="46974" y="38446"/>
                </a:cubicBezTo>
                <a:cubicBezTo>
                  <a:pt x="50350" y="38047"/>
                  <a:pt x="53004" y="36885"/>
                  <a:pt x="54937" y="34960"/>
                </a:cubicBezTo>
                <a:cubicBezTo>
                  <a:pt x="56869" y="33033"/>
                  <a:pt x="57835" y="30497"/>
                  <a:pt x="57835" y="27352"/>
                </a:cubicBezTo>
                <a:cubicBezTo>
                  <a:pt x="57835" y="24341"/>
                  <a:pt x="57002" y="21894"/>
                  <a:pt x="55336" y="20012"/>
                </a:cubicBezTo>
                <a:cubicBezTo>
                  <a:pt x="53671" y="18130"/>
                  <a:pt x="51194" y="16989"/>
                  <a:pt x="47907" y="16591"/>
                </a:cubicBezTo>
                <a:cubicBezTo>
                  <a:pt x="45953" y="16369"/>
                  <a:pt x="40334" y="16258"/>
                  <a:pt x="31050" y="16258"/>
                </a:cubicBezTo>
                <a:lnTo>
                  <a:pt x="19723" y="16258"/>
                </a:lnTo>
                <a:moveTo>
                  <a:pt x="19723" y="55037"/>
                </a:moveTo>
                <a:lnTo>
                  <a:pt x="19723" y="81156"/>
                </a:lnTo>
                <a:lnTo>
                  <a:pt x="37979" y="81156"/>
                </a:lnTo>
                <a:cubicBezTo>
                  <a:pt x="45086" y="81156"/>
                  <a:pt x="49595" y="80956"/>
                  <a:pt x="51505" y="80556"/>
                </a:cubicBezTo>
                <a:cubicBezTo>
                  <a:pt x="54437" y="80023"/>
                  <a:pt x="56824" y="78724"/>
                  <a:pt x="58668" y="76658"/>
                </a:cubicBezTo>
                <a:cubicBezTo>
                  <a:pt x="60511" y="74593"/>
                  <a:pt x="61433" y="71827"/>
                  <a:pt x="61433" y="68363"/>
                </a:cubicBezTo>
                <a:cubicBezTo>
                  <a:pt x="61433" y="65431"/>
                  <a:pt x="60722" y="62943"/>
                  <a:pt x="59301" y="60900"/>
                </a:cubicBezTo>
                <a:cubicBezTo>
                  <a:pt x="57879" y="58857"/>
                  <a:pt x="55825" y="57369"/>
                  <a:pt x="53138" y="56436"/>
                </a:cubicBezTo>
                <a:cubicBezTo>
                  <a:pt x="50450" y="55503"/>
                  <a:pt x="44620" y="55037"/>
                  <a:pt x="35647" y="55037"/>
                </a:cubicBezTo>
                <a:lnTo>
                  <a:pt x="19723" y="55037"/>
                </a:lnTo>
                <a:close/>
                <a:moveTo>
                  <a:pt x="144898" y="97680"/>
                </a:moveTo>
                <a:lnTo>
                  <a:pt x="144898" y="87086"/>
                </a:lnTo>
                <a:cubicBezTo>
                  <a:pt x="142321" y="90861"/>
                  <a:pt x="138934" y="93838"/>
                  <a:pt x="134736" y="96014"/>
                </a:cubicBezTo>
                <a:cubicBezTo>
                  <a:pt x="130539" y="98191"/>
                  <a:pt x="126108" y="99279"/>
                  <a:pt x="121444" y="99279"/>
                </a:cubicBezTo>
                <a:cubicBezTo>
                  <a:pt x="116691" y="99279"/>
                  <a:pt x="112426" y="98235"/>
                  <a:pt x="108651" y="96147"/>
                </a:cubicBezTo>
                <a:cubicBezTo>
                  <a:pt x="104875" y="94060"/>
                  <a:pt x="102143" y="91128"/>
                  <a:pt x="100455" y="87352"/>
                </a:cubicBezTo>
                <a:cubicBezTo>
                  <a:pt x="98767" y="83577"/>
                  <a:pt x="97923" y="78357"/>
                  <a:pt x="97923" y="71694"/>
                </a:cubicBezTo>
                <a:lnTo>
                  <a:pt x="97923" y="26919"/>
                </a:lnTo>
                <a:lnTo>
                  <a:pt x="116646" y="26919"/>
                </a:lnTo>
                <a:lnTo>
                  <a:pt x="116646" y="59359"/>
                </a:lnTo>
                <a:cubicBezTo>
                  <a:pt x="116646" y="69287"/>
                  <a:pt x="116991" y="75370"/>
                  <a:pt x="117679" y="77608"/>
                </a:cubicBezTo>
                <a:cubicBezTo>
                  <a:pt x="118368" y="79845"/>
                  <a:pt x="119622" y="81618"/>
                  <a:pt x="121444" y="82926"/>
                </a:cubicBezTo>
                <a:cubicBezTo>
                  <a:pt x="123265" y="84233"/>
                  <a:pt x="125575" y="84887"/>
                  <a:pt x="128373" y="84887"/>
                </a:cubicBezTo>
                <a:cubicBezTo>
                  <a:pt x="131571" y="84887"/>
                  <a:pt x="134437" y="84012"/>
                  <a:pt x="136969" y="82261"/>
                </a:cubicBezTo>
                <a:cubicBezTo>
                  <a:pt x="139500" y="80511"/>
                  <a:pt x="141233" y="78339"/>
                  <a:pt x="142166" y="75746"/>
                </a:cubicBezTo>
                <a:cubicBezTo>
                  <a:pt x="143099" y="73153"/>
                  <a:pt x="143565" y="66804"/>
                  <a:pt x="143565" y="56700"/>
                </a:cubicBezTo>
                <a:lnTo>
                  <a:pt x="143565" y="26919"/>
                </a:lnTo>
                <a:lnTo>
                  <a:pt x="162288" y="26919"/>
                </a:lnTo>
                <a:lnTo>
                  <a:pt x="162288" y="97680"/>
                </a:lnTo>
                <a:lnTo>
                  <a:pt x="144898" y="97680"/>
                </a:lnTo>
                <a:close/>
                <a:moveTo>
                  <a:pt x="179967" y="102211"/>
                </a:moveTo>
                <a:lnTo>
                  <a:pt x="201356" y="104876"/>
                </a:lnTo>
                <a:cubicBezTo>
                  <a:pt x="201711" y="107387"/>
                  <a:pt x="202533" y="109113"/>
                  <a:pt x="203821" y="110054"/>
                </a:cubicBezTo>
                <a:cubicBezTo>
                  <a:pt x="205598" y="111400"/>
                  <a:pt x="208396" y="112072"/>
                  <a:pt x="212216" y="112072"/>
                </a:cubicBezTo>
                <a:cubicBezTo>
                  <a:pt x="217103" y="112072"/>
                  <a:pt x="220767" y="111334"/>
                  <a:pt x="223210" y="109857"/>
                </a:cubicBezTo>
                <a:cubicBezTo>
                  <a:pt x="224854" y="108872"/>
                  <a:pt x="226098" y="107284"/>
                  <a:pt x="226942" y="105093"/>
                </a:cubicBezTo>
                <a:cubicBezTo>
                  <a:pt x="227519" y="103527"/>
                  <a:pt x="227808" y="100642"/>
                  <a:pt x="227808" y="96437"/>
                </a:cubicBezTo>
                <a:lnTo>
                  <a:pt x="227808" y="86034"/>
                </a:lnTo>
                <a:cubicBezTo>
                  <a:pt x="222211" y="93798"/>
                  <a:pt x="215148" y="97680"/>
                  <a:pt x="206619" y="97680"/>
                </a:cubicBezTo>
                <a:cubicBezTo>
                  <a:pt x="197113" y="97680"/>
                  <a:pt x="189584" y="93660"/>
                  <a:pt x="184032" y="85620"/>
                </a:cubicBezTo>
                <a:cubicBezTo>
                  <a:pt x="179679" y="79268"/>
                  <a:pt x="177502" y="71361"/>
                  <a:pt x="177502" y="61899"/>
                </a:cubicBezTo>
                <a:cubicBezTo>
                  <a:pt x="177502" y="50039"/>
                  <a:pt x="180356" y="40978"/>
                  <a:pt x="186064" y="34714"/>
                </a:cubicBezTo>
                <a:cubicBezTo>
                  <a:pt x="191772" y="28451"/>
                  <a:pt x="198868" y="25319"/>
                  <a:pt x="207352" y="25319"/>
                </a:cubicBezTo>
                <a:cubicBezTo>
                  <a:pt x="216103" y="25319"/>
                  <a:pt x="223321" y="29180"/>
                  <a:pt x="229007" y="36901"/>
                </a:cubicBezTo>
                <a:lnTo>
                  <a:pt x="229007" y="26919"/>
                </a:lnTo>
                <a:lnTo>
                  <a:pt x="246531" y="26919"/>
                </a:lnTo>
                <a:lnTo>
                  <a:pt x="246531" y="90459"/>
                </a:lnTo>
                <a:cubicBezTo>
                  <a:pt x="246531" y="98815"/>
                  <a:pt x="245842" y="105061"/>
                  <a:pt x="244465" y="109194"/>
                </a:cubicBezTo>
                <a:cubicBezTo>
                  <a:pt x="243088" y="113328"/>
                  <a:pt x="241156" y="116573"/>
                  <a:pt x="238669" y="118929"/>
                </a:cubicBezTo>
                <a:cubicBezTo>
                  <a:pt x="236181" y="121286"/>
                  <a:pt x="232861" y="123131"/>
                  <a:pt x="228707" y="124463"/>
                </a:cubicBezTo>
                <a:cubicBezTo>
                  <a:pt x="224554" y="125797"/>
                  <a:pt x="219301" y="126464"/>
                  <a:pt x="212949" y="126464"/>
                </a:cubicBezTo>
                <a:cubicBezTo>
                  <a:pt x="200956" y="126464"/>
                  <a:pt x="192449" y="124392"/>
                  <a:pt x="187430" y="120249"/>
                </a:cubicBezTo>
                <a:cubicBezTo>
                  <a:pt x="182410" y="116107"/>
                  <a:pt x="179901" y="110855"/>
                  <a:pt x="179901" y="104495"/>
                </a:cubicBezTo>
                <a:cubicBezTo>
                  <a:pt x="179901" y="103868"/>
                  <a:pt x="179923" y="103106"/>
                  <a:pt x="179967" y="102211"/>
                </a:cubicBezTo>
                <a:moveTo>
                  <a:pt x="196692" y="60833"/>
                </a:moveTo>
                <a:cubicBezTo>
                  <a:pt x="196692" y="68318"/>
                  <a:pt x="198146" y="73799"/>
                  <a:pt x="201056" y="77274"/>
                </a:cubicBezTo>
                <a:cubicBezTo>
                  <a:pt x="203965" y="80750"/>
                  <a:pt x="207552" y="82488"/>
                  <a:pt x="211817" y="82488"/>
                </a:cubicBezTo>
                <a:cubicBezTo>
                  <a:pt x="216392" y="82488"/>
                  <a:pt x="220256" y="80706"/>
                  <a:pt x="223410" y="77141"/>
                </a:cubicBezTo>
                <a:cubicBezTo>
                  <a:pt x="226564" y="73576"/>
                  <a:pt x="228141" y="68296"/>
                  <a:pt x="228141" y="61300"/>
                </a:cubicBezTo>
                <a:cubicBezTo>
                  <a:pt x="228141" y="53993"/>
                  <a:pt x="226631" y="48568"/>
                  <a:pt x="223610" y="45025"/>
                </a:cubicBezTo>
                <a:cubicBezTo>
                  <a:pt x="220590" y="41483"/>
                  <a:pt x="216769" y="39712"/>
                  <a:pt x="212150" y="39712"/>
                </a:cubicBezTo>
                <a:cubicBezTo>
                  <a:pt x="207663" y="39712"/>
                  <a:pt x="203965" y="41450"/>
                  <a:pt x="201056" y="44925"/>
                </a:cubicBezTo>
                <a:cubicBezTo>
                  <a:pt x="198146" y="48401"/>
                  <a:pt x="196692" y="53704"/>
                  <a:pt x="196692" y="60833"/>
                </a:cubicBezTo>
                <a:close/>
                <a:moveTo>
                  <a:pt x="302462" y="97680"/>
                </a:moveTo>
                <a:lnTo>
                  <a:pt x="302462" y="0"/>
                </a:lnTo>
                <a:lnTo>
                  <a:pt x="374889" y="0"/>
                </a:lnTo>
                <a:lnTo>
                  <a:pt x="374889" y="16524"/>
                </a:lnTo>
                <a:lnTo>
                  <a:pt x="322185" y="16524"/>
                </a:lnTo>
                <a:lnTo>
                  <a:pt x="322185" y="38112"/>
                </a:lnTo>
                <a:lnTo>
                  <a:pt x="371225" y="38112"/>
                </a:lnTo>
                <a:lnTo>
                  <a:pt x="371225" y="54637"/>
                </a:lnTo>
                <a:lnTo>
                  <a:pt x="322185" y="54637"/>
                </a:lnTo>
                <a:lnTo>
                  <a:pt x="322185" y="81156"/>
                </a:lnTo>
                <a:lnTo>
                  <a:pt x="376755" y="81156"/>
                </a:lnTo>
                <a:lnTo>
                  <a:pt x="376755" y="97680"/>
                </a:lnTo>
                <a:lnTo>
                  <a:pt x="302462" y="97680"/>
                </a:lnTo>
                <a:close/>
                <a:moveTo>
                  <a:pt x="393347" y="97680"/>
                </a:moveTo>
                <a:lnTo>
                  <a:pt x="393347" y="0"/>
                </a:lnTo>
                <a:lnTo>
                  <a:pt x="412070" y="0"/>
                </a:lnTo>
                <a:lnTo>
                  <a:pt x="412070" y="97680"/>
                </a:lnTo>
                <a:lnTo>
                  <a:pt x="393347" y="97680"/>
                </a:lnTo>
                <a:close/>
                <a:moveTo>
                  <a:pt x="472259" y="75159"/>
                </a:moveTo>
                <a:lnTo>
                  <a:pt x="490916" y="78357"/>
                </a:lnTo>
                <a:cubicBezTo>
                  <a:pt x="488517" y="85176"/>
                  <a:pt x="484730" y="90367"/>
                  <a:pt x="479555" y="93932"/>
                </a:cubicBezTo>
                <a:cubicBezTo>
                  <a:pt x="474380" y="97497"/>
                  <a:pt x="467906" y="99279"/>
                  <a:pt x="460133" y="99279"/>
                </a:cubicBezTo>
                <a:cubicBezTo>
                  <a:pt x="447828" y="99279"/>
                  <a:pt x="438722" y="95259"/>
                  <a:pt x="432814" y="87219"/>
                </a:cubicBezTo>
                <a:cubicBezTo>
                  <a:pt x="428150" y="80778"/>
                  <a:pt x="425818" y="72649"/>
                  <a:pt x="425818" y="62832"/>
                </a:cubicBezTo>
                <a:cubicBezTo>
                  <a:pt x="425818" y="51105"/>
                  <a:pt x="428883" y="41922"/>
                  <a:pt x="435013" y="35281"/>
                </a:cubicBezTo>
                <a:cubicBezTo>
                  <a:pt x="441143" y="28640"/>
                  <a:pt x="448894" y="25319"/>
                  <a:pt x="458267" y="25319"/>
                </a:cubicBezTo>
                <a:cubicBezTo>
                  <a:pt x="468795" y="25319"/>
                  <a:pt x="477101" y="28795"/>
                  <a:pt x="483187" y="35747"/>
                </a:cubicBezTo>
                <a:cubicBezTo>
                  <a:pt x="489272" y="42699"/>
                  <a:pt x="492182" y="53349"/>
                  <a:pt x="491915" y="67696"/>
                </a:cubicBezTo>
                <a:lnTo>
                  <a:pt x="445008" y="67696"/>
                </a:lnTo>
                <a:cubicBezTo>
                  <a:pt x="445141" y="73249"/>
                  <a:pt x="446651" y="77569"/>
                  <a:pt x="449538" y="80656"/>
                </a:cubicBezTo>
                <a:cubicBezTo>
                  <a:pt x="452426" y="83743"/>
                  <a:pt x="456024" y="85287"/>
                  <a:pt x="460333" y="85287"/>
                </a:cubicBezTo>
                <a:cubicBezTo>
                  <a:pt x="463264" y="85287"/>
                  <a:pt x="465730" y="84487"/>
                  <a:pt x="467728" y="82888"/>
                </a:cubicBezTo>
                <a:cubicBezTo>
                  <a:pt x="469727" y="81289"/>
                  <a:pt x="471238" y="78713"/>
                  <a:pt x="472259" y="75159"/>
                </a:cubicBezTo>
                <a:moveTo>
                  <a:pt x="473325" y="56236"/>
                </a:moveTo>
                <a:cubicBezTo>
                  <a:pt x="473192" y="50839"/>
                  <a:pt x="471793" y="46736"/>
                  <a:pt x="469128" y="43926"/>
                </a:cubicBezTo>
                <a:cubicBezTo>
                  <a:pt x="466463" y="41116"/>
                  <a:pt x="463220" y="39712"/>
                  <a:pt x="459400" y="39712"/>
                </a:cubicBezTo>
                <a:cubicBezTo>
                  <a:pt x="455313" y="39712"/>
                  <a:pt x="451937" y="41193"/>
                  <a:pt x="449272" y="44157"/>
                </a:cubicBezTo>
                <a:cubicBezTo>
                  <a:pt x="446607" y="47122"/>
                  <a:pt x="445296" y="51148"/>
                  <a:pt x="445341" y="56236"/>
                </a:cubicBezTo>
                <a:lnTo>
                  <a:pt x="473325" y="56236"/>
                </a:lnTo>
                <a:close/>
                <a:moveTo>
                  <a:pt x="505754" y="26919"/>
                </a:moveTo>
                <a:lnTo>
                  <a:pt x="523011" y="26919"/>
                </a:lnTo>
                <a:lnTo>
                  <a:pt x="523011" y="36580"/>
                </a:lnTo>
                <a:cubicBezTo>
                  <a:pt x="529185" y="29073"/>
                  <a:pt x="536537" y="25319"/>
                  <a:pt x="545066" y="25319"/>
                </a:cubicBezTo>
                <a:cubicBezTo>
                  <a:pt x="549596" y="25319"/>
                  <a:pt x="553528" y="26256"/>
                  <a:pt x="556859" y="28130"/>
                </a:cubicBezTo>
                <a:cubicBezTo>
                  <a:pt x="560191" y="30004"/>
                  <a:pt x="562922" y="32838"/>
                  <a:pt x="565055" y="36632"/>
                </a:cubicBezTo>
                <a:cubicBezTo>
                  <a:pt x="568164" y="32838"/>
                  <a:pt x="571518" y="30004"/>
                  <a:pt x="575116" y="28130"/>
                </a:cubicBezTo>
                <a:cubicBezTo>
                  <a:pt x="578714" y="26256"/>
                  <a:pt x="582556" y="25319"/>
                  <a:pt x="586643" y="25319"/>
                </a:cubicBezTo>
                <a:cubicBezTo>
                  <a:pt x="591840" y="25319"/>
                  <a:pt x="596238" y="26374"/>
                  <a:pt x="599836" y="28484"/>
                </a:cubicBezTo>
                <a:cubicBezTo>
                  <a:pt x="603434" y="30594"/>
                  <a:pt x="606121" y="33693"/>
                  <a:pt x="607898" y="37779"/>
                </a:cubicBezTo>
                <a:cubicBezTo>
                  <a:pt x="609186" y="40800"/>
                  <a:pt x="609830" y="45686"/>
                  <a:pt x="609830" y="52438"/>
                </a:cubicBezTo>
                <a:lnTo>
                  <a:pt x="609830" y="97680"/>
                </a:lnTo>
                <a:lnTo>
                  <a:pt x="591107" y="97680"/>
                </a:lnTo>
                <a:lnTo>
                  <a:pt x="591107" y="57281"/>
                </a:lnTo>
                <a:cubicBezTo>
                  <a:pt x="591107" y="50271"/>
                  <a:pt x="590463" y="45746"/>
                  <a:pt x="589175" y="43705"/>
                </a:cubicBezTo>
                <a:cubicBezTo>
                  <a:pt x="587442" y="41043"/>
                  <a:pt x="584777" y="39712"/>
                  <a:pt x="581179" y="39712"/>
                </a:cubicBezTo>
                <a:cubicBezTo>
                  <a:pt x="578558" y="39712"/>
                  <a:pt x="576093" y="40510"/>
                  <a:pt x="573783" y="42108"/>
                </a:cubicBezTo>
                <a:cubicBezTo>
                  <a:pt x="571473" y="43705"/>
                  <a:pt x="569808" y="46045"/>
                  <a:pt x="568786" y="49129"/>
                </a:cubicBezTo>
                <a:cubicBezTo>
                  <a:pt x="567764" y="52212"/>
                  <a:pt x="567253" y="57082"/>
                  <a:pt x="567253" y="63738"/>
                </a:cubicBezTo>
                <a:lnTo>
                  <a:pt x="567253" y="97680"/>
                </a:lnTo>
                <a:lnTo>
                  <a:pt x="548530" y="97680"/>
                </a:lnTo>
                <a:lnTo>
                  <a:pt x="548530" y="58945"/>
                </a:lnTo>
                <a:cubicBezTo>
                  <a:pt x="548530" y="52068"/>
                  <a:pt x="548197" y="47632"/>
                  <a:pt x="547531" y="45635"/>
                </a:cubicBezTo>
                <a:cubicBezTo>
                  <a:pt x="546865" y="43638"/>
                  <a:pt x="545832" y="42151"/>
                  <a:pt x="544433" y="41175"/>
                </a:cubicBezTo>
                <a:cubicBezTo>
                  <a:pt x="543033" y="40200"/>
                  <a:pt x="541134" y="39712"/>
                  <a:pt x="538736" y="39712"/>
                </a:cubicBezTo>
                <a:cubicBezTo>
                  <a:pt x="535848" y="39712"/>
                  <a:pt x="533250" y="40488"/>
                  <a:pt x="530940" y="42042"/>
                </a:cubicBezTo>
                <a:cubicBezTo>
                  <a:pt x="528630" y="43594"/>
                  <a:pt x="526975" y="45834"/>
                  <a:pt x="525976" y="48763"/>
                </a:cubicBezTo>
                <a:cubicBezTo>
                  <a:pt x="524977" y="51692"/>
                  <a:pt x="524477" y="56550"/>
                  <a:pt x="524477" y="63338"/>
                </a:cubicBezTo>
                <a:lnTo>
                  <a:pt x="524477" y="97680"/>
                </a:lnTo>
                <a:lnTo>
                  <a:pt x="505754" y="97680"/>
                </a:lnTo>
                <a:lnTo>
                  <a:pt x="505754" y="26919"/>
                </a:lnTo>
                <a:close/>
                <a:moveTo>
                  <a:pt x="668487" y="75159"/>
                </a:moveTo>
                <a:lnTo>
                  <a:pt x="687143" y="78357"/>
                </a:lnTo>
                <a:cubicBezTo>
                  <a:pt x="684745" y="85176"/>
                  <a:pt x="680958" y="90367"/>
                  <a:pt x="675783" y="93932"/>
                </a:cubicBezTo>
                <a:cubicBezTo>
                  <a:pt x="670608" y="97497"/>
                  <a:pt x="664134" y="99279"/>
                  <a:pt x="656360" y="99279"/>
                </a:cubicBezTo>
                <a:cubicBezTo>
                  <a:pt x="644056" y="99279"/>
                  <a:pt x="634950" y="95259"/>
                  <a:pt x="629042" y="87219"/>
                </a:cubicBezTo>
                <a:cubicBezTo>
                  <a:pt x="624378" y="80778"/>
                  <a:pt x="622045" y="72649"/>
                  <a:pt x="622045" y="62832"/>
                </a:cubicBezTo>
                <a:cubicBezTo>
                  <a:pt x="622045" y="51105"/>
                  <a:pt x="625110" y="41922"/>
                  <a:pt x="631240" y="35281"/>
                </a:cubicBezTo>
                <a:cubicBezTo>
                  <a:pt x="637370" y="28640"/>
                  <a:pt x="645122" y="25319"/>
                  <a:pt x="654494" y="25319"/>
                </a:cubicBezTo>
                <a:cubicBezTo>
                  <a:pt x="665022" y="25319"/>
                  <a:pt x="673329" y="28795"/>
                  <a:pt x="679414" y="35747"/>
                </a:cubicBezTo>
                <a:cubicBezTo>
                  <a:pt x="685500" y="42699"/>
                  <a:pt x="688409" y="53349"/>
                  <a:pt x="688143" y="67696"/>
                </a:cubicBezTo>
                <a:lnTo>
                  <a:pt x="641235" y="67696"/>
                </a:lnTo>
                <a:cubicBezTo>
                  <a:pt x="641368" y="73249"/>
                  <a:pt x="642879" y="77569"/>
                  <a:pt x="645766" y="80656"/>
                </a:cubicBezTo>
                <a:cubicBezTo>
                  <a:pt x="648653" y="83743"/>
                  <a:pt x="652251" y="85287"/>
                  <a:pt x="656560" y="85287"/>
                </a:cubicBezTo>
                <a:cubicBezTo>
                  <a:pt x="659492" y="85287"/>
                  <a:pt x="661957" y="84487"/>
                  <a:pt x="663956" y="82888"/>
                </a:cubicBezTo>
                <a:cubicBezTo>
                  <a:pt x="665955" y="81289"/>
                  <a:pt x="667465" y="78713"/>
                  <a:pt x="668487" y="75159"/>
                </a:cubicBezTo>
                <a:moveTo>
                  <a:pt x="669553" y="56236"/>
                </a:moveTo>
                <a:cubicBezTo>
                  <a:pt x="669420" y="50839"/>
                  <a:pt x="668020" y="46736"/>
                  <a:pt x="665355" y="43926"/>
                </a:cubicBezTo>
                <a:cubicBezTo>
                  <a:pt x="662690" y="41116"/>
                  <a:pt x="659447" y="39712"/>
                  <a:pt x="655627" y="39712"/>
                </a:cubicBezTo>
                <a:cubicBezTo>
                  <a:pt x="651540" y="39712"/>
                  <a:pt x="648165" y="41193"/>
                  <a:pt x="645499" y="44157"/>
                </a:cubicBezTo>
                <a:cubicBezTo>
                  <a:pt x="642834" y="47122"/>
                  <a:pt x="641524" y="51148"/>
                  <a:pt x="641568" y="56236"/>
                </a:cubicBezTo>
                <a:lnTo>
                  <a:pt x="669553" y="56236"/>
                </a:lnTo>
                <a:close/>
                <a:moveTo>
                  <a:pt x="767336" y="97680"/>
                </a:moveTo>
                <a:lnTo>
                  <a:pt x="748613" y="97680"/>
                </a:lnTo>
                <a:lnTo>
                  <a:pt x="748613" y="61608"/>
                </a:lnTo>
                <a:cubicBezTo>
                  <a:pt x="748613" y="53976"/>
                  <a:pt x="748213" y="49040"/>
                  <a:pt x="747414" y="46799"/>
                </a:cubicBezTo>
                <a:cubicBezTo>
                  <a:pt x="746614" y="44559"/>
                  <a:pt x="745315" y="42818"/>
                  <a:pt x="743516" y="41575"/>
                </a:cubicBezTo>
                <a:cubicBezTo>
                  <a:pt x="741717" y="40333"/>
                  <a:pt x="739551" y="39712"/>
                  <a:pt x="737019" y="39712"/>
                </a:cubicBezTo>
                <a:cubicBezTo>
                  <a:pt x="733777" y="39712"/>
                  <a:pt x="730867" y="40599"/>
                  <a:pt x="728291" y="42375"/>
                </a:cubicBezTo>
                <a:cubicBezTo>
                  <a:pt x="725714" y="44149"/>
                  <a:pt x="723949" y="46500"/>
                  <a:pt x="722994" y="49429"/>
                </a:cubicBezTo>
                <a:cubicBezTo>
                  <a:pt x="722038" y="52357"/>
                  <a:pt x="721561" y="57770"/>
                  <a:pt x="721561" y="65668"/>
                </a:cubicBezTo>
                <a:lnTo>
                  <a:pt x="721561" y="97680"/>
                </a:lnTo>
                <a:lnTo>
                  <a:pt x="702838" y="97680"/>
                </a:lnTo>
                <a:lnTo>
                  <a:pt x="702838" y="26919"/>
                </a:lnTo>
                <a:lnTo>
                  <a:pt x="720228" y="26919"/>
                </a:lnTo>
                <a:lnTo>
                  <a:pt x="720228" y="37313"/>
                </a:lnTo>
                <a:cubicBezTo>
                  <a:pt x="726403" y="29317"/>
                  <a:pt x="734176" y="25319"/>
                  <a:pt x="743549" y="25319"/>
                </a:cubicBezTo>
                <a:cubicBezTo>
                  <a:pt x="747680" y="25319"/>
                  <a:pt x="751456" y="26064"/>
                  <a:pt x="754876" y="27552"/>
                </a:cubicBezTo>
                <a:cubicBezTo>
                  <a:pt x="758296" y="29040"/>
                  <a:pt x="760884" y="30939"/>
                  <a:pt x="762639" y="33248"/>
                </a:cubicBezTo>
                <a:cubicBezTo>
                  <a:pt x="764393" y="35558"/>
                  <a:pt x="765615" y="38179"/>
                  <a:pt x="766303" y="41111"/>
                </a:cubicBezTo>
                <a:cubicBezTo>
                  <a:pt x="766992" y="44043"/>
                  <a:pt x="767336" y="48240"/>
                  <a:pt x="767336" y="53704"/>
                </a:cubicBezTo>
                <a:lnTo>
                  <a:pt x="767336" y="97680"/>
                </a:lnTo>
                <a:close/>
                <a:moveTo>
                  <a:pt x="818796" y="26919"/>
                </a:moveTo>
                <a:lnTo>
                  <a:pt x="818796" y="41844"/>
                </a:lnTo>
                <a:lnTo>
                  <a:pt x="806003" y="41844"/>
                </a:lnTo>
                <a:lnTo>
                  <a:pt x="806003" y="70316"/>
                </a:lnTo>
                <a:cubicBezTo>
                  <a:pt x="806003" y="76082"/>
                  <a:pt x="806126" y="79442"/>
                  <a:pt x="806370" y="80396"/>
                </a:cubicBezTo>
                <a:cubicBezTo>
                  <a:pt x="806614" y="81348"/>
                  <a:pt x="807170" y="82135"/>
                  <a:pt x="808036" y="82757"/>
                </a:cubicBezTo>
                <a:cubicBezTo>
                  <a:pt x="808902" y="83377"/>
                  <a:pt x="809957" y="83688"/>
                  <a:pt x="811201" y="83688"/>
                </a:cubicBezTo>
                <a:cubicBezTo>
                  <a:pt x="812933" y="83688"/>
                  <a:pt x="815443" y="83088"/>
                  <a:pt x="818730" y="81889"/>
                </a:cubicBezTo>
                <a:lnTo>
                  <a:pt x="820329" y="96468"/>
                </a:lnTo>
                <a:cubicBezTo>
                  <a:pt x="815976" y="98342"/>
                  <a:pt x="811045" y="99279"/>
                  <a:pt x="805537" y="99279"/>
                </a:cubicBezTo>
                <a:cubicBezTo>
                  <a:pt x="802161" y="99279"/>
                  <a:pt x="799118" y="98713"/>
                  <a:pt x="796409" y="97580"/>
                </a:cubicBezTo>
                <a:cubicBezTo>
                  <a:pt x="793699" y="96447"/>
                  <a:pt x="791711" y="94981"/>
                  <a:pt x="790445" y="93182"/>
                </a:cubicBezTo>
                <a:cubicBezTo>
                  <a:pt x="789179" y="91383"/>
                  <a:pt x="788302" y="88951"/>
                  <a:pt x="787813" y="85886"/>
                </a:cubicBezTo>
                <a:cubicBezTo>
                  <a:pt x="787414" y="83710"/>
                  <a:pt x="787214" y="79312"/>
                  <a:pt x="787214" y="72694"/>
                </a:cubicBezTo>
                <a:lnTo>
                  <a:pt x="787214" y="41844"/>
                </a:lnTo>
                <a:lnTo>
                  <a:pt x="778618" y="41844"/>
                </a:lnTo>
                <a:lnTo>
                  <a:pt x="778618" y="26919"/>
                </a:lnTo>
                <a:lnTo>
                  <a:pt x="787214" y="26919"/>
                </a:lnTo>
                <a:lnTo>
                  <a:pt x="787214" y="12793"/>
                </a:lnTo>
                <a:lnTo>
                  <a:pt x="806003" y="1732"/>
                </a:lnTo>
                <a:lnTo>
                  <a:pt x="806003" y="26919"/>
                </a:lnTo>
                <a:lnTo>
                  <a:pt x="818796" y="26919"/>
                </a:lnTo>
                <a:close/>
                <a:moveTo>
                  <a:pt x="825191" y="77558"/>
                </a:moveTo>
                <a:lnTo>
                  <a:pt x="843981" y="74626"/>
                </a:lnTo>
                <a:cubicBezTo>
                  <a:pt x="844781" y="78246"/>
                  <a:pt x="846402" y="80995"/>
                  <a:pt x="848845" y="82871"/>
                </a:cubicBezTo>
                <a:cubicBezTo>
                  <a:pt x="851288" y="84748"/>
                  <a:pt x="854709" y="85686"/>
                  <a:pt x="859106" y="85686"/>
                </a:cubicBezTo>
                <a:cubicBezTo>
                  <a:pt x="863948" y="85686"/>
                  <a:pt x="867590" y="84799"/>
                  <a:pt x="870034" y="83025"/>
                </a:cubicBezTo>
                <a:cubicBezTo>
                  <a:pt x="871677" y="81783"/>
                  <a:pt x="872499" y="80119"/>
                  <a:pt x="872499" y="78034"/>
                </a:cubicBezTo>
                <a:cubicBezTo>
                  <a:pt x="872499" y="76614"/>
                  <a:pt x="872055" y="75439"/>
                  <a:pt x="871166" y="74507"/>
                </a:cubicBezTo>
                <a:cubicBezTo>
                  <a:pt x="870233" y="73620"/>
                  <a:pt x="868146" y="72800"/>
                  <a:pt x="864903" y="72046"/>
                </a:cubicBezTo>
                <a:cubicBezTo>
                  <a:pt x="849800" y="68720"/>
                  <a:pt x="840228" y="65681"/>
                  <a:pt x="836185" y="62930"/>
                </a:cubicBezTo>
                <a:cubicBezTo>
                  <a:pt x="830588" y="59113"/>
                  <a:pt x="827790" y="53809"/>
                  <a:pt x="827790" y="47020"/>
                </a:cubicBezTo>
                <a:cubicBezTo>
                  <a:pt x="827790" y="40896"/>
                  <a:pt x="830211" y="35748"/>
                  <a:pt x="835053" y="31576"/>
                </a:cubicBezTo>
                <a:cubicBezTo>
                  <a:pt x="839894" y="27405"/>
                  <a:pt x="847401" y="25319"/>
                  <a:pt x="857574" y="25319"/>
                </a:cubicBezTo>
                <a:cubicBezTo>
                  <a:pt x="867257" y="25319"/>
                  <a:pt x="874453" y="26891"/>
                  <a:pt x="879162" y="30034"/>
                </a:cubicBezTo>
                <a:cubicBezTo>
                  <a:pt x="883870" y="33176"/>
                  <a:pt x="887113" y="37824"/>
                  <a:pt x="888890" y="43976"/>
                </a:cubicBezTo>
                <a:lnTo>
                  <a:pt x="871233" y="47307"/>
                </a:lnTo>
                <a:cubicBezTo>
                  <a:pt x="870478" y="44553"/>
                  <a:pt x="869045" y="42443"/>
                  <a:pt x="866935" y="40978"/>
                </a:cubicBezTo>
                <a:cubicBezTo>
                  <a:pt x="864825" y="39512"/>
                  <a:pt x="861816" y="38779"/>
                  <a:pt x="857907" y="38779"/>
                </a:cubicBezTo>
                <a:cubicBezTo>
                  <a:pt x="852976" y="38779"/>
                  <a:pt x="849445" y="39467"/>
                  <a:pt x="847313" y="40842"/>
                </a:cubicBezTo>
                <a:cubicBezTo>
                  <a:pt x="845891" y="41817"/>
                  <a:pt x="845180" y="43081"/>
                  <a:pt x="845180" y="44634"/>
                </a:cubicBezTo>
                <a:cubicBezTo>
                  <a:pt x="845180" y="45964"/>
                  <a:pt x="845802" y="47094"/>
                  <a:pt x="847046" y="48026"/>
                </a:cubicBezTo>
                <a:cubicBezTo>
                  <a:pt x="848734" y="49268"/>
                  <a:pt x="854564" y="51021"/>
                  <a:pt x="864537" y="53283"/>
                </a:cubicBezTo>
                <a:cubicBezTo>
                  <a:pt x="874509" y="55546"/>
                  <a:pt x="881472" y="58322"/>
                  <a:pt x="885425" y="61610"/>
                </a:cubicBezTo>
                <a:cubicBezTo>
                  <a:pt x="889334" y="64944"/>
                  <a:pt x="891289" y="69589"/>
                  <a:pt x="891289" y="75544"/>
                </a:cubicBezTo>
                <a:cubicBezTo>
                  <a:pt x="891289" y="82034"/>
                  <a:pt x="888579" y="87612"/>
                  <a:pt x="883160" y="92279"/>
                </a:cubicBezTo>
                <a:cubicBezTo>
                  <a:pt x="877740" y="96946"/>
                  <a:pt x="869723" y="99279"/>
                  <a:pt x="859106" y="99279"/>
                </a:cubicBezTo>
                <a:cubicBezTo>
                  <a:pt x="849467" y="99279"/>
                  <a:pt x="841838" y="97331"/>
                  <a:pt x="836219" y="93434"/>
                </a:cubicBezTo>
                <a:cubicBezTo>
                  <a:pt x="830600" y="89536"/>
                  <a:pt x="826924" y="84244"/>
                  <a:pt x="825191" y="775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src/core/core.ticks.js">
            <a:extLst xmlns:a="http://schemas.openxmlformats.org/drawingml/2006/main">
              <a:ext uri="{FF2B5EF4-FFF2-40B4-BE49-F238E27FC236}">
                <a16:creationId xmlns:a16="http://schemas.microsoft.com/office/drawing/2014/main" id="{7C5F730C-BBF7-4672-A3F0-0CECC2B4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365" y="3403342"/>
            <a:ext cx="547954" cy="57125"/>
          </a:xfrm>
          <a:custGeom xmlns:a="http://schemas.openxmlformats.org/drawingml/2006/main">
            <a:pathLst>
              <a:path w="547954" h="57125">
                <a:moveTo>
                  <a:pt x="0" y="34834"/>
                </a:moveTo>
                <a:lnTo>
                  <a:pt x="5290" y="34002"/>
                </a:lnTo>
                <a:cubicBezTo>
                  <a:pt x="5588" y="36113"/>
                  <a:pt x="6415" y="37730"/>
                  <a:pt x="7772" y="38855"/>
                </a:cubicBezTo>
                <a:cubicBezTo>
                  <a:pt x="9130" y="39979"/>
                  <a:pt x="11027" y="40541"/>
                  <a:pt x="13464" y="40541"/>
                </a:cubicBezTo>
                <a:cubicBezTo>
                  <a:pt x="15921" y="40541"/>
                  <a:pt x="17744" y="40044"/>
                  <a:pt x="18933" y="39052"/>
                </a:cubicBezTo>
                <a:cubicBezTo>
                  <a:pt x="20122" y="38059"/>
                  <a:pt x="20716" y="36894"/>
                  <a:pt x="20716" y="35558"/>
                </a:cubicBezTo>
                <a:cubicBezTo>
                  <a:pt x="20716" y="34358"/>
                  <a:pt x="20191" y="33415"/>
                  <a:pt x="19141" y="32727"/>
                </a:cubicBezTo>
                <a:cubicBezTo>
                  <a:pt x="18408" y="32255"/>
                  <a:pt x="16585" y="31655"/>
                  <a:pt x="13672" y="30927"/>
                </a:cubicBezTo>
                <a:cubicBezTo>
                  <a:pt x="9749" y="29936"/>
                  <a:pt x="7029" y="29079"/>
                  <a:pt x="5513" y="28355"/>
                </a:cubicBezTo>
                <a:cubicBezTo>
                  <a:pt x="3998" y="27631"/>
                  <a:pt x="2848" y="26629"/>
                  <a:pt x="2066" y="25350"/>
                </a:cubicBezTo>
                <a:cubicBezTo>
                  <a:pt x="1283" y="24071"/>
                  <a:pt x="892" y="22658"/>
                  <a:pt x="892" y="21111"/>
                </a:cubicBezTo>
                <a:cubicBezTo>
                  <a:pt x="892" y="19703"/>
                  <a:pt x="1214" y="18399"/>
                  <a:pt x="1858" y="17199"/>
                </a:cubicBezTo>
                <a:cubicBezTo>
                  <a:pt x="2502" y="15999"/>
                  <a:pt x="3378" y="15002"/>
                  <a:pt x="4488" y="14209"/>
                </a:cubicBezTo>
                <a:cubicBezTo>
                  <a:pt x="5320" y="13594"/>
                  <a:pt x="6455" y="13074"/>
                  <a:pt x="7891" y="12648"/>
                </a:cubicBezTo>
                <a:cubicBezTo>
                  <a:pt x="9328" y="12221"/>
                  <a:pt x="10868" y="12008"/>
                  <a:pt x="12513" y="12008"/>
                </a:cubicBezTo>
                <a:cubicBezTo>
                  <a:pt x="14990" y="12008"/>
                  <a:pt x="17164" y="12367"/>
                  <a:pt x="19037" y="13085"/>
                </a:cubicBezTo>
                <a:cubicBezTo>
                  <a:pt x="20909" y="13803"/>
                  <a:pt x="22291" y="14775"/>
                  <a:pt x="23183" y="16002"/>
                </a:cubicBezTo>
                <a:cubicBezTo>
                  <a:pt x="24075" y="17229"/>
                  <a:pt x="24689" y="18870"/>
                  <a:pt x="25026" y="20924"/>
                </a:cubicBezTo>
                <a:lnTo>
                  <a:pt x="19795" y="21638"/>
                </a:lnTo>
                <a:cubicBezTo>
                  <a:pt x="19557" y="20013"/>
                  <a:pt x="18868" y="18745"/>
                  <a:pt x="17729" y="17833"/>
                </a:cubicBezTo>
                <a:cubicBezTo>
                  <a:pt x="16590" y="16922"/>
                  <a:pt x="14980" y="16466"/>
                  <a:pt x="12899" y="16466"/>
                </a:cubicBezTo>
                <a:cubicBezTo>
                  <a:pt x="10442" y="16466"/>
                  <a:pt x="8689" y="16870"/>
                  <a:pt x="7639" y="17679"/>
                </a:cubicBezTo>
                <a:cubicBezTo>
                  <a:pt x="6588" y="18487"/>
                  <a:pt x="6063" y="19433"/>
                  <a:pt x="6063" y="20518"/>
                </a:cubicBezTo>
                <a:cubicBezTo>
                  <a:pt x="6063" y="21208"/>
                  <a:pt x="6281" y="21829"/>
                  <a:pt x="6717" y="22382"/>
                </a:cubicBezTo>
                <a:cubicBezTo>
                  <a:pt x="7153" y="22953"/>
                  <a:pt x="7837" y="23426"/>
                  <a:pt x="8768" y="23801"/>
                </a:cubicBezTo>
                <a:cubicBezTo>
                  <a:pt x="9303" y="23998"/>
                  <a:pt x="10878" y="24452"/>
                  <a:pt x="13494" y="25161"/>
                </a:cubicBezTo>
                <a:cubicBezTo>
                  <a:pt x="17278" y="26171"/>
                  <a:pt x="19919" y="26998"/>
                  <a:pt x="21415" y="27641"/>
                </a:cubicBezTo>
                <a:cubicBezTo>
                  <a:pt x="22911" y="28285"/>
                  <a:pt x="24085" y="29220"/>
                  <a:pt x="24937" y="30448"/>
                </a:cubicBezTo>
                <a:cubicBezTo>
                  <a:pt x="25789" y="31675"/>
                  <a:pt x="26215" y="33200"/>
                  <a:pt x="26215" y="35021"/>
                </a:cubicBezTo>
                <a:cubicBezTo>
                  <a:pt x="26215" y="36803"/>
                  <a:pt x="25695" y="38481"/>
                  <a:pt x="24654" y="40055"/>
                </a:cubicBezTo>
                <a:cubicBezTo>
                  <a:pt x="23614" y="41628"/>
                  <a:pt x="22113" y="42846"/>
                  <a:pt x="20151" y="43707"/>
                </a:cubicBezTo>
                <a:cubicBezTo>
                  <a:pt x="18190" y="44568"/>
                  <a:pt x="15971" y="44999"/>
                  <a:pt x="13494" y="44999"/>
                </a:cubicBezTo>
                <a:cubicBezTo>
                  <a:pt x="9392" y="44999"/>
                  <a:pt x="6266" y="44144"/>
                  <a:pt x="4116" y="42435"/>
                </a:cubicBezTo>
                <a:cubicBezTo>
                  <a:pt x="1967" y="40726"/>
                  <a:pt x="594" y="38193"/>
                  <a:pt x="0" y="34834"/>
                </a:cubicBezTo>
                <a:close/>
                <a:moveTo>
                  <a:pt x="32881" y="44286"/>
                </a:moveTo>
                <a:lnTo>
                  <a:pt x="32881" y="12721"/>
                </a:lnTo>
                <a:lnTo>
                  <a:pt x="37696" y="12721"/>
                </a:lnTo>
                <a:lnTo>
                  <a:pt x="37696" y="17476"/>
                </a:lnTo>
                <a:cubicBezTo>
                  <a:pt x="38925" y="15250"/>
                  <a:pt x="40059" y="13782"/>
                  <a:pt x="41099" y="13072"/>
                </a:cubicBezTo>
                <a:cubicBezTo>
                  <a:pt x="42140" y="12362"/>
                  <a:pt x="43284" y="12008"/>
                  <a:pt x="44532" y="12008"/>
                </a:cubicBezTo>
                <a:cubicBezTo>
                  <a:pt x="46335" y="12008"/>
                  <a:pt x="48168" y="12580"/>
                  <a:pt x="50031" y="13724"/>
                </a:cubicBezTo>
                <a:lnTo>
                  <a:pt x="48188" y="18665"/>
                </a:lnTo>
                <a:cubicBezTo>
                  <a:pt x="46880" y="17893"/>
                  <a:pt x="45572" y="17506"/>
                  <a:pt x="44265" y="17506"/>
                </a:cubicBezTo>
                <a:cubicBezTo>
                  <a:pt x="43096" y="17506"/>
                  <a:pt x="42045" y="17859"/>
                  <a:pt x="41114" y="18563"/>
                </a:cubicBezTo>
                <a:cubicBezTo>
                  <a:pt x="40183" y="19267"/>
                  <a:pt x="39519" y="20244"/>
                  <a:pt x="39123" y="21494"/>
                </a:cubicBezTo>
                <a:cubicBezTo>
                  <a:pt x="38528" y="23398"/>
                  <a:pt x="38231" y="25480"/>
                  <a:pt x="38231" y="27742"/>
                </a:cubicBezTo>
                <a:lnTo>
                  <a:pt x="38231" y="44286"/>
                </a:lnTo>
                <a:lnTo>
                  <a:pt x="32881" y="44286"/>
                </a:lnTo>
                <a:close/>
                <a:moveTo>
                  <a:pt x="73504" y="32694"/>
                </a:moveTo>
                <a:lnTo>
                  <a:pt x="78764" y="33378"/>
                </a:lnTo>
                <a:cubicBezTo>
                  <a:pt x="78190" y="37013"/>
                  <a:pt x="76719" y="39859"/>
                  <a:pt x="74351" y="41915"/>
                </a:cubicBezTo>
                <a:cubicBezTo>
                  <a:pt x="71983" y="43971"/>
                  <a:pt x="69075" y="44999"/>
                  <a:pt x="65627" y="44999"/>
                </a:cubicBezTo>
                <a:cubicBezTo>
                  <a:pt x="61308" y="44999"/>
                  <a:pt x="57835" y="43587"/>
                  <a:pt x="55210" y="40764"/>
                </a:cubicBezTo>
                <a:cubicBezTo>
                  <a:pt x="52584" y="37940"/>
                  <a:pt x="51272" y="33893"/>
                  <a:pt x="51272" y="28622"/>
                </a:cubicBezTo>
                <a:cubicBezTo>
                  <a:pt x="51272" y="25214"/>
                  <a:pt x="51836" y="22232"/>
                  <a:pt x="52966" y="19676"/>
                </a:cubicBezTo>
                <a:cubicBezTo>
                  <a:pt x="54095" y="17120"/>
                  <a:pt x="55814" y="15203"/>
                  <a:pt x="58123" y="13925"/>
                </a:cubicBezTo>
                <a:cubicBezTo>
                  <a:pt x="60431" y="12647"/>
                  <a:pt x="62942" y="12008"/>
                  <a:pt x="65657" y="12008"/>
                </a:cubicBezTo>
                <a:cubicBezTo>
                  <a:pt x="69085" y="12008"/>
                  <a:pt x="71889" y="12877"/>
                  <a:pt x="74068" y="14617"/>
                </a:cubicBezTo>
                <a:cubicBezTo>
                  <a:pt x="76248" y="16355"/>
                  <a:pt x="77645" y="18824"/>
                  <a:pt x="78259" y="22024"/>
                </a:cubicBezTo>
                <a:lnTo>
                  <a:pt x="73058" y="22826"/>
                </a:lnTo>
                <a:cubicBezTo>
                  <a:pt x="72562" y="20716"/>
                  <a:pt x="71686" y="19129"/>
                  <a:pt x="70427" y="18063"/>
                </a:cubicBezTo>
                <a:cubicBezTo>
                  <a:pt x="69169" y="16998"/>
                  <a:pt x="67648" y="16466"/>
                  <a:pt x="65865" y="16466"/>
                </a:cubicBezTo>
                <a:cubicBezTo>
                  <a:pt x="63170" y="16466"/>
                  <a:pt x="60981" y="17427"/>
                  <a:pt x="59297" y="19350"/>
                </a:cubicBezTo>
                <a:cubicBezTo>
                  <a:pt x="57612" y="21272"/>
                  <a:pt x="56770" y="24313"/>
                  <a:pt x="56770" y="28474"/>
                </a:cubicBezTo>
                <a:cubicBezTo>
                  <a:pt x="56770" y="32693"/>
                  <a:pt x="57583" y="35760"/>
                  <a:pt x="59207" y="37672"/>
                </a:cubicBezTo>
                <a:cubicBezTo>
                  <a:pt x="60832" y="39585"/>
                  <a:pt x="62952" y="40541"/>
                  <a:pt x="65568" y="40541"/>
                </a:cubicBezTo>
                <a:cubicBezTo>
                  <a:pt x="67668" y="40541"/>
                  <a:pt x="69422" y="39899"/>
                  <a:pt x="70829" y="38616"/>
                </a:cubicBezTo>
                <a:cubicBezTo>
                  <a:pt x="72235" y="37333"/>
                  <a:pt x="73127" y="35359"/>
                  <a:pt x="73504" y="32694"/>
                </a:cubicBezTo>
                <a:close/>
                <a:moveTo>
                  <a:pt x="79895" y="44999"/>
                </a:moveTo>
                <a:lnTo>
                  <a:pt x="92526" y="0"/>
                </a:lnTo>
                <a:lnTo>
                  <a:pt x="96806" y="0"/>
                </a:lnTo>
                <a:lnTo>
                  <a:pt x="84204" y="44999"/>
                </a:lnTo>
                <a:lnTo>
                  <a:pt x="79895" y="44999"/>
                </a:lnTo>
                <a:close/>
                <a:moveTo>
                  <a:pt x="121730" y="32694"/>
                </a:moveTo>
                <a:lnTo>
                  <a:pt x="126990" y="33378"/>
                </a:lnTo>
                <a:cubicBezTo>
                  <a:pt x="126416" y="37013"/>
                  <a:pt x="124945" y="39859"/>
                  <a:pt x="122577" y="41915"/>
                </a:cubicBezTo>
                <a:cubicBezTo>
                  <a:pt x="120209" y="43971"/>
                  <a:pt x="117301" y="44999"/>
                  <a:pt x="113853" y="44999"/>
                </a:cubicBezTo>
                <a:cubicBezTo>
                  <a:pt x="109534" y="44999"/>
                  <a:pt x="106061" y="43587"/>
                  <a:pt x="103436" y="40764"/>
                </a:cubicBezTo>
                <a:cubicBezTo>
                  <a:pt x="100810" y="37940"/>
                  <a:pt x="99498" y="33893"/>
                  <a:pt x="99498" y="28622"/>
                </a:cubicBezTo>
                <a:cubicBezTo>
                  <a:pt x="99498" y="25214"/>
                  <a:pt x="100062" y="22232"/>
                  <a:pt x="101192" y="19676"/>
                </a:cubicBezTo>
                <a:cubicBezTo>
                  <a:pt x="102321" y="17120"/>
                  <a:pt x="104040" y="15203"/>
                  <a:pt x="106349" y="13925"/>
                </a:cubicBezTo>
                <a:cubicBezTo>
                  <a:pt x="108657" y="12647"/>
                  <a:pt x="111168" y="12008"/>
                  <a:pt x="113883" y="12008"/>
                </a:cubicBezTo>
                <a:cubicBezTo>
                  <a:pt x="117311" y="12008"/>
                  <a:pt x="120115" y="12877"/>
                  <a:pt x="122294" y="14617"/>
                </a:cubicBezTo>
                <a:cubicBezTo>
                  <a:pt x="124474" y="16355"/>
                  <a:pt x="125871" y="18824"/>
                  <a:pt x="126485" y="22024"/>
                </a:cubicBezTo>
                <a:lnTo>
                  <a:pt x="121284" y="22826"/>
                </a:lnTo>
                <a:cubicBezTo>
                  <a:pt x="120788" y="20716"/>
                  <a:pt x="119912" y="19129"/>
                  <a:pt x="118653" y="18063"/>
                </a:cubicBezTo>
                <a:cubicBezTo>
                  <a:pt x="117395" y="16998"/>
                  <a:pt x="115874" y="16466"/>
                  <a:pt x="114091" y="16466"/>
                </a:cubicBezTo>
                <a:cubicBezTo>
                  <a:pt x="111396" y="16466"/>
                  <a:pt x="109207" y="17427"/>
                  <a:pt x="107523" y="19350"/>
                </a:cubicBezTo>
                <a:cubicBezTo>
                  <a:pt x="105838" y="21272"/>
                  <a:pt x="104996" y="24313"/>
                  <a:pt x="104996" y="28474"/>
                </a:cubicBezTo>
                <a:cubicBezTo>
                  <a:pt x="104996" y="32693"/>
                  <a:pt x="105809" y="35760"/>
                  <a:pt x="107433" y="37672"/>
                </a:cubicBezTo>
                <a:cubicBezTo>
                  <a:pt x="109058" y="39585"/>
                  <a:pt x="111178" y="40541"/>
                  <a:pt x="113794" y="40541"/>
                </a:cubicBezTo>
                <a:cubicBezTo>
                  <a:pt x="115894" y="40541"/>
                  <a:pt x="117648" y="39899"/>
                  <a:pt x="119055" y="38616"/>
                </a:cubicBezTo>
                <a:cubicBezTo>
                  <a:pt x="120461" y="37333"/>
                  <a:pt x="121353" y="35359"/>
                  <a:pt x="121730" y="32694"/>
                </a:cubicBezTo>
                <a:close/>
                <a:moveTo>
                  <a:pt x="129942" y="28503"/>
                </a:moveTo>
                <a:cubicBezTo>
                  <a:pt x="129942" y="22658"/>
                  <a:pt x="131566" y="18328"/>
                  <a:pt x="134816" y="15515"/>
                </a:cubicBezTo>
                <a:cubicBezTo>
                  <a:pt x="137531" y="13177"/>
                  <a:pt x="140840" y="12008"/>
                  <a:pt x="144743" y="12008"/>
                </a:cubicBezTo>
                <a:cubicBezTo>
                  <a:pt x="149083" y="12008"/>
                  <a:pt x="152629" y="13429"/>
                  <a:pt x="155384" y="16273"/>
                </a:cubicBezTo>
                <a:cubicBezTo>
                  <a:pt x="158138" y="19116"/>
                  <a:pt x="159515" y="23044"/>
                  <a:pt x="159515" y="28057"/>
                </a:cubicBezTo>
                <a:cubicBezTo>
                  <a:pt x="159515" y="32119"/>
                  <a:pt x="158906" y="35315"/>
                  <a:pt x="157687" y="37643"/>
                </a:cubicBezTo>
                <a:cubicBezTo>
                  <a:pt x="156468" y="39971"/>
                  <a:pt x="154695" y="41779"/>
                  <a:pt x="152367" y="43067"/>
                </a:cubicBezTo>
                <a:cubicBezTo>
                  <a:pt x="150039" y="44355"/>
                  <a:pt x="147497" y="44999"/>
                  <a:pt x="144743" y="44999"/>
                </a:cubicBezTo>
                <a:cubicBezTo>
                  <a:pt x="140325" y="44999"/>
                  <a:pt x="136753" y="43582"/>
                  <a:pt x="134028" y="40749"/>
                </a:cubicBezTo>
                <a:cubicBezTo>
                  <a:pt x="131304" y="37915"/>
                  <a:pt x="129942" y="33833"/>
                  <a:pt x="129942" y="28503"/>
                </a:cubicBezTo>
                <a:moveTo>
                  <a:pt x="135440" y="28488"/>
                </a:moveTo>
                <a:cubicBezTo>
                  <a:pt x="135440" y="32516"/>
                  <a:pt x="136322" y="35531"/>
                  <a:pt x="138085" y="37535"/>
                </a:cubicBezTo>
                <a:cubicBezTo>
                  <a:pt x="139849" y="39539"/>
                  <a:pt x="142068" y="40541"/>
                  <a:pt x="144743" y="40541"/>
                </a:cubicBezTo>
                <a:cubicBezTo>
                  <a:pt x="147398" y="40541"/>
                  <a:pt x="149608" y="39534"/>
                  <a:pt x="151371" y="37520"/>
                </a:cubicBezTo>
                <a:cubicBezTo>
                  <a:pt x="153135" y="35507"/>
                  <a:pt x="154016" y="32437"/>
                  <a:pt x="154016" y="28311"/>
                </a:cubicBezTo>
                <a:cubicBezTo>
                  <a:pt x="154016" y="24422"/>
                  <a:pt x="153130" y="21475"/>
                  <a:pt x="151356" y="19472"/>
                </a:cubicBezTo>
                <a:cubicBezTo>
                  <a:pt x="149583" y="17468"/>
                  <a:pt x="147379" y="16466"/>
                  <a:pt x="144743" y="16466"/>
                </a:cubicBezTo>
                <a:cubicBezTo>
                  <a:pt x="142068" y="16466"/>
                  <a:pt x="139849" y="17463"/>
                  <a:pt x="138085" y="19457"/>
                </a:cubicBezTo>
                <a:cubicBezTo>
                  <a:pt x="136322" y="21451"/>
                  <a:pt x="135440" y="24461"/>
                  <a:pt x="135440" y="28488"/>
                </a:cubicBezTo>
                <a:close/>
                <a:moveTo>
                  <a:pt x="165474" y="44286"/>
                </a:moveTo>
                <a:lnTo>
                  <a:pt x="165474" y="12721"/>
                </a:lnTo>
                <a:lnTo>
                  <a:pt x="170289" y="12721"/>
                </a:lnTo>
                <a:lnTo>
                  <a:pt x="170289" y="17476"/>
                </a:lnTo>
                <a:cubicBezTo>
                  <a:pt x="171518" y="15250"/>
                  <a:pt x="172652" y="13782"/>
                  <a:pt x="173692" y="13072"/>
                </a:cubicBezTo>
                <a:cubicBezTo>
                  <a:pt x="174732" y="12362"/>
                  <a:pt x="175877" y="12008"/>
                  <a:pt x="177125" y="12008"/>
                </a:cubicBezTo>
                <a:cubicBezTo>
                  <a:pt x="178928" y="12008"/>
                  <a:pt x="180761" y="12580"/>
                  <a:pt x="182624" y="13724"/>
                </a:cubicBezTo>
                <a:lnTo>
                  <a:pt x="180781" y="18665"/>
                </a:lnTo>
                <a:cubicBezTo>
                  <a:pt x="179473" y="17893"/>
                  <a:pt x="178165" y="17506"/>
                  <a:pt x="176858" y="17506"/>
                </a:cubicBezTo>
                <a:cubicBezTo>
                  <a:pt x="175689" y="17506"/>
                  <a:pt x="174638" y="17859"/>
                  <a:pt x="173707" y="18563"/>
                </a:cubicBezTo>
                <a:cubicBezTo>
                  <a:pt x="172776" y="19267"/>
                  <a:pt x="172112" y="20244"/>
                  <a:pt x="171716" y="21494"/>
                </a:cubicBezTo>
                <a:cubicBezTo>
                  <a:pt x="171121" y="23398"/>
                  <a:pt x="170824" y="25480"/>
                  <a:pt x="170824" y="27742"/>
                </a:cubicBezTo>
                <a:lnTo>
                  <a:pt x="170824" y="44286"/>
                </a:lnTo>
                <a:lnTo>
                  <a:pt x="165474" y="44286"/>
                </a:lnTo>
                <a:close/>
                <a:moveTo>
                  <a:pt x="207108" y="34121"/>
                </a:moveTo>
                <a:lnTo>
                  <a:pt x="212636" y="34804"/>
                </a:lnTo>
                <a:cubicBezTo>
                  <a:pt x="211764" y="38034"/>
                  <a:pt x="210149" y="40541"/>
                  <a:pt x="207791" y="42324"/>
                </a:cubicBezTo>
                <a:cubicBezTo>
                  <a:pt x="205433" y="44107"/>
                  <a:pt x="202421" y="44999"/>
                  <a:pt x="198756" y="44999"/>
                </a:cubicBezTo>
                <a:cubicBezTo>
                  <a:pt x="194139" y="44999"/>
                  <a:pt x="190478" y="43577"/>
                  <a:pt x="187773" y="40734"/>
                </a:cubicBezTo>
                <a:cubicBezTo>
                  <a:pt x="185069" y="37890"/>
                  <a:pt x="183716" y="33903"/>
                  <a:pt x="183716" y="28771"/>
                </a:cubicBezTo>
                <a:cubicBezTo>
                  <a:pt x="183716" y="23460"/>
                  <a:pt x="185084" y="19339"/>
                  <a:pt x="187818" y="16406"/>
                </a:cubicBezTo>
                <a:cubicBezTo>
                  <a:pt x="190552" y="13474"/>
                  <a:pt x="194099" y="12008"/>
                  <a:pt x="198458" y="12008"/>
                </a:cubicBezTo>
                <a:cubicBezTo>
                  <a:pt x="202679" y="12008"/>
                  <a:pt x="206127" y="13442"/>
                  <a:pt x="208802" y="16311"/>
                </a:cubicBezTo>
                <a:cubicBezTo>
                  <a:pt x="211477" y="19179"/>
                  <a:pt x="212814" y="23214"/>
                  <a:pt x="212814" y="28417"/>
                </a:cubicBezTo>
                <a:cubicBezTo>
                  <a:pt x="212814" y="28733"/>
                  <a:pt x="212804" y="29208"/>
                  <a:pt x="212784" y="29841"/>
                </a:cubicBezTo>
                <a:lnTo>
                  <a:pt x="189245" y="29841"/>
                </a:lnTo>
                <a:cubicBezTo>
                  <a:pt x="189443" y="33298"/>
                  <a:pt x="190424" y="35946"/>
                  <a:pt x="192187" y="37784"/>
                </a:cubicBezTo>
                <a:cubicBezTo>
                  <a:pt x="193951" y="39622"/>
                  <a:pt x="196150" y="40541"/>
                  <a:pt x="198785" y="40541"/>
                </a:cubicBezTo>
                <a:cubicBezTo>
                  <a:pt x="200747" y="40541"/>
                  <a:pt x="202421" y="40030"/>
                  <a:pt x="203808" y="39010"/>
                </a:cubicBezTo>
                <a:cubicBezTo>
                  <a:pt x="205195" y="37989"/>
                  <a:pt x="206295" y="36359"/>
                  <a:pt x="207108" y="34121"/>
                </a:cubicBezTo>
                <a:moveTo>
                  <a:pt x="189542" y="25382"/>
                </a:moveTo>
                <a:lnTo>
                  <a:pt x="207167" y="25382"/>
                </a:lnTo>
                <a:cubicBezTo>
                  <a:pt x="206929" y="22771"/>
                  <a:pt x="206256" y="20812"/>
                  <a:pt x="205146" y="19506"/>
                </a:cubicBezTo>
                <a:cubicBezTo>
                  <a:pt x="203442" y="17479"/>
                  <a:pt x="201233" y="16466"/>
                  <a:pt x="198518" y="16466"/>
                </a:cubicBezTo>
                <a:cubicBezTo>
                  <a:pt x="196061" y="16466"/>
                  <a:pt x="193995" y="17275"/>
                  <a:pt x="192321" y="18893"/>
                </a:cubicBezTo>
                <a:cubicBezTo>
                  <a:pt x="190647" y="20510"/>
                  <a:pt x="189720" y="22673"/>
                  <a:pt x="189542" y="25382"/>
                </a:cubicBezTo>
                <a:close/>
                <a:moveTo>
                  <a:pt x="215089" y="44999"/>
                </a:moveTo>
                <a:lnTo>
                  <a:pt x="227721" y="0"/>
                </a:lnTo>
                <a:lnTo>
                  <a:pt x="232001" y="0"/>
                </a:lnTo>
                <a:lnTo>
                  <a:pt x="219399" y="44999"/>
                </a:lnTo>
                <a:lnTo>
                  <a:pt x="215089" y="44999"/>
                </a:lnTo>
                <a:close/>
                <a:moveTo>
                  <a:pt x="256924" y="32694"/>
                </a:moveTo>
                <a:lnTo>
                  <a:pt x="262184" y="33378"/>
                </a:lnTo>
                <a:cubicBezTo>
                  <a:pt x="261610" y="37013"/>
                  <a:pt x="260139" y="39859"/>
                  <a:pt x="257771" y="41915"/>
                </a:cubicBezTo>
                <a:cubicBezTo>
                  <a:pt x="255403" y="43971"/>
                  <a:pt x="252495" y="44999"/>
                  <a:pt x="249047" y="44999"/>
                </a:cubicBezTo>
                <a:cubicBezTo>
                  <a:pt x="244728" y="44999"/>
                  <a:pt x="241255" y="43587"/>
                  <a:pt x="238630" y="40764"/>
                </a:cubicBezTo>
                <a:cubicBezTo>
                  <a:pt x="236004" y="37940"/>
                  <a:pt x="234692" y="33893"/>
                  <a:pt x="234692" y="28622"/>
                </a:cubicBezTo>
                <a:cubicBezTo>
                  <a:pt x="234692" y="25214"/>
                  <a:pt x="235256" y="22232"/>
                  <a:pt x="236386" y="19676"/>
                </a:cubicBezTo>
                <a:cubicBezTo>
                  <a:pt x="237515" y="17120"/>
                  <a:pt x="239234" y="15203"/>
                  <a:pt x="241543" y="13925"/>
                </a:cubicBezTo>
                <a:cubicBezTo>
                  <a:pt x="243851" y="12647"/>
                  <a:pt x="246362" y="12008"/>
                  <a:pt x="249077" y="12008"/>
                </a:cubicBezTo>
                <a:cubicBezTo>
                  <a:pt x="252505" y="12008"/>
                  <a:pt x="255309" y="12877"/>
                  <a:pt x="257488" y="14617"/>
                </a:cubicBezTo>
                <a:cubicBezTo>
                  <a:pt x="259668" y="16355"/>
                  <a:pt x="261065" y="18824"/>
                  <a:pt x="261679" y="22024"/>
                </a:cubicBezTo>
                <a:lnTo>
                  <a:pt x="256478" y="22826"/>
                </a:lnTo>
                <a:cubicBezTo>
                  <a:pt x="255982" y="20716"/>
                  <a:pt x="255106" y="19129"/>
                  <a:pt x="253847" y="18063"/>
                </a:cubicBezTo>
                <a:cubicBezTo>
                  <a:pt x="252589" y="16998"/>
                  <a:pt x="251068" y="16466"/>
                  <a:pt x="249285" y="16466"/>
                </a:cubicBezTo>
                <a:cubicBezTo>
                  <a:pt x="246590" y="16466"/>
                  <a:pt x="244401" y="17427"/>
                  <a:pt x="242717" y="19350"/>
                </a:cubicBezTo>
                <a:cubicBezTo>
                  <a:pt x="241032" y="21272"/>
                  <a:pt x="240190" y="24313"/>
                  <a:pt x="240190" y="28474"/>
                </a:cubicBezTo>
                <a:cubicBezTo>
                  <a:pt x="240190" y="32693"/>
                  <a:pt x="241003" y="35760"/>
                  <a:pt x="242627" y="37672"/>
                </a:cubicBezTo>
                <a:cubicBezTo>
                  <a:pt x="244252" y="39585"/>
                  <a:pt x="246372" y="40541"/>
                  <a:pt x="248988" y="40541"/>
                </a:cubicBezTo>
                <a:cubicBezTo>
                  <a:pt x="251088" y="40541"/>
                  <a:pt x="252842" y="39899"/>
                  <a:pt x="254249" y="38616"/>
                </a:cubicBezTo>
                <a:cubicBezTo>
                  <a:pt x="255656" y="37333"/>
                  <a:pt x="256547" y="35359"/>
                  <a:pt x="256924" y="32694"/>
                </a:cubicBezTo>
                <a:close/>
                <a:moveTo>
                  <a:pt x="265136" y="28503"/>
                </a:moveTo>
                <a:cubicBezTo>
                  <a:pt x="265136" y="22658"/>
                  <a:pt x="266761" y="18328"/>
                  <a:pt x="270010" y="15515"/>
                </a:cubicBezTo>
                <a:cubicBezTo>
                  <a:pt x="272725" y="13177"/>
                  <a:pt x="276034" y="12008"/>
                  <a:pt x="279937" y="12008"/>
                </a:cubicBezTo>
                <a:cubicBezTo>
                  <a:pt x="284277" y="12008"/>
                  <a:pt x="287823" y="13429"/>
                  <a:pt x="290578" y="16273"/>
                </a:cubicBezTo>
                <a:cubicBezTo>
                  <a:pt x="293332" y="19116"/>
                  <a:pt x="294709" y="23044"/>
                  <a:pt x="294709" y="28057"/>
                </a:cubicBezTo>
                <a:cubicBezTo>
                  <a:pt x="294709" y="32119"/>
                  <a:pt x="294100" y="35315"/>
                  <a:pt x="292881" y="37643"/>
                </a:cubicBezTo>
                <a:cubicBezTo>
                  <a:pt x="291663" y="39971"/>
                  <a:pt x="289889" y="41779"/>
                  <a:pt x="287561" y="43067"/>
                </a:cubicBezTo>
                <a:cubicBezTo>
                  <a:pt x="285233" y="44355"/>
                  <a:pt x="282691" y="44999"/>
                  <a:pt x="279937" y="44999"/>
                </a:cubicBezTo>
                <a:cubicBezTo>
                  <a:pt x="275519" y="44999"/>
                  <a:pt x="271947" y="43582"/>
                  <a:pt x="269222" y="40749"/>
                </a:cubicBezTo>
                <a:cubicBezTo>
                  <a:pt x="266498" y="37915"/>
                  <a:pt x="265136" y="33833"/>
                  <a:pt x="265136" y="28503"/>
                </a:cubicBezTo>
                <a:moveTo>
                  <a:pt x="270634" y="28488"/>
                </a:moveTo>
                <a:cubicBezTo>
                  <a:pt x="270634" y="32516"/>
                  <a:pt x="271516" y="35531"/>
                  <a:pt x="273280" y="37535"/>
                </a:cubicBezTo>
                <a:cubicBezTo>
                  <a:pt x="275043" y="39539"/>
                  <a:pt x="277262" y="40541"/>
                  <a:pt x="279937" y="40541"/>
                </a:cubicBezTo>
                <a:cubicBezTo>
                  <a:pt x="282592" y="40541"/>
                  <a:pt x="284802" y="39534"/>
                  <a:pt x="286565" y="37520"/>
                </a:cubicBezTo>
                <a:cubicBezTo>
                  <a:pt x="288329" y="35507"/>
                  <a:pt x="289210" y="32437"/>
                  <a:pt x="289210" y="28311"/>
                </a:cubicBezTo>
                <a:cubicBezTo>
                  <a:pt x="289210" y="24422"/>
                  <a:pt x="288324" y="21475"/>
                  <a:pt x="286550" y="19472"/>
                </a:cubicBezTo>
                <a:cubicBezTo>
                  <a:pt x="284777" y="17468"/>
                  <a:pt x="282573" y="16466"/>
                  <a:pt x="279937" y="16466"/>
                </a:cubicBezTo>
                <a:cubicBezTo>
                  <a:pt x="277262" y="16466"/>
                  <a:pt x="275043" y="17463"/>
                  <a:pt x="273280" y="19457"/>
                </a:cubicBezTo>
                <a:cubicBezTo>
                  <a:pt x="271516" y="21451"/>
                  <a:pt x="270634" y="24461"/>
                  <a:pt x="270634" y="28488"/>
                </a:cubicBezTo>
                <a:close/>
                <a:moveTo>
                  <a:pt x="300668" y="44286"/>
                </a:moveTo>
                <a:lnTo>
                  <a:pt x="300668" y="12721"/>
                </a:lnTo>
                <a:lnTo>
                  <a:pt x="305483" y="12721"/>
                </a:lnTo>
                <a:lnTo>
                  <a:pt x="305483" y="17476"/>
                </a:lnTo>
                <a:cubicBezTo>
                  <a:pt x="306712" y="15250"/>
                  <a:pt x="307846" y="13782"/>
                  <a:pt x="308886" y="13072"/>
                </a:cubicBezTo>
                <a:cubicBezTo>
                  <a:pt x="309927" y="12362"/>
                  <a:pt x="311071" y="12008"/>
                  <a:pt x="312319" y="12008"/>
                </a:cubicBezTo>
                <a:cubicBezTo>
                  <a:pt x="314122" y="12008"/>
                  <a:pt x="315955" y="12580"/>
                  <a:pt x="317818" y="13724"/>
                </a:cubicBezTo>
                <a:lnTo>
                  <a:pt x="315975" y="18665"/>
                </a:lnTo>
                <a:cubicBezTo>
                  <a:pt x="314667" y="17893"/>
                  <a:pt x="313359" y="17506"/>
                  <a:pt x="312052" y="17506"/>
                </a:cubicBezTo>
                <a:cubicBezTo>
                  <a:pt x="310883" y="17506"/>
                  <a:pt x="309832" y="17859"/>
                  <a:pt x="308901" y="18563"/>
                </a:cubicBezTo>
                <a:cubicBezTo>
                  <a:pt x="307970" y="19267"/>
                  <a:pt x="307306" y="20244"/>
                  <a:pt x="306910" y="21494"/>
                </a:cubicBezTo>
                <a:cubicBezTo>
                  <a:pt x="306315" y="23398"/>
                  <a:pt x="306018" y="25480"/>
                  <a:pt x="306018" y="27742"/>
                </a:cubicBezTo>
                <a:lnTo>
                  <a:pt x="306018" y="44286"/>
                </a:lnTo>
                <a:lnTo>
                  <a:pt x="300668" y="44286"/>
                </a:lnTo>
                <a:close/>
                <a:moveTo>
                  <a:pt x="342302" y="34121"/>
                </a:moveTo>
                <a:lnTo>
                  <a:pt x="347830" y="34804"/>
                </a:lnTo>
                <a:cubicBezTo>
                  <a:pt x="346958" y="38034"/>
                  <a:pt x="345343" y="40541"/>
                  <a:pt x="342985" y="42324"/>
                </a:cubicBezTo>
                <a:cubicBezTo>
                  <a:pt x="340627" y="44107"/>
                  <a:pt x="337615" y="44999"/>
                  <a:pt x="333950" y="44999"/>
                </a:cubicBezTo>
                <a:cubicBezTo>
                  <a:pt x="329333" y="44999"/>
                  <a:pt x="325672" y="43577"/>
                  <a:pt x="322968" y="40734"/>
                </a:cubicBezTo>
                <a:cubicBezTo>
                  <a:pt x="320263" y="37890"/>
                  <a:pt x="318910" y="33903"/>
                  <a:pt x="318910" y="28771"/>
                </a:cubicBezTo>
                <a:cubicBezTo>
                  <a:pt x="318910" y="23460"/>
                  <a:pt x="320278" y="19339"/>
                  <a:pt x="323012" y="16406"/>
                </a:cubicBezTo>
                <a:cubicBezTo>
                  <a:pt x="325747" y="13474"/>
                  <a:pt x="329293" y="12008"/>
                  <a:pt x="333653" y="12008"/>
                </a:cubicBezTo>
                <a:cubicBezTo>
                  <a:pt x="337873" y="12008"/>
                  <a:pt x="341321" y="13442"/>
                  <a:pt x="343996" y="16311"/>
                </a:cubicBezTo>
                <a:cubicBezTo>
                  <a:pt x="346671" y="19179"/>
                  <a:pt x="348008" y="23214"/>
                  <a:pt x="348008" y="28417"/>
                </a:cubicBezTo>
                <a:cubicBezTo>
                  <a:pt x="348008" y="28733"/>
                  <a:pt x="347998" y="29208"/>
                  <a:pt x="347978" y="29841"/>
                </a:cubicBezTo>
                <a:lnTo>
                  <a:pt x="324439" y="29841"/>
                </a:lnTo>
                <a:cubicBezTo>
                  <a:pt x="324637" y="33298"/>
                  <a:pt x="325618" y="35946"/>
                  <a:pt x="327381" y="37784"/>
                </a:cubicBezTo>
                <a:cubicBezTo>
                  <a:pt x="329145" y="39622"/>
                  <a:pt x="331344" y="40541"/>
                  <a:pt x="333979" y="40541"/>
                </a:cubicBezTo>
                <a:cubicBezTo>
                  <a:pt x="335941" y="40541"/>
                  <a:pt x="337615" y="40030"/>
                  <a:pt x="339002" y="39010"/>
                </a:cubicBezTo>
                <a:cubicBezTo>
                  <a:pt x="340389" y="37989"/>
                  <a:pt x="341489" y="36359"/>
                  <a:pt x="342302" y="34121"/>
                </a:cubicBezTo>
                <a:moveTo>
                  <a:pt x="324736" y="25382"/>
                </a:moveTo>
                <a:lnTo>
                  <a:pt x="342361" y="25382"/>
                </a:lnTo>
                <a:cubicBezTo>
                  <a:pt x="342123" y="22771"/>
                  <a:pt x="341450" y="20812"/>
                  <a:pt x="340340" y="19506"/>
                </a:cubicBezTo>
                <a:cubicBezTo>
                  <a:pt x="338636" y="17479"/>
                  <a:pt x="336427" y="16466"/>
                  <a:pt x="333712" y="16466"/>
                </a:cubicBezTo>
                <a:cubicBezTo>
                  <a:pt x="331255" y="16466"/>
                  <a:pt x="329189" y="17275"/>
                  <a:pt x="327515" y="18893"/>
                </a:cubicBezTo>
                <a:cubicBezTo>
                  <a:pt x="325841" y="20510"/>
                  <a:pt x="324914" y="22673"/>
                  <a:pt x="324736" y="25382"/>
                </a:cubicBezTo>
                <a:close/>
                <a:moveTo>
                  <a:pt x="355810" y="44286"/>
                </a:moveTo>
                <a:lnTo>
                  <a:pt x="355810" y="38163"/>
                </a:lnTo>
                <a:lnTo>
                  <a:pt x="361903" y="38163"/>
                </a:lnTo>
                <a:lnTo>
                  <a:pt x="361903" y="44286"/>
                </a:lnTo>
                <a:lnTo>
                  <a:pt x="355810" y="44286"/>
                </a:lnTo>
                <a:close/>
                <a:moveTo>
                  <a:pt x="383201" y="39560"/>
                </a:moveTo>
                <a:lnTo>
                  <a:pt x="383974" y="44286"/>
                </a:lnTo>
                <a:cubicBezTo>
                  <a:pt x="382468" y="44563"/>
                  <a:pt x="381121" y="44702"/>
                  <a:pt x="379932" y="44702"/>
                </a:cubicBezTo>
                <a:cubicBezTo>
                  <a:pt x="377990" y="44702"/>
                  <a:pt x="376484" y="44395"/>
                  <a:pt x="375414" y="43780"/>
                </a:cubicBezTo>
                <a:cubicBezTo>
                  <a:pt x="374344" y="43166"/>
                  <a:pt x="373591" y="42359"/>
                  <a:pt x="373155" y="41358"/>
                </a:cubicBezTo>
                <a:cubicBezTo>
                  <a:pt x="372719" y="40357"/>
                  <a:pt x="372501" y="38252"/>
                  <a:pt x="372501" y="35042"/>
                </a:cubicBezTo>
                <a:lnTo>
                  <a:pt x="372501" y="16882"/>
                </a:lnTo>
                <a:lnTo>
                  <a:pt x="368578" y="16882"/>
                </a:lnTo>
                <a:lnTo>
                  <a:pt x="368578" y="12721"/>
                </a:lnTo>
                <a:lnTo>
                  <a:pt x="372501" y="12721"/>
                </a:lnTo>
                <a:lnTo>
                  <a:pt x="372501" y="4883"/>
                </a:lnTo>
                <a:lnTo>
                  <a:pt x="377821" y="1664"/>
                </a:lnTo>
                <a:lnTo>
                  <a:pt x="377821" y="12721"/>
                </a:lnTo>
                <a:lnTo>
                  <a:pt x="383201" y="12721"/>
                </a:lnTo>
                <a:lnTo>
                  <a:pt x="383201" y="16882"/>
                </a:lnTo>
                <a:lnTo>
                  <a:pt x="377821" y="16882"/>
                </a:lnTo>
                <a:lnTo>
                  <a:pt x="377821" y="35339"/>
                </a:lnTo>
                <a:cubicBezTo>
                  <a:pt x="377821" y="36865"/>
                  <a:pt x="377916" y="37846"/>
                  <a:pt x="378104" y="38282"/>
                </a:cubicBezTo>
                <a:cubicBezTo>
                  <a:pt x="378292" y="38718"/>
                  <a:pt x="378599" y="39064"/>
                  <a:pt x="379025" y="39322"/>
                </a:cubicBezTo>
                <a:cubicBezTo>
                  <a:pt x="379451" y="39580"/>
                  <a:pt x="380061" y="39708"/>
                  <a:pt x="380853" y="39708"/>
                </a:cubicBezTo>
                <a:cubicBezTo>
                  <a:pt x="381448" y="39708"/>
                  <a:pt x="382230" y="39659"/>
                  <a:pt x="383201" y="39560"/>
                </a:cubicBezTo>
                <a:close/>
                <a:moveTo>
                  <a:pt x="388777" y="6895"/>
                </a:moveTo>
                <a:lnTo>
                  <a:pt x="388777" y="713"/>
                </a:lnTo>
                <a:lnTo>
                  <a:pt x="394127" y="713"/>
                </a:lnTo>
                <a:lnTo>
                  <a:pt x="394127" y="6895"/>
                </a:lnTo>
                <a:lnTo>
                  <a:pt x="388777" y="6895"/>
                </a:lnTo>
                <a:moveTo>
                  <a:pt x="388777" y="44286"/>
                </a:moveTo>
                <a:lnTo>
                  <a:pt x="388777" y="12721"/>
                </a:lnTo>
                <a:lnTo>
                  <a:pt x="394127" y="12721"/>
                </a:lnTo>
                <a:lnTo>
                  <a:pt x="394127" y="44286"/>
                </a:lnTo>
                <a:lnTo>
                  <a:pt x="388777" y="44286"/>
                </a:lnTo>
                <a:close/>
                <a:moveTo>
                  <a:pt x="422857" y="32694"/>
                </a:moveTo>
                <a:lnTo>
                  <a:pt x="428118" y="33378"/>
                </a:lnTo>
                <a:cubicBezTo>
                  <a:pt x="427543" y="37013"/>
                  <a:pt x="426072" y="39859"/>
                  <a:pt x="423704" y="41915"/>
                </a:cubicBezTo>
                <a:cubicBezTo>
                  <a:pt x="421336" y="43971"/>
                  <a:pt x="418429" y="44999"/>
                  <a:pt x="414981" y="44999"/>
                </a:cubicBezTo>
                <a:cubicBezTo>
                  <a:pt x="410661" y="44999"/>
                  <a:pt x="407189" y="43587"/>
                  <a:pt x="404563" y="40764"/>
                </a:cubicBezTo>
                <a:cubicBezTo>
                  <a:pt x="401938" y="37940"/>
                  <a:pt x="400625" y="33893"/>
                  <a:pt x="400625" y="28622"/>
                </a:cubicBezTo>
                <a:cubicBezTo>
                  <a:pt x="400625" y="25214"/>
                  <a:pt x="401190" y="22232"/>
                  <a:pt x="402319" y="19676"/>
                </a:cubicBezTo>
                <a:cubicBezTo>
                  <a:pt x="403449" y="17120"/>
                  <a:pt x="405168" y="15203"/>
                  <a:pt x="407476" y="13925"/>
                </a:cubicBezTo>
                <a:cubicBezTo>
                  <a:pt x="409785" y="12647"/>
                  <a:pt x="412296" y="12008"/>
                  <a:pt x="415011" y="12008"/>
                </a:cubicBezTo>
                <a:cubicBezTo>
                  <a:pt x="418439" y="12008"/>
                  <a:pt x="421242" y="12877"/>
                  <a:pt x="423422" y="14617"/>
                </a:cubicBezTo>
                <a:cubicBezTo>
                  <a:pt x="425602" y="16355"/>
                  <a:pt x="426998" y="18824"/>
                  <a:pt x="427613" y="22024"/>
                </a:cubicBezTo>
                <a:lnTo>
                  <a:pt x="422411" y="22826"/>
                </a:lnTo>
                <a:cubicBezTo>
                  <a:pt x="421916" y="20716"/>
                  <a:pt x="421039" y="19129"/>
                  <a:pt x="419781" y="18063"/>
                </a:cubicBezTo>
                <a:cubicBezTo>
                  <a:pt x="418523" y="16998"/>
                  <a:pt x="417002" y="16466"/>
                  <a:pt x="415219" y="16466"/>
                </a:cubicBezTo>
                <a:cubicBezTo>
                  <a:pt x="412524" y="16466"/>
                  <a:pt x="410334" y="17427"/>
                  <a:pt x="408650" y="19350"/>
                </a:cubicBezTo>
                <a:cubicBezTo>
                  <a:pt x="406966" y="21272"/>
                  <a:pt x="406124" y="24313"/>
                  <a:pt x="406124" y="28474"/>
                </a:cubicBezTo>
                <a:cubicBezTo>
                  <a:pt x="406124" y="32693"/>
                  <a:pt x="406936" y="35760"/>
                  <a:pt x="408561" y="37672"/>
                </a:cubicBezTo>
                <a:cubicBezTo>
                  <a:pt x="410186" y="39585"/>
                  <a:pt x="412306" y="40541"/>
                  <a:pt x="414922" y="40541"/>
                </a:cubicBezTo>
                <a:cubicBezTo>
                  <a:pt x="417022" y="40541"/>
                  <a:pt x="418775" y="39899"/>
                  <a:pt x="420182" y="38616"/>
                </a:cubicBezTo>
                <a:cubicBezTo>
                  <a:pt x="421589" y="37333"/>
                  <a:pt x="422481" y="35359"/>
                  <a:pt x="422857" y="32694"/>
                </a:cubicBezTo>
                <a:close/>
                <a:moveTo>
                  <a:pt x="433212" y="44286"/>
                </a:moveTo>
                <a:lnTo>
                  <a:pt x="433212" y="713"/>
                </a:lnTo>
                <a:lnTo>
                  <a:pt x="438562" y="713"/>
                </a:lnTo>
                <a:lnTo>
                  <a:pt x="438562" y="25561"/>
                </a:lnTo>
                <a:lnTo>
                  <a:pt x="451224" y="12721"/>
                </a:lnTo>
                <a:lnTo>
                  <a:pt x="458149" y="12721"/>
                </a:lnTo>
                <a:lnTo>
                  <a:pt x="446082" y="24431"/>
                </a:lnTo>
                <a:lnTo>
                  <a:pt x="459367" y="44286"/>
                </a:lnTo>
                <a:lnTo>
                  <a:pt x="452769" y="44286"/>
                </a:lnTo>
                <a:lnTo>
                  <a:pt x="442337" y="28147"/>
                </a:lnTo>
                <a:lnTo>
                  <a:pt x="438562" y="31773"/>
                </a:lnTo>
                <a:lnTo>
                  <a:pt x="438562" y="44286"/>
                </a:lnTo>
                <a:lnTo>
                  <a:pt x="433212" y="44286"/>
                </a:lnTo>
                <a:close/>
                <a:moveTo>
                  <a:pt x="461052" y="34834"/>
                </a:moveTo>
                <a:lnTo>
                  <a:pt x="466342" y="34002"/>
                </a:lnTo>
                <a:cubicBezTo>
                  <a:pt x="466640" y="36113"/>
                  <a:pt x="467467" y="37730"/>
                  <a:pt x="468824" y="38855"/>
                </a:cubicBezTo>
                <a:cubicBezTo>
                  <a:pt x="470181" y="39979"/>
                  <a:pt x="472079" y="40541"/>
                  <a:pt x="474516" y="40541"/>
                </a:cubicBezTo>
                <a:cubicBezTo>
                  <a:pt x="476973" y="40541"/>
                  <a:pt x="478796" y="40044"/>
                  <a:pt x="479985" y="39052"/>
                </a:cubicBezTo>
                <a:cubicBezTo>
                  <a:pt x="481174" y="38059"/>
                  <a:pt x="481768" y="36894"/>
                  <a:pt x="481768" y="35558"/>
                </a:cubicBezTo>
                <a:cubicBezTo>
                  <a:pt x="481768" y="34358"/>
                  <a:pt x="481243" y="33415"/>
                  <a:pt x="480193" y="32727"/>
                </a:cubicBezTo>
                <a:cubicBezTo>
                  <a:pt x="479460" y="32255"/>
                  <a:pt x="477637" y="31655"/>
                  <a:pt x="474724" y="30927"/>
                </a:cubicBezTo>
                <a:cubicBezTo>
                  <a:pt x="470801" y="29936"/>
                  <a:pt x="468081" y="29079"/>
                  <a:pt x="466565" y="28355"/>
                </a:cubicBezTo>
                <a:cubicBezTo>
                  <a:pt x="465050" y="27631"/>
                  <a:pt x="463900" y="26629"/>
                  <a:pt x="463118" y="25350"/>
                </a:cubicBezTo>
                <a:cubicBezTo>
                  <a:pt x="462335" y="24071"/>
                  <a:pt x="461944" y="22658"/>
                  <a:pt x="461944" y="21111"/>
                </a:cubicBezTo>
                <a:cubicBezTo>
                  <a:pt x="461944" y="19703"/>
                  <a:pt x="462266" y="18399"/>
                  <a:pt x="462910" y="17199"/>
                </a:cubicBezTo>
                <a:cubicBezTo>
                  <a:pt x="463554" y="15999"/>
                  <a:pt x="464430" y="15002"/>
                  <a:pt x="465540" y="14209"/>
                </a:cubicBezTo>
                <a:cubicBezTo>
                  <a:pt x="466372" y="13594"/>
                  <a:pt x="467507" y="13074"/>
                  <a:pt x="468943" y="12648"/>
                </a:cubicBezTo>
                <a:cubicBezTo>
                  <a:pt x="470380" y="12221"/>
                  <a:pt x="471920" y="12008"/>
                  <a:pt x="473565" y="12008"/>
                </a:cubicBezTo>
                <a:cubicBezTo>
                  <a:pt x="476042" y="12008"/>
                  <a:pt x="478216" y="12367"/>
                  <a:pt x="480089" y="13085"/>
                </a:cubicBezTo>
                <a:cubicBezTo>
                  <a:pt x="481961" y="13803"/>
                  <a:pt x="483343" y="14775"/>
                  <a:pt x="484235" y="16002"/>
                </a:cubicBezTo>
                <a:cubicBezTo>
                  <a:pt x="485127" y="17229"/>
                  <a:pt x="485741" y="18870"/>
                  <a:pt x="486078" y="20924"/>
                </a:cubicBezTo>
                <a:lnTo>
                  <a:pt x="480847" y="21638"/>
                </a:lnTo>
                <a:cubicBezTo>
                  <a:pt x="480609" y="20013"/>
                  <a:pt x="479920" y="18745"/>
                  <a:pt x="478781" y="17833"/>
                </a:cubicBezTo>
                <a:cubicBezTo>
                  <a:pt x="477642" y="16922"/>
                  <a:pt x="476032" y="16466"/>
                  <a:pt x="473951" y="16466"/>
                </a:cubicBezTo>
                <a:cubicBezTo>
                  <a:pt x="471494" y="16466"/>
                  <a:pt x="469741" y="16870"/>
                  <a:pt x="468690" y="17679"/>
                </a:cubicBezTo>
                <a:cubicBezTo>
                  <a:pt x="467640" y="18487"/>
                  <a:pt x="467115" y="19433"/>
                  <a:pt x="467115" y="20518"/>
                </a:cubicBezTo>
                <a:cubicBezTo>
                  <a:pt x="467115" y="21208"/>
                  <a:pt x="467333" y="21829"/>
                  <a:pt x="467769" y="22382"/>
                </a:cubicBezTo>
                <a:cubicBezTo>
                  <a:pt x="468205" y="22953"/>
                  <a:pt x="468889" y="23426"/>
                  <a:pt x="469820" y="23801"/>
                </a:cubicBezTo>
                <a:cubicBezTo>
                  <a:pt x="470355" y="23998"/>
                  <a:pt x="471930" y="24452"/>
                  <a:pt x="474546" y="25161"/>
                </a:cubicBezTo>
                <a:cubicBezTo>
                  <a:pt x="478330" y="26171"/>
                  <a:pt x="480971" y="26998"/>
                  <a:pt x="482467" y="27641"/>
                </a:cubicBezTo>
                <a:cubicBezTo>
                  <a:pt x="483963" y="28285"/>
                  <a:pt x="485137" y="29220"/>
                  <a:pt x="485989" y="30448"/>
                </a:cubicBezTo>
                <a:cubicBezTo>
                  <a:pt x="486841" y="31675"/>
                  <a:pt x="487267" y="33200"/>
                  <a:pt x="487267" y="35021"/>
                </a:cubicBezTo>
                <a:cubicBezTo>
                  <a:pt x="487267" y="36803"/>
                  <a:pt x="486746" y="38481"/>
                  <a:pt x="485706" y="40055"/>
                </a:cubicBezTo>
                <a:cubicBezTo>
                  <a:pt x="484666" y="41628"/>
                  <a:pt x="483165" y="42846"/>
                  <a:pt x="481203" y="43707"/>
                </a:cubicBezTo>
                <a:cubicBezTo>
                  <a:pt x="479242" y="44568"/>
                  <a:pt x="477022" y="44999"/>
                  <a:pt x="474546" y="44999"/>
                </a:cubicBezTo>
                <a:cubicBezTo>
                  <a:pt x="470444" y="44999"/>
                  <a:pt x="467318" y="44144"/>
                  <a:pt x="465168" y="42435"/>
                </a:cubicBezTo>
                <a:cubicBezTo>
                  <a:pt x="463019" y="40726"/>
                  <a:pt x="461646" y="38193"/>
                  <a:pt x="461052" y="34834"/>
                </a:cubicBezTo>
                <a:close/>
                <a:moveTo>
                  <a:pt x="495508" y="44286"/>
                </a:moveTo>
                <a:lnTo>
                  <a:pt x="495508" y="38163"/>
                </a:lnTo>
                <a:lnTo>
                  <a:pt x="501601" y="38163"/>
                </a:lnTo>
                <a:lnTo>
                  <a:pt x="501601" y="44286"/>
                </a:lnTo>
                <a:lnTo>
                  <a:pt x="495508" y="44286"/>
                </a:lnTo>
                <a:close/>
                <a:moveTo>
                  <a:pt x="510336" y="6955"/>
                </a:moveTo>
                <a:lnTo>
                  <a:pt x="510336" y="713"/>
                </a:lnTo>
                <a:lnTo>
                  <a:pt x="515686" y="713"/>
                </a:lnTo>
                <a:lnTo>
                  <a:pt x="515686" y="6955"/>
                </a:lnTo>
                <a:lnTo>
                  <a:pt x="510336" y="6955"/>
                </a:lnTo>
                <a:moveTo>
                  <a:pt x="503560" y="56561"/>
                </a:moveTo>
                <a:lnTo>
                  <a:pt x="504570" y="52013"/>
                </a:lnTo>
                <a:cubicBezTo>
                  <a:pt x="505640" y="52291"/>
                  <a:pt x="506482" y="52429"/>
                  <a:pt x="507097" y="52429"/>
                </a:cubicBezTo>
                <a:cubicBezTo>
                  <a:pt x="508186" y="52429"/>
                  <a:pt x="508999" y="52067"/>
                  <a:pt x="509534" y="51344"/>
                </a:cubicBezTo>
                <a:cubicBezTo>
                  <a:pt x="510069" y="50620"/>
                  <a:pt x="510336" y="48810"/>
                  <a:pt x="510336" y="45916"/>
                </a:cubicBezTo>
                <a:lnTo>
                  <a:pt x="510336" y="12721"/>
                </a:lnTo>
                <a:lnTo>
                  <a:pt x="515686" y="12721"/>
                </a:lnTo>
                <a:lnTo>
                  <a:pt x="515686" y="46032"/>
                </a:lnTo>
                <a:cubicBezTo>
                  <a:pt x="515686" y="49918"/>
                  <a:pt x="515181" y="52624"/>
                  <a:pt x="514170" y="54151"/>
                </a:cubicBezTo>
                <a:cubicBezTo>
                  <a:pt x="512883" y="56134"/>
                  <a:pt x="510743" y="57125"/>
                  <a:pt x="507751" y="57125"/>
                </a:cubicBezTo>
                <a:cubicBezTo>
                  <a:pt x="506304" y="57125"/>
                  <a:pt x="504907" y="56937"/>
                  <a:pt x="503560" y="56561"/>
                </a:cubicBezTo>
                <a:close/>
                <a:moveTo>
                  <a:pt x="521739" y="34834"/>
                </a:moveTo>
                <a:lnTo>
                  <a:pt x="527030" y="34002"/>
                </a:lnTo>
                <a:cubicBezTo>
                  <a:pt x="527327" y="36113"/>
                  <a:pt x="528154" y="37730"/>
                  <a:pt x="529511" y="38855"/>
                </a:cubicBezTo>
                <a:cubicBezTo>
                  <a:pt x="530869" y="39979"/>
                  <a:pt x="532766" y="40541"/>
                  <a:pt x="535203" y="40541"/>
                </a:cubicBezTo>
                <a:cubicBezTo>
                  <a:pt x="537660" y="40541"/>
                  <a:pt x="539483" y="40044"/>
                  <a:pt x="540672" y="39052"/>
                </a:cubicBezTo>
                <a:cubicBezTo>
                  <a:pt x="541861" y="38059"/>
                  <a:pt x="542455" y="36894"/>
                  <a:pt x="542455" y="35558"/>
                </a:cubicBezTo>
                <a:cubicBezTo>
                  <a:pt x="542455" y="34358"/>
                  <a:pt x="541930" y="33415"/>
                  <a:pt x="540880" y="32727"/>
                </a:cubicBezTo>
                <a:cubicBezTo>
                  <a:pt x="540147" y="32255"/>
                  <a:pt x="538324" y="31655"/>
                  <a:pt x="535411" y="30927"/>
                </a:cubicBezTo>
                <a:cubicBezTo>
                  <a:pt x="531488" y="29936"/>
                  <a:pt x="528768" y="29079"/>
                  <a:pt x="527253" y="28355"/>
                </a:cubicBezTo>
                <a:cubicBezTo>
                  <a:pt x="525737" y="27631"/>
                  <a:pt x="524588" y="26629"/>
                  <a:pt x="523805" y="25350"/>
                </a:cubicBezTo>
                <a:cubicBezTo>
                  <a:pt x="523022" y="24071"/>
                  <a:pt x="522631" y="22658"/>
                  <a:pt x="522631" y="21111"/>
                </a:cubicBezTo>
                <a:cubicBezTo>
                  <a:pt x="522631" y="19703"/>
                  <a:pt x="522953" y="18399"/>
                  <a:pt x="523597" y="17199"/>
                </a:cubicBezTo>
                <a:cubicBezTo>
                  <a:pt x="524241" y="15999"/>
                  <a:pt x="525118" y="15002"/>
                  <a:pt x="526227" y="14209"/>
                </a:cubicBezTo>
                <a:cubicBezTo>
                  <a:pt x="527059" y="13594"/>
                  <a:pt x="528194" y="13074"/>
                  <a:pt x="529630" y="12648"/>
                </a:cubicBezTo>
                <a:cubicBezTo>
                  <a:pt x="531067" y="12221"/>
                  <a:pt x="532608" y="12008"/>
                  <a:pt x="534252" y="12008"/>
                </a:cubicBezTo>
                <a:cubicBezTo>
                  <a:pt x="536729" y="12008"/>
                  <a:pt x="538904" y="12367"/>
                  <a:pt x="540776" y="13085"/>
                </a:cubicBezTo>
                <a:cubicBezTo>
                  <a:pt x="542649" y="13803"/>
                  <a:pt x="544031" y="14775"/>
                  <a:pt x="544922" y="16002"/>
                </a:cubicBezTo>
                <a:cubicBezTo>
                  <a:pt x="545814" y="17229"/>
                  <a:pt x="546428" y="18870"/>
                  <a:pt x="546765" y="20924"/>
                </a:cubicBezTo>
                <a:lnTo>
                  <a:pt x="541534" y="21638"/>
                </a:lnTo>
                <a:cubicBezTo>
                  <a:pt x="541296" y="20013"/>
                  <a:pt x="540608" y="18745"/>
                  <a:pt x="539468" y="17833"/>
                </a:cubicBezTo>
                <a:cubicBezTo>
                  <a:pt x="538329" y="16922"/>
                  <a:pt x="536719" y="16466"/>
                  <a:pt x="534639" y="16466"/>
                </a:cubicBezTo>
                <a:cubicBezTo>
                  <a:pt x="532181" y="16466"/>
                  <a:pt x="530428" y="16870"/>
                  <a:pt x="529378" y="17679"/>
                </a:cubicBezTo>
                <a:cubicBezTo>
                  <a:pt x="528328" y="18487"/>
                  <a:pt x="527802" y="19433"/>
                  <a:pt x="527802" y="20518"/>
                </a:cubicBezTo>
                <a:cubicBezTo>
                  <a:pt x="527802" y="21208"/>
                  <a:pt x="528020" y="21829"/>
                  <a:pt x="528456" y="22382"/>
                </a:cubicBezTo>
                <a:cubicBezTo>
                  <a:pt x="528892" y="22953"/>
                  <a:pt x="529576" y="23426"/>
                  <a:pt x="530507" y="23801"/>
                </a:cubicBezTo>
                <a:cubicBezTo>
                  <a:pt x="531042" y="23998"/>
                  <a:pt x="532617" y="24452"/>
                  <a:pt x="535233" y="25161"/>
                </a:cubicBezTo>
                <a:cubicBezTo>
                  <a:pt x="539018" y="26171"/>
                  <a:pt x="541658" y="26998"/>
                  <a:pt x="543154" y="27641"/>
                </a:cubicBezTo>
                <a:cubicBezTo>
                  <a:pt x="544650" y="28285"/>
                  <a:pt x="545824" y="29220"/>
                  <a:pt x="546676" y="30448"/>
                </a:cubicBezTo>
                <a:cubicBezTo>
                  <a:pt x="547528" y="31675"/>
                  <a:pt x="547954" y="33200"/>
                  <a:pt x="547954" y="35021"/>
                </a:cubicBezTo>
                <a:cubicBezTo>
                  <a:pt x="547954" y="36803"/>
                  <a:pt x="547434" y="38481"/>
                  <a:pt x="546394" y="40055"/>
                </a:cubicBezTo>
                <a:cubicBezTo>
                  <a:pt x="545353" y="41628"/>
                  <a:pt x="543852" y="42846"/>
                  <a:pt x="541891" y="43707"/>
                </a:cubicBezTo>
                <a:cubicBezTo>
                  <a:pt x="539929" y="44568"/>
                  <a:pt x="537710" y="44999"/>
                  <a:pt x="535233" y="44999"/>
                </a:cubicBezTo>
                <a:cubicBezTo>
                  <a:pt x="531131" y="44999"/>
                  <a:pt x="528006" y="44144"/>
                  <a:pt x="525856" y="42435"/>
                </a:cubicBezTo>
                <a:cubicBezTo>
                  <a:pt x="523706" y="40726"/>
                  <a:pt x="522334" y="38193"/>
                  <a:pt x="521739" y="348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02029-4A0E-4AF4-915D-C6456E82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926" y="3394505"/>
            <a:ext cx="61570" cy="75256"/>
          </a:xfrm>
          <a:custGeom xmlns:a="http://schemas.openxmlformats.org/drawingml/2006/main">
            <a:pathLst>
              <a:path w="61570" h="75256">
                <a:moveTo>
                  <a:pt x="0" y="6841"/>
                </a:moveTo>
                <a:cubicBezTo>
                  <a:pt x="0" y="3064"/>
                  <a:pt x="3063" y="0"/>
                  <a:pt x="6841" y="0"/>
                </a:cubicBezTo>
                <a:lnTo>
                  <a:pt x="40986" y="0"/>
                </a:lnTo>
                <a:cubicBezTo>
                  <a:pt x="42799" y="0"/>
                  <a:pt x="44540" y="721"/>
                  <a:pt x="45823" y="2004"/>
                </a:cubicBezTo>
                <a:lnTo>
                  <a:pt x="59565" y="15750"/>
                </a:lnTo>
                <a:cubicBezTo>
                  <a:pt x="60848" y="17032"/>
                  <a:pt x="61569" y="18771"/>
                  <a:pt x="61569" y="20587"/>
                </a:cubicBezTo>
                <a:lnTo>
                  <a:pt x="61570" y="68415"/>
                </a:lnTo>
                <a:cubicBezTo>
                  <a:pt x="61570" y="72193"/>
                  <a:pt x="58508" y="75256"/>
                  <a:pt x="54729" y="75256"/>
                </a:cubicBezTo>
                <a:lnTo>
                  <a:pt x="6842" y="75256"/>
                </a:lnTo>
                <a:cubicBezTo>
                  <a:pt x="3064" y="75256"/>
                  <a:pt x="1" y="72193"/>
                  <a:pt x="1" y="68415"/>
                </a:cubicBezTo>
                <a:lnTo>
                  <a:pt x="0" y="6841"/>
                </a:lnTo>
                <a:close/>
                <a:moveTo>
                  <a:pt x="6841" y="5131"/>
                </a:moveTo>
                <a:cubicBezTo>
                  <a:pt x="5897" y="5131"/>
                  <a:pt x="5131" y="5898"/>
                  <a:pt x="5131" y="6841"/>
                </a:cubicBezTo>
                <a:lnTo>
                  <a:pt x="5131" y="68415"/>
                </a:lnTo>
                <a:cubicBezTo>
                  <a:pt x="5132" y="69359"/>
                  <a:pt x="5897" y="70125"/>
                  <a:pt x="6842" y="70125"/>
                </a:cubicBezTo>
                <a:lnTo>
                  <a:pt x="54729" y="70125"/>
                </a:lnTo>
                <a:cubicBezTo>
                  <a:pt x="55675" y="70125"/>
                  <a:pt x="56439" y="69359"/>
                  <a:pt x="56439" y="68415"/>
                </a:cubicBezTo>
                <a:lnTo>
                  <a:pt x="56438" y="25655"/>
                </a:lnTo>
                <a:lnTo>
                  <a:pt x="42756" y="25655"/>
                </a:lnTo>
                <a:cubicBezTo>
                  <a:pt x="38979" y="25655"/>
                  <a:pt x="35915" y="22591"/>
                  <a:pt x="35915" y="18814"/>
                </a:cubicBezTo>
                <a:lnTo>
                  <a:pt x="35915" y="5131"/>
                </a:lnTo>
                <a:lnTo>
                  <a:pt x="6841" y="5131"/>
                </a:lnTo>
                <a:close/>
                <a:moveTo>
                  <a:pt x="41046" y="5131"/>
                </a:moveTo>
                <a:lnTo>
                  <a:pt x="41046" y="18814"/>
                </a:lnTo>
                <a:cubicBezTo>
                  <a:pt x="41046" y="19758"/>
                  <a:pt x="41813" y="20524"/>
                  <a:pt x="42756" y="20524"/>
                </a:cubicBezTo>
                <a:lnTo>
                  <a:pt x="56438" y="20524"/>
                </a:lnTo>
                <a:cubicBezTo>
                  <a:pt x="56424" y="20091"/>
                  <a:pt x="56247" y="19681"/>
                  <a:pt x="55940" y="19376"/>
                </a:cubicBezTo>
                <a:lnTo>
                  <a:pt x="42197" y="5630"/>
                </a:lnTo>
                <a:cubicBezTo>
                  <a:pt x="41889" y="5325"/>
                  <a:pt x="41479" y="5145"/>
                  <a:pt x="41046" y="5131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E49E1-E6DC-4C90-AC60-5C8A009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340" y="3121664"/>
            <a:ext cx="97240" cy="97244"/>
          </a:xfrm>
          <a:custGeom xmlns:a="http://schemas.openxmlformats.org/drawingml/2006/main">
            <a:pathLst>
              <a:path w="97240" h="97244">
                <a:moveTo>
                  <a:pt x="78346" y="41144"/>
                </a:moveTo>
                <a:lnTo>
                  <a:pt x="64184" y="41144"/>
                </a:lnTo>
                <a:lnTo>
                  <a:pt x="29428" y="75882"/>
                </a:lnTo>
                <a:cubicBezTo>
                  <a:pt x="32308" y="83214"/>
                  <a:pt x="28699" y="91491"/>
                  <a:pt x="21361" y="94371"/>
                </a:cubicBezTo>
                <a:cubicBezTo>
                  <a:pt x="14029" y="97244"/>
                  <a:pt x="5753" y="93635"/>
                  <a:pt x="2879" y="86303"/>
                </a:cubicBezTo>
                <a:cubicBezTo>
                  <a:pt x="0" y="78971"/>
                  <a:pt x="3609" y="70688"/>
                  <a:pt x="10947" y="67814"/>
                </a:cubicBezTo>
                <a:cubicBezTo>
                  <a:pt x="14295" y="66501"/>
                  <a:pt x="18012" y="66501"/>
                  <a:pt x="21361" y="67814"/>
                </a:cubicBezTo>
                <a:lnTo>
                  <a:pt x="56104" y="33070"/>
                </a:lnTo>
                <a:lnTo>
                  <a:pt x="56104" y="18907"/>
                </a:lnTo>
                <a:cubicBezTo>
                  <a:pt x="56110" y="17011"/>
                  <a:pt x="56858" y="15190"/>
                  <a:pt x="58196" y="13852"/>
                </a:cubicBezTo>
                <a:lnTo>
                  <a:pt x="71363" y="685"/>
                </a:lnTo>
                <a:cubicBezTo>
                  <a:pt x="71864" y="184"/>
                  <a:pt x="72593" y="0"/>
                  <a:pt x="73266" y="203"/>
                </a:cubicBezTo>
                <a:cubicBezTo>
                  <a:pt x="73944" y="400"/>
                  <a:pt x="74445" y="964"/>
                  <a:pt x="74585" y="1655"/>
                </a:cubicBezTo>
                <a:lnTo>
                  <a:pt x="78086" y="19174"/>
                </a:lnTo>
                <a:lnTo>
                  <a:pt x="95591" y="22675"/>
                </a:lnTo>
                <a:cubicBezTo>
                  <a:pt x="96276" y="22808"/>
                  <a:pt x="96840" y="23309"/>
                  <a:pt x="97037" y="23988"/>
                </a:cubicBezTo>
                <a:cubicBezTo>
                  <a:pt x="97240" y="24660"/>
                  <a:pt x="97062" y="25389"/>
                  <a:pt x="96567" y="25884"/>
                </a:cubicBezTo>
                <a:lnTo>
                  <a:pt x="83388" y="39051"/>
                </a:lnTo>
                <a:cubicBezTo>
                  <a:pt x="82056" y="40389"/>
                  <a:pt x="80236" y="41144"/>
                  <a:pt x="78346" y="41144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A5E9E-C8FE-4023-8A39-B41638C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724" y="3119989"/>
            <a:ext cx="165531" cy="165547"/>
          </a:xfrm>
          <a:custGeom xmlns:a="http://schemas.openxmlformats.org/drawingml/2006/main">
            <a:pathLst>
              <a:path w="165531" h="165547">
                <a:moveTo>
                  <a:pt x="11416" y="82776"/>
                </a:moveTo>
                <a:cubicBezTo>
                  <a:pt x="11416" y="122184"/>
                  <a:pt x="43361" y="154130"/>
                  <a:pt x="82764" y="154130"/>
                </a:cubicBezTo>
                <a:cubicBezTo>
                  <a:pt x="122175" y="154130"/>
                  <a:pt x="154115" y="122184"/>
                  <a:pt x="154114" y="82777"/>
                </a:cubicBezTo>
                <a:cubicBezTo>
                  <a:pt x="154114" y="75939"/>
                  <a:pt x="153157" y="69337"/>
                  <a:pt x="151368" y="63089"/>
                </a:cubicBezTo>
                <a:cubicBezTo>
                  <a:pt x="150613" y="60026"/>
                  <a:pt x="152478" y="56931"/>
                  <a:pt x="155535" y="56176"/>
                </a:cubicBezTo>
                <a:cubicBezTo>
                  <a:pt x="158440" y="55453"/>
                  <a:pt x="161408" y="57096"/>
                  <a:pt x="162334" y="59943"/>
                </a:cubicBezTo>
                <a:cubicBezTo>
                  <a:pt x="164420" y="67206"/>
                  <a:pt x="165530" y="74861"/>
                  <a:pt x="165530" y="82777"/>
                </a:cubicBezTo>
                <a:cubicBezTo>
                  <a:pt x="165531" y="128489"/>
                  <a:pt x="128479" y="165547"/>
                  <a:pt x="82764" y="165547"/>
                </a:cubicBezTo>
                <a:cubicBezTo>
                  <a:pt x="37057" y="165547"/>
                  <a:pt x="0" y="128488"/>
                  <a:pt x="0" y="82776"/>
                </a:cubicBezTo>
                <a:cubicBezTo>
                  <a:pt x="0" y="37066"/>
                  <a:pt x="37056" y="6"/>
                  <a:pt x="82763" y="6"/>
                </a:cubicBezTo>
                <a:cubicBezTo>
                  <a:pt x="90488" y="0"/>
                  <a:pt x="98169" y="1072"/>
                  <a:pt x="105596" y="3197"/>
                </a:cubicBezTo>
                <a:cubicBezTo>
                  <a:pt x="108634" y="4047"/>
                  <a:pt x="110403" y="7199"/>
                  <a:pt x="109553" y="10231"/>
                </a:cubicBezTo>
                <a:cubicBezTo>
                  <a:pt x="108703" y="13269"/>
                  <a:pt x="105551" y="15038"/>
                  <a:pt x="102513" y="14188"/>
                </a:cubicBezTo>
                <a:cubicBezTo>
                  <a:pt x="102494" y="14182"/>
                  <a:pt x="102475" y="14176"/>
                  <a:pt x="102456" y="14169"/>
                </a:cubicBezTo>
                <a:cubicBezTo>
                  <a:pt x="96050" y="12343"/>
                  <a:pt x="89423" y="11417"/>
                  <a:pt x="82763" y="11423"/>
                </a:cubicBezTo>
                <a:cubicBezTo>
                  <a:pt x="43361" y="11423"/>
                  <a:pt x="11416" y="43370"/>
                  <a:pt x="11416" y="82776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C9E75-23D7-49E3-9794-E29A034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239" y="3152869"/>
            <a:ext cx="104576" cy="99848"/>
          </a:xfrm>
          <a:custGeom xmlns:a="http://schemas.openxmlformats.org/drawingml/2006/main">
            <a:pathLst>
              <a:path w="104576" h="99848">
                <a:moveTo>
                  <a:pt x="16149" y="49897"/>
                </a:moveTo>
                <a:cubicBezTo>
                  <a:pt x="16235" y="70383"/>
                  <a:pt x="32915" y="86923"/>
                  <a:pt x="53400" y="86836"/>
                </a:cubicBezTo>
                <a:cubicBezTo>
                  <a:pt x="73886" y="86750"/>
                  <a:pt x="90426" y="70072"/>
                  <a:pt x="90338" y="49586"/>
                </a:cubicBezTo>
                <a:cubicBezTo>
                  <a:pt x="90331" y="48241"/>
                  <a:pt x="90255" y="46903"/>
                  <a:pt x="90103" y="45565"/>
                </a:cubicBezTo>
                <a:cubicBezTo>
                  <a:pt x="89614" y="42457"/>
                  <a:pt x="91733" y="39546"/>
                  <a:pt x="94841" y="39057"/>
                </a:cubicBezTo>
                <a:cubicBezTo>
                  <a:pt x="95938" y="38886"/>
                  <a:pt x="97060" y="39032"/>
                  <a:pt x="98069" y="39495"/>
                </a:cubicBezTo>
                <a:cubicBezTo>
                  <a:pt x="99978" y="40345"/>
                  <a:pt x="101265" y="42165"/>
                  <a:pt x="101437" y="44252"/>
                </a:cubicBezTo>
                <a:cubicBezTo>
                  <a:pt x="104576" y="70853"/>
                  <a:pt x="85556" y="94966"/>
                  <a:pt x="58950" y="98106"/>
                </a:cubicBezTo>
                <a:cubicBezTo>
                  <a:pt x="44204" y="99848"/>
                  <a:pt x="29465" y="94735"/>
                  <a:pt x="18965" y="84230"/>
                </a:cubicBezTo>
                <a:cubicBezTo>
                  <a:pt x="8" y="65284"/>
                  <a:pt x="0" y="34560"/>
                  <a:pt x="18945" y="15603"/>
                </a:cubicBezTo>
                <a:cubicBezTo>
                  <a:pt x="29413" y="5125"/>
                  <a:pt x="44096" y="0"/>
                  <a:pt x="58816" y="1693"/>
                </a:cubicBezTo>
                <a:cubicBezTo>
                  <a:pt x="61956" y="1985"/>
                  <a:pt x="64264" y="4770"/>
                  <a:pt x="63973" y="7909"/>
                </a:cubicBezTo>
                <a:cubicBezTo>
                  <a:pt x="63681" y="11049"/>
                  <a:pt x="60897" y="13357"/>
                  <a:pt x="57757" y="13066"/>
                </a:cubicBezTo>
                <a:cubicBezTo>
                  <a:pt x="57681" y="13059"/>
                  <a:pt x="57599" y="13047"/>
                  <a:pt x="57522" y="13034"/>
                </a:cubicBezTo>
                <a:cubicBezTo>
                  <a:pt x="37164" y="10681"/>
                  <a:pt x="18748" y="25281"/>
                  <a:pt x="16394" y="45641"/>
                </a:cubicBezTo>
                <a:cubicBezTo>
                  <a:pt x="16231" y="47055"/>
                  <a:pt x="16149" y="48476"/>
                  <a:pt x="16149" y="49897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42c7e02e04cf2"/>
          <a:stretch xmlns:a="http://schemas.openxmlformats.org/drawingml/2006/main"/>
        </p:blipFill>
        <p:spPr>
          <a:xfrm xmlns:a="http://schemas.openxmlformats.org/drawingml/2006/main">
            <a:off x="9832755" y="3489571"/>
            <a:ext cx="270510" cy="90170"/>
          </a:xfrm>
          <a:prstGeom xmlns:a="http://schemas.openxmlformats.org/drawingml/2006/main" prst="rect">
            <a:avLst/>
          </a:prstGeom>
        </p:spPr>
      </p:pic>
      <p:sp>
        <p:nvSpPr>
          <p:cNvPr id="300" name="Text numeric">
            <a:extLst xmlns:a="http://schemas.openxmlformats.org/drawingml/2006/main">
              <a:ext uri="{FF2B5EF4-FFF2-40B4-BE49-F238E27FC236}">
                <a16:creationId xmlns:a16="http://schemas.microsoft.com/office/drawing/2014/main" id="{04BA3C4D-D112-4443-AF76-90C4A70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843" y="3519225"/>
            <a:ext cx="169249" cy="34683"/>
          </a:xfrm>
          <a:custGeom xmlns:a="http://schemas.openxmlformats.org/drawingml/2006/main">
            <a:pathLst>
              <a:path w="169249" h="34683">
                <a:moveTo>
                  <a:pt x="19940" y="33525"/>
                </a:moveTo>
                <a:cubicBezTo>
                  <a:pt x="19940" y="33663"/>
                  <a:pt x="19906" y="33778"/>
                  <a:pt x="19837" y="33873"/>
                </a:cubicBezTo>
                <a:cubicBezTo>
                  <a:pt x="19769" y="33967"/>
                  <a:pt x="19657" y="34049"/>
                  <a:pt x="19503" y="34117"/>
                </a:cubicBezTo>
                <a:cubicBezTo>
                  <a:pt x="19349" y="34186"/>
                  <a:pt x="19134" y="34237"/>
                  <a:pt x="18860" y="34272"/>
                </a:cubicBezTo>
                <a:cubicBezTo>
                  <a:pt x="18585" y="34306"/>
                  <a:pt x="18242" y="34323"/>
                  <a:pt x="17830" y="34323"/>
                </a:cubicBezTo>
                <a:cubicBezTo>
                  <a:pt x="17402" y="34323"/>
                  <a:pt x="17050" y="34306"/>
                  <a:pt x="16776" y="34272"/>
                </a:cubicBezTo>
                <a:cubicBezTo>
                  <a:pt x="16501" y="34237"/>
                  <a:pt x="16287" y="34186"/>
                  <a:pt x="16132" y="34117"/>
                </a:cubicBezTo>
                <a:cubicBezTo>
                  <a:pt x="15978" y="34049"/>
                  <a:pt x="15866" y="33967"/>
                  <a:pt x="15798" y="33873"/>
                </a:cubicBezTo>
                <a:cubicBezTo>
                  <a:pt x="15729" y="33778"/>
                  <a:pt x="15695" y="33663"/>
                  <a:pt x="15695" y="33525"/>
                </a:cubicBezTo>
                <a:lnTo>
                  <a:pt x="15695" y="19966"/>
                </a:lnTo>
                <a:cubicBezTo>
                  <a:pt x="15695" y="18645"/>
                  <a:pt x="15592" y="17582"/>
                  <a:pt x="15386" y="16776"/>
                </a:cubicBezTo>
                <a:cubicBezTo>
                  <a:pt x="15180" y="15969"/>
                  <a:pt x="14880" y="15275"/>
                  <a:pt x="14486" y="14691"/>
                </a:cubicBezTo>
                <a:cubicBezTo>
                  <a:pt x="14091" y="14108"/>
                  <a:pt x="13581" y="13662"/>
                  <a:pt x="12955" y="13354"/>
                </a:cubicBezTo>
                <a:cubicBezTo>
                  <a:pt x="12329" y="13045"/>
                  <a:pt x="11604" y="12890"/>
                  <a:pt x="10781" y="12890"/>
                </a:cubicBezTo>
                <a:cubicBezTo>
                  <a:pt x="9717" y="12890"/>
                  <a:pt x="8654" y="13268"/>
                  <a:pt x="7590" y="14023"/>
                </a:cubicBezTo>
                <a:cubicBezTo>
                  <a:pt x="6527" y="14777"/>
                  <a:pt x="5412" y="15884"/>
                  <a:pt x="4245" y="17342"/>
                </a:cubicBezTo>
                <a:lnTo>
                  <a:pt x="4245" y="33525"/>
                </a:lnTo>
                <a:cubicBezTo>
                  <a:pt x="4245" y="33663"/>
                  <a:pt x="4211" y="33778"/>
                  <a:pt x="4142" y="33873"/>
                </a:cubicBezTo>
                <a:cubicBezTo>
                  <a:pt x="4074" y="33967"/>
                  <a:pt x="3962" y="34049"/>
                  <a:pt x="3808" y="34117"/>
                </a:cubicBezTo>
                <a:cubicBezTo>
                  <a:pt x="3654" y="34186"/>
                  <a:pt x="3439" y="34237"/>
                  <a:pt x="3165" y="34272"/>
                </a:cubicBezTo>
                <a:cubicBezTo>
                  <a:pt x="2890" y="34306"/>
                  <a:pt x="2539" y="34323"/>
                  <a:pt x="2110" y="34323"/>
                </a:cubicBezTo>
                <a:cubicBezTo>
                  <a:pt x="1698" y="34323"/>
                  <a:pt x="1355" y="34306"/>
                  <a:pt x="1081" y="34272"/>
                </a:cubicBezTo>
                <a:cubicBezTo>
                  <a:pt x="806" y="34237"/>
                  <a:pt x="587" y="34186"/>
                  <a:pt x="425" y="34117"/>
                </a:cubicBezTo>
                <a:cubicBezTo>
                  <a:pt x="262" y="34049"/>
                  <a:pt x="150" y="33967"/>
                  <a:pt x="90" y="33873"/>
                </a:cubicBezTo>
                <a:cubicBezTo>
                  <a:pt x="30" y="33778"/>
                  <a:pt x="0" y="33663"/>
                  <a:pt x="0" y="33525"/>
                </a:cubicBezTo>
                <a:lnTo>
                  <a:pt x="0" y="10369"/>
                </a:lnTo>
                <a:cubicBezTo>
                  <a:pt x="0" y="10232"/>
                  <a:pt x="26" y="10116"/>
                  <a:pt x="77" y="10022"/>
                </a:cubicBezTo>
                <a:cubicBezTo>
                  <a:pt x="129" y="9927"/>
                  <a:pt x="232" y="9841"/>
                  <a:pt x="386" y="9764"/>
                </a:cubicBezTo>
                <a:cubicBezTo>
                  <a:pt x="540" y="9687"/>
                  <a:pt x="738" y="9636"/>
                  <a:pt x="978" y="9610"/>
                </a:cubicBezTo>
                <a:cubicBezTo>
                  <a:pt x="1218" y="9584"/>
                  <a:pt x="1535" y="9571"/>
                  <a:pt x="1930" y="9571"/>
                </a:cubicBezTo>
                <a:cubicBezTo>
                  <a:pt x="2307" y="9571"/>
                  <a:pt x="2620" y="9584"/>
                  <a:pt x="2869" y="9610"/>
                </a:cubicBezTo>
                <a:cubicBezTo>
                  <a:pt x="3118" y="9636"/>
                  <a:pt x="3311" y="9687"/>
                  <a:pt x="3448" y="9764"/>
                </a:cubicBezTo>
                <a:cubicBezTo>
                  <a:pt x="3585" y="9841"/>
                  <a:pt x="3684" y="9927"/>
                  <a:pt x="3744" y="10022"/>
                </a:cubicBezTo>
                <a:cubicBezTo>
                  <a:pt x="3804" y="10116"/>
                  <a:pt x="3834" y="10232"/>
                  <a:pt x="3834" y="10369"/>
                </a:cubicBezTo>
                <a:lnTo>
                  <a:pt x="3834" y="13431"/>
                </a:lnTo>
                <a:cubicBezTo>
                  <a:pt x="5137" y="11973"/>
                  <a:pt x="6437" y="10905"/>
                  <a:pt x="7732" y="10227"/>
                </a:cubicBezTo>
                <a:cubicBezTo>
                  <a:pt x="9027" y="9550"/>
                  <a:pt x="10335" y="9211"/>
                  <a:pt x="11655" y="9211"/>
                </a:cubicBezTo>
                <a:cubicBezTo>
                  <a:pt x="13199" y="9211"/>
                  <a:pt x="14499" y="9473"/>
                  <a:pt x="15553" y="9996"/>
                </a:cubicBezTo>
                <a:cubicBezTo>
                  <a:pt x="16608" y="10519"/>
                  <a:pt x="17462" y="11218"/>
                  <a:pt x="18113" y="12093"/>
                </a:cubicBezTo>
                <a:cubicBezTo>
                  <a:pt x="18765" y="12968"/>
                  <a:pt x="19233" y="13992"/>
                  <a:pt x="19516" y="15167"/>
                </a:cubicBezTo>
                <a:cubicBezTo>
                  <a:pt x="19799" y="16342"/>
                  <a:pt x="19940" y="17753"/>
                  <a:pt x="19940" y="19400"/>
                </a:cubicBezTo>
                <a:lnTo>
                  <a:pt x="19940" y="33525"/>
                </a:lnTo>
                <a:close/>
                <a:moveTo>
                  <a:pt x="47080" y="33525"/>
                </a:moveTo>
                <a:cubicBezTo>
                  <a:pt x="47080" y="33663"/>
                  <a:pt x="47050" y="33778"/>
                  <a:pt x="46990" y="33873"/>
                </a:cubicBezTo>
                <a:cubicBezTo>
                  <a:pt x="46930" y="33967"/>
                  <a:pt x="46823" y="34049"/>
                  <a:pt x="46668" y="34117"/>
                </a:cubicBezTo>
                <a:cubicBezTo>
                  <a:pt x="46514" y="34186"/>
                  <a:pt x="46312" y="34237"/>
                  <a:pt x="46064" y="34272"/>
                </a:cubicBezTo>
                <a:cubicBezTo>
                  <a:pt x="45815" y="34306"/>
                  <a:pt x="45510" y="34323"/>
                  <a:pt x="45150" y="34323"/>
                </a:cubicBezTo>
                <a:cubicBezTo>
                  <a:pt x="44756" y="34323"/>
                  <a:pt x="44434" y="34306"/>
                  <a:pt x="44185" y="34272"/>
                </a:cubicBezTo>
                <a:cubicBezTo>
                  <a:pt x="43937" y="34237"/>
                  <a:pt x="43739" y="34186"/>
                  <a:pt x="43594" y="34117"/>
                </a:cubicBezTo>
                <a:cubicBezTo>
                  <a:pt x="43448" y="34049"/>
                  <a:pt x="43349" y="33967"/>
                  <a:pt x="43298" y="33873"/>
                </a:cubicBezTo>
                <a:cubicBezTo>
                  <a:pt x="43246" y="33778"/>
                  <a:pt x="43220" y="33663"/>
                  <a:pt x="43220" y="33525"/>
                </a:cubicBezTo>
                <a:lnTo>
                  <a:pt x="43220" y="30464"/>
                </a:lnTo>
                <a:cubicBezTo>
                  <a:pt x="41900" y="31931"/>
                  <a:pt x="40596" y="33001"/>
                  <a:pt x="39310" y="33674"/>
                </a:cubicBezTo>
                <a:cubicBezTo>
                  <a:pt x="38023" y="34347"/>
                  <a:pt x="36720" y="34683"/>
                  <a:pt x="35399" y="34683"/>
                </a:cubicBezTo>
                <a:cubicBezTo>
                  <a:pt x="33855" y="34683"/>
                  <a:pt x="32556" y="34426"/>
                  <a:pt x="31501" y="33911"/>
                </a:cubicBezTo>
                <a:cubicBezTo>
                  <a:pt x="30446" y="33395"/>
                  <a:pt x="29592" y="32696"/>
                  <a:pt x="28941" y="31812"/>
                </a:cubicBezTo>
                <a:cubicBezTo>
                  <a:pt x="28289" y="30928"/>
                  <a:pt x="27821" y="29897"/>
                  <a:pt x="27538" y="28721"/>
                </a:cubicBezTo>
                <a:cubicBezTo>
                  <a:pt x="27255" y="27545"/>
                  <a:pt x="27114" y="26115"/>
                  <a:pt x="27114" y="24432"/>
                </a:cubicBezTo>
                <a:lnTo>
                  <a:pt x="27114" y="10370"/>
                </a:lnTo>
                <a:cubicBezTo>
                  <a:pt x="27114" y="10233"/>
                  <a:pt x="27144" y="10117"/>
                  <a:pt x="27204" y="10022"/>
                </a:cubicBezTo>
                <a:cubicBezTo>
                  <a:pt x="27264" y="9928"/>
                  <a:pt x="27380" y="9841"/>
                  <a:pt x="27551" y="9764"/>
                </a:cubicBezTo>
                <a:cubicBezTo>
                  <a:pt x="27723" y="9687"/>
                  <a:pt x="27946" y="9636"/>
                  <a:pt x="28220" y="9610"/>
                </a:cubicBezTo>
                <a:cubicBezTo>
                  <a:pt x="28495" y="9584"/>
                  <a:pt x="28838" y="9571"/>
                  <a:pt x="29249" y="9571"/>
                </a:cubicBezTo>
                <a:cubicBezTo>
                  <a:pt x="29661" y="9571"/>
                  <a:pt x="30004" y="9584"/>
                  <a:pt x="30279" y="9610"/>
                </a:cubicBezTo>
                <a:cubicBezTo>
                  <a:pt x="30553" y="9636"/>
                  <a:pt x="30772" y="9687"/>
                  <a:pt x="30935" y="9764"/>
                </a:cubicBezTo>
                <a:cubicBezTo>
                  <a:pt x="31098" y="9841"/>
                  <a:pt x="31213" y="9928"/>
                  <a:pt x="31282" y="10022"/>
                </a:cubicBezTo>
                <a:cubicBezTo>
                  <a:pt x="31351" y="10117"/>
                  <a:pt x="31385" y="10233"/>
                  <a:pt x="31385" y="10370"/>
                </a:cubicBezTo>
                <a:lnTo>
                  <a:pt x="31385" y="23868"/>
                </a:lnTo>
                <a:cubicBezTo>
                  <a:pt x="31385" y="25225"/>
                  <a:pt x="31484" y="26311"/>
                  <a:pt x="31681" y="27127"/>
                </a:cubicBezTo>
                <a:cubicBezTo>
                  <a:pt x="31878" y="27943"/>
                  <a:pt x="32178" y="28638"/>
                  <a:pt x="32581" y="29214"/>
                </a:cubicBezTo>
                <a:cubicBezTo>
                  <a:pt x="32984" y="29789"/>
                  <a:pt x="33495" y="30236"/>
                  <a:pt x="34112" y="30554"/>
                </a:cubicBezTo>
                <a:cubicBezTo>
                  <a:pt x="34730" y="30871"/>
                  <a:pt x="35450" y="31030"/>
                  <a:pt x="36274" y="31030"/>
                </a:cubicBezTo>
                <a:cubicBezTo>
                  <a:pt x="37337" y="31030"/>
                  <a:pt x="38396" y="30650"/>
                  <a:pt x="39451" y="29891"/>
                </a:cubicBezTo>
                <a:cubicBezTo>
                  <a:pt x="40506" y="29132"/>
                  <a:pt x="41625" y="28019"/>
                  <a:pt x="42809" y="26553"/>
                </a:cubicBezTo>
                <a:lnTo>
                  <a:pt x="42809" y="10369"/>
                </a:lnTo>
                <a:cubicBezTo>
                  <a:pt x="42809" y="10232"/>
                  <a:pt x="42839" y="10116"/>
                  <a:pt x="42899" y="10022"/>
                </a:cubicBezTo>
                <a:cubicBezTo>
                  <a:pt x="42959" y="9927"/>
                  <a:pt x="43075" y="9841"/>
                  <a:pt x="43246" y="9764"/>
                </a:cubicBezTo>
                <a:cubicBezTo>
                  <a:pt x="43418" y="9687"/>
                  <a:pt x="43636" y="9636"/>
                  <a:pt x="43902" y="9610"/>
                </a:cubicBezTo>
                <a:cubicBezTo>
                  <a:pt x="44168" y="9584"/>
                  <a:pt x="44516" y="9571"/>
                  <a:pt x="44944" y="9571"/>
                </a:cubicBezTo>
                <a:cubicBezTo>
                  <a:pt x="45356" y="9571"/>
                  <a:pt x="45699" y="9584"/>
                  <a:pt x="45974" y="9610"/>
                </a:cubicBezTo>
                <a:cubicBezTo>
                  <a:pt x="46248" y="9636"/>
                  <a:pt x="46462" y="9687"/>
                  <a:pt x="46617" y="9764"/>
                </a:cubicBezTo>
                <a:cubicBezTo>
                  <a:pt x="46771" y="9841"/>
                  <a:pt x="46887" y="9927"/>
                  <a:pt x="46964" y="10022"/>
                </a:cubicBezTo>
                <a:cubicBezTo>
                  <a:pt x="47041" y="10116"/>
                  <a:pt x="47080" y="10232"/>
                  <a:pt x="47080" y="10369"/>
                </a:cubicBezTo>
                <a:lnTo>
                  <a:pt x="47080" y="33525"/>
                </a:lnTo>
                <a:close/>
                <a:moveTo>
                  <a:pt x="88835" y="33525"/>
                </a:moveTo>
                <a:cubicBezTo>
                  <a:pt x="88835" y="33663"/>
                  <a:pt x="88800" y="33778"/>
                  <a:pt x="88732" y="33873"/>
                </a:cubicBezTo>
                <a:cubicBezTo>
                  <a:pt x="88663" y="33967"/>
                  <a:pt x="88552" y="34049"/>
                  <a:pt x="88397" y="34117"/>
                </a:cubicBezTo>
                <a:cubicBezTo>
                  <a:pt x="88243" y="34186"/>
                  <a:pt x="88028" y="34237"/>
                  <a:pt x="87754" y="34272"/>
                </a:cubicBezTo>
                <a:cubicBezTo>
                  <a:pt x="87480" y="34306"/>
                  <a:pt x="87137" y="34323"/>
                  <a:pt x="86725" y="34323"/>
                </a:cubicBezTo>
                <a:cubicBezTo>
                  <a:pt x="86296" y="34323"/>
                  <a:pt x="85944" y="34306"/>
                  <a:pt x="85670" y="34272"/>
                </a:cubicBezTo>
                <a:cubicBezTo>
                  <a:pt x="85396" y="34237"/>
                  <a:pt x="85177" y="34186"/>
                  <a:pt x="85014" y="34117"/>
                </a:cubicBezTo>
                <a:cubicBezTo>
                  <a:pt x="84851" y="34049"/>
                  <a:pt x="84735" y="33967"/>
                  <a:pt x="84667" y="33873"/>
                </a:cubicBezTo>
                <a:cubicBezTo>
                  <a:pt x="84598" y="33778"/>
                  <a:pt x="84564" y="33663"/>
                  <a:pt x="84564" y="33525"/>
                </a:cubicBezTo>
                <a:lnTo>
                  <a:pt x="84564" y="19451"/>
                </a:lnTo>
                <a:cubicBezTo>
                  <a:pt x="84564" y="18474"/>
                  <a:pt x="84478" y="17582"/>
                  <a:pt x="84306" y="16776"/>
                </a:cubicBezTo>
                <a:cubicBezTo>
                  <a:pt x="84135" y="15969"/>
                  <a:pt x="83860" y="15275"/>
                  <a:pt x="83483" y="14691"/>
                </a:cubicBezTo>
                <a:cubicBezTo>
                  <a:pt x="83106" y="14108"/>
                  <a:pt x="82625" y="13662"/>
                  <a:pt x="82042" y="13354"/>
                </a:cubicBezTo>
                <a:cubicBezTo>
                  <a:pt x="81459" y="13045"/>
                  <a:pt x="80773" y="12890"/>
                  <a:pt x="79984" y="12890"/>
                </a:cubicBezTo>
                <a:cubicBezTo>
                  <a:pt x="79006" y="12890"/>
                  <a:pt x="78024" y="13268"/>
                  <a:pt x="77038" y="14023"/>
                </a:cubicBezTo>
                <a:cubicBezTo>
                  <a:pt x="76051" y="14777"/>
                  <a:pt x="74967" y="15884"/>
                  <a:pt x="73783" y="17342"/>
                </a:cubicBezTo>
                <a:lnTo>
                  <a:pt x="73783" y="33525"/>
                </a:lnTo>
                <a:cubicBezTo>
                  <a:pt x="73783" y="33663"/>
                  <a:pt x="73749" y="33778"/>
                  <a:pt x="73680" y="33873"/>
                </a:cubicBezTo>
                <a:cubicBezTo>
                  <a:pt x="73611" y="33967"/>
                  <a:pt x="73496" y="34049"/>
                  <a:pt x="73333" y="34117"/>
                </a:cubicBezTo>
                <a:cubicBezTo>
                  <a:pt x="73170" y="34186"/>
                  <a:pt x="72951" y="34237"/>
                  <a:pt x="72677" y="34272"/>
                </a:cubicBezTo>
                <a:cubicBezTo>
                  <a:pt x="72402" y="34306"/>
                  <a:pt x="72059" y="34323"/>
                  <a:pt x="71647" y="34323"/>
                </a:cubicBezTo>
                <a:cubicBezTo>
                  <a:pt x="71253" y="34323"/>
                  <a:pt x="70914" y="34306"/>
                  <a:pt x="70631" y="34272"/>
                </a:cubicBezTo>
                <a:cubicBezTo>
                  <a:pt x="70348" y="34237"/>
                  <a:pt x="70125" y="34186"/>
                  <a:pt x="69962" y="34117"/>
                </a:cubicBezTo>
                <a:cubicBezTo>
                  <a:pt x="69799" y="34049"/>
                  <a:pt x="69688" y="33967"/>
                  <a:pt x="69628" y="33873"/>
                </a:cubicBezTo>
                <a:cubicBezTo>
                  <a:pt x="69568" y="33778"/>
                  <a:pt x="69538" y="33663"/>
                  <a:pt x="69538" y="33525"/>
                </a:cubicBezTo>
                <a:lnTo>
                  <a:pt x="69538" y="19451"/>
                </a:lnTo>
                <a:cubicBezTo>
                  <a:pt x="69538" y="18474"/>
                  <a:pt x="69443" y="17582"/>
                  <a:pt x="69255" y="16776"/>
                </a:cubicBezTo>
                <a:cubicBezTo>
                  <a:pt x="69066" y="15969"/>
                  <a:pt x="68783" y="15275"/>
                  <a:pt x="68406" y="14691"/>
                </a:cubicBezTo>
                <a:cubicBezTo>
                  <a:pt x="68028" y="14108"/>
                  <a:pt x="67552" y="13662"/>
                  <a:pt x="66978" y="13354"/>
                </a:cubicBezTo>
                <a:cubicBezTo>
                  <a:pt x="66403" y="13045"/>
                  <a:pt x="65721" y="12890"/>
                  <a:pt x="64932" y="12890"/>
                </a:cubicBezTo>
                <a:cubicBezTo>
                  <a:pt x="63954" y="12890"/>
                  <a:pt x="62968" y="13268"/>
                  <a:pt x="61973" y="14023"/>
                </a:cubicBezTo>
                <a:cubicBezTo>
                  <a:pt x="60978" y="14777"/>
                  <a:pt x="59898" y="15884"/>
                  <a:pt x="58731" y="17342"/>
                </a:cubicBezTo>
                <a:lnTo>
                  <a:pt x="58731" y="33525"/>
                </a:lnTo>
                <a:cubicBezTo>
                  <a:pt x="58731" y="33663"/>
                  <a:pt x="58697" y="33778"/>
                  <a:pt x="58628" y="33873"/>
                </a:cubicBezTo>
                <a:cubicBezTo>
                  <a:pt x="58560" y="33967"/>
                  <a:pt x="58448" y="34049"/>
                  <a:pt x="58294" y="34117"/>
                </a:cubicBezTo>
                <a:cubicBezTo>
                  <a:pt x="58140" y="34186"/>
                  <a:pt x="57925" y="34237"/>
                  <a:pt x="57651" y="34272"/>
                </a:cubicBezTo>
                <a:cubicBezTo>
                  <a:pt x="57376" y="34306"/>
                  <a:pt x="57025" y="34323"/>
                  <a:pt x="56596" y="34323"/>
                </a:cubicBezTo>
                <a:cubicBezTo>
                  <a:pt x="56184" y="34323"/>
                  <a:pt x="55841" y="34306"/>
                  <a:pt x="55567" y="34272"/>
                </a:cubicBezTo>
                <a:cubicBezTo>
                  <a:pt x="55292" y="34237"/>
                  <a:pt x="55073" y="34186"/>
                  <a:pt x="54910" y="34117"/>
                </a:cubicBezTo>
                <a:cubicBezTo>
                  <a:pt x="54748" y="34049"/>
                  <a:pt x="54636" y="33967"/>
                  <a:pt x="54576" y="33873"/>
                </a:cubicBezTo>
                <a:cubicBezTo>
                  <a:pt x="54516" y="33778"/>
                  <a:pt x="54486" y="33663"/>
                  <a:pt x="54486" y="33525"/>
                </a:cubicBezTo>
                <a:lnTo>
                  <a:pt x="54486" y="10369"/>
                </a:lnTo>
                <a:cubicBezTo>
                  <a:pt x="54486" y="10232"/>
                  <a:pt x="54512" y="10116"/>
                  <a:pt x="54563" y="10022"/>
                </a:cubicBezTo>
                <a:cubicBezTo>
                  <a:pt x="54615" y="9927"/>
                  <a:pt x="54718" y="9841"/>
                  <a:pt x="54872" y="9764"/>
                </a:cubicBezTo>
                <a:cubicBezTo>
                  <a:pt x="55026" y="9687"/>
                  <a:pt x="55224" y="9636"/>
                  <a:pt x="55464" y="9610"/>
                </a:cubicBezTo>
                <a:cubicBezTo>
                  <a:pt x="55704" y="9584"/>
                  <a:pt x="56021" y="9571"/>
                  <a:pt x="56416" y="9571"/>
                </a:cubicBezTo>
                <a:cubicBezTo>
                  <a:pt x="56793" y="9571"/>
                  <a:pt x="57106" y="9584"/>
                  <a:pt x="57355" y="9610"/>
                </a:cubicBezTo>
                <a:cubicBezTo>
                  <a:pt x="57603" y="9636"/>
                  <a:pt x="57796" y="9687"/>
                  <a:pt x="57934" y="9764"/>
                </a:cubicBezTo>
                <a:cubicBezTo>
                  <a:pt x="58071" y="9841"/>
                  <a:pt x="58170" y="9927"/>
                  <a:pt x="58230" y="10022"/>
                </a:cubicBezTo>
                <a:cubicBezTo>
                  <a:pt x="58290" y="10116"/>
                  <a:pt x="58320" y="10232"/>
                  <a:pt x="58320" y="10369"/>
                </a:cubicBezTo>
                <a:lnTo>
                  <a:pt x="58320" y="13431"/>
                </a:lnTo>
                <a:cubicBezTo>
                  <a:pt x="59623" y="11973"/>
                  <a:pt x="60888" y="10905"/>
                  <a:pt x="62115" y="10227"/>
                </a:cubicBezTo>
                <a:cubicBezTo>
                  <a:pt x="63341" y="9550"/>
                  <a:pt x="64580" y="9211"/>
                  <a:pt x="65833" y="9211"/>
                </a:cubicBezTo>
                <a:cubicBezTo>
                  <a:pt x="66793" y="9211"/>
                  <a:pt x="67655" y="9323"/>
                  <a:pt x="68418" y="9546"/>
                </a:cubicBezTo>
                <a:cubicBezTo>
                  <a:pt x="69182" y="9769"/>
                  <a:pt x="69855" y="10082"/>
                  <a:pt x="70438" y="10485"/>
                </a:cubicBezTo>
                <a:cubicBezTo>
                  <a:pt x="71021" y="10888"/>
                  <a:pt x="71519" y="11368"/>
                  <a:pt x="71930" y="11926"/>
                </a:cubicBezTo>
                <a:cubicBezTo>
                  <a:pt x="72342" y="12483"/>
                  <a:pt x="72685" y="13105"/>
                  <a:pt x="72960" y="13791"/>
                </a:cubicBezTo>
                <a:cubicBezTo>
                  <a:pt x="73732" y="12950"/>
                  <a:pt x="74465" y="12239"/>
                  <a:pt x="75160" y="11655"/>
                </a:cubicBezTo>
                <a:cubicBezTo>
                  <a:pt x="75854" y="11072"/>
                  <a:pt x="76523" y="10601"/>
                  <a:pt x="77166" y="10240"/>
                </a:cubicBezTo>
                <a:cubicBezTo>
                  <a:pt x="77810" y="9880"/>
                  <a:pt x="78436" y="9619"/>
                  <a:pt x="79045" y="9456"/>
                </a:cubicBezTo>
                <a:cubicBezTo>
                  <a:pt x="79654" y="9293"/>
                  <a:pt x="80267" y="9211"/>
                  <a:pt x="80884" y="9211"/>
                </a:cubicBezTo>
                <a:cubicBezTo>
                  <a:pt x="82377" y="9211"/>
                  <a:pt x="83629" y="9473"/>
                  <a:pt x="84641" y="9996"/>
                </a:cubicBezTo>
                <a:cubicBezTo>
                  <a:pt x="85653" y="10519"/>
                  <a:pt x="86472" y="11218"/>
                  <a:pt x="87098" y="12093"/>
                </a:cubicBezTo>
                <a:cubicBezTo>
                  <a:pt x="87724" y="12968"/>
                  <a:pt x="88170" y="13992"/>
                  <a:pt x="88436" y="15167"/>
                </a:cubicBezTo>
                <a:cubicBezTo>
                  <a:pt x="88702" y="16342"/>
                  <a:pt x="88835" y="17582"/>
                  <a:pt x="88835" y="18885"/>
                </a:cubicBezTo>
                <a:lnTo>
                  <a:pt x="88835" y="33525"/>
                </a:lnTo>
                <a:close/>
                <a:moveTo>
                  <a:pt x="116032" y="20944"/>
                </a:moveTo>
                <a:cubicBezTo>
                  <a:pt x="116032" y="21613"/>
                  <a:pt x="115865" y="22089"/>
                  <a:pt x="115531" y="22372"/>
                </a:cubicBezTo>
                <a:cubicBezTo>
                  <a:pt x="115196" y="22655"/>
                  <a:pt x="114815" y="22796"/>
                  <a:pt x="114386" y="22796"/>
                </a:cubicBezTo>
                <a:lnTo>
                  <a:pt x="99205" y="22796"/>
                </a:lnTo>
                <a:cubicBezTo>
                  <a:pt x="99205" y="24086"/>
                  <a:pt x="99334" y="25248"/>
                  <a:pt x="99591" y="26280"/>
                </a:cubicBezTo>
                <a:cubicBezTo>
                  <a:pt x="99849" y="27313"/>
                  <a:pt x="100278" y="28199"/>
                  <a:pt x="100878" y="28938"/>
                </a:cubicBezTo>
                <a:cubicBezTo>
                  <a:pt x="101478" y="29678"/>
                  <a:pt x="102259" y="30246"/>
                  <a:pt x="103219" y="30642"/>
                </a:cubicBezTo>
                <a:cubicBezTo>
                  <a:pt x="104180" y="31038"/>
                  <a:pt x="105355" y="31235"/>
                  <a:pt x="106744" y="31235"/>
                </a:cubicBezTo>
                <a:cubicBezTo>
                  <a:pt x="107842" y="31235"/>
                  <a:pt x="108820" y="31145"/>
                  <a:pt x="109677" y="30965"/>
                </a:cubicBezTo>
                <a:cubicBezTo>
                  <a:pt x="110535" y="30785"/>
                  <a:pt x="111277" y="30584"/>
                  <a:pt x="111903" y="30361"/>
                </a:cubicBezTo>
                <a:cubicBezTo>
                  <a:pt x="112529" y="30138"/>
                  <a:pt x="113044" y="29936"/>
                  <a:pt x="113447" y="29756"/>
                </a:cubicBezTo>
                <a:cubicBezTo>
                  <a:pt x="113850" y="29576"/>
                  <a:pt x="114154" y="29486"/>
                  <a:pt x="114360" y="29486"/>
                </a:cubicBezTo>
                <a:cubicBezTo>
                  <a:pt x="114480" y="29486"/>
                  <a:pt x="114587" y="29516"/>
                  <a:pt x="114682" y="29576"/>
                </a:cubicBezTo>
                <a:cubicBezTo>
                  <a:pt x="114776" y="29636"/>
                  <a:pt x="114849" y="29726"/>
                  <a:pt x="114900" y="29846"/>
                </a:cubicBezTo>
                <a:cubicBezTo>
                  <a:pt x="114952" y="29966"/>
                  <a:pt x="114990" y="30133"/>
                  <a:pt x="115016" y="30348"/>
                </a:cubicBezTo>
                <a:cubicBezTo>
                  <a:pt x="115042" y="30562"/>
                  <a:pt x="115055" y="30824"/>
                  <a:pt x="115055" y="31133"/>
                </a:cubicBezTo>
                <a:cubicBezTo>
                  <a:pt x="115055" y="31356"/>
                  <a:pt x="115046" y="31549"/>
                  <a:pt x="115029" y="31711"/>
                </a:cubicBezTo>
                <a:cubicBezTo>
                  <a:pt x="115012" y="31874"/>
                  <a:pt x="114990" y="32020"/>
                  <a:pt x="114965" y="32149"/>
                </a:cubicBezTo>
                <a:cubicBezTo>
                  <a:pt x="114939" y="32278"/>
                  <a:pt x="114896" y="32393"/>
                  <a:pt x="114836" y="32496"/>
                </a:cubicBezTo>
                <a:cubicBezTo>
                  <a:pt x="114776" y="32599"/>
                  <a:pt x="114699" y="32698"/>
                  <a:pt x="114605" y="32792"/>
                </a:cubicBezTo>
                <a:cubicBezTo>
                  <a:pt x="114510" y="32886"/>
                  <a:pt x="114231" y="33041"/>
                  <a:pt x="113768" y="33255"/>
                </a:cubicBezTo>
                <a:cubicBezTo>
                  <a:pt x="113305" y="33470"/>
                  <a:pt x="112705" y="33680"/>
                  <a:pt x="111967" y="33886"/>
                </a:cubicBezTo>
                <a:cubicBezTo>
                  <a:pt x="111230" y="34091"/>
                  <a:pt x="110376" y="34276"/>
                  <a:pt x="109407" y="34439"/>
                </a:cubicBezTo>
                <a:cubicBezTo>
                  <a:pt x="108438" y="34602"/>
                  <a:pt x="107405" y="34683"/>
                  <a:pt x="106307" y="34683"/>
                </a:cubicBezTo>
                <a:cubicBezTo>
                  <a:pt x="104403" y="34683"/>
                  <a:pt x="102735" y="34417"/>
                  <a:pt x="101302" y="33885"/>
                </a:cubicBezTo>
                <a:cubicBezTo>
                  <a:pt x="99870" y="33353"/>
                  <a:pt x="98665" y="32563"/>
                  <a:pt x="97687" y="31515"/>
                </a:cubicBezTo>
                <a:cubicBezTo>
                  <a:pt x="96710" y="30468"/>
                  <a:pt x="95972" y="29154"/>
                  <a:pt x="95475" y="27575"/>
                </a:cubicBezTo>
                <a:cubicBezTo>
                  <a:pt x="94977" y="25995"/>
                  <a:pt x="94729" y="24158"/>
                  <a:pt x="94729" y="22063"/>
                </a:cubicBezTo>
                <a:cubicBezTo>
                  <a:pt x="94729" y="20071"/>
                  <a:pt x="94986" y="18281"/>
                  <a:pt x="95500" y="16693"/>
                </a:cubicBezTo>
                <a:cubicBezTo>
                  <a:pt x="96015" y="15104"/>
                  <a:pt x="96757" y="13757"/>
                  <a:pt x="97726" y="12649"/>
                </a:cubicBezTo>
                <a:cubicBezTo>
                  <a:pt x="98695" y="11542"/>
                  <a:pt x="99866" y="10692"/>
                  <a:pt x="101238" y="10100"/>
                </a:cubicBezTo>
                <a:cubicBezTo>
                  <a:pt x="102610" y="9507"/>
                  <a:pt x="104146" y="9211"/>
                  <a:pt x="105844" y="9211"/>
                </a:cubicBezTo>
                <a:cubicBezTo>
                  <a:pt x="107662" y="9211"/>
                  <a:pt x="109210" y="9503"/>
                  <a:pt x="110488" y="10086"/>
                </a:cubicBezTo>
                <a:cubicBezTo>
                  <a:pt x="111766" y="10669"/>
                  <a:pt x="112816" y="11454"/>
                  <a:pt x="113640" y="12440"/>
                </a:cubicBezTo>
                <a:cubicBezTo>
                  <a:pt x="114463" y="13426"/>
                  <a:pt x="115068" y="14584"/>
                  <a:pt x="115454" y="15914"/>
                </a:cubicBezTo>
                <a:cubicBezTo>
                  <a:pt x="115840" y="17243"/>
                  <a:pt x="116032" y="18662"/>
                  <a:pt x="116032" y="20172"/>
                </a:cubicBezTo>
                <a:lnTo>
                  <a:pt x="116032" y="20944"/>
                </a:lnTo>
                <a:moveTo>
                  <a:pt x="111761" y="19683"/>
                </a:moveTo>
                <a:cubicBezTo>
                  <a:pt x="111813" y="17453"/>
                  <a:pt x="111320" y="15704"/>
                  <a:pt x="110282" y="14434"/>
                </a:cubicBezTo>
                <a:cubicBezTo>
                  <a:pt x="109244" y="13165"/>
                  <a:pt x="107705" y="12530"/>
                  <a:pt x="105664" y="12530"/>
                </a:cubicBezTo>
                <a:cubicBezTo>
                  <a:pt x="104617" y="12530"/>
                  <a:pt x="103700" y="12727"/>
                  <a:pt x="102911" y="13122"/>
                </a:cubicBezTo>
                <a:cubicBezTo>
                  <a:pt x="102121" y="13517"/>
                  <a:pt x="101461" y="14040"/>
                  <a:pt x="100929" y="14691"/>
                </a:cubicBezTo>
                <a:cubicBezTo>
                  <a:pt x="100398" y="15343"/>
                  <a:pt x="99986" y="16102"/>
                  <a:pt x="99694" y="16969"/>
                </a:cubicBezTo>
                <a:cubicBezTo>
                  <a:pt x="99403" y="17835"/>
                  <a:pt x="99240" y="18740"/>
                  <a:pt x="99205" y="19683"/>
                </a:cubicBezTo>
                <a:lnTo>
                  <a:pt x="111761" y="19683"/>
                </a:lnTo>
                <a:close/>
                <a:moveTo>
                  <a:pt x="136048" y="11887"/>
                </a:moveTo>
                <a:cubicBezTo>
                  <a:pt x="136048" y="12264"/>
                  <a:pt x="136039" y="12582"/>
                  <a:pt x="136022" y="12839"/>
                </a:cubicBezTo>
                <a:cubicBezTo>
                  <a:pt x="136005" y="13096"/>
                  <a:pt x="135970" y="13298"/>
                  <a:pt x="135919" y="13444"/>
                </a:cubicBezTo>
                <a:cubicBezTo>
                  <a:pt x="135867" y="13589"/>
                  <a:pt x="135803" y="13701"/>
                  <a:pt x="135726" y="13778"/>
                </a:cubicBezTo>
                <a:cubicBezTo>
                  <a:pt x="135649" y="13855"/>
                  <a:pt x="135542" y="13894"/>
                  <a:pt x="135404" y="13894"/>
                </a:cubicBezTo>
                <a:cubicBezTo>
                  <a:pt x="135267" y="13894"/>
                  <a:pt x="135100" y="13855"/>
                  <a:pt x="134903" y="13778"/>
                </a:cubicBezTo>
                <a:cubicBezTo>
                  <a:pt x="134705" y="13701"/>
                  <a:pt x="134482" y="13624"/>
                  <a:pt x="134234" y="13547"/>
                </a:cubicBezTo>
                <a:cubicBezTo>
                  <a:pt x="133985" y="13469"/>
                  <a:pt x="133706" y="13396"/>
                  <a:pt x="133397" y="13328"/>
                </a:cubicBezTo>
                <a:cubicBezTo>
                  <a:pt x="133089" y="13259"/>
                  <a:pt x="132754" y="13225"/>
                  <a:pt x="132394" y="13225"/>
                </a:cubicBezTo>
                <a:cubicBezTo>
                  <a:pt x="131965" y="13225"/>
                  <a:pt x="131545" y="13311"/>
                  <a:pt x="131133" y="13482"/>
                </a:cubicBezTo>
                <a:cubicBezTo>
                  <a:pt x="130722" y="13654"/>
                  <a:pt x="130288" y="13937"/>
                  <a:pt x="129834" y="14331"/>
                </a:cubicBezTo>
                <a:cubicBezTo>
                  <a:pt x="129379" y="14726"/>
                  <a:pt x="128903" y="15249"/>
                  <a:pt x="128406" y="15901"/>
                </a:cubicBezTo>
                <a:cubicBezTo>
                  <a:pt x="127908" y="16553"/>
                  <a:pt x="127360" y="17350"/>
                  <a:pt x="126759" y="18294"/>
                </a:cubicBezTo>
                <a:lnTo>
                  <a:pt x="126759" y="33525"/>
                </a:lnTo>
                <a:cubicBezTo>
                  <a:pt x="126759" y="33663"/>
                  <a:pt x="126725" y="33778"/>
                  <a:pt x="126656" y="33873"/>
                </a:cubicBezTo>
                <a:cubicBezTo>
                  <a:pt x="126588" y="33967"/>
                  <a:pt x="126476" y="34049"/>
                  <a:pt x="126322" y="34117"/>
                </a:cubicBezTo>
                <a:cubicBezTo>
                  <a:pt x="126167" y="34186"/>
                  <a:pt x="125953" y="34237"/>
                  <a:pt x="125679" y="34272"/>
                </a:cubicBezTo>
                <a:cubicBezTo>
                  <a:pt x="125404" y="34306"/>
                  <a:pt x="125053" y="34323"/>
                  <a:pt x="124624" y="34323"/>
                </a:cubicBezTo>
                <a:cubicBezTo>
                  <a:pt x="124212" y="34323"/>
                  <a:pt x="123869" y="34306"/>
                  <a:pt x="123595" y="34272"/>
                </a:cubicBezTo>
                <a:cubicBezTo>
                  <a:pt x="123320" y="34237"/>
                  <a:pt x="123101" y="34186"/>
                  <a:pt x="122938" y="34117"/>
                </a:cubicBezTo>
                <a:cubicBezTo>
                  <a:pt x="122775" y="34049"/>
                  <a:pt x="122664" y="33967"/>
                  <a:pt x="122604" y="33873"/>
                </a:cubicBezTo>
                <a:cubicBezTo>
                  <a:pt x="122544" y="33778"/>
                  <a:pt x="122514" y="33663"/>
                  <a:pt x="122514" y="33525"/>
                </a:cubicBezTo>
                <a:lnTo>
                  <a:pt x="122514" y="10369"/>
                </a:lnTo>
                <a:cubicBezTo>
                  <a:pt x="122514" y="10232"/>
                  <a:pt x="122540" y="10116"/>
                  <a:pt x="122591" y="10022"/>
                </a:cubicBezTo>
                <a:cubicBezTo>
                  <a:pt x="122643" y="9927"/>
                  <a:pt x="122745" y="9841"/>
                  <a:pt x="122900" y="9764"/>
                </a:cubicBezTo>
                <a:cubicBezTo>
                  <a:pt x="123054" y="9687"/>
                  <a:pt x="123251" y="9636"/>
                  <a:pt x="123492" y="9610"/>
                </a:cubicBezTo>
                <a:cubicBezTo>
                  <a:pt x="123732" y="9584"/>
                  <a:pt x="124049" y="9571"/>
                  <a:pt x="124444" y="9571"/>
                </a:cubicBezTo>
                <a:cubicBezTo>
                  <a:pt x="124821" y="9571"/>
                  <a:pt x="125134" y="9584"/>
                  <a:pt x="125383" y="9610"/>
                </a:cubicBezTo>
                <a:cubicBezTo>
                  <a:pt x="125631" y="9636"/>
                  <a:pt x="125824" y="9687"/>
                  <a:pt x="125962" y="9764"/>
                </a:cubicBezTo>
                <a:cubicBezTo>
                  <a:pt x="126099" y="9841"/>
                  <a:pt x="126197" y="9927"/>
                  <a:pt x="126258" y="10022"/>
                </a:cubicBezTo>
                <a:cubicBezTo>
                  <a:pt x="126318" y="10116"/>
                  <a:pt x="126348" y="10232"/>
                  <a:pt x="126348" y="10369"/>
                </a:cubicBezTo>
                <a:lnTo>
                  <a:pt x="126348" y="13739"/>
                </a:lnTo>
                <a:cubicBezTo>
                  <a:pt x="126982" y="12813"/>
                  <a:pt x="127578" y="12059"/>
                  <a:pt x="128136" y="11475"/>
                </a:cubicBezTo>
                <a:cubicBezTo>
                  <a:pt x="128693" y="10892"/>
                  <a:pt x="129221" y="10433"/>
                  <a:pt x="129718" y="10099"/>
                </a:cubicBezTo>
                <a:cubicBezTo>
                  <a:pt x="130216" y="9764"/>
                  <a:pt x="130709" y="9533"/>
                  <a:pt x="131198" y="9404"/>
                </a:cubicBezTo>
                <a:cubicBezTo>
                  <a:pt x="131686" y="9275"/>
                  <a:pt x="132180" y="9211"/>
                  <a:pt x="132677" y="9211"/>
                </a:cubicBezTo>
                <a:cubicBezTo>
                  <a:pt x="132900" y="9211"/>
                  <a:pt x="133153" y="9224"/>
                  <a:pt x="133436" y="9250"/>
                </a:cubicBezTo>
                <a:cubicBezTo>
                  <a:pt x="133719" y="9275"/>
                  <a:pt x="134015" y="9323"/>
                  <a:pt x="134324" y="9391"/>
                </a:cubicBezTo>
                <a:cubicBezTo>
                  <a:pt x="134632" y="9460"/>
                  <a:pt x="134911" y="9537"/>
                  <a:pt x="135160" y="9623"/>
                </a:cubicBezTo>
                <a:cubicBezTo>
                  <a:pt x="135409" y="9709"/>
                  <a:pt x="135584" y="9794"/>
                  <a:pt x="135687" y="9880"/>
                </a:cubicBezTo>
                <a:cubicBezTo>
                  <a:pt x="135790" y="9966"/>
                  <a:pt x="135859" y="10047"/>
                  <a:pt x="135893" y="10125"/>
                </a:cubicBezTo>
                <a:cubicBezTo>
                  <a:pt x="135927" y="10202"/>
                  <a:pt x="135957" y="10300"/>
                  <a:pt x="135983" y="10420"/>
                </a:cubicBezTo>
                <a:cubicBezTo>
                  <a:pt x="136009" y="10540"/>
                  <a:pt x="136026" y="10716"/>
                  <a:pt x="136035" y="10948"/>
                </a:cubicBezTo>
                <a:cubicBezTo>
                  <a:pt x="136043" y="11179"/>
                  <a:pt x="136048" y="11492"/>
                  <a:pt x="136048" y="11887"/>
                </a:cubicBezTo>
                <a:close/>
                <a:moveTo>
                  <a:pt x="145149" y="33525"/>
                </a:moveTo>
                <a:cubicBezTo>
                  <a:pt x="145149" y="33663"/>
                  <a:pt x="145115" y="33778"/>
                  <a:pt x="145046" y="33873"/>
                </a:cubicBezTo>
                <a:cubicBezTo>
                  <a:pt x="144977" y="33967"/>
                  <a:pt x="144866" y="34049"/>
                  <a:pt x="144712" y="34117"/>
                </a:cubicBezTo>
                <a:cubicBezTo>
                  <a:pt x="144557" y="34186"/>
                  <a:pt x="144343" y="34237"/>
                  <a:pt x="144068" y="34272"/>
                </a:cubicBezTo>
                <a:cubicBezTo>
                  <a:pt x="143794" y="34306"/>
                  <a:pt x="143442" y="34323"/>
                  <a:pt x="143013" y="34323"/>
                </a:cubicBezTo>
                <a:cubicBezTo>
                  <a:pt x="142602" y="34323"/>
                  <a:pt x="142259" y="34306"/>
                  <a:pt x="141984" y="34272"/>
                </a:cubicBezTo>
                <a:cubicBezTo>
                  <a:pt x="141710" y="34237"/>
                  <a:pt x="141491" y="34186"/>
                  <a:pt x="141328" y="34117"/>
                </a:cubicBezTo>
                <a:cubicBezTo>
                  <a:pt x="141165" y="34049"/>
                  <a:pt x="141054" y="33967"/>
                  <a:pt x="140994" y="33873"/>
                </a:cubicBezTo>
                <a:cubicBezTo>
                  <a:pt x="140934" y="33778"/>
                  <a:pt x="140904" y="33663"/>
                  <a:pt x="140904" y="33525"/>
                </a:cubicBezTo>
                <a:lnTo>
                  <a:pt x="140904" y="10369"/>
                </a:lnTo>
                <a:cubicBezTo>
                  <a:pt x="140904" y="10249"/>
                  <a:pt x="140934" y="10137"/>
                  <a:pt x="140994" y="10034"/>
                </a:cubicBezTo>
                <a:cubicBezTo>
                  <a:pt x="141054" y="9932"/>
                  <a:pt x="141165" y="9846"/>
                  <a:pt x="141328" y="9777"/>
                </a:cubicBezTo>
                <a:cubicBezTo>
                  <a:pt x="141491" y="9709"/>
                  <a:pt x="141710" y="9657"/>
                  <a:pt x="141984" y="9623"/>
                </a:cubicBezTo>
                <a:cubicBezTo>
                  <a:pt x="142259" y="9588"/>
                  <a:pt x="142602" y="9571"/>
                  <a:pt x="143013" y="9571"/>
                </a:cubicBezTo>
                <a:cubicBezTo>
                  <a:pt x="143442" y="9571"/>
                  <a:pt x="143794" y="9588"/>
                  <a:pt x="144068" y="9623"/>
                </a:cubicBezTo>
                <a:cubicBezTo>
                  <a:pt x="144343" y="9657"/>
                  <a:pt x="144557" y="9709"/>
                  <a:pt x="144712" y="9777"/>
                </a:cubicBezTo>
                <a:cubicBezTo>
                  <a:pt x="144866" y="9846"/>
                  <a:pt x="144977" y="9932"/>
                  <a:pt x="145046" y="10034"/>
                </a:cubicBezTo>
                <a:cubicBezTo>
                  <a:pt x="145115" y="10137"/>
                  <a:pt x="145149" y="10249"/>
                  <a:pt x="145149" y="10369"/>
                </a:cubicBezTo>
                <a:lnTo>
                  <a:pt x="145149" y="33525"/>
                </a:lnTo>
                <a:moveTo>
                  <a:pt x="145638" y="2521"/>
                </a:moveTo>
                <a:cubicBezTo>
                  <a:pt x="145638" y="3516"/>
                  <a:pt x="145449" y="4194"/>
                  <a:pt x="145072" y="4554"/>
                </a:cubicBezTo>
                <a:cubicBezTo>
                  <a:pt x="144694" y="4914"/>
                  <a:pt x="144000" y="5094"/>
                  <a:pt x="142988" y="5094"/>
                </a:cubicBezTo>
                <a:cubicBezTo>
                  <a:pt x="141993" y="5094"/>
                  <a:pt x="141311" y="4919"/>
                  <a:pt x="140942" y="4567"/>
                </a:cubicBezTo>
                <a:cubicBezTo>
                  <a:pt x="140573" y="4215"/>
                  <a:pt x="140389" y="3551"/>
                  <a:pt x="140389" y="2573"/>
                </a:cubicBezTo>
                <a:cubicBezTo>
                  <a:pt x="140389" y="1578"/>
                  <a:pt x="140578" y="901"/>
                  <a:pt x="140955" y="540"/>
                </a:cubicBezTo>
                <a:cubicBezTo>
                  <a:pt x="141332" y="180"/>
                  <a:pt x="142027" y="0"/>
                  <a:pt x="143039" y="0"/>
                </a:cubicBezTo>
                <a:cubicBezTo>
                  <a:pt x="144034" y="0"/>
                  <a:pt x="144716" y="176"/>
                  <a:pt x="145085" y="527"/>
                </a:cubicBezTo>
                <a:cubicBezTo>
                  <a:pt x="145453" y="879"/>
                  <a:pt x="145638" y="1544"/>
                  <a:pt x="145638" y="2521"/>
                </a:cubicBezTo>
                <a:close/>
                <a:moveTo>
                  <a:pt x="169249" y="30026"/>
                </a:moveTo>
                <a:cubicBezTo>
                  <a:pt x="169249" y="30318"/>
                  <a:pt x="169241" y="30571"/>
                  <a:pt x="169223" y="30785"/>
                </a:cubicBezTo>
                <a:cubicBezTo>
                  <a:pt x="169206" y="31000"/>
                  <a:pt x="169176" y="31180"/>
                  <a:pt x="169133" y="31326"/>
                </a:cubicBezTo>
                <a:cubicBezTo>
                  <a:pt x="169090" y="31471"/>
                  <a:pt x="169039" y="31600"/>
                  <a:pt x="168979" y="31711"/>
                </a:cubicBezTo>
                <a:cubicBezTo>
                  <a:pt x="168919" y="31823"/>
                  <a:pt x="168782" y="31986"/>
                  <a:pt x="168567" y="32200"/>
                </a:cubicBezTo>
                <a:cubicBezTo>
                  <a:pt x="168353" y="32415"/>
                  <a:pt x="167988" y="32681"/>
                  <a:pt x="167474" y="32998"/>
                </a:cubicBezTo>
                <a:cubicBezTo>
                  <a:pt x="166959" y="33315"/>
                  <a:pt x="166380" y="33598"/>
                  <a:pt x="165737" y="33847"/>
                </a:cubicBezTo>
                <a:cubicBezTo>
                  <a:pt x="165094" y="34096"/>
                  <a:pt x="164395" y="34297"/>
                  <a:pt x="163640" y="34452"/>
                </a:cubicBezTo>
                <a:cubicBezTo>
                  <a:pt x="162885" y="34606"/>
                  <a:pt x="162105" y="34683"/>
                  <a:pt x="161299" y="34683"/>
                </a:cubicBezTo>
                <a:cubicBezTo>
                  <a:pt x="159635" y="34683"/>
                  <a:pt x="158160" y="34408"/>
                  <a:pt x="156873" y="33858"/>
                </a:cubicBezTo>
                <a:cubicBezTo>
                  <a:pt x="155587" y="33308"/>
                  <a:pt x="154510" y="32505"/>
                  <a:pt x="153644" y="31448"/>
                </a:cubicBezTo>
                <a:cubicBezTo>
                  <a:pt x="152778" y="30391"/>
                  <a:pt x="152118" y="29093"/>
                  <a:pt x="151663" y="27555"/>
                </a:cubicBezTo>
                <a:cubicBezTo>
                  <a:pt x="151209" y="26016"/>
                  <a:pt x="150981" y="24242"/>
                  <a:pt x="150981" y="22231"/>
                </a:cubicBezTo>
                <a:cubicBezTo>
                  <a:pt x="150981" y="19945"/>
                  <a:pt x="151260" y="17981"/>
                  <a:pt x="151817" y="16340"/>
                </a:cubicBezTo>
                <a:cubicBezTo>
                  <a:pt x="152375" y="14698"/>
                  <a:pt x="153138" y="13354"/>
                  <a:pt x="154107" y="12305"/>
                </a:cubicBezTo>
                <a:cubicBezTo>
                  <a:pt x="155077" y="11257"/>
                  <a:pt x="156217" y="10479"/>
                  <a:pt x="157529" y="9972"/>
                </a:cubicBezTo>
                <a:cubicBezTo>
                  <a:pt x="158842" y="9465"/>
                  <a:pt x="160261" y="9211"/>
                  <a:pt x="161788" y="9211"/>
                </a:cubicBezTo>
                <a:cubicBezTo>
                  <a:pt x="162525" y="9211"/>
                  <a:pt x="163241" y="9280"/>
                  <a:pt x="163936" y="9417"/>
                </a:cubicBezTo>
                <a:cubicBezTo>
                  <a:pt x="164631" y="9554"/>
                  <a:pt x="165270" y="9734"/>
                  <a:pt x="165853" y="9957"/>
                </a:cubicBezTo>
                <a:cubicBezTo>
                  <a:pt x="166436" y="10180"/>
                  <a:pt x="166955" y="10438"/>
                  <a:pt x="167409" y="10729"/>
                </a:cubicBezTo>
                <a:cubicBezTo>
                  <a:pt x="167864" y="11021"/>
                  <a:pt x="168194" y="11269"/>
                  <a:pt x="168400" y="11475"/>
                </a:cubicBezTo>
                <a:cubicBezTo>
                  <a:pt x="168606" y="11681"/>
                  <a:pt x="168747" y="11844"/>
                  <a:pt x="168825" y="11964"/>
                </a:cubicBezTo>
                <a:cubicBezTo>
                  <a:pt x="168902" y="12084"/>
                  <a:pt x="168966" y="12226"/>
                  <a:pt x="169018" y="12389"/>
                </a:cubicBezTo>
                <a:cubicBezTo>
                  <a:pt x="169069" y="12552"/>
                  <a:pt x="169103" y="12736"/>
                  <a:pt x="169120" y="12942"/>
                </a:cubicBezTo>
                <a:cubicBezTo>
                  <a:pt x="169138" y="13148"/>
                  <a:pt x="169146" y="13405"/>
                  <a:pt x="169146" y="13714"/>
                </a:cubicBezTo>
                <a:cubicBezTo>
                  <a:pt x="169146" y="14383"/>
                  <a:pt x="169069" y="14850"/>
                  <a:pt x="168915" y="15116"/>
                </a:cubicBezTo>
                <a:cubicBezTo>
                  <a:pt x="168760" y="15382"/>
                  <a:pt x="168572" y="15515"/>
                  <a:pt x="168349" y="15515"/>
                </a:cubicBezTo>
                <a:cubicBezTo>
                  <a:pt x="168091" y="15515"/>
                  <a:pt x="167795" y="15373"/>
                  <a:pt x="167461" y="15090"/>
                </a:cubicBezTo>
                <a:cubicBezTo>
                  <a:pt x="167126" y="14807"/>
                  <a:pt x="166702" y="14494"/>
                  <a:pt x="166187" y="14151"/>
                </a:cubicBezTo>
                <a:cubicBezTo>
                  <a:pt x="165673" y="13808"/>
                  <a:pt x="165051" y="13495"/>
                  <a:pt x="164322" y="13212"/>
                </a:cubicBezTo>
                <a:cubicBezTo>
                  <a:pt x="163593" y="12929"/>
                  <a:pt x="162731" y="12788"/>
                  <a:pt x="161736" y="12788"/>
                </a:cubicBezTo>
                <a:cubicBezTo>
                  <a:pt x="159695" y="12788"/>
                  <a:pt x="158130" y="13575"/>
                  <a:pt x="157041" y="15149"/>
                </a:cubicBezTo>
                <a:cubicBezTo>
                  <a:pt x="155951" y="16723"/>
                  <a:pt x="155407" y="19006"/>
                  <a:pt x="155407" y="21999"/>
                </a:cubicBezTo>
                <a:cubicBezTo>
                  <a:pt x="155407" y="23495"/>
                  <a:pt x="155548" y="24807"/>
                  <a:pt x="155831" y="25934"/>
                </a:cubicBezTo>
                <a:cubicBezTo>
                  <a:pt x="156114" y="27060"/>
                  <a:pt x="156530" y="28002"/>
                  <a:pt x="157079" y="28759"/>
                </a:cubicBezTo>
                <a:cubicBezTo>
                  <a:pt x="157628" y="29516"/>
                  <a:pt x="158301" y="30079"/>
                  <a:pt x="159099" y="30449"/>
                </a:cubicBezTo>
                <a:cubicBezTo>
                  <a:pt x="159896" y="30819"/>
                  <a:pt x="160810" y="31004"/>
                  <a:pt x="161839" y="31004"/>
                </a:cubicBezTo>
                <a:cubicBezTo>
                  <a:pt x="162817" y="31004"/>
                  <a:pt x="163674" y="30850"/>
                  <a:pt x="164412" y="30541"/>
                </a:cubicBezTo>
                <a:cubicBezTo>
                  <a:pt x="165150" y="30232"/>
                  <a:pt x="165789" y="29893"/>
                  <a:pt x="166329" y="29524"/>
                </a:cubicBezTo>
                <a:cubicBezTo>
                  <a:pt x="166869" y="29156"/>
                  <a:pt x="167324" y="28821"/>
                  <a:pt x="167693" y="28521"/>
                </a:cubicBezTo>
                <a:cubicBezTo>
                  <a:pt x="168061" y="28221"/>
                  <a:pt x="168349" y="28071"/>
                  <a:pt x="168554" y="28071"/>
                </a:cubicBezTo>
                <a:cubicBezTo>
                  <a:pt x="168675" y="28071"/>
                  <a:pt x="168777" y="28105"/>
                  <a:pt x="168863" y="28174"/>
                </a:cubicBezTo>
                <a:cubicBezTo>
                  <a:pt x="168949" y="28242"/>
                  <a:pt x="169022" y="28358"/>
                  <a:pt x="169082" y="28521"/>
                </a:cubicBezTo>
                <a:cubicBezTo>
                  <a:pt x="169142" y="28684"/>
                  <a:pt x="169185" y="28890"/>
                  <a:pt x="169211" y="29139"/>
                </a:cubicBezTo>
                <a:cubicBezTo>
                  <a:pt x="169236" y="29387"/>
                  <a:pt x="169249" y="29683"/>
                  <a:pt x="169249" y="30026"/>
                </a:cubicBez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ab0d66a454029"/>
          <a:stretch xmlns:a="http://schemas.openxmlformats.org/drawingml/2006/main"/>
        </p:blipFill>
        <p:spPr>
          <a:xfrm xmlns:a="http://schemas.openxmlformats.org/drawingml/2006/main">
            <a:off x="10157717" y="3489571"/>
            <a:ext cx="332935" cy="90170"/>
          </a:xfrm>
          <a:prstGeom xmlns:a="http://schemas.openxmlformats.org/drawingml/2006/main" prst="rect">
            <a:avLst/>
          </a:prstGeom>
        </p:spPr>
      </p:pic>
      <p:sp>
        <p:nvSpPr>
          <p:cNvPr id="302" name="Text formatters">
            <a:extLst xmlns:a="http://schemas.openxmlformats.org/drawingml/2006/main">
              <a:ext uri="{FF2B5EF4-FFF2-40B4-BE49-F238E27FC236}">
                <a16:creationId xmlns:a16="http://schemas.microsoft.com/office/drawing/2014/main" id="{EEA8C379-CE9B-479E-8AAD-7CE35E4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588" y="3517372"/>
            <a:ext cx="226453" cy="36536"/>
          </a:xfrm>
          <a:custGeom xmlns:a="http://schemas.openxmlformats.org/drawingml/2006/main">
            <a:pathLst>
              <a:path w="226453" h="36536">
                <a:moveTo>
                  <a:pt x="15669" y="2702"/>
                </a:moveTo>
                <a:cubicBezTo>
                  <a:pt x="15669" y="3027"/>
                  <a:pt x="15652" y="3289"/>
                  <a:pt x="15618" y="3486"/>
                </a:cubicBezTo>
                <a:cubicBezTo>
                  <a:pt x="15583" y="3684"/>
                  <a:pt x="15545" y="3842"/>
                  <a:pt x="15502" y="3962"/>
                </a:cubicBezTo>
                <a:cubicBezTo>
                  <a:pt x="15459" y="4082"/>
                  <a:pt x="15403" y="4164"/>
                  <a:pt x="15335" y="4207"/>
                </a:cubicBezTo>
                <a:cubicBezTo>
                  <a:pt x="15266" y="4250"/>
                  <a:pt x="15180" y="4271"/>
                  <a:pt x="15077" y="4271"/>
                </a:cubicBezTo>
                <a:cubicBezTo>
                  <a:pt x="14957" y="4271"/>
                  <a:pt x="14807" y="4232"/>
                  <a:pt x="14627" y="4155"/>
                </a:cubicBezTo>
                <a:cubicBezTo>
                  <a:pt x="14447" y="4078"/>
                  <a:pt x="14228" y="3992"/>
                  <a:pt x="13971" y="3898"/>
                </a:cubicBezTo>
                <a:cubicBezTo>
                  <a:pt x="13714" y="3804"/>
                  <a:pt x="13409" y="3718"/>
                  <a:pt x="13058" y="3641"/>
                </a:cubicBezTo>
                <a:cubicBezTo>
                  <a:pt x="12706" y="3564"/>
                  <a:pt x="12299" y="3525"/>
                  <a:pt x="11836" y="3525"/>
                </a:cubicBezTo>
                <a:cubicBezTo>
                  <a:pt x="11201" y="3525"/>
                  <a:pt x="10661" y="3628"/>
                  <a:pt x="10215" y="3833"/>
                </a:cubicBezTo>
                <a:cubicBezTo>
                  <a:pt x="9769" y="4038"/>
                  <a:pt x="9408" y="4359"/>
                  <a:pt x="9134" y="4795"/>
                </a:cubicBezTo>
                <a:cubicBezTo>
                  <a:pt x="8859" y="5230"/>
                  <a:pt x="8662" y="5794"/>
                  <a:pt x="8542" y="6487"/>
                </a:cubicBezTo>
                <a:cubicBezTo>
                  <a:pt x="8422" y="7180"/>
                  <a:pt x="8362" y="8022"/>
                  <a:pt x="8362" y="9013"/>
                </a:cubicBezTo>
                <a:lnTo>
                  <a:pt x="8362" y="11527"/>
                </a:lnTo>
                <a:lnTo>
                  <a:pt x="13534" y="11527"/>
                </a:lnTo>
                <a:cubicBezTo>
                  <a:pt x="13671" y="11527"/>
                  <a:pt x="13787" y="11557"/>
                  <a:pt x="13881" y="11617"/>
                </a:cubicBezTo>
                <a:cubicBezTo>
                  <a:pt x="13975" y="11677"/>
                  <a:pt x="14061" y="11780"/>
                  <a:pt x="14138" y="11926"/>
                </a:cubicBezTo>
                <a:cubicBezTo>
                  <a:pt x="14215" y="12071"/>
                  <a:pt x="14276" y="12256"/>
                  <a:pt x="14318" y="12479"/>
                </a:cubicBezTo>
                <a:cubicBezTo>
                  <a:pt x="14361" y="12702"/>
                  <a:pt x="14383" y="12976"/>
                  <a:pt x="14383" y="13302"/>
                </a:cubicBezTo>
                <a:cubicBezTo>
                  <a:pt x="14383" y="13920"/>
                  <a:pt x="14306" y="14366"/>
                  <a:pt x="14151" y="14640"/>
                </a:cubicBezTo>
                <a:cubicBezTo>
                  <a:pt x="13997" y="14914"/>
                  <a:pt x="13791" y="15052"/>
                  <a:pt x="13534" y="15052"/>
                </a:cubicBezTo>
                <a:lnTo>
                  <a:pt x="8362" y="15052"/>
                </a:lnTo>
                <a:lnTo>
                  <a:pt x="8362" y="35377"/>
                </a:lnTo>
                <a:cubicBezTo>
                  <a:pt x="8362" y="35514"/>
                  <a:pt x="8328" y="35630"/>
                  <a:pt x="8259" y="35725"/>
                </a:cubicBezTo>
                <a:cubicBezTo>
                  <a:pt x="8191" y="35820"/>
                  <a:pt x="8075" y="35901"/>
                  <a:pt x="7912" y="35970"/>
                </a:cubicBezTo>
                <a:cubicBezTo>
                  <a:pt x="7749" y="36038"/>
                  <a:pt x="7530" y="36090"/>
                  <a:pt x="7256" y="36124"/>
                </a:cubicBezTo>
                <a:cubicBezTo>
                  <a:pt x="6981" y="36158"/>
                  <a:pt x="6638" y="36176"/>
                  <a:pt x="6227" y="36176"/>
                </a:cubicBezTo>
                <a:cubicBezTo>
                  <a:pt x="5815" y="36176"/>
                  <a:pt x="5472" y="36158"/>
                  <a:pt x="5197" y="36124"/>
                </a:cubicBezTo>
                <a:cubicBezTo>
                  <a:pt x="4923" y="36090"/>
                  <a:pt x="4704" y="36038"/>
                  <a:pt x="4541" y="35970"/>
                </a:cubicBezTo>
                <a:cubicBezTo>
                  <a:pt x="4378" y="35901"/>
                  <a:pt x="4263" y="35820"/>
                  <a:pt x="4194" y="35725"/>
                </a:cubicBezTo>
                <a:cubicBezTo>
                  <a:pt x="4125" y="35630"/>
                  <a:pt x="4091" y="35514"/>
                  <a:pt x="4091" y="35377"/>
                </a:cubicBezTo>
                <a:lnTo>
                  <a:pt x="4091" y="15052"/>
                </a:lnTo>
                <a:lnTo>
                  <a:pt x="823" y="15052"/>
                </a:lnTo>
                <a:cubicBezTo>
                  <a:pt x="549" y="15052"/>
                  <a:pt x="343" y="14914"/>
                  <a:pt x="206" y="14640"/>
                </a:cubicBezTo>
                <a:cubicBezTo>
                  <a:pt x="69" y="14366"/>
                  <a:pt x="0" y="13920"/>
                  <a:pt x="0" y="13302"/>
                </a:cubicBezTo>
                <a:cubicBezTo>
                  <a:pt x="0" y="12976"/>
                  <a:pt x="17" y="12702"/>
                  <a:pt x="51" y="12479"/>
                </a:cubicBezTo>
                <a:cubicBezTo>
                  <a:pt x="86" y="12256"/>
                  <a:pt x="137" y="12071"/>
                  <a:pt x="206" y="11926"/>
                </a:cubicBezTo>
                <a:cubicBezTo>
                  <a:pt x="274" y="11780"/>
                  <a:pt x="360" y="11677"/>
                  <a:pt x="463" y="11617"/>
                </a:cubicBezTo>
                <a:cubicBezTo>
                  <a:pt x="566" y="11557"/>
                  <a:pt x="686" y="11527"/>
                  <a:pt x="823" y="11527"/>
                </a:cubicBezTo>
                <a:lnTo>
                  <a:pt x="4091" y="11527"/>
                </a:lnTo>
                <a:lnTo>
                  <a:pt x="4091" y="9140"/>
                </a:lnTo>
                <a:cubicBezTo>
                  <a:pt x="4091" y="7530"/>
                  <a:pt x="4241" y="6148"/>
                  <a:pt x="4541" y="4993"/>
                </a:cubicBezTo>
                <a:cubicBezTo>
                  <a:pt x="4841" y="3838"/>
                  <a:pt x="5300" y="2892"/>
                  <a:pt x="5918" y="2156"/>
                </a:cubicBezTo>
                <a:cubicBezTo>
                  <a:pt x="6535" y="1420"/>
                  <a:pt x="7311" y="877"/>
                  <a:pt x="8246" y="527"/>
                </a:cubicBezTo>
                <a:cubicBezTo>
                  <a:pt x="9181" y="176"/>
                  <a:pt x="10283" y="0"/>
                  <a:pt x="11552" y="0"/>
                </a:cubicBezTo>
                <a:cubicBezTo>
                  <a:pt x="12153" y="0"/>
                  <a:pt x="12736" y="56"/>
                  <a:pt x="13302" y="167"/>
                </a:cubicBezTo>
                <a:cubicBezTo>
                  <a:pt x="13868" y="279"/>
                  <a:pt x="14306" y="399"/>
                  <a:pt x="14614" y="527"/>
                </a:cubicBezTo>
                <a:cubicBezTo>
                  <a:pt x="14923" y="656"/>
                  <a:pt x="15129" y="772"/>
                  <a:pt x="15232" y="875"/>
                </a:cubicBezTo>
                <a:cubicBezTo>
                  <a:pt x="15335" y="978"/>
                  <a:pt x="15420" y="1111"/>
                  <a:pt x="15489" y="1274"/>
                </a:cubicBezTo>
                <a:cubicBezTo>
                  <a:pt x="15558" y="1437"/>
                  <a:pt x="15605" y="1634"/>
                  <a:pt x="15631" y="1865"/>
                </a:cubicBezTo>
                <a:cubicBezTo>
                  <a:pt x="15656" y="2097"/>
                  <a:pt x="15669" y="2376"/>
                  <a:pt x="15669" y="2702"/>
                </a:cubicBezTo>
                <a:close/>
                <a:moveTo>
                  <a:pt x="40803" y="23555"/>
                </a:moveTo>
                <a:cubicBezTo>
                  <a:pt x="40803" y="25444"/>
                  <a:pt x="40555" y="27182"/>
                  <a:pt x="40057" y="28770"/>
                </a:cubicBezTo>
                <a:cubicBezTo>
                  <a:pt x="39560" y="30359"/>
                  <a:pt x="38818" y="31728"/>
                  <a:pt x="37832" y="32879"/>
                </a:cubicBezTo>
                <a:cubicBezTo>
                  <a:pt x="36845" y="34029"/>
                  <a:pt x="35610" y="34926"/>
                  <a:pt x="34127" y="35570"/>
                </a:cubicBezTo>
                <a:cubicBezTo>
                  <a:pt x="32643" y="36214"/>
                  <a:pt x="30923" y="36536"/>
                  <a:pt x="28968" y="36536"/>
                </a:cubicBezTo>
                <a:cubicBezTo>
                  <a:pt x="27064" y="36536"/>
                  <a:pt x="25404" y="36252"/>
                  <a:pt x="23989" y="35686"/>
                </a:cubicBezTo>
                <a:cubicBezTo>
                  <a:pt x="22574" y="35119"/>
                  <a:pt x="21395" y="34295"/>
                  <a:pt x="20451" y="33213"/>
                </a:cubicBezTo>
                <a:cubicBezTo>
                  <a:pt x="19508" y="32132"/>
                  <a:pt x="18805" y="30818"/>
                  <a:pt x="18342" y="29273"/>
                </a:cubicBezTo>
                <a:cubicBezTo>
                  <a:pt x="17878" y="27727"/>
                  <a:pt x="17647" y="25976"/>
                  <a:pt x="17647" y="24018"/>
                </a:cubicBezTo>
                <a:cubicBezTo>
                  <a:pt x="17647" y="22130"/>
                  <a:pt x="17891" y="20392"/>
                  <a:pt x="18380" y="18803"/>
                </a:cubicBezTo>
                <a:cubicBezTo>
                  <a:pt x="18869" y="17215"/>
                  <a:pt x="19607" y="15846"/>
                  <a:pt x="20593" y="14696"/>
                </a:cubicBezTo>
                <a:cubicBezTo>
                  <a:pt x="21579" y="13545"/>
                  <a:pt x="22810" y="12652"/>
                  <a:pt x="24285" y="12016"/>
                </a:cubicBezTo>
                <a:cubicBezTo>
                  <a:pt x="25760" y="11381"/>
                  <a:pt x="27484" y="11064"/>
                  <a:pt x="29457" y="11064"/>
                </a:cubicBezTo>
                <a:cubicBezTo>
                  <a:pt x="31361" y="11064"/>
                  <a:pt x="33020" y="11347"/>
                  <a:pt x="34435" y="11914"/>
                </a:cubicBezTo>
                <a:cubicBezTo>
                  <a:pt x="35850" y="12480"/>
                  <a:pt x="37030" y="13304"/>
                  <a:pt x="37973" y="14386"/>
                </a:cubicBezTo>
                <a:cubicBezTo>
                  <a:pt x="38916" y="15468"/>
                  <a:pt x="39624" y="16781"/>
                  <a:pt x="40096" y="18327"/>
                </a:cubicBezTo>
                <a:cubicBezTo>
                  <a:pt x="40567" y="19872"/>
                  <a:pt x="40803" y="21615"/>
                  <a:pt x="40803" y="23555"/>
                </a:cubicBezTo>
                <a:moveTo>
                  <a:pt x="36326" y="23838"/>
                </a:moveTo>
                <a:cubicBezTo>
                  <a:pt x="36326" y="22585"/>
                  <a:pt x="36211" y="21399"/>
                  <a:pt x="35979" y="20283"/>
                </a:cubicBezTo>
                <a:cubicBezTo>
                  <a:pt x="35747" y="19166"/>
                  <a:pt x="35366" y="18187"/>
                  <a:pt x="34834" y="17346"/>
                </a:cubicBezTo>
                <a:cubicBezTo>
                  <a:pt x="34302" y="16504"/>
                  <a:pt x="33582" y="15839"/>
                  <a:pt x="32673" y="15349"/>
                </a:cubicBezTo>
                <a:cubicBezTo>
                  <a:pt x="31764" y="14859"/>
                  <a:pt x="30632" y="14614"/>
                  <a:pt x="29277" y="14614"/>
                </a:cubicBezTo>
                <a:cubicBezTo>
                  <a:pt x="28024" y="14614"/>
                  <a:pt x="26948" y="14838"/>
                  <a:pt x="26047" y="15284"/>
                </a:cubicBezTo>
                <a:cubicBezTo>
                  <a:pt x="25147" y="15731"/>
                  <a:pt x="24405" y="16362"/>
                  <a:pt x="23822" y="17178"/>
                </a:cubicBezTo>
                <a:cubicBezTo>
                  <a:pt x="23239" y="17994"/>
                  <a:pt x="22806" y="18960"/>
                  <a:pt x="22523" y="20077"/>
                </a:cubicBezTo>
                <a:cubicBezTo>
                  <a:pt x="22240" y="21193"/>
                  <a:pt x="22098" y="22412"/>
                  <a:pt x="22098" y="23735"/>
                </a:cubicBezTo>
                <a:cubicBezTo>
                  <a:pt x="22098" y="25006"/>
                  <a:pt x="22214" y="26200"/>
                  <a:pt x="22445" y="27317"/>
                </a:cubicBezTo>
                <a:cubicBezTo>
                  <a:pt x="22677" y="28433"/>
                  <a:pt x="23063" y="29408"/>
                  <a:pt x="23603" y="30241"/>
                </a:cubicBezTo>
                <a:cubicBezTo>
                  <a:pt x="24144" y="31074"/>
                  <a:pt x="24868" y="31735"/>
                  <a:pt x="25777" y="32225"/>
                </a:cubicBezTo>
                <a:cubicBezTo>
                  <a:pt x="26686" y="32715"/>
                  <a:pt x="27819" y="32959"/>
                  <a:pt x="29174" y="32959"/>
                </a:cubicBezTo>
                <a:cubicBezTo>
                  <a:pt x="30409" y="32959"/>
                  <a:pt x="31481" y="32736"/>
                  <a:pt x="32390" y="32290"/>
                </a:cubicBezTo>
                <a:cubicBezTo>
                  <a:pt x="33299" y="31843"/>
                  <a:pt x="34045" y="31216"/>
                  <a:pt x="34628" y="30409"/>
                </a:cubicBezTo>
                <a:cubicBezTo>
                  <a:pt x="35211" y="29601"/>
                  <a:pt x="35640" y="28639"/>
                  <a:pt x="35915" y="27523"/>
                </a:cubicBezTo>
                <a:cubicBezTo>
                  <a:pt x="36189" y="26407"/>
                  <a:pt x="36326" y="25178"/>
                  <a:pt x="36326" y="23838"/>
                </a:cubicBezTo>
                <a:close/>
                <a:moveTo>
                  <a:pt x="60887" y="13739"/>
                </a:moveTo>
                <a:cubicBezTo>
                  <a:pt x="60887" y="14117"/>
                  <a:pt x="60878" y="14434"/>
                  <a:pt x="60861" y="14691"/>
                </a:cubicBezTo>
                <a:cubicBezTo>
                  <a:pt x="60844" y="14949"/>
                  <a:pt x="60809" y="15150"/>
                  <a:pt x="60758" y="15296"/>
                </a:cubicBezTo>
                <a:cubicBezTo>
                  <a:pt x="60707" y="15442"/>
                  <a:pt x="60642" y="15553"/>
                  <a:pt x="60565" y="15631"/>
                </a:cubicBezTo>
                <a:cubicBezTo>
                  <a:pt x="60488" y="15708"/>
                  <a:pt x="60381" y="15746"/>
                  <a:pt x="60243" y="15746"/>
                </a:cubicBezTo>
                <a:cubicBezTo>
                  <a:pt x="60106" y="15746"/>
                  <a:pt x="59939" y="15708"/>
                  <a:pt x="59742" y="15631"/>
                </a:cubicBezTo>
                <a:cubicBezTo>
                  <a:pt x="59544" y="15553"/>
                  <a:pt x="59321" y="15476"/>
                  <a:pt x="59073" y="15399"/>
                </a:cubicBezTo>
                <a:cubicBezTo>
                  <a:pt x="58824" y="15322"/>
                  <a:pt x="58545" y="15249"/>
                  <a:pt x="58237" y="15180"/>
                </a:cubicBezTo>
                <a:cubicBezTo>
                  <a:pt x="57928" y="15112"/>
                  <a:pt x="57593" y="15077"/>
                  <a:pt x="57233" y="15077"/>
                </a:cubicBezTo>
                <a:cubicBezTo>
                  <a:pt x="56804" y="15077"/>
                  <a:pt x="56384" y="15163"/>
                  <a:pt x="55972" y="15335"/>
                </a:cubicBezTo>
                <a:cubicBezTo>
                  <a:pt x="55561" y="15506"/>
                  <a:pt x="55128" y="15789"/>
                  <a:pt x="54673" y="16184"/>
                </a:cubicBezTo>
                <a:cubicBezTo>
                  <a:pt x="54218" y="16578"/>
                  <a:pt x="53742" y="17101"/>
                  <a:pt x="53245" y="17753"/>
                </a:cubicBezTo>
                <a:cubicBezTo>
                  <a:pt x="52748" y="18405"/>
                  <a:pt x="52199" y="19203"/>
                  <a:pt x="51598" y="20146"/>
                </a:cubicBezTo>
                <a:lnTo>
                  <a:pt x="51598" y="35378"/>
                </a:lnTo>
                <a:cubicBezTo>
                  <a:pt x="51598" y="35515"/>
                  <a:pt x="51564" y="35631"/>
                  <a:pt x="51495" y="35725"/>
                </a:cubicBezTo>
                <a:cubicBezTo>
                  <a:pt x="51427" y="35820"/>
                  <a:pt x="51315" y="35901"/>
                  <a:pt x="51161" y="35970"/>
                </a:cubicBezTo>
                <a:cubicBezTo>
                  <a:pt x="51007" y="36038"/>
                  <a:pt x="50792" y="36090"/>
                  <a:pt x="50518" y="36124"/>
                </a:cubicBezTo>
                <a:cubicBezTo>
                  <a:pt x="50243" y="36158"/>
                  <a:pt x="49892" y="36176"/>
                  <a:pt x="49463" y="36176"/>
                </a:cubicBezTo>
                <a:cubicBezTo>
                  <a:pt x="49051" y="36176"/>
                  <a:pt x="48708" y="36158"/>
                  <a:pt x="48434" y="36124"/>
                </a:cubicBezTo>
                <a:cubicBezTo>
                  <a:pt x="48159" y="36090"/>
                  <a:pt x="47940" y="36038"/>
                  <a:pt x="47778" y="35970"/>
                </a:cubicBezTo>
                <a:cubicBezTo>
                  <a:pt x="47615" y="35901"/>
                  <a:pt x="47503" y="35820"/>
                  <a:pt x="47443" y="35725"/>
                </a:cubicBezTo>
                <a:cubicBezTo>
                  <a:pt x="47383" y="35631"/>
                  <a:pt x="47353" y="35515"/>
                  <a:pt x="47353" y="35378"/>
                </a:cubicBezTo>
                <a:lnTo>
                  <a:pt x="47353" y="12221"/>
                </a:lnTo>
                <a:cubicBezTo>
                  <a:pt x="47353" y="12084"/>
                  <a:pt x="47379" y="11968"/>
                  <a:pt x="47430" y="11874"/>
                </a:cubicBezTo>
                <a:cubicBezTo>
                  <a:pt x="47482" y="11780"/>
                  <a:pt x="47585" y="11694"/>
                  <a:pt x="47739" y="11617"/>
                </a:cubicBezTo>
                <a:cubicBezTo>
                  <a:pt x="47893" y="11540"/>
                  <a:pt x="48091" y="11488"/>
                  <a:pt x="48331" y="11462"/>
                </a:cubicBezTo>
                <a:cubicBezTo>
                  <a:pt x="48571" y="11437"/>
                  <a:pt x="48888" y="11424"/>
                  <a:pt x="49283" y="11424"/>
                </a:cubicBezTo>
                <a:cubicBezTo>
                  <a:pt x="49660" y="11424"/>
                  <a:pt x="49973" y="11437"/>
                  <a:pt x="50222" y="11462"/>
                </a:cubicBezTo>
                <a:cubicBezTo>
                  <a:pt x="50471" y="11488"/>
                  <a:pt x="50664" y="11540"/>
                  <a:pt x="50801" y="11617"/>
                </a:cubicBezTo>
                <a:cubicBezTo>
                  <a:pt x="50938" y="11694"/>
                  <a:pt x="51037" y="11780"/>
                  <a:pt x="51097" y="11874"/>
                </a:cubicBezTo>
                <a:cubicBezTo>
                  <a:pt x="51157" y="11968"/>
                  <a:pt x="51187" y="12084"/>
                  <a:pt x="51187" y="12221"/>
                </a:cubicBezTo>
                <a:lnTo>
                  <a:pt x="51187" y="15592"/>
                </a:lnTo>
                <a:cubicBezTo>
                  <a:pt x="51821" y="14666"/>
                  <a:pt x="52417" y="13911"/>
                  <a:pt x="52975" y="13328"/>
                </a:cubicBezTo>
                <a:cubicBezTo>
                  <a:pt x="53532" y="12745"/>
                  <a:pt x="54060" y="12286"/>
                  <a:pt x="54557" y="11951"/>
                </a:cubicBezTo>
                <a:cubicBezTo>
                  <a:pt x="55055" y="11617"/>
                  <a:pt x="55548" y="11385"/>
                  <a:pt x="56037" y="11257"/>
                </a:cubicBezTo>
                <a:cubicBezTo>
                  <a:pt x="56526" y="11128"/>
                  <a:pt x="57019" y="11064"/>
                  <a:pt x="57516" y="11064"/>
                </a:cubicBezTo>
                <a:cubicBezTo>
                  <a:pt x="57739" y="11064"/>
                  <a:pt x="57992" y="11077"/>
                  <a:pt x="58275" y="11102"/>
                </a:cubicBezTo>
                <a:cubicBezTo>
                  <a:pt x="58558" y="11128"/>
                  <a:pt x="58854" y="11175"/>
                  <a:pt x="59163" y="11244"/>
                </a:cubicBezTo>
                <a:cubicBezTo>
                  <a:pt x="59472" y="11312"/>
                  <a:pt x="59750" y="11390"/>
                  <a:pt x="59999" y="11475"/>
                </a:cubicBezTo>
                <a:cubicBezTo>
                  <a:pt x="60248" y="11561"/>
                  <a:pt x="60424" y="11647"/>
                  <a:pt x="60526" y="11733"/>
                </a:cubicBezTo>
                <a:cubicBezTo>
                  <a:pt x="60629" y="11818"/>
                  <a:pt x="60698" y="11900"/>
                  <a:pt x="60732" y="11977"/>
                </a:cubicBezTo>
                <a:cubicBezTo>
                  <a:pt x="60767" y="12054"/>
                  <a:pt x="60797" y="12153"/>
                  <a:pt x="60822" y="12273"/>
                </a:cubicBezTo>
                <a:cubicBezTo>
                  <a:pt x="60848" y="12393"/>
                  <a:pt x="60865" y="12569"/>
                  <a:pt x="60874" y="12800"/>
                </a:cubicBezTo>
                <a:cubicBezTo>
                  <a:pt x="60882" y="13032"/>
                  <a:pt x="60887" y="13345"/>
                  <a:pt x="60887" y="13739"/>
                </a:cubicBezTo>
                <a:close/>
                <a:moveTo>
                  <a:pt x="99883" y="35378"/>
                </a:moveTo>
                <a:cubicBezTo>
                  <a:pt x="99883" y="35515"/>
                  <a:pt x="99848" y="35631"/>
                  <a:pt x="99780" y="35725"/>
                </a:cubicBezTo>
                <a:cubicBezTo>
                  <a:pt x="99711" y="35820"/>
                  <a:pt x="99600" y="35901"/>
                  <a:pt x="99445" y="35970"/>
                </a:cubicBezTo>
                <a:cubicBezTo>
                  <a:pt x="99291" y="36038"/>
                  <a:pt x="99076" y="36090"/>
                  <a:pt x="98802" y="36124"/>
                </a:cubicBezTo>
                <a:cubicBezTo>
                  <a:pt x="98528" y="36158"/>
                  <a:pt x="98184" y="36176"/>
                  <a:pt x="97773" y="36176"/>
                </a:cubicBezTo>
                <a:cubicBezTo>
                  <a:pt x="97344" y="36176"/>
                  <a:pt x="96992" y="36158"/>
                  <a:pt x="96718" y="36124"/>
                </a:cubicBezTo>
                <a:cubicBezTo>
                  <a:pt x="96443" y="36090"/>
                  <a:pt x="96225" y="36038"/>
                  <a:pt x="96062" y="35970"/>
                </a:cubicBezTo>
                <a:cubicBezTo>
                  <a:pt x="95899" y="35901"/>
                  <a:pt x="95783" y="35820"/>
                  <a:pt x="95714" y="35725"/>
                </a:cubicBezTo>
                <a:cubicBezTo>
                  <a:pt x="95646" y="35631"/>
                  <a:pt x="95612" y="35515"/>
                  <a:pt x="95612" y="35378"/>
                </a:cubicBezTo>
                <a:lnTo>
                  <a:pt x="95612" y="21304"/>
                </a:lnTo>
                <a:cubicBezTo>
                  <a:pt x="95612" y="20326"/>
                  <a:pt x="95526" y="19434"/>
                  <a:pt x="95354" y="18628"/>
                </a:cubicBezTo>
                <a:cubicBezTo>
                  <a:pt x="95183" y="17822"/>
                  <a:pt x="94908" y="17127"/>
                  <a:pt x="94531" y="16544"/>
                </a:cubicBezTo>
                <a:cubicBezTo>
                  <a:pt x="94154" y="15961"/>
                  <a:pt x="93673" y="15515"/>
                  <a:pt x="93090" y="15206"/>
                </a:cubicBezTo>
                <a:cubicBezTo>
                  <a:pt x="92507" y="14897"/>
                  <a:pt x="91821" y="14743"/>
                  <a:pt x="91032" y="14743"/>
                </a:cubicBezTo>
                <a:cubicBezTo>
                  <a:pt x="90054" y="14743"/>
                  <a:pt x="89072" y="15120"/>
                  <a:pt x="88086" y="15875"/>
                </a:cubicBezTo>
                <a:cubicBezTo>
                  <a:pt x="87099" y="16630"/>
                  <a:pt x="86014" y="17736"/>
                  <a:pt x="84831" y="19194"/>
                </a:cubicBezTo>
                <a:lnTo>
                  <a:pt x="84831" y="35378"/>
                </a:lnTo>
                <a:cubicBezTo>
                  <a:pt x="84831" y="35515"/>
                  <a:pt x="84797" y="35631"/>
                  <a:pt x="84728" y="35725"/>
                </a:cubicBezTo>
                <a:cubicBezTo>
                  <a:pt x="84659" y="35820"/>
                  <a:pt x="84544" y="35901"/>
                  <a:pt x="84381" y="35970"/>
                </a:cubicBezTo>
                <a:cubicBezTo>
                  <a:pt x="84218" y="36038"/>
                  <a:pt x="83999" y="36090"/>
                  <a:pt x="83725" y="36124"/>
                </a:cubicBezTo>
                <a:cubicBezTo>
                  <a:pt x="83450" y="36158"/>
                  <a:pt x="83107" y="36176"/>
                  <a:pt x="82695" y="36176"/>
                </a:cubicBezTo>
                <a:cubicBezTo>
                  <a:pt x="82301" y="36176"/>
                  <a:pt x="81962" y="36158"/>
                  <a:pt x="81679" y="36124"/>
                </a:cubicBezTo>
                <a:cubicBezTo>
                  <a:pt x="81396" y="36090"/>
                  <a:pt x="81173" y="36038"/>
                  <a:pt x="81010" y="35970"/>
                </a:cubicBezTo>
                <a:cubicBezTo>
                  <a:pt x="80847" y="35901"/>
                  <a:pt x="80736" y="35820"/>
                  <a:pt x="80676" y="35725"/>
                </a:cubicBezTo>
                <a:cubicBezTo>
                  <a:pt x="80616" y="35631"/>
                  <a:pt x="80586" y="35515"/>
                  <a:pt x="80586" y="35378"/>
                </a:cubicBezTo>
                <a:lnTo>
                  <a:pt x="80586" y="21304"/>
                </a:lnTo>
                <a:cubicBezTo>
                  <a:pt x="80586" y="20326"/>
                  <a:pt x="80491" y="19434"/>
                  <a:pt x="80303" y="18628"/>
                </a:cubicBezTo>
                <a:cubicBezTo>
                  <a:pt x="80114" y="17822"/>
                  <a:pt x="79831" y="17127"/>
                  <a:pt x="79453" y="16544"/>
                </a:cubicBezTo>
                <a:cubicBezTo>
                  <a:pt x="79076" y="15961"/>
                  <a:pt x="78600" y="15515"/>
                  <a:pt x="78025" y="15206"/>
                </a:cubicBezTo>
                <a:cubicBezTo>
                  <a:pt x="77451" y="14897"/>
                  <a:pt x="76769" y="14743"/>
                  <a:pt x="75980" y="14743"/>
                </a:cubicBezTo>
                <a:cubicBezTo>
                  <a:pt x="75002" y="14743"/>
                  <a:pt x="74016" y="15120"/>
                  <a:pt x="73021" y="15875"/>
                </a:cubicBezTo>
                <a:cubicBezTo>
                  <a:pt x="72026" y="16630"/>
                  <a:pt x="70946" y="17736"/>
                  <a:pt x="69779" y="19194"/>
                </a:cubicBezTo>
                <a:lnTo>
                  <a:pt x="69779" y="35378"/>
                </a:lnTo>
                <a:cubicBezTo>
                  <a:pt x="69779" y="35515"/>
                  <a:pt x="69745" y="35631"/>
                  <a:pt x="69676" y="35725"/>
                </a:cubicBezTo>
                <a:cubicBezTo>
                  <a:pt x="69608" y="35820"/>
                  <a:pt x="69496" y="35901"/>
                  <a:pt x="69342" y="35970"/>
                </a:cubicBezTo>
                <a:cubicBezTo>
                  <a:pt x="69187" y="36038"/>
                  <a:pt x="68973" y="36090"/>
                  <a:pt x="68699" y="36124"/>
                </a:cubicBezTo>
                <a:cubicBezTo>
                  <a:pt x="68424" y="36158"/>
                  <a:pt x="68072" y="36176"/>
                  <a:pt x="67644" y="36176"/>
                </a:cubicBezTo>
                <a:cubicBezTo>
                  <a:pt x="67232" y="36176"/>
                  <a:pt x="66889" y="36158"/>
                  <a:pt x="66614" y="36124"/>
                </a:cubicBezTo>
                <a:cubicBezTo>
                  <a:pt x="66340" y="36090"/>
                  <a:pt x="66121" y="36038"/>
                  <a:pt x="65958" y="35970"/>
                </a:cubicBezTo>
                <a:cubicBezTo>
                  <a:pt x="65795" y="35901"/>
                  <a:pt x="65684" y="35820"/>
                  <a:pt x="65624" y="35725"/>
                </a:cubicBezTo>
                <a:cubicBezTo>
                  <a:pt x="65564" y="35631"/>
                  <a:pt x="65534" y="35515"/>
                  <a:pt x="65534" y="35378"/>
                </a:cubicBezTo>
                <a:lnTo>
                  <a:pt x="65534" y="12221"/>
                </a:lnTo>
                <a:cubicBezTo>
                  <a:pt x="65534" y="12084"/>
                  <a:pt x="65560" y="11968"/>
                  <a:pt x="65611" y="11874"/>
                </a:cubicBezTo>
                <a:cubicBezTo>
                  <a:pt x="65663" y="11780"/>
                  <a:pt x="65765" y="11694"/>
                  <a:pt x="65920" y="11617"/>
                </a:cubicBezTo>
                <a:cubicBezTo>
                  <a:pt x="66074" y="11540"/>
                  <a:pt x="66271" y="11488"/>
                  <a:pt x="66512" y="11462"/>
                </a:cubicBezTo>
                <a:cubicBezTo>
                  <a:pt x="66752" y="11437"/>
                  <a:pt x="67069" y="11424"/>
                  <a:pt x="67464" y="11424"/>
                </a:cubicBezTo>
                <a:cubicBezTo>
                  <a:pt x="67841" y="11424"/>
                  <a:pt x="68154" y="11437"/>
                  <a:pt x="68403" y="11462"/>
                </a:cubicBezTo>
                <a:cubicBezTo>
                  <a:pt x="68651" y="11488"/>
                  <a:pt x="68844" y="11540"/>
                  <a:pt x="68982" y="11617"/>
                </a:cubicBezTo>
                <a:cubicBezTo>
                  <a:pt x="69119" y="11694"/>
                  <a:pt x="69217" y="11780"/>
                  <a:pt x="69277" y="11874"/>
                </a:cubicBezTo>
                <a:cubicBezTo>
                  <a:pt x="69338" y="11968"/>
                  <a:pt x="69368" y="12084"/>
                  <a:pt x="69368" y="12221"/>
                </a:cubicBezTo>
                <a:lnTo>
                  <a:pt x="69368" y="15283"/>
                </a:lnTo>
                <a:cubicBezTo>
                  <a:pt x="70671" y="13825"/>
                  <a:pt x="71936" y="12757"/>
                  <a:pt x="73163" y="12080"/>
                </a:cubicBezTo>
                <a:cubicBezTo>
                  <a:pt x="74389" y="11402"/>
                  <a:pt x="75628" y="11064"/>
                  <a:pt x="76881" y="11064"/>
                </a:cubicBezTo>
                <a:cubicBezTo>
                  <a:pt x="77841" y="11064"/>
                  <a:pt x="78703" y="11175"/>
                  <a:pt x="79466" y="11398"/>
                </a:cubicBezTo>
                <a:cubicBezTo>
                  <a:pt x="80230" y="11621"/>
                  <a:pt x="80903" y="11934"/>
                  <a:pt x="81486" y="12337"/>
                </a:cubicBezTo>
                <a:cubicBezTo>
                  <a:pt x="82069" y="12740"/>
                  <a:pt x="82567" y="13221"/>
                  <a:pt x="82978" y="13778"/>
                </a:cubicBezTo>
                <a:cubicBezTo>
                  <a:pt x="83390" y="14336"/>
                  <a:pt x="83733" y="14957"/>
                  <a:pt x="84008" y="15643"/>
                </a:cubicBezTo>
                <a:cubicBezTo>
                  <a:pt x="84779" y="14803"/>
                  <a:pt x="85513" y="14091"/>
                  <a:pt x="86207" y="13508"/>
                </a:cubicBezTo>
                <a:cubicBezTo>
                  <a:pt x="86902" y="12925"/>
                  <a:pt x="87571" y="12453"/>
                  <a:pt x="88214" y="12093"/>
                </a:cubicBezTo>
                <a:cubicBezTo>
                  <a:pt x="88858" y="11733"/>
                  <a:pt x="89484" y="11471"/>
                  <a:pt x="90093" y="11308"/>
                </a:cubicBezTo>
                <a:cubicBezTo>
                  <a:pt x="90701" y="11145"/>
                  <a:pt x="91315" y="11064"/>
                  <a:pt x="91932" y="11064"/>
                </a:cubicBezTo>
                <a:cubicBezTo>
                  <a:pt x="93425" y="11064"/>
                  <a:pt x="94677" y="11325"/>
                  <a:pt x="95689" y="11848"/>
                </a:cubicBezTo>
                <a:cubicBezTo>
                  <a:pt x="96701" y="12372"/>
                  <a:pt x="97520" y="13071"/>
                  <a:pt x="98146" y="13945"/>
                </a:cubicBezTo>
                <a:cubicBezTo>
                  <a:pt x="98772" y="14820"/>
                  <a:pt x="99218" y="15845"/>
                  <a:pt x="99484" y="17020"/>
                </a:cubicBezTo>
                <a:cubicBezTo>
                  <a:pt x="99750" y="18195"/>
                  <a:pt x="99883" y="19434"/>
                  <a:pt x="99883" y="20738"/>
                </a:cubicBezTo>
                <a:lnTo>
                  <a:pt x="99883" y="35378"/>
                </a:lnTo>
                <a:close/>
                <a:moveTo>
                  <a:pt x="124764" y="35404"/>
                </a:moveTo>
                <a:cubicBezTo>
                  <a:pt x="124764" y="35609"/>
                  <a:pt x="124695" y="35764"/>
                  <a:pt x="124558" y="35867"/>
                </a:cubicBezTo>
                <a:cubicBezTo>
                  <a:pt x="124421" y="35970"/>
                  <a:pt x="124232" y="36047"/>
                  <a:pt x="123992" y="36098"/>
                </a:cubicBezTo>
                <a:cubicBezTo>
                  <a:pt x="123752" y="36150"/>
                  <a:pt x="123400" y="36176"/>
                  <a:pt x="122937" y="36176"/>
                </a:cubicBezTo>
                <a:cubicBezTo>
                  <a:pt x="122491" y="36176"/>
                  <a:pt x="122135" y="36150"/>
                  <a:pt x="121869" y="36098"/>
                </a:cubicBezTo>
                <a:cubicBezTo>
                  <a:pt x="121603" y="36047"/>
                  <a:pt x="121410" y="35970"/>
                  <a:pt x="121290" y="35867"/>
                </a:cubicBezTo>
                <a:cubicBezTo>
                  <a:pt x="121170" y="35764"/>
                  <a:pt x="121110" y="35609"/>
                  <a:pt x="121110" y="35404"/>
                </a:cubicBezTo>
                <a:lnTo>
                  <a:pt x="121110" y="33088"/>
                </a:lnTo>
                <a:cubicBezTo>
                  <a:pt x="120098" y="34169"/>
                  <a:pt x="118970" y="35013"/>
                  <a:pt x="117727" y="35622"/>
                </a:cubicBezTo>
                <a:cubicBezTo>
                  <a:pt x="116483" y="36231"/>
                  <a:pt x="115167" y="36536"/>
                  <a:pt x="113777" y="36536"/>
                </a:cubicBezTo>
                <a:cubicBezTo>
                  <a:pt x="112560" y="36536"/>
                  <a:pt x="111458" y="36377"/>
                  <a:pt x="110471" y="36058"/>
                </a:cubicBezTo>
                <a:cubicBezTo>
                  <a:pt x="109485" y="35740"/>
                  <a:pt x="108644" y="35279"/>
                  <a:pt x="107950" y="34677"/>
                </a:cubicBezTo>
                <a:cubicBezTo>
                  <a:pt x="107255" y="34074"/>
                  <a:pt x="106715" y="33334"/>
                  <a:pt x="106329" y="32457"/>
                </a:cubicBezTo>
                <a:cubicBezTo>
                  <a:pt x="105943" y="31579"/>
                  <a:pt x="105750" y="30580"/>
                  <a:pt x="105750" y="29461"/>
                </a:cubicBezTo>
                <a:cubicBezTo>
                  <a:pt x="105750" y="28153"/>
                  <a:pt x="106016" y="27017"/>
                  <a:pt x="106547" y="26053"/>
                </a:cubicBezTo>
                <a:cubicBezTo>
                  <a:pt x="107079" y="25089"/>
                  <a:pt x="107843" y="24289"/>
                  <a:pt x="108837" y="23652"/>
                </a:cubicBezTo>
                <a:cubicBezTo>
                  <a:pt x="109832" y="23015"/>
                  <a:pt x="111050" y="22537"/>
                  <a:pt x="112491" y="22219"/>
                </a:cubicBezTo>
                <a:cubicBezTo>
                  <a:pt x="113932" y="21901"/>
                  <a:pt x="115553" y="21741"/>
                  <a:pt x="117354" y="21741"/>
                </a:cubicBezTo>
                <a:lnTo>
                  <a:pt x="120544" y="21741"/>
                </a:lnTo>
                <a:lnTo>
                  <a:pt x="120544" y="19947"/>
                </a:lnTo>
                <a:cubicBezTo>
                  <a:pt x="120544" y="19058"/>
                  <a:pt x="120450" y="18272"/>
                  <a:pt x="120261" y="17588"/>
                </a:cubicBezTo>
                <a:cubicBezTo>
                  <a:pt x="120073" y="16904"/>
                  <a:pt x="119768" y="16336"/>
                  <a:pt x="119348" y="15883"/>
                </a:cubicBezTo>
                <a:cubicBezTo>
                  <a:pt x="118928" y="15430"/>
                  <a:pt x="118383" y="15088"/>
                  <a:pt x="117714" y="14858"/>
                </a:cubicBezTo>
                <a:cubicBezTo>
                  <a:pt x="117045" y="14627"/>
                  <a:pt x="116222" y="14511"/>
                  <a:pt x="115244" y="14511"/>
                </a:cubicBezTo>
                <a:cubicBezTo>
                  <a:pt x="114198" y="14511"/>
                  <a:pt x="113259" y="14634"/>
                  <a:pt x="112427" y="14880"/>
                </a:cubicBezTo>
                <a:cubicBezTo>
                  <a:pt x="111595" y="15126"/>
                  <a:pt x="110866" y="15398"/>
                  <a:pt x="110240" y="15695"/>
                </a:cubicBezTo>
                <a:cubicBezTo>
                  <a:pt x="109614" y="15992"/>
                  <a:pt x="109090" y="16263"/>
                  <a:pt x="108670" y="16509"/>
                </a:cubicBezTo>
                <a:cubicBezTo>
                  <a:pt x="108250" y="16755"/>
                  <a:pt x="107937" y="16878"/>
                  <a:pt x="107731" y="16878"/>
                </a:cubicBezTo>
                <a:cubicBezTo>
                  <a:pt x="107594" y="16878"/>
                  <a:pt x="107474" y="16844"/>
                  <a:pt x="107371" y="16776"/>
                </a:cubicBezTo>
                <a:cubicBezTo>
                  <a:pt x="107268" y="16707"/>
                  <a:pt x="107178" y="16604"/>
                  <a:pt x="107101" y="16467"/>
                </a:cubicBezTo>
                <a:cubicBezTo>
                  <a:pt x="107023" y="16330"/>
                  <a:pt x="106968" y="16154"/>
                  <a:pt x="106933" y="15939"/>
                </a:cubicBezTo>
                <a:cubicBezTo>
                  <a:pt x="106899" y="15725"/>
                  <a:pt x="106882" y="15489"/>
                  <a:pt x="106882" y="15232"/>
                </a:cubicBezTo>
                <a:cubicBezTo>
                  <a:pt x="106882" y="14803"/>
                  <a:pt x="106912" y="14464"/>
                  <a:pt x="106972" y="14215"/>
                </a:cubicBezTo>
                <a:cubicBezTo>
                  <a:pt x="107032" y="13967"/>
                  <a:pt x="107178" y="13731"/>
                  <a:pt x="107409" y="13508"/>
                </a:cubicBezTo>
                <a:cubicBezTo>
                  <a:pt x="107641" y="13285"/>
                  <a:pt x="108040" y="13025"/>
                  <a:pt x="108606" y="12729"/>
                </a:cubicBezTo>
                <a:cubicBezTo>
                  <a:pt x="109172" y="12432"/>
                  <a:pt x="109824" y="12161"/>
                  <a:pt x="110561" y="11915"/>
                </a:cubicBezTo>
                <a:cubicBezTo>
                  <a:pt x="111299" y="11670"/>
                  <a:pt x="112105" y="11466"/>
                  <a:pt x="112980" y="11306"/>
                </a:cubicBezTo>
                <a:cubicBezTo>
                  <a:pt x="113855" y="11144"/>
                  <a:pt x="114738" y="11064"/>
                  <a:pt x="115630" y="11064"/>
                </a:cubicBezTo>
                <a:cubicBezTo>
                  <a:pt x="117294" y="11064"/>
                  <a:pt x="118709" y="11252"/>
                  <a:pt x="119875" y="11630"/>
                </a:cubicBezTo>
                <a:cubicBezTo>
                  <a:pt x="121042" y="12007"/>
                  <a:pt x="121985" y="12560"/>
                  <a:pt x="122706" y="13289"/>
                </a:cubicBezTo>
                <a:cubicBezTo>
                  <a:pt x="123426" y="14018"/>
                  <a:pt x="123949" y="14923"/>
                  <a:pt x="124275" y="16004"/>
                </a:cubicBezTo>
                <a:cubicBezTo>
                  <a:pt x="124601" y="17084"/>
                  <a:pt x="124764" y="18345"/>
                  <a:pt x="124764" y="19786"/>
                </a:cubicBezTo>
                <a:lnTo>
                  <a:pt x="124764" y="35404"/>
                </a:lnTo>
                <a:moveTo>
                  <a:pt x="120544" y="24803"/>
                </a:moveTo>
                <a:lnTo>
                  <a:pt x="116916" y="24803"/>
                </a:lnTo>
                <a:cubicBezTo>
                  <a:pt x="115750" y="24803"/>
                  <a:pt x="114738" y="24903"/>
                  <a:pt x="113880" y="25101"/>
                </a:cubicBezTo>
                <a:cubicBezTo>
                  <a:pt x="113023" y="25300"/>
                  <a:pt x="112311" y="25593"/>
                  <a:pt x="111745" y="25981"/>
                </a:cubicBezTo>
                <a:cubicBezTo>
                  <a:pt x="111179" y="26369"/>
                  <a:pt x="110763" y="26835"/>
                  <a:pt x="110497" y="27379"/>
                </a:cubicBezTo>
                <a:cubicBezTo>
                  <a:pt x="110231" y="27923"/>
                  <a:pt x="110098" y="28548"/>
                  <a:pt x="110098" y="29256"/>
                </a:cubicBezTo>
                <a:cubicBezTo>
                  <a:pt x="110098" y="30464"/>
                  <a:pt x="110480" y="31426"/>
                  <a:pt x="111243" y="32142"/>
                </a:cubicBezTo>
                <a:cubicBezTo>
                  <a:pt x="112006" y="32859"/>
                  <a:pt x="113074" y="33217"/>
                  <a:pt x="114446" y="33217"/>
                </a:cubicBezTo>
                <a:cubicBezTo>
                  <a:pt x="115561" y="33217"/>
                  <a:pt x="116595" y="32932"/>
                  <a:pt x="117547" y="32363"/>
                </a:cubicBezTo>
                <a:cubicBezTo>
                  <a:pt x="118499" y="31793"/>
                  <a:pt x="119498" y="30921"/>
                  <a:pt x="120544" y="29748"/>
                </a:cubicBezTo>
                <a:lnTo>
                  <a:pt x="120544" y="24803"/>
                </a:lnTo>
                <a:close/>
                <a:moveTo>
                  <a:pt x="144759" y="33706"/>
                </a:moveTo>
                <a:cubicBezTo>
                  <a:pt x="144759" y="34203"/>
                  <a:pt x="144725" y="34597"/>
                  <a:pt x="144656" y="34889"/>
                </a:cubicBezTo>
                <a:cubicBezTo>
                  <a:pt x="144588" y="35181"/>
                  <a:pt x="144485" y="35395"/>
                  <a:pt x="144348" y="35532"/>
                </a:cubicBezTo>
                <a:cubicBezTo>
                  <a:pt x="144210" y="35670"/>
                  <a:pt x="144005" y="35798"/>
                  <a:pt x="143730" y="35918"/>
                </a:cubicBezTo>
                <a:cubicBezTo>
                  <a:pt x="143456" y="36038"/>
                  <a:pt x="143143" y="36137"/>
                  <a:pt x="142791" y="36214"/>
                </a:cubicBezTo>
                <a:cubicBezTo>
                  <a:pt x="142439" y="36291"/>
                  <a:pt x="142066" y="36356"/>
                  <a:pt x="141672" y="36407"/>
                </a:cubicBezTo>
                <a:cubicBezTo>
                  <a:pt x="141277" y="36459"/>
                  <a:pt x="140883" y="36484"/>
                  <a:pt x="140488" y="36484"/>
                </a:cubicBezTo>
                <a:cubicBezTo>
                  <a:pt x="139288" y="36484"/>
                  <a:pt x="138258" y="36325"/>
                  <a:pt x="137401" y="36007"/>
                </a:cubicBezTo>
                <a:cubicBezTo>
                  <a:pt x="136543" y="35689"/>
                  <a:pt x="135840" y="35207"/>
                  <a:pt x="135291" y="34563"/>
                </a:cubicBezTo>
                <a:cubicBezTo>
                  <a:pt x="134742" y="33918"/>
                  <a:pt x="134343" y="33101"/>
                  <a:pt x="134094" y="32113"/>
                </a:cubicBezTo>
                <a:cubicBezTo>
                  <a:pt x="133846" y="31124"/>
                  <a:pt x="133721" y="29959"/>
                  <a:pt x="133721" y="28618"/>
                </a:cubicBezTo>
                <a:lnTo>
                  <a:pt x="133721" y="15052"/>
                </a:lnTo>
                <a:lnTo>
                  <a:pt x="130480" y="15052"/>
                </a:lnTo>
                <a:cubicBezTo>
                  <a:pt x="130222" y="15052"/>
                  <a:pt x="130016" y="14914"/>
                  <a:pt x="129862" y="14640"/>
                </a:cubicBezTo>
                <a:cubicBezTo>
                  <a:pt x="129708" y="14366"/>
                  <a:pt x="129630" y="13920"/>
                  <a:pt x="129630" y="13302"/>
                </a:cubicBezTo>
                <a:cubicBezTo>
                  <a:pt x="129630" y="12976"/>
                  <a:pt x="129652" y="12702"/>
                  <a:pt x="129695" y="12479"/>
                </a:cubicBezTo>
                <a:cubicBezTo>
                  <a:pt x="129738" y="12256"/>
                  <a:pt x="129793" y="12071"/>
                  <a:pt x="129862" y="11926"/>
                </a:cubicBezTo>
                <a:cubicBezTo>
                  <a:pt x="129931" y="11780"/>
                  <a:pt x="130021" y="11677"/>
                  <a:pt x="130132" y="11617"/>
                </a:cubicBezTo>
                <a:cubicBezTo>
                  <a:pt x="130244" y="11557"/>
                  <a:pt x="130368" y="11527"/>
                  <a:pt x="130505" y="11527"/>
                </a:cubicBezTo>
                <a:lnTo>
                  <a:pt x="133721" y="11527"/>
                </a:lnTo>
                <a:lnTo>
                  <a:pt x="133721" y="6021"/>
                </a:lnTo>
                <a:cubicBezTo>
                  <a:pt x="133721" y="5901"/>
                  <a:pt x="133751" y="5789"/>
                  <a:pt x="133811" y="5686"/>
                </a:cubicBezTo>
                <a:cubicBezTo>
                  <a:pt x="133872" y="5583"/>
                  <a:pt x="133983" y="5493"/>
                  <a:pt x="134146" y="5416"/>
                </a:cubicBezTo>
                <a:cubicBezTo>
                  <a:pt x="134309" y="5339"/>
                  <a:pt x="134528" y="5283"/>
                  <a:pt x="134802" y="5249"/>
                </a:cubicBezTo>
                <a:cubicBezTo>
                  <a:pt x="135076" y="5214"/>
                  <a:pt x="135420" y="5197"/>
                  <a:pt x="135831" y="5197"/>
                </a:cubicBezTo>
                <a:cubicBezTo>
                  <a:pt x="136260" y="5197"/>
                  <a:pt x="136612" y="5214"/>
                  <a:pt x="136886" y="5249"/>
                </a:cubicBezTo>
                <a:cubicBezTo>
                  <a:pt x="137161" y="5283"/>
                  <a:pt x="137375" y="5339"/>
                  <a:pt x="137529" y="5416"/>
                </a:cubicBezTo>
                <a:cubicBezTo>
                  <a:pt x="137684" y="5493"/>
                  <a:pt x="137795" y="5583"/>
                  <a:pt x="137864" y="5686"/>
                </a:cubicBezTo>
                <a:cubicBezTo>
                  <a:pt x="137932" y="5789"/>
                  <a:pt x="137967" y="5901"/>
                  <a:pt x="137967" y="6021"/>
                </a:cubicBezTo>
                <a:lnTo>
                  <a:pt x="137967" y="11527"/>
                </a:lnTo>
                <a:lnTo>
                  <a:pt x="143910" y="11527"/>
                </a:lnTo>
                <a:cubicBezTo>
                  <a:pt x="144047" y="11527"/>
                  <a:pt x="144168" y="11557"/>
                  <a:pt x="144270" y="11617"/>
                </a:cubicBezTo>
                <a:cubicBezTo>
                  <a:pt x="144373" y="11677"/>
                  <a:pt x="144463" y="11780"/>
                  <a:pt x="144541" y="11926"/>
                </a:cubicBezTo>
                <a:cubicBezTo>
                  <a:pt x="144618" y="12071"/>
                  <a:pt x="144674" y="12256"/>
                  <a:pt x="144708" y="12479"/>
                </a:cubicBezTo>
                <a:cubicBezTo>
                  <a:pt x="144742" y="12702"/>
                  <a:pt x="144759" y="12976"/>
                  <a:pt x="144759" y="13302"/>
                </a:cubicBezTo>
                <a:cubicBezTo>
                  <a:pt x="144759" y="13920"/>
                  <a:pt x="144682" y="14366"/>
                  <a:pt x="144528" y="14640"/>
                </a:cubicBezTo>
                <a:cubicBezTo>
                  <a:pt x="144373" y="14914"/>
                  <a:pt x="144168" y="15052"/>
                  <a:pt x="143910" y="15052"/>
                </a:cubicBezTo>
                <a:lnTo>
                  <a:pt x="137967" y="15052"/>
                </a:lnTo>
                <a:lnTo>
                  <a:pt x="137967" y="28006"/>
                </a:lnTo>
                <a:cubicBezTo>
                  <a:pt x="137967" y="29605"/>
                  <a:pt x="138203" y="30814"/>
                  <a:pt x="138674" y="31631"/>
                </a:cubicBezTo>
                <a:cubicBezTo>
                  <a:pt x="139146" y="32448"/>
                  <a:pt x="139991" y="32856"/>
                  <a:pt x="141209" y="32856"/>
                </a:cubicBezTo>
                <a:cubicBezTo>
                  <a:pt x="141603" y="32856"/>
                  <a:pt x="141955" y="32818"/>
                  <a:pt x="142264" y="32741"/>
                </a:cubicBezTo>
                <a:cubicBezTo>
                  <a:pt x="142572" y="32663"/>
                  <a:pt x="142847" y="32582"/>
                  <a:pt x="143087" y="32496"/>
                </a:cubicBezTo>
                <a:cubicBezTo>
                  <a:pt x="143327" y="32410"/>
                  <a:pt x="143533" y="32329"/>
                  <a:pt x="143704" y="32252"/>
                </a:cubicBezTo>
                <a:cubicBezTo>
                  <a:pt x="143876" y="32175"/>
                  <a:pt x="144030" y="32136"/>
                  <a:pt x="144168" y="32136"/>
                </a:cubicBezTo>
                <a:cubicBezTo>
                  <a:pt x="144253" y="32136"/>
                  <a:pt x="144335" y="32157"/>
                  <a:pt x="144412" y="32200"/>
                </a:cubicBezTo>
                <a:cubicBezTo>
                  <a:pt x="144489" y="32243"/>
                  <a:pt x="144549" y="32325"/>
                  <a:pt x="144592" y="32445"/>
                </a:cubicBezTo>
                <a:cubicBezTo>
                  <a:pt x="144635" y="32565"/>
                  <a:pt x="144674" y="32728"/>
                  <a:pt x="144708" y="32934"/>
                </a:cubicBezTo>
                <a:cubicBezTo>
                  <a:pt x="144742" y="33139"/>
                  <a:pt x="144759" y="33397"/>
                  <a:pt x="144759" y="33706"/>
                </a:cubicBezTo>
                <a:close/>
                <a:moveTo>
                  <a:pt x="162043" y="33706"/>
                </a:moveTo>
                <a:cubicBezTo>
                  <a:pt x="162043" y="34203"/>
                  <a:pt x="162008" y="34597"/>
                  <a:pt x="161940" y="34889"/>
                </a:cubicBezTo>
                <a:cubicBezTo>
                  <a:pt x="161871" y="35181"/>
                  <a:pt x="161768" y="35395"/>
                  <a:pt x="161631" y="35532"/>
                </a:cubicBezTo>
                <a:cubicBezTo>
                  <a:pt x="161494" y="35670"/>
                  <a:pt x="161288" y="35798"/>
                  <a:pt x="161013" y="35918"/>
                </a:cubicBezTo>
                <a:cubicBezTo>
                  <a:pt x="160739" y="36038"/>
                  <a:pt x="160426" y="36137"/>
                  <a:pt x="160074" y="36214"/>
                </a:cubicBezTo>
                <a:cubicBezTo>
                  <a:pt x="159723" y="36291"/>
                  <a:pt x="159350" y="36356"/>
                  <a:pt x="158955" y="36407"/>
                </a:cubicBezTo>
                <a:cubicBezTo>
                  <a:pt x="158561" y="36459"/>
                  <a:pt x="158166" y="36484"/>
                  <a:pt x="157772" y="36484"/>
                </a:cubicBezTo>
                <a:cubicBezTo>
                  <a:pt x="156571" y="36484"/>
                  <a:pt x="155542" y="36325"/>
                  <a:pt x="154684" y="36007"/>
                </a:cubicBezTo>
                <a:cubicBezTo>
                  <a:pt x="153826" y="35689"/>
                  <a:pt x="153123" y="35207"/>
                  <a:pt x="152574" y="34563"/>
                </a:cubicBezTo>
                <a:cubicBezTo>
                  <a:pt x="152025" y="33918"/>
                  <a:pt x="151627" y="33101"/>
                  <a:pt x="151378" y="32113"/>
                </a:cubicBezTo>
                <a:cubicBezTo>
                  <a:pt x="151129" y="31124"/>
                  <a:pt x="151005" y="29959"/>
                  <a:pt x="151005" y="28618"/>
                </a:cubicBezTo>
                <a:lnTo>
                  <a:pt x="151005" y="15052"/>
                </a:lnTo>
                <a:lnTo>
                  <a:pt x="147763" y="15052"/>
                </a:lnTo>
                <a:cubicBezTo>
                  <a:pt x="147506" y="15052"/>
                  <a:pt x="147300" y="14914"/>
                  <a:pt x="147145" y="14640"/>
                </a:cubicBezTo>
                <a:cubicBezTo>
                  <a:pt x="146991" y="14366"/>
                  <a:pt x="146914" y="13920"/>
                  <a:pt x="146914" y="13302"/>
                </a:cubicBezTo>
                <a:cubicBezTo>
                  <a:pt x="146914" y="12976"/>
                  <a:pt x="146935" y="12702"/>
                  <a:pt x="146978" y="12479"/>
                </a:cubicBezTo>
                <a:cubicBezTo>
                  <a:pt x="147021" y="12256"/>
                  <a:pt x="147077" y="12071"/>
                  <a:pt x="147145" y="11926"/>
                </a:cubicBezTo>
                <a:cubicBezTo>
                  <a:pt x="147214" y="11780"/>
                  <a:pt x="147304" y="11677"/>
                  <a:pt x="147415" y="11617"/>
                </a:cubicBezTo>
                <a:cubicBezTo>
                  <a:pt x="147527" y="11557"/>
                  <a:pt x="147651" y="11527"/>
                  <a:pt x="147789" y="11527"/>
                </a:cubicBezTo>
                <a:lnTo>
                  <a:pt x="151005" y="11527"/>
                </a:lnTo>
                <a:lnTo>
                  <a:pt x="151005" y="6021"/>
                </a:lnTo>
                <a:cubicBezTo>
                  <a:pt x="151005" y="5901"/>
                  <a:pt x="151035" y="5789"/>
                  <a:pt x="151095" y="5686"/>
                </a:cubicBezTo>
                <a:cubicBezTo>
                  <a:pt x="151155" y="5583"/>
                  <a:pt x="151266" y="5493"/>
                  <a:pt x="151429" y="5416"/>
                </a:cubicBezTo>
                <a:cubicBezTo>
                  <a:pt x="151592" y="5339"/>
                  <a:pt x="151811" y="5283"/>
                  <a:pt x="152085" y="5249"/>
                </a:cubicBezTo>
                <a:cubicBezTo>
                  <a:pt x="152360" y="5214"/>
                  <a:pt x="152703" y="5197"/>
                  <a:pt x="153115" y="5197"/>
                </a:cubicBezTo>
                <a:cubicBezTo>
                  <a:pt x="153543" y="5197"/>
                  <a:pt x="153895" y="5214"/>
                  <a:pt x="154169" y="5249"/>
                </a:cubicBezTo>
                <a:cubicBezTo>
                  <a:pt x="154444" y="5283"/>
                  <a:pt x="154658" y="5339"/>
                  <a:pt x="154813" y="5416"/>
                </a:cubicBezTo>
                <a:cubicBezTo>
                  <a:pt x="154967" y="5493"/>
                  <a:pt x="155079" y="5583"/>
                  <a:pt x="155147" y="5686"/>
                </a:cubicBezTo>
                <a:cubicBezTo>
                  <a:pt x="155216" y="5789"/>
                  <a:pt x="155250" y="5901"/>
                  <a:pt x="155250" y="6021"/>
                </a:cubicBezTo>
                <a:lnTo>
                  <a:pt x="155250" y="11527"/>
                </a:lnTo>
                <a:lnTo>
                  <a:pt x="161194" y="11527"/>
                </a:lnTo>
                <a:cubicBezTo>
                  <a:pt x="161331" y="11527"/>
                  <a:pt x="161451" y="11557"/>
                  <a:pt x="161554" y="11617"/>
                </a:cubicBezTo>
                <a:cubicBezTo>
                  <a:pt x="161657" y="11677"/>
                  <a:pt x="161747" y="11780"/>
                  <a:pt x="161824" y="11926"/>
                </a:cubicBezTo>
                <a:cubicBezTo>
                  <a:pt x="161901" y="12071"/>
                  <a:pt x="161957" y="12256"/>
                  <a:pt x="161991" y="12479"/>
                </a:cubicBezTo>
                <a:cubicBezTo>
                  <a:pt x="162025" y="12702"/>
                  <a:pt x="162043" y="12976"/>
                  <a:pt x="162043" y="13302"/>
                </a:cubicBezTo>
                <a:cubicBezTo>
                  <a:pt x="162043" y="13920"/>
                  <a:pt x="161965" y="14366"/>
                  <a:pt x="161811" y="14640"/>
                </a:cubicBezTo>
                <a:cubicBezTo>
                  <a:pt x="161657" y="14914"/>
                  <a:pt x="161451" y="15052"/>
                  <a:pt x="161194" y="15052"/>
                </a:cubicBezTo>
                <a:lnTo>
                  <a:pt x="155250" y="15052"/>
                </a:lnTo>
                <a:lnTo>
                  <a:pt x="155250" y="28006"/>
                </a:lnTo>
                <a:cubicBezTo>
                  <a:pt x="155250" y="29605"/>
                  <a:pt x="155486" y="30814"/>
                  <a:pt x="155958" y="31631"/>
                </a:cubicBezTo>
                <a:cubicBezTo>
                  <a:pt x="156429" y="32448"/>
                  <a:pt x="157274" y="32856"/>
                  <a:pt x="158492" y="32856"/>
                </a:cubicBezTo>
                <a:cubicBezTo>
                  <a:pt x="158886" y="32856"/>
                  <a:pt x="159238" y="32818"/>
                  <a:pt x="159547" y="32741"/>
                </a:cubicBezTo>
                <a:cubicBezTo>
                  <a:pt x="159856" y="32663"/>
                  <a:pt x="160130" y="32582"/>
                  <a:pt x="160370" y="32496"/>
                </a:cubicBezTo>
                <a:cubicBezTo>
                  <a:pt x="160610" y="32410"/>
                  <a:pt x="160816" y="32329"/>
                  <a:pt x="160988" y="32252"/>
                </a:cubicBezTo>
                <a:cubicBezTo>
                  <a:pt x="161159" y="32175"/>
                  <a:pt x="161314" y="32136"/>
                  <a:pt x="161451" y="32136"/>
                </a:cubicBezTo>
                <a:cubicBezTo>
                  <a:pt x="161537" y="32136"/>
                  <a:pt x="161618" y="32157"/>
                  <a:pt x="161695" y="32200"/>
                </a:cubicBezTo>
                <a:cubicBezTo>
                  <a:pt x="161772" y="32243"/>
                  <a:pt x="161833" y="32325"/>
                  <a:pt x="161875" y="32445"/>
                </a:cubicBezTo>
                <a:cubicBezTo>
                  <a:pt x="161918" y="32565"/>
                  <a:pt x="161957" y="32728"/>
                  <a:pt x="161991" y="32934"/>
                </a:cubicBezTo>
                <a:cubicBezTo>
                  <a:pt x="162025" y="33139"/>
                  <a:pt x="162043" y="33397"/>
                  <a:pt x="162043" y="33706"/>
                </a:cubicBezTo>
                <a:close/>
                <a:moveTo>
                  <a:pt x="187044" y="22796"/>
                </a:moveTo>
                <a:cubicBezTo>
                  <a:pt x="187044" y="23465"/>
                  <a:pt x="186877" y="23941"/>
                  <a:pt x="186543" y="24224"/>
                </a:cubicBezTo>
                <a:cubicBezTo>
                  <a:pt x="186208" y="24507"/>
                  <a:pt x="185827" y="24649"/>
                  <a:pt x="185398" y="24649"/>
                </a:cubicBezTo>
                <a:lnTo>
                  <a:pt x="170217" y="24649"/>
                </a:lnTo>
                <a:cubicBezTo>
                  <a:pt x="170217" y="25939"/>
                  <a:pt x="170346" y="27100"/>
                  <a:pt x="170603" y="28133"/>
                </a:cubicBezTo>
                <a:cubicBezTo>
                  <a:pt x="170861" y="29165"/>
                  <a:pt x="171289" y="30051"/>
                  <a:pt x="171890" y="30791"/>
                </a:cubicBezTo>
                <a:cubicBezTo>
                  <a:pt x="172490" y="31531"/>
                  <a:pt x="173271" y="32098"/>
                  <a:pt x="174231" y="32495"/>
                </a:cubicBezTo>
                <a:cubicBezTo>
                  <a:pt x="175192" y="32890"/>
                  <a:pt x="176367" y="33088"/>
                  <a:pt x="177756" y="33088"/>
                </a:cubicBezTo>
                <a:cubicBezTo>
                  <a:pt x="178854" y="33088"/>
                  <a:pt x="179832" y="32998"/>
                  <a:pt x="180689" y="32818"/>
                </a:cubicBezTo>
                <a:cubicBezTo>
                  <a:pt x="181547" y="32638"/>
                  <a:pt x="182289" y="32436"/>
                  <a:pt x="182915" y="32213"/>
                </a:cubicBezTo>
                <a:cubicBezTo>
                  <a:pt x="183541" y="31990"/>
                  <a:pt x="184056" y="31789"/>
                  <a:pt x="184459" y="31609"/>
                </a:cubicBezTo>
                <a:cubicBezTo>
                  <a:pt x="184862" y="31428"/>
                  <a:pt x="185166" y="31338"/>
                  <a:pt x="185372" y="31338"/>
                </a:cubicBezTo>
                <a:cubicBezTo>
                  <a:pt x="185492" y="31338"/>
                  <a:pt x="185599" y="31368"/>
                  <a:pt x="185694" y="31428"/>
                </a:cubicBezTo>
                <a:cubicBezTo>
                  <a:pt x="185788" y="31488"/>
                  <a:pt x="185861" y="31579"/>
                  <a:pt x="185912" y="31699"/>
                </a:cubicBezTo>
                <a:cubicBezTo>
                  <a:pt x="185964" y="31819"/>
                  <a:pt x="186002" y="31986"/>
                  <a:pt x="186028" y="32200"/>
                </a:cubicBezTo>
                <a:cubicBezTo>
                  <a:pt x="186054" y="32415"/>
                  <a:pt x="186067" y="32676"/>
                  <a:pt x="186067" y="32985"/>
                </a:cubicBezTo>
                <a:cubicBezTo>
                  <a:pt x="186067" y="33208"/>
                  <a:pt x="186058" y="33401"/>
                  <a:pt x="186041" y="33564"/>
                </a:cubicBezTo>
                <a:cubicBezTo>
                  <a:pt x="186024" y="33727"/>
                  <a:pt x="186002" y="33873"/>
                  <a:pt x="185977" y="34001"/>
                </a:cubicBezTo>
                <a:cubicBezTo>
                  <a:pt x="185951" y="34130"/>
                  <a:pt x="185908" y="34246"/>
                  <a:pt x="185848" y="34349"/>
                </a:cubicBezTo>
                <a:cubicBezTo>
                  <a:pt x="185788" y="34452"/>
                  <a:pt x="185711" y="34550"/>
                  <a:pt x="185616" y="34645"/>
                </a:cubicBezTo>
                <a:cubicBezTo>
                  <a:pt x="185522" y="34739"/>
                  <a:pt x="185243" y="34893"/>
                  <a:pt x="184780" y="35108"/>
                </a:cubicBezTo>
                <a:cubicBezTo>
                  <a:pt x="184317" y="35322"/>
                  <a:pt x="183717" y="35532"/>
                  <a:pt x="182979" y="35738"/>
                </a:cubicBezTo>
                <a:cubicBezTo>
                  <a:pt x="182242" y="35944"/>
                  <a:pt x="181388" y="36128"/>
                  <a:pt x="180419" y="36291"/>
                </a:cubicBezTo>
                <a:cubicBezTo>
                  <a:pt x="179450" y="36454"/>
                  <a:pt x="178417" y="36536"/>
                  <a:pt x="177319" y="36536"/>
                </a:cubicBezTo>
                <a:cubicBezTo>
                  <a:pt x="175415" y="36536"/>
                  <a:pt x="173747" y="36270"/>
                  <a:pt x="172314" y="35737"/>
                </a:cubicBezTo>
                <a:cubicBezTo>
                  <a:pt x="170882" y="35205"/>
                  <a:pt x="169677" y="34415"/>
                  <a:pt x="168699" y="33368"/>
                </a:cubicBezTo>
                <a:cubicBezTo>
                  <a:pt x="167722" y="32320"/>
                  <a:pt x="166984" y="31007"/>
                  <a:pt x="166487" y="29427"/>
                </a:cubicBezTo>
                <a:cubicBezTo>
                  <a:pt x="165989" y="27848"/>
                  <a:pt x="165741" y="26010"/>
                  <a:pt x="165741" y="23915"/>
                </a:cubicBezTo>
                <a:cubicBezTo>
                  <a:pt x="165741" y="21924"/>
                  <a:pt x="165998" y="20134"/>
                  <a:pt x="166512" y="18545"/>
                </a:cubicBezTo>
                <a:cubicBezTo>
                  <a:pt x="167027" y="16957"/>
                  <a:pt x="167769" y="15609"/>
                  <a:pt x="168738" y="14502"/>
                </a:cubicBezTo>
                <a:cubicBezTo>
                  <a:pt x="169707" y="13394"/>
                  <a:pt x="170878" y="12544"/>
                  <a:pt x="172250" y="11952"/>
                </a:cubicBezTo>
                <a:cubicBezTo>
                  <a:pt x="173622" y="11360"/>
                  <a:pt x="175157" y="11064"/>
                  <a:pt x="176856" y="11064"/>
                </a:cubicBezTo>
                <a:cubicBezTo>
                  <a:pt x="178674" y="11064"/>
                  <a:pt x="180222" y="11355"/>
                  <a:pt x="181500" y="11938"/>
                </a:cubicBezTo>
                <a:cubicBezTo>
                  <a:pt x="182778" y="12522"/>
                  <a:pt x="183828" y="13306"/>
                  <a:pt x="184652" y="14293"/>
                </a:cubicBezTo>
                <a:cubicBezTo>
                  <a:pt x="185475" y="15279"/>
                  <a:pt x="186080" y="16437"/>
                  <a:pt x="186466" y="17766"/>
                </a:cubicBezTo>
                <a:cubicBezTo>
                  <a:pt x="186851" y="19095"/>
                  <a:pt x="187044" y="20515"/>
                  <a:pt x="187044" y="22024"/>
                </a:cubicBezTo>
                <a:lnTo>
                  <a:pt x="187044" y="22796"/>
                </a:lnTo>
                <a:moveTo>
                  <a:pt x="182773" y="21535"/>
                </a:moveTo>
                <a:cubicBezTo>
                  <a:pt x="182825" y="19306"/>
                  <a:pt x="182332" y="17556"/>
                  <a:pt x="181294" y="16287"/>
                </a:cubicBezTo>
                <a:cubicBezTo>
                  <a:pt x="180256" y="15017"/>
                  <a:pt x="178717" y="14383"/>
                  <a:pt x="176676" y="14383"/>
                </a:cubicBezTo>
                <a:cubicBezTo>
                  <a:pt x="175629" y="14383"/>
                  <a:pt x="174712" y="14580"/>
                  <a:pt x="173922" y="14975"/>
                </a:cubicBezTo>
                <a:cubicBezTo>
                  <a:pt x="173133" y="15369"/>
                  <a:pt x="172473" y="15892"/>
                  <a:pt x="171941" y="16544"/>
                </a:cubicBezTo>
                <a:cubicBezTo>
                  <a:pt x="171410" y="17196"/>
                  <a:pt x="170998" y="17955"/>
                  <a:pt x="170706" y="18821"/>
                </a:cubicBezTo>
                <a:cubicBezTo>
                  <a:pt x="170415" y="19687"/>
                  <a:pt x="170252" y="20592"/>
                  <a:pt x="170217" y="21535"/>
                </a:cubicBezTo>
                <a:lnTo>
                  <a:pt x="182773" y="21535"/>
                </a:lnTo>
                <a:close/>
                <a:moveTo>
                  <a:pt x="207059" y="13739"/>
                </a:moveTo>
                <a:cubicBezTo>
                  <a:pt x="207059" y="14117"/>
                  <a:pt x="207051" y="14434"/>
                  <a:pt x="207033" y="14691"/>
                </a:cubicBezTo>
                <a:cubicBezTo>
                  <a:pt x="207016" y="14949"/>
                  <a:pt x="206982" y="15150"/>
                  <a:pt x="206931" y="15296"/>
                </a:cubicBezTo>
                <a:cubicBezTo>
                  <a:pt x="206879" y="15442"/>
                  <a:pt x="206815" y="15553"/>
                  <a:pt x="206738" y="15631"/>
                </a:cubicBezTo>
                <a:cubicBezTo>
                  <a:pt x="206660" y="15708"/>
                  <a:pt x="206553" y="15746"/>
                  <a:pt x="206416" y="15746"/>
                </a:cubicBezTo>
                <a:cubicBezTo>
                  <a:pt x="206279" y="15746"/>
                  <a:pt x="206112" y="15708"/>
                  <a:pt x="205914" y="15631"/>
                </a:cubicBezTo>
                <a:cubicBezTo>
                  <a:pt x="205717" y="15553"/>
                  <a:pt x="205494" y="15476"/>
                  <a:pt x="205245" y="15399"/>
                </a:cubicBezTo>
                <a:cubicBezTo>
                  <a:pt x="204997" y="15322"/>
                  <a:pt x="204718" y="15249"/>
                  <a:pt x="204409" y="15180"/>
                </a:cubicBezTo>
                <a:cubicBezTo>
                  <a:pt x="204100" y="15112"/>
                  <a:pt x="203766" y="15077"/>
                  <a:pt x="203406" y="15077"/>
                </a:cubicBezTo>
                <a:cubicBezTo>
                  <a:pt x="202977" y="15077"/>
                  <a:pt x="202557" y="15163"/>
                  <a:pt x="202145" y="15335"/>
                </a:cubicBezTo>
                <a:cubicBezTo>
                  <a:pt x="201733" y="15506"/>
                  <a:pt x="201300" y="15789"/>
                  <a:pt x="200846" y="16184"/>
                </a:cubicBezTo>
                <a:cubicBezTo>
                  <a:pt x="200391" y="16578"/>
                  <a:pt x="199915" y="17101"/>
                  <a:pt x="199418" y="17753"/>
                </a:cubicBezTo>
                <a:cubicBezTo>
                  <a:pt x="198920" y="18405"/>
                  <a:pt x="198371" y="19203"/>
                  <a:pt x="197771" y="20146"/>
                </a:cubicBezTo>
                <a:lnTo>
                  <a:pt x="197771" y="35378"/>
                </a:lnTo>
                <a:cubicBezTo>
                  <a:pt x="197771" y="35515"/>
                  <a:pt x="197737" y="35631"/>
                  <a:pt x="197668" y="35725"/>
                </a:cubicBezTo>
                <a:cubicBezTo>
                  <a:pt x="197599" y="35820"/>
                  <a:pt x="197488" y="35901"/>
                  <a:pt x="197334" y="35970"/>
                </a:cubicBezTo>
                <a:cubicBezTo>
                  <a:pt x="197179" y="36038"/>
                  <a:pt x="196965" y="36090"/>
                  <a:pt x="196690" y="36124"/>
                </a:cubicBezTo>
                <a:cubicBezTo>
                  <a:pt x="196416" y="36158"/>
                  <a:pt x="196064" y="36176"/>
                  <a:pt x="195635" y="36176"/>
                </a:cubicBezTo>
                <a:cubicBezTo>
                  <a:pt x="195224" y="36176"/>
                  <a:pt x="194881" y="36158"/>
                  <a:pt x="194606" y="36124"/>
                </a:cubicBezTo>
                <a:cubicBezTo>
                  <a:pt x="194332" y="36090"/>
                  <a:pt x="194113" y="36038"/>
                  <a:pt x="193950" y="35970"/>
                </a:cubicBezTo>
                <a:cubicBezTo>
                  <a:pt x="193787" y="35901"/>
                  <a:pt x="193676" y="35820"/>
                  <a:pt x="193616" y="35725"/>
                </a:cubicBezTo>
                <a:cubicBezTo>
                  <a:pt x="193556" y="35631"/>
                  <a:pt x="193526" y="35515"/>
                  <a:pt x="193526" y="35378"/>
                </a:cubicBezTo>
                <a:lnTo>
                  <a:pt x="193526" y="12221"/>
                </a:lnTo>
                <a:cubicBezTo>
                  <a:pt x="193526" y="12084"/>
                  <a:pt x="193551" y="11968"/>
                  <a:pt x="193603" y="11874"/>
                </a:cubicBezTo>
                <a:cubicBezTo>
                  <a:pt x="193654" y="11780"/>
                  <a:pt x="193757" y="11694"/>
                  <a:pt x="193912" y="11617"/>
                </a:cubicBezTo>
                <a:cubicBezTo>
                  <a:pt x="194066" y="11540"/>
                  <a:pt x="194263" y="11488"/>
                  <a:pt x="194503" y="11462"/>
                </a:cubicBezTo>
                <a:cubicBezTo>
                  <a:pt x="194743" y="11437"/>
                  <a:pt x="195061" y="11424"/>
                  <a:pt x="195455" y="11424"/>
                </a:cubicBezTo>
                <a:cubicBezTo>
                  <a:pt x="195833" y="11424"/>
                  <a:pt x="196146" y="11437"/>
                  <a:pt x="196394" y="11462"/>
                </a:cubicBezTo>
                <a:cubicBezTo>
                  <a:pt x="196643" y="11488"/>
                  <a:pt x="196836" y="11540"/>
                  <a:pt x="196973" y="11617"/>
                </a:cubicBezTo>
                <a:cubicBezTo>
                  <a:pt x="197111" y="11694"/>
                  <a:pt x="197209" y="11780"/>
                  <a:pt x="197269" y="11874"/>
                </a:cubicBezTo>
                <a:cubicBezTo>
                  <a:pt x="197329" y="11968"/>
                  <a:pt x="197359" y="12084"/>
                  <a:pt x="197359" y="12221"/>
                </a:cubicBezTo>
                <a:lnTo>
                  <a:pt x="197359" y="15592"/>
                </a:lnTo>
                <a:cubicBezTo>
                  <a:pt x="197994" y="14666"/>
                  <a:pt x="198590" y="13911"/>
                  <a:pt x="199147" y="13328"/>
                </a:cubicBezTo>
                <a:cubicBezTo>
                  <a:pt x="199705" y="12745"/>
                  <a:pt x="200232" y="12286"/>
                  <a:pt x="200730" y="11951"/>
                </a:cubicBezTo>
                <a:cubicBezTo>
                  <a:pt x="201227" y="11617"/>
                  <a:pt x="201720" y="11385"/>
                  <a:pt x="202209" y="11257"/>
                </a:cubicBezTo>
                <a:cubicBezTo>
                  <a:pt x="202698" y="11128"/>
                  <a:pt x="203191" y="11064"/>
                  <a:pt x="203689" y="11064"/>
                </a:cubicBezTo>
                <a:cubicBezTo>
                  <a:pt x="203912" y="11064"/>
                  <a:pt x="204165" y="11077"/>
                  <a:pt x="204448" y="11102"/>
                </a:cubicBezTo>
                <a:cubicBezTo>
                  <a:pt x="204731" y="11128"/>
                  <a:pt x="205027" y="11175"/>
                  <a:pt x="205335" y="11244"/>
                </a:cubicBezTo>
                <a:cubicBezTo>
                  <a:pt x="205644" y="11312"/>
                  <a:pt x="205923" y="11390"/>
                  <a:pt x="206172" y="11475"/>
                </a:cubicBezTo>
                <a:cubicBezTo>
                  <a:pt x="206420" y="11561"/>
                  <a:pt x="206596" y="11647"/>
                  <a:pt x="206699" y="11733"/>
                </a:cubicBezTo>
                <a:cubicBezTo>
                  <a:pt x="206802" y="11818"/>
                  <a:pt x="206871" y="11900"/>
                  <a:pt x="206905" y="11977"/>
                </a:cubicBezTo>
                <a:cubicBezTo>
                  <a:pt x="206939" y="12054"/>
                  <a:pt x="206969" y="12153"/>
                  <a:pt x="206995" y="12273"/>
                </a:cubicBezTo>
                <a:cubicBezTo>
                  <a:pt x="207021" y="12393"/>
                  <a:pt x="207038" y="12569"/>
                  <a:pt x="207046" y="12800"/>
                </a:cubicBezTo>
                <a:cubicBezTo>
                  <a:pt x="207055" y="13032"/>
                  <a:pt x="207059" y="13345"/>
                  <a:pt x="207059" y="13739"/>
                </a:cubicBezTo>
                <a:close/>
                <a:moveTo>
                  <a:pt x="226453" y="29093"/>
                </a:moveTo>
                <a:cubicBezTo>
                  <a:pt x="226453" y="30277"/>
                  <a:pt x="226235" y="31333"/>
                  <a:pt x="225797" y="32261"/>
                </a:cubicBezTo>
                <a:cubicBezTo>
                  <a:pt x="225360" y="33187"/>
                  <a:pt x="224738" y="33969"/>
                  <a:pt x="223932" y="34604"/>
                </a:cubicBezTo>
                <a:cubicBezTo>
                  <a:pt x="223126" y="35240"/>
                  <a:pt x="222165" y="35720"/>
                  <a:pt x="221050" y="36046"/>
                </a:cubicBezTo>
                <a:cubicBezTo>
                  <a:pt x="219935" y="36373"/>
                  <a:pt x="218709" y="36536"/>
                  <a:pt x="217371" y="36536"/>
                </a:cubicBezTo>
                <a:cubicBezTo>
                  <a:pt x="216547" y="36536"/>
                  <a:pt x="215763" y="36471"/>
                  <a:pt x="215017" y="36343"/>
                </a:cubicBezTo>
                <a:cubicBezTo>
                  <a:pt x="214270" y="36214"/>
                  <a:pt x="213601" y="36051"/>
                  <a:pt x="213010" y="35854"/>
                </a:cubicBezTo>
                <a:cubicBezTo>
                  <a:pt x="212418" y="35657"/>
                  <a:pt x="211916" y="35451"/>
                  <a:pt x="211504" y="35236"/>
                </a:cubicBezTo>
                <a:cubicBezTo>
                  <a:pt x="211093" y="35022"/>
                  <a:pt x="210793" y="34829"/>
                  <a:pt x="210604" y="34657"/>
                </a:cubicBezTo>
                <a:cubicBezTo>
                  <a:pt x="210415" y="34486"/>
                  <a:pt x="210278" y="34246"/>
                  <a:pt x="210192" y="33937"/>
                </a:cubicBezTo>
                <a:cubicBezTo>
                  <a:pt x="210107" y="33628"/>
                  <a:pt x="210064" y="33208"/>
                  <a:pt x="210064" y="32676"/>
                </a:cubicBezTo>
                <a:cubicBezTo>
                  <a:pt x="210064" y="32350"/>
                  <a:pt x="210081" y="32076"/>
                  <a:pt x="210115" y="31853"/>
                </a:cubicBezTo>
                <a:cubicBezTo>
                  <a:pt x="210149" y="31630"/>
                  <a:pt x="210192" y="31450"/>
                  <a:pt x="210244" y="31313"/>
                </a:cubicBezTo>
                <a:cubicBezTo>
                  <a:pt x="210295" y="31175"/>
                  <a:pt x="210368" y="31077"/>
                  <a:pt x="210462" y="31017"/>
                </a:cubicBezTo>
                <a:cubicBezTo>
                  <a:pt x="210557" y="30957"/>
                  <a:pt x="210664" y="30927"/>
                  <a:pt x="210784" y="30927"/>
                </a:cubicBezTo>
                <a:cubicBezTo>
                  <a:pt x="210973" y="30927"/>
                  <a:pt x="211251" y="31043"/>
                  <a:pt x="211620" y="31274"/>
                </a:cubicBezTo>
                <a:cubicBezTo>
                  <a:pt x="211989" y="31506"/>
                  <a:pt x="212444" y="31759"/>
                  <a:pt x="212984" y="32033"/>
                </a:cubicBezTo>
                <a:cubicBezTo>
                  <a:pt x="213524" y="32308"/>
                  <a:pt x="214163" y="32561"/>
                  <a:pt x="214901" y="32792"/>
                </a:cubicBezTo>
                <a:cubicBezTo>
                  <a:pt x="215638" y="33024"/>
                  <a:pt x="216487" y="33139"/>
                  <a:pt x="217448" y="33139"/>
                </a:cubicBezTo>
                <a:cubicBezTo>
                  <a:pt x="218168" y="33139"/>
                  <a:pt x="218820" y="33062"/>
                  <a:pt x="219403" y="32908"/>
                </a:cubicBezTo>
                <a:cubicBezTo>
                  <a:pt x="219987" y="32753"/>
                  <a:pt x="220493" y="32525"/>
                  <a:pt x="220921" y="32224"/>
                </a:cubicBezTo>
                <a:cubicBezTo>
                  <a:pt x="221350" y="31924"/>
                  <a:pt x="221680" y="31541"/>
                  <a:pt x="221912" y="31077"/>
                </a:cubicBezTo>
                <a:cubicBezTo>
                  <a:pt x="222144" y="30613"/>
                  <a:pt x="222259" y="30063"/>
                  <a:pt x="222259" y="29427"/>
                </a:cubicBezTo>
                <a:cubicBezTo>
                  <a:pt x="222259" y="28775"/>
                  <a:pt x="222092" y="28225"/>
                  <a:pt x="221758" y="27779"/>
                </a:cubicBezTo>
                <a:cubicBezTo>
                  <a:pt x="221423" y="27332"/>
                  <a:pt x="220981" y="26938"/>
                  <a:pt x="220433" y="26595"/>
                </a:cubicBezTo>
                <a:cubicBezTo>
                  <a:pt x="219884" y="26251"/>
                  <a:pt x="219266" y="25946"/>
                  <a:pt x="218580" y="25680"/>
                </a:cubicBezTo>
                <a:cubicBezTo>
                  <a:pt x="217894" y="25414"/>
                  <a:pt x="217186" y="25135"/>
                  <a:pt x="216457" y="24843"/>
                </a:cubicBezTo>
                <a:cubicBezTo>
                  <a:pt x="215728" y="24551"/>
                  <a:pt x="215017" y="24220"/>
                  <a:pt x="214322" y="23851"/>
                </a:cubicBezTo>
                <a:cubicBezTo>
                  <a:pt x="213627" y="23482"/>
                  <a:pt x="213005" y="23031"/>
                  <a:pt x="212456" y="22499"/>
                </a:cubicBezTo>
                <a:cubicBezTo>
                  <a:pt x="211908" y="21966"/>
                  <a:pt x="211466" y="21331"/>
                  <a:pt x="211131" y="20593"/>
                </a:cubicBezTo>
                <a:cubicBezTo>
                  <a:pt x="210797" y="19855"/>
                  <a:pt x="210630" y="18971"/>
                  <a:pt x="210630" y="17941"/>
                </a:cubicBezTo>
                <a:cubicBezTo>
                  <a:pt x="210630" y="17030"/>
                  <a:pt x="210805" y="16159"/>
                  <a:pt x="211157" y="15327"/>
                </a:cubicBezTo>
                <a:cubicBezTo>
                  <a:pt x="211509" y="14494"/>
                  <a:pt x="212036" y="13764"/>
                  <a:pt x="212739" y="13137"/>
                </a:cubicBezTo>
                <a:cubicBezTo>
                  <a:pt x="213443" y="12510"/>
                  <a:pt x="214322" y="12008"/>
                  <a:pt x="215377" y="11630"/>
                </a:cubicBezTo>
                <a:cubicBezTo>
                  <a:pt x="216432" y="11253"/>
                  <a:pt x="217662" y="11064"/>
                  <a:pt x="219069" y="11064"/>
                </a:cubicBezTo>
                <a:cubicBezTo>
                  <a:pt x="219686" y="11064"/>
                  <a:pt x="220304" y="11116"/>
                  <a:pt x="220921" y="11220"/>
                </a:cubicBezTo>
                <a:cubicBezTo>
                  <a:pt x="221539" y="11325"/>
                  <a:pt x="222096" y="11455"/>
                  <a:pt x="222594" y="11612"/>
                </a:cubicBezTo>
                <a:cubicBezTo>
                  <a:pt x="223091" y="11769"/>
                  <a:pt x="223516" y="11938"/>
                  <a:pt x="223867" y="12121"/>
                </a:cubicBezTo>
                <a:cubicBezTo>
                  <a:pt x="224219" y="12304"/>
                  <a:pt x="224485" y="12465"/>
                  <a:pt x="224665" y="12604"/>
                </a:cubicBezTo>
                <a:cubicBezTo>
                  <a:pt x="224845" y="12744"/>
                  <a:pt x="224965" y="12865"/>
                  <a:pt x="225025" y="12968"/>
                </a:cubicBezTo>
                <a:cubicBezTo>
                  <a:pt x="225085" y="13071"/>
                  <a:pt x="225128" y="13186"/>
                  <a:pt x="225154" y="13315"/>
                </a:cubicBezTo>
                <a:cubicBezTo>
                  <a:pt x="225180" y="13444"/>
                  <a:pt x="225205" y="13602"/>
                  <a:pt x="225231" y="13791"/>
                </a:cubicBezTo>
                <a:cubicBezTo>
                  <a:pt x="225257" y="13980"/>
                  <a:pt x="225270" y="14211"/>
                  <a:pt x="225270" y="14486"/>
                </a:cubicBezTo>
                <a:cubicBezTo>
                  <a:pt x="225270" y="14777"/>
                  <a:pt x="225257" y="15030"/>
                  <a:pt x="225231" y="15245"/>
                </a:cubicBezTo>
                <a:cubicBezTo>
                  <a:pt x="225205" y="15459"/>
                  <a:pt x="225162" y="15635"/>
                  <a:pt x="225102" y="15772"/>
                </a:cubicBezTo>
                <a:cubicBezTo>
                  <a:pt x="225042" y="15909"/>
                  <a:pt x="224970" y="16008"/>
                  <a:pt x="224884" y="16068"/>
                </a:cubicBezTo>
                <a:cubicBezTo>
                  <a:pt x="224798" y="16128"/>
                  <a:pt x="224704" y="16158"/>
                  <a:pt x="224601" y="16158"/>
                </a:cubicBezTo>
                <a:cubicBezTo>
                  <a:pt x="224446" y="16158"/>
                  <a:pt x="224223" y="16062"/>
                  <a:pt x="223932" y="15871"/>
                </a:cubicBezTo>
                <a:cubicBezTo>
                  <a:pt x="223640" y="15680"/>
                  <a:pt x="223263" y="15475"/>
                  <a:pt x="222800" y="15258"/>
                </a:cubicBezTo>
                <a:cubicBezTo>
                  <a:pt x="222337" y="15040"/>
                  <a:pt x="221792" y="14835"/>
                  <a:pt x="221166" y="14644"/>
                </a:cubicBezTo>
                <a:cubicBezTo>
                  <a:pt x="220540" y="14453"/>
                  <a:pt x="219824" y="14357"/>
                  <a:pt x="219017" y="14357"/>
                </a:cubicBezTo>
                <a:cubicBezTo>
                  <a:pt x="218297" y="14357"/>
                  <a:pt x="217662" y="14439"/>
                  <a:pt x="217113" y="14602"/>
                </a:cubicBezTo>
                <a:cubicBezTo>
                  <a:pt x="216565" y="14765"/>
                  <a:pt x="216114" y="14997"/>
                  <a:pt x="215763" y="15298"/>
                </a:cubicBezTo>
                <a:cubicBezTo>
                  <a:pt x="215411" y="15598"/>
                  <a:pt x="215145" y="15955"/>
                  <a:pt x="214965" y="16368"/>
                </a:cubicBezTo>
                <a:cubicBezTo>
                  <a:pt x="214785" y="16780"/>
                  <a:pt x="214695" y="17227"/>
                  <a:pt x="214695" y="17708"/>
                </a:cubicBezTo>
                <a:cubicBezTo>
                  <a:pt x="214695" y="18378"/>
                  <a:pt x="214866" y="18940"/>
                  <a:pt x="215210" y="19395"/>
                </a:cubicBezTo>
                <a:cubicBezTo>
                  <a:pt x="215553" y="19850"/>
                  <a:pt x="215999" y="20250"/>
                  <a:pt x="216547" y="20593"/>
                </a:cubicBezTo>
                <a:cubicBezTo>
                  <a:pt x="217096" y="20936"/>
                  <a:pt x="217722" y="21245"/>
                  <a:pt x="218426" y="21520"/>
                </a:cubicBezTo>
                <a:cubicBezTo>
                  <a:pt x="219129" y="21795"/>
                  <a:pt x="219845" y="22078"/>
                  <a:pt x="220574" y="22370"/>
                </a:cubicBezTo>
                <a:cubicBezTo>
                  <a:pt x="221303" y="22662"/>
                  <a:pt x="222024" y="22988"/>
                  <a:pt x="222735" y="23349"/>
                </a:cubicBezTo>
                <a:cubicBezTo>
                  <a:pt x="223447" y="23709"/>
                  <a:pt x="224078" y="24147"/>
                  <a:pt x="224626" y="24662"/>
                </a:cubicBezTo>
                <a:cubicBezTo>
                  <a:pt x="225175" y="25178"/>
                  <a:pt x="225617" y="25796"/>
                  <a:pt x="225952" y="26517"/>
                </a:cubicBezTo>
                <a:cubicBezTo>
                  <a:pt x="226286" y="27238"/>
                  <a:pt x="226453" y="28097"/>
                  <a:pt x="226453" y="29093"/>
                </a:cubicBez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src/helpers/helpers.segment.js">
            <a:extLst xmlns:a="http://schemas.openxmlformats.org/drawingml/2006/main">
              <a:ext uri="{FF2B5EF4-FFF2-40B4-BE49-F238E27FC236}">
                <a16:creationId xmlns:a16="http://schemas.microsoft.com/office/drawing/2014/main" id="{54FEAA88-539A-4ED6-B27E-78AAAEA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365" y="3686420"/>
            <a:ext cx="822176" cy="57125"/>
          </a:xfrm>
          <a:custGeom xmlns:a="http://schemas.openxmlformats.org/drawingml/2006/main">
            <a:pathLst>
              <a:path w="822176" h="57125">
                <a:moveTo>
                  <a:pt x="0" y="34834"/>
                </a:moveTo>
                <a:lnTo>
                  <a:pt x="5290" y="34002"/>
                </a:lnTo>
                <a:cubicBezTo>
                  <a:pt x="5588" y="36113"/>
                  <a:pt x="6415" y="37730"/>
                  <a:pt x="7772" y="38855"/>
                </a:cubicBezTo>
                <a:cubicBezTo>
                  <a:pt x="9130" y="39979"/>
                  <a:pt x="11027" y="40541"/>
                  <a:pt x="13464" y="40541"/>
                </a:cubicBezTo>
                <a:cubicBezTo>
                  <a:pt x="15921" y="40541"/>
                  <a:pt x="17744" y="40044"/>
                  <a:pt x="18933" y="39052"/>
                </a:cubicBezTo>
                <a:cubicBezTo>
                  <a:pt x="20122" y="38059"/>
                  <a:pt x="20716" y="36894"/>
                  <a:pt x="20716" y="35558"/>
                </a:cubicBezTo>
                <a:cubicBezTo>
                  <a:pt x="20716" y="34358"/>
                  <a:pt x="20191" y="33415"/>
                  <a:pt x="19141" y="32727"/>
                </a:cubicBezTo>
                <a:cubicBezTo>
                  <a:pt x="18408" y="32255"/>
                  <a:pt x="16585" y="31655"/>
                  <a:pt x="13672" y="30927"/>
                </a:cubicBezTo>
                <a:cubicBezTo>
                  <a:pt x="9749" y="29936"/>
                  <a:pt x="7029" y="29079"/>
                  <a:pt x="5513" y="28355"/>
                </a:cubicBezTo>
                <a:cubicBezTo>
                  <a:pt x="3998" y="27631"/>
                  <a:pt x="2848" y="26629"/>
                  <a:pt x="2066" y="25350"/>
                </a:cubicBezTo>
                <a:cubicBezTo>
                  <a:pt x="1283" y="24071"/>
                  <a:pt x="892" y="22658"/>
                  <a:pt x="892" y="21111"/>
                </a:cubicBezTo>
                <a:cubicBezTo>
                  <a:pt x="892" y="19703"/>
                  <a:pt x="1214" y="18399"/>
                  <a:pt x="1858" y="17199"/>
                </a:cubicBezTo>
                <a:cubicBezTo>
                  <a:pt x="2502" y="15999"/>
                  <a:pt x="3378" y="15002"/>
                  <a:pt x="4488" y="14209"/>
                </a:cubicBezTo>
                <a:cubicBezTo>
                  <a:pt x="5320" y="13594"/>
                  <a:pt x="6455" y="13074"/>
                  <a:pt x="7891" y="12648"/>
                </a:cubicBezTo>
                <a:cubicBezTo>
                  <a:pt x="9328" y="12221"/>
                  <a:pt x="10868" y="12008"/>
                  <a:pt x="12513" y="12008"/>
                </a:cubicBezTo>
                <a:cubicBezTo>
                  <a:pt x="14990" y="12008"/>
                  <a:pt x="17164" y="12367"/>
                  <a:pt x="19037" y="13085"/>
                </a:cubicBezTo>
                <a:cubicBezTo>
                  <a:pt x="20909" y="13803"/>
                  <a:pt x="22291" y="14775"/>
                  <a:pt x="23183" y="16002"/>
                </a:cubicBezTo>
                <a:cubicBezTo>
                  <a:pt x="24075" y="17229"/>
                  <a:pt x="24689" y="18870"/>
                  <a:pt x="25026" y="20924"/>
                </a:cubicBezTo>
                <a:lnTo>
                  <a:pt x="19795" y="21638"/>
                </a:lnTo>
                <a:cubicBezTo>
                  <a:pt x="19557" y="20013"/>
                  <a:pt x="18868" y="18745"/>
                  <a:pt x="17729" y="17833"/>
                </a:cubicBezTo>
                <a:cubicBezTo>
                  <a:pt x="16590" y="16922"/>
                  <a:pt x="14980" y="16466"/>
                  <a:pt x="12899" y="16466"/>
                </a:cubicBezTo>
                <a:cubicBezTo>
                  <a:pt x="10442" y="16466"/>
                  <a:pt x="8689" y="16870"/>
                  <a:pt x="7639" y="17679"/>
                </a:cubicBezTo>
                <a:cubicBezTo>
                  <a:pt x="6588" y="18487"/>
                  <a:pt x="6063" y="19433"/>
                  <a:pt x="6063" y="20518"/>
                </a:cubicBezTo>
                <a:cubicBezTo>
                  <a:pt x="6063" y="21208"/>
                  <a:pt x="6281" y="21829"/>
                  <a:pt x="6717" y="22382"/>
                </a:cubicBezTo>
                <a:cubicBezTo>
                  <a:pt x="7153" y="22953"/>
                  <a:pt x="7837" y="23426"/>
                  <a:pt x="8768" y="23801"/>
                </a:cubicBezTo>
                <a:cubicBezTo>
                  <a:pt x="9303" y="23998"/>
                  <a:pt x="10878" y="24452"/>
                  <a:pt x="13494" y="25161"/>
                </a:cubicBezTo>
                <a:cubicBezTo>
                  <a:pt x="17278" y="26171"/>
                  <a:pt x="19919" y="26998"/>
                  <a:pt x="21415" y="27641"/>
                </a:cubicBezTo>
                <a:cubicBezTo>
                  <a:pt x="22911" y="28285"/>
                  <a:pt x="24085" y="29220"/>
                  <a:pt x="24937" y="30448"/>
                </a:cubicBezTo>
                <a:cubicBezTo>
                  <a:pt x="25789" y="31675"/>
                  <a:pt x="26215" y="33200"/>
                  <a:pt x="26215" y="35021"/>
                </a:cubicBezTo>
                <a:cubicBezTo>
                  <a:pt x="26215" y="36803"/>
                  <a:pt x="25695" y="38481"/>
                  <a:pt x="24654" y="40055"/>
                </a:cubicBezTo>
                <a:cubicBezTo>
                  <a:pt x="23614" y="41628"/>
                  <a:pt x="22113" y="42846"/>
                  <a:pt x="20151" y="43707"/>
                </a:cubicBezTo>
                <a:cubicBezTo>
                  <a:pt x="18190" y="44568"/>
                  <a:pt x="15971" y="44999"/>
                  <a:pt x="13494" y="44999"/>
                </a:cubicBezTo>
                <a:cubicBezTo>
                  <a:pt x="9392" y="44999"/>
                  <a:pt x="6266" y="44144"/>
                  <a:pt x="4116" y="42435"/>
                </a:cubicBezTo>
                <a:cubicBezTo>
                  <a:pt x="1967" y="40726"/>
                  <a:pt x="594" y="38193"/>
                  <a:pt x="0" y="34834"/>
                </a:cubicBezTo>
                <a:close/>
                <a:moveTo>
                  <a:pt x="32881" y="44286"/>
                </a:moveTo>
                <a:lnTo>
                  <a:pt x="32881" y="12721"/>
                </a:lnTo>
                <a:lnTo>
                  <a:pt x="37696" y="12721"/>
                </a:lnTo>
                <a:lnTo>
                  <a:pt x="37696" y="17476"/>
                </a:lnTo>
                <a:cubicBezTo>
                  <a:pt x="38925" y="15250"/>
                  <a:pt x="40059" y="13782"/>
                  <a:pt x="41099" y="13072"/>
                </a:cubicBezTo>
                <a:cubicBezTo>
                  <a:pt x="42140" y="12362"/>
                  <a:pt x="43284" y="12008"/>
                  <a:pt x="44532" y="12008"/>
                </a:cubicBezTo>
                <a:cubicBezTo>
                  <a:pt x="46335" y="12008"/>
                  <a:pt x="48168" y="12580"/>
                  <a:pt x="50031" y="13724"/>
                </a:cubicBezTo>
                <a:lnTo>
                  <a:pt x="48188" y="18665"/>
                </a:lnTo>
                <a:cubicBezTo>
                  <a:pt x="46880" y="17893"/>
                  <a:pt x="45572" y="17506"/>
                  <a:pt x="44265" y="17506"/>
                </a:cubicBezTo>
                <a:cubicBezTo>
                  <a:pt x="43096" y="17506"/>
                  <a:pt x="42045" y="17859"/>
                  <a:pt x="41114" y="18563"/>
                </a:cubicBezTo>
                <a:cubicBezTo>
                  <a:pt x="40183" y="19267"/>
                  <a:pt x="39519" y="20244"/>
                  <a:pt x="39123" y="21494"/>
                </a:cubicBezTo>
                <a:cubicBezTo>
                  <a:pt x="38528" y="23398"/>
                  <a:pt x="38231" y="25480"/>
                  <a:pt x="38231" y="27742"/>
                </a:cubicBezTo>
                <a:lnTo>
                  <a:pt x="38231" y="44286"/>
                </a:lnTo>
                <a:lnTo>
                  <a:pt x="32881" y="44286"/>
                </a:lnTo>
                <a:close/>
                <a:moveTo>
                  <a:pt x="73504" y="32694"/>
                </a:moveTo>
                <a:lnTo>
                  <a:pt x="78764" y="33378"/>
                </a:lnTo>
                <a:cubicBezTo>
                  <a:pt x="78190" y="37013"/>
                  <a:pt x="76719" y="39859"/>
                  <a:pt x="74351" y="41915"/>
                </a:cubicBezTo>
                <a:cubicBezTo>
                  <a:pt x="71983" y="43971"/>
                  <a:pt x="69075" y="44999"/>
                  <a:pt x="65627" y="44999"/>
                </a:cubicBezTo>
                <a:cubicBezTo>
                  <a:pt x="61308" y="44999"/>
                  <a:pt x="57835" y="43587"/>
                  <a:pt x="55210" y="40764"/>
                </a:cubicBezTo>
                <a:cubicBezTo>
                  <a:pt x="52584" y="37940"/>
                  <a:pt x="51272" y="33893"/>
                  <a:pt x="51272" y="28622"/>
                </a:cubicBezTo>
                <a:cubicBezTo>
                  <a:pt x="51272" y="25214"/>
                  <a:pt x="51836" y="22232"/>
                  <a:pt x="52966" y="19676"/>
                </a:cubicBezTo>
                <a:cubicBezTo>
                  <a:pt x="54095" y="17120"/>
                  <a:pt x="55814" y="15203"/>
                  <a:pt x="58123" y="13925"/>
                </a:cubicBezTo>
                <a:cubicBezTo>
                  <a:pt x="60431" y="12647"/>
                  <a:pt x="62942" y="12008"/>
                  <a:pt x="65657" y="12008"/>
                </a:cubicBezTo>
                <a:cubicBezTo>
                  <a:pt x="69085" y="12008"/>
                  <a:pt x="71889" y="12877"/>
                  <a:pt x="74068" y="14617"/>
                </a:cubicBezTo>
                <a:cubicBezTo>
                  <a:pt x="76248" y="16355"/>
                  <a:pt x="77645" y="18824"/>
                  <a:pt x="78259" y="22024"/>
                </a:cubicBezTo>
                <a:lnTo>
                  <a:pt x="73058" y="22826"/>
                </a:lnTo>
                <a:cubicBezTo>
                  <a:pt x="72562" y="20716"/>
                  <a:pt x="71686" y="19129"/>
                  <a:pt x="70427" y="18063"/>
                </a:cubicBezTo>
                <a:cubicBezTo>
                  <a:pt x="69169" y="16998"/>
                  <a:pt x="67648" y="16466"/>
                  <a:pt x="65865" y="16466"/>
                </a:cubicBezTo>
                <a:cubicBezTo>
                  <a:pt x="63170" y="16466"/>
                  <a:pt x="60981" y="17427"/>
                  <a:pt x="59297" y="19350"/>
                </a:cubicBezTo>
                <a:cubicBezTo>
                  <a:pt x="57612" y="21272"/>
                  <a:pt x="56770" y="24313"/>
                  <a:pt x="56770" y="28474"/>
                </a:cubicBezTo>
                <a:cubicBezTo>
                  <a:pt x="56770" y="32693"/>
                  <a:pt x="57583" y="35760"/>
                  <a:pt x="59207" y="37672"/>
                </a:cubicBezTo>
                <a:cubicBezTo>
                  <a:pt x="60832" y="39585"/>
                  <a:pt x="62952" y="40541"/>
                  <a:pt x="65568" y="40541"/>
                </a:cubicBezTo>
                <a:cubicBezTo>
                  <a:pt x="67668" y="40541"/>
                  <a:pt x="69422" y="39899"/>
                  <a:pt x="70829" y="38616"/>
                </a:cubicBezTo>
                <a:cubicBezTo>
                  <a:pt x="72235" y="37333"/>
                  <a:pt x="73127" y="35359"/>
                  <a:pt x="73504" y="32694"/>
                </a:cubicBezTo>
                <a:close/>
                <a:moveTo>
                  <a:pt x="79895" y="44999"/>
                </a:moveTo>
                <a:lnTo>
                  <a:pt x="92526" y="0"/>
                </a:lnTo>
                <a:lnTo>
                  <a:pt x="96806" y="0"/>
                </a:lnTo>
                <a:lnTo>
                  <a:pt x="84204" y="44999"/>
                </a:lnTo>
                <a:lnTo>
                  <a:pt x="79895" y="44999"/>
                </a:lnTo>
                <a:close/>
                <a:moveTo>
                  <a:pt x="101132" y="44286"/>
                </a:moveTo>
                <a:lnTo>
                  <a:pt x="101132" y="713"/>
                </a:lnTo>
                <a:lnTo>
                  <a:pt x="106482" y="713"/>
                </a:lnTo>
                <a:lnTo>
                  <a:pt x="106482" y="16347"/>
                </a:lnTo>
                <a:cubicBezTo>
                  <a:pt x="108979" y="13454"/>
                  <a:pt x="112129" y="12008"/>
                  <a:pt x="115934" y="12008"/>
                </a:cubicBezTo>
                <a:cubicBezTo>
                  <a:pt x="118272" y="12008"/>
                  <a:pt x="120303" y="12468"/>
                  <a:pt x="122027" y="13390"/>
                </a:cubicBezTo>
                <a:cubicBezTo>
                  <a:pt x="123751" y="14311"/>
                  <a:pt x="124984" y="15584"/>
                  <a:pt x="125727" y="17209"/>
                </a:cubicBezTo>
                <a:cubicBezTo>
                  <a:pt x="126470" y="18834"/>
                  <a:pt x="126842" y="21192"/>
                  <a:pt x="126842" y="24283"/>
                </a:cubicBezTo>
                <a:lnTo>
                  <a:pt x="126842" y="44286"/>
                </a:lnTo>
                <a:lnTo>
                  <a:pt x="121492" y="44286"/>
                </a:lnTo>
                <a:lnTo>
                  <a:pt x="121492" y="24283"/>
                </a:lnTo>
                <a:cubicBezTo>
                  <a:pt x="121492" y="21608"/>
                  <a:pt x="120912" y="19661"/>
                  <a:pt x="119753" y="18442"/>
                </a:cubicBezTo>
                <a:cubicBezTo>
                  <a:pt x="118594" y="17224"/>
                  <a:pt x="116954" y="16615"/>
                  <a:pt x="114834" y="16615"/>
                </a:cubicBezTo>
                <a:cubicBezTo>
                  <a:pt x="113249" y="16615"/>
                  <a:pt x="111758" y="17026"/>
                  <a:pt x="110361" y="17848"/>
                </a:cubicBezTo>
                <a:cubicBezTo>
                  <a:pt x="108964" y="18670"/>
                  <a:pt x="107968" y="19785"/>
                  <a:pt x="107374" y="21192"/>
                </a:cubicBezTo>
                <a:cubicBezTo>
                  <a:pt x="106780" y="22599"/>
                  <a:pt x="106482" y="24540"/>
                  <a:pt x="106482" y="27017"/>
                </a:cubicBezTo>
                <a:lnTo>
                  <a:pt x="106482" y="44286"/>
                </a:lnTo>
                <a:lnTo>
                  <a:pt x="101132" y="44286"/>
                </a:lnTo>
                <a:close/>
                <a:moveTo>
                  <a:pt x="156341" y="34121"/>
                </a:moveTo>
                <a:lnTo>
                  <a:pt x="161870" y="34804"/>
                </a:lnTo>
                <a:cubicBezTo>
                  <a:pt x="160998" y="38034"/>
                  <a:pt x="159383" y="40541"/>
                  <a:pt x="157025" y="42324"/>
                </a:cubicBezTo>
                <a:cubicBezTo>
                  <a:pt x="154667" y="44107"/>
                  <a:pt x="151655" y="44999"/>
                  <a:pt x="147990" y="44999"/>
                </a:cubicBezTo>
                <a:cubicBezTo>
                  <a:pt x="143373" y="44999"/>
                  <a:pt x="139712" y="43577"/>
                  <a:pt x="137007" y="40734"/>
                </a:cubicBezTo>
                <a:cubicBezTo>
                  <a:pt x="134303" y="37890"/>
                  <a:pt x="132950" y="33903"/>
                  <a:pt x="132950" y="28771"/>
                </a:cubicBezTo>
                <a:cubicBezTo>
                  <a:pt x="132950" y="23460"/>
                  <a:pt x="134318" y="19339"/>
                  <a:pt x="137052" y="16406"/>
                </a:cubicBezTo>
                <a:cubicBezTo>
                  <a:pt x="139786" y="13474"/>
                  <a:pt x="143333" y="12008"/>
                  <a:pt x="147692" y="12008"/>
                </a:cubicBezTo>
                <a:cubicBezTo>
                  <a:pt x="151913" y="12008"/>
                  <a:pt x="155361" y="13442"/>
                  <a:pt x="158036" y="16311"/>
                </a:cubicBezTo>
                <a:cubicBezTo>
                  <a:pt x="160711" y="19179"/>
                  <a:pt x="162048" y="23214"/>
                  <a:pt x="162048" y="28417"/>
                </a:cubicBezTo>
                <a:cubicBezTo>
                  <a:pt x="162048" y="28733"/>
                  <a:pt x="162038" y="29208"/>
                  <a:pt x="162018" y="29841"/>
                </a:cubicBezTo>
                <a:lnTo>
                  <a:pt x="138479" y="29841"/>
                </a:lnTo>
                <a:cubicBezTo>
                  <a:pt x="138677" y="33298"/>
                  <a:pt x="139658" y="35946"/>
                  <a:pt x="141421" y="37784"/>
                </a:cubicBezTo>
                <a:cubicBezTo>
                  <a:pt x="143185" y="39622"/>
                  <a:pt x="145384" y="40541"/>
                  <a:pt x="148019" y="40541"/>
                </a:cubicBezTo>
                <a:cubicBezTo>
                  <a:pt x="149981" y="40541"/>
                  <a:pt x="151655" y="40030"/>
                  <a:pt x="153042" y="39010"/>
                </a:cubicBezTo>
                <a:cubicBezTo>
                  <a:pt x="154429" y="37989"/>
                  <a:pt x="155529" y="36359"/>
                  <a:pt x="156341" y="34121"/>
                </a:cubicBezTo>
                <a:moveTo>
                  <a:pt x="138776" y="25382"/>
                </a:moveTo>
                <a:lnTo>
                  <a:pt x="156401" y="25382"/>
                </a:lnTo>
                <a:cubicBezTo>
                  <a:pt x="156163" y="22771"/>
                  <a:pt x="155489" y="20812"/>
                  <a:pt x="154380" y="19506"/>
                </a:cubicBezTo>
                <a:cubicBezTo>
                  <a:pt x="152676" y="17479"/>
                  <a:pt x="150466" y="16466"/>
                  <a:pt x="147752" y="16466"/>
                </a:cubicBezTo>
                <a:cubicBezTo>
                  <a:pt x="145295" y="16466"/>
                  <a:pt x="143229" y="17275"/>
                  <a:pt x="141555" y="18893"/>
                </a:cubicBezTo>
                <a:cubicBezTo>
                  <a:pt x="139881" y="20510"/>
                  <a:pt x="138954" y="22673"/>
                  <a:pt x="138776" y="25382"/>
                </a:cubicBezTo>
                <a:close/>
                <a:moveTo>
                  <a:pt x="168216" y="44286"/>
                </a:moveTo>
                <a:lnTo>
                  <a:pt x="168216" y="713"/>
                </a:lnTo>
                <a:lnTo>
                  <a:pt x="173566" y="713"/>
                </a:lnTo>
                <a:lnTo>
                  <a:pt x="173566" y="44286"/>
                </a:lnTo>
                <a:lnTo>
                  <a:pt x="168216" y="44286"/>
                </a:lnTo>
                <a:close/>
                <a:moveTo>
                  <a:pt x="181848" y="56412"/>
                </a:moveTo>
                <a:lnTo>
                  <a:pt x="181848" y="12721"/>
                </a:lnTo>
                <a:lnTo>
                  <a:pt x="186722" y="12721"/>
                </a:lnTo>
                <a:lnTo>
                  <a:pt x="186722" y="16793"/>
                </a:lnTo>
                <a:cubicBezTo>
                  <a:pt x="187871" y="15198"/>
                  <a:pt x="189169" y="14001"/>
                  <a:pt x="190616" y="13204"/>
                </a:cubicBezTo>
                <a:cubicBezTo>
                  <a:pt x="192062" y="12406"/>
                  <a:pt x="193816" y="12008"/>
                  <a:pt x="195876" y="12008"/>
                </a:cubicBezTo>
                <a:cubicBezTo>
                  <a:pt x="198571" y="12008"/>
                  <a:pt x="200949" y="12701"/>
                  <a:pt x="203010" y="14088"/>
                </a:cubicBezTo>
                <a:cubicBezTo>
                  <a:pt x="205070" y="15475"/>
                  <a:pt x="206626" y="17432"/>
                  <a:pt x="207676" y="19958"/>
                </a:cubicBezTo>
                <a:cubicBezTo>
                  <a:pt x="208726" y="22485"/>
                  <a:pt x="209251" y="25254"/>
                  <a:pt x="209251" y="28266"/>
                </a:cubicBezTo>
                <a:cubicBezTo>
                  <a:pt x="209251" y="31495"/>
                  <a:pt x="208672" y="34403"/>
                  <a:pt x="207512" y="36989"/>
                </a:cubicBezTo>
                <a:cubicBezTo>
                  <a:pt x="206353" y="39575"/>
                  <a:pt x="204669" y="41556"/>
                  <a:pt x="202460" y="42933"/>
                </a:cubicBezTo>
                <a:cubicBezTo>
                  <a:pt x="200250" y="44310"/>
                  <a:pt x="197927" y="44999"/>
                  <a:pt x="195490" y="44999"/>
                </a:cubicBezTo>
                <a:cubicBezTo>
                  <a:pt x="193707" y="44999"/>
                  <a:pt x="192107" y="44617"/>
                  <a:pt x="190690" y="43855"/>
                </a:cubicBezTo>
                <a:cubicBezTo>
                  <a:pt x="189273" y="43091"/>
                  <a:pt x="188109" y="42127"/>
                  <a:pt x="187198" y="40962"/>
                </a:cubicBezTo>
                <a:lnTo>
                  <a:pt x="187198" y="56412"/>
                </a:lnTo>
                <a:lnTo>
                  <a:pt x="181848" y="56412"/>
                </a:lnTo>
                <a:moveTo>
                  <a:pt x="186692" y="28637"/>
                </a:moveTo>
                <a:cubicBezTo>
                  <a:pt x="186692" y="32694"/>
                  <a:pt x="187515" y="35692"/>
                  <a:pt x="189159" y="37632"/>
                </a:cubicBezTo>
                <a:cubicBezTo>
                  <a:pt x="190804" y="39571"/>
                  <a:pt x="192795" y="40541"/>
                  <a:pt x="195133" y="40541"/>
                </a:cubicBezTo>
                <a:cubicBezTo>
                  <a:pt x="197511" y="40541"/>
                  <a:pt x="199547" y="39536"/>
                  <a:pt x="201241" y="37528"/>
                </a:cubicBezTo>
                <a:cubicBezTo>
                  <a:pt x="202935" y="35519"/>
                  <a:pt x="203782" y="32407"/>
                  <a:pt x="203782" y="28191"/>
                </a:cubicBezTo>
                <a:cubicBezTo>
                  <a:pt x="203782" y="24174"/>
                  <a:pt x="202955" y="21166"/>
                  <a:pt x="201301" y="19167"/>
                </a:cubicBezTo>
                <a:cubicBezTo>
                  <a:pt x="199646" y="17168"/>
                  <a:pt x="197670" y="16169"/>
                  <a:pt x="195371" y="16169"/>
                </a:cubicBezTo>
                <a:cubicBezTo>
                  <a:pt x="193092" y="16169"/>
                  <a:pt x="191076" y="17232"/>
                  <a:pt x="189323" y="19360"/>
                </a:cubicBezTo>
                <a:cubicBezTo>
                  <a:pt x="187569" y="21488"/>
                  <a:pt x="186692" y="24580"/>
                  <a:pt x="186692" y="28637"/>
                </a:cubicBezTo>
                <a:close/>
                <a:moveTo>
                  <a:pt x="237299" y="34121"/>
                </a:moveTo>
                <a:lnTo>
                  <a:pt x="242828" y="34804"/>
                </a:lnTo>
                <a:cubicBezTo>
                  <a:pt x="241956" y="38034"/>
                  <a:pt x="240341" y="40541"/>
                  <a:pt x="237983" y="42324"/>
                </a:cubicBezTo>
                <a:cubicBezTo>
                  <a:pt x="235625" y="44107"/>
                  <a:pt x="232613" y="44999"/>
                  <a:pt x="228947" y="44999"/>
                </a:cubicBezTo>
                <a:cubicBezTo>
                  <a:pt x="224331" y="44999"/>
                  <a:pt x="220670" y="43577"/>
                  <a:pt x="217965" y="40734"/>
                </a:cubicBezTo>
                <a:cubicBezTo>
                  <a:pt x="215261" y="37890"/>
                  <a:pt x="213908" y="33903"/>
                  <a:pt x="213908" y="28771"/>
                </a:cubicBezTo>
                <a:cubicBezTo>
                  <a:pt x="213908" y="23460"/>
                  <a:pt x="215275" y="19339"/>
                  <a:pt x="218010" y="16406"/>
                </a:cubicBezTo>
                <a:cubicBezTo>
                  <a:pt x="220744" y="13474"/>
                  <a:pt x="224291" y="12008"/>
                  <a:pt x="228650" y="12008"/>
                </a:cubicBezTo>
                <a:cubicBezTo>
                  <a:pt x="232871" y="12008"/>
                  <a:pt x="236319" y="13442"/>
                  <a:pt x="238993" y="16311"/>
                </a:cubicBezTo>
                <a:cubicBezTo>
                  <a:pt x="241668" y="19179"/>
                  <a:pt x="243006" y="23214"/>
                  <a:pt x="243006" y="28417"/>
                </a:cubicBezTo>
                <a:cubicBezTo>
                  <a:pt x="243006" y="28733"/>
                  <a:pt x="242996" y="29208"/>
                  <a:pt x="242976" y="29841"/>
                </a:cubicBezTo>
                <a:lnTo>
                  <a:pt x="219436" y="29841"/>
                </a:lnTo>
                <a:cubicBezTo>
                  <a:pt x="219635" y="33298"/>
                  <a:pt x="220615" y="35946"/>
                  <a:pt x="222379" y="37784"/>
                </a:cubicBezTo>
                <a:cubicBezTo>
                  <a:pt x="224142" y="39622"/>
                  <a:pt x="226342" y="40541"/>
                  <a:pt x="228977" y="40541"/>
                </a:cubicBezTo>
                <a:cubicBezTo>
                  <a:pt x="230939" y="40541"/>
                  <a:pt x="232613" y="40030"/>
                  <a:pt x="234000" y="39010"/>
                </a:cubicBezTo>
                <a:cubicBezTo>
                  <a:pt x="235387" y="37989"/>
                  <a:pt x="236487" y="36359"/>
                  <a:pt x="237299" y="34121"/>
                </a:cubicBezTo>
                <a:moveTo>
                  <a:pt x="219734" y="25382"/>
                </a:moveTo>
                <a:lnTo>
                  <a:pt x="237359" y="25382"/>
                </a:lnTo>
                <a:cubicBezTo>
                  <a:pt x="237121" y="22771"/>
                  <a:pt x="236447" y="20812"/>
                  <a:pt x="235338" y="19506"/>
                </a:cubicBezTo>
                <a:cubicBezTo>
                  <a:pt x="233634" y="17479"/>
                  <a:pt x="231424" y="16466"/>
                  <a:pt x="228710" y="16466"/>
                </a:cubicBezTo>
                <a:cubicBezTo>
                  <a:pt x="226253" y="16466"/>
                  <a:pt x="224187" y="17275"/>
                  <a:pt x="222513" y="18893"/>
                </a:cubicBezTo>
                <a:cubicBezTo>
                  <a:pt x="220838" y="20510"/>
                  <a:pt x="219912" y="22673"/>
                  <a:pt x="219734" y="25382"/>
                </a:cubicBezTo>
                <a:close/>
                <a:moveTo>
                  <a:pt x="249111" y="44286"/>
                </a:moveTo>
                <a:lnTo>
                  <a:pt x="249111" y="12721"/>
                </a:lnTo>
                <a:lnTo>
                  <a:pt x="253925" y="12721"/>
                </a:lnTo>
                <a:lnTo>
                  <a:pt x="253925" y="17476"/>
                </a:lnTo>
                <a:cubicBezTo>
                  <a:pt x="255154" y="15250"/>
                  <a:pt x="256288" y="13782"/>
                  <a:pt x="257329" y="13072"/>
                </a:cubicBezTo>
                <a:cubicBezTo>
                  <a:pt x="258369" y="12362"/>
                  <a:pt x="259513" y="12008"/>
                  <a:pt x="260762" y="12008"/>
                </a:cubicBezTo>
                <a:cubicBezTo>
                  <a:pt x="262565" y="12008"/>
                  <a:pt x="264398" y="12580"/>
                  <a:pt x="266260" y="13724"/>
                </a:cubicBezTo>
                <a:lnTo>
                  <a:pt x="264417" y="18665"/>
                </a:lnTo>
                <a:cubicBezTo>
                  <a:pt x="263110" y="17893"/>
                  <a:pt x="261802" y="17506"/>
                  <a:pt x="260494" y="17506"/>
                </a:cubicBezTo>
                <a:cubicBezTo>
                  <a:pt x="259325" y="17506"/>
                  <a:pt x="258275" y="17859"/>
                  <a:pt x="257344" y="18563"/>
                </a:cubicBezTo>
                <a:cubicBezTo>
                  <a:pt x="256412" y="19267"/>
                  <a:pt x="255748" y="20244"/>
                  <a:pt x="255352" y="21494"/>
                </a:cubicBezTo>
                <a:cubicBezTo>
                  <a:pt x="254758" y="23398"/>
                  <a:pt x="254460" y="25480"/>
                  <a:pt x="254460" y="27742"/>
                </a:cubicBezTo>
                <a:lnTo>
                  <a:pt x="254460" y="44286"/>
                </a:lnTo>
                <a:lnTo>
                  <a:pt x="249111" y="44286"/>
                </a:lnTo>
                <a:close/>
                <a:moveTo>
                  <a:pt x="266996" y="34834"/>
                </a:moveTo>
                <a:lnTo>
                  <a:pt x="272287" y="34002"/>
                </a:lnTo>
                <a:cubicBezTo>
                  <a:pt x="272584" y="36113"/>
                  <a:pt x="273411" y="37730"/>
                  <a:pt x="274768" y="38855"/>
                </a:cubicBezTo>
                <a:cubicBezTo>
                  <a:pt x="276126" y="39979"/>
                  <a:pt x="278023" y="40541"/>
                  <a:pt x="280460" y="40541"/>
                </a:cubicBezTo>
                <a:cubicBezTo>
                  <a:pt x="282917" y="40541"/>
                  <a:pt x="284740" y="40044"/>
                  <a:pt x="285929" y="39052"/>
                </a:cubicBezTo>
                <a:cubicBezTo>
                  <a:pt x="287118" y="38059"/>
                  <a:pt x="287712" y="36894"/>
                  <a:pt x="287712" y="35558"/>
                </a:cubicBezTo>
                <a:cubicBezTo>
                  <a:pt x="287712" y="34358"/>
                  <a:pt x="287187" y="33415"/>
                  <a:pt x="286137" y="32727"/>
                </a:cubicBezTo>
                <a:cubicBezTo>
                  <a:pt x="285404" y="32255"/>
                  <a:pt x="283581" y="31655"/>
                  <a:pt x="280668" y="30927"/>
                </a:cubicBezTo>
                <a:cubicBezTo>
                  <a:pt x="276745" y="29936"/>
                  <a:pt x="274025" y="29079"/>
                  <a:pt x="272510" y="28355"/>
                </a:cubicBezTo>
                <a:cubicBezTo>
                  <a:pt x="270994" y="27631"/>
                  <a:pt x="269845" y="26629"/>
                  <a:pt x="269062" y="25350"/>
                </a:cubicBezTo>
                <a:cubicBezTo>
                  <a:pt x="268279" y="24071"/>
                  <a:pt x="267888" y="22658"/>
                  <a:pt x="267888" y="21111"/>
                </a:cubicBezTo>
                <a:cubicBezTo>
                  <a:pt x="267888" y="19703"/>
                  <a:pt x="268210" y="18399"/>
                  <a:pt x="268854" y="17199"/>
                </a:cubicBezTo>
                <a:cubicBezTo>
                  <a:pt x="269498" y="15999"/>
                  <a:pt x="270375" y="15002"/>
                  <a:pt x="271484" y="14209"/>
                </a:cubicBezTo>
                <a:cubicBezTo>
                  <a:pt x="272316" y="13594"/>
                  <a:pt x="273451" y="13074"/>
                  <a:pt x="274887" y="12648"/>
                </a:cubicBezTo>
                <a:cubicBezTo>
                  <a:pt x="276324" y="12221"/>
                  <a:pt x="277865" y="12008"/>
                  <a:pt x="279509" y="12008"/>
                </a:cubicBezTo>
                <a:cubicBezTo>
                  <a:pt x="281986" y="12008"/>
                  <a:pt x="284161" y="12367"/>
                  <a:pt x="286033" y="13085"/>
                </a:cubicBezTo>
                <a:cubicBezTo>
                  <a:pt x="287906" y="13803"/>
                  <a:pt x="289288" y="14775"/>
                  <a:pt x="290179" y="16002"/>
                </a:cubicBezTo>
                <a:cubicBezTo>
                  <a:pt x="291071" y="17229"/>
                  <a:pt x="291685" y="18870"/>
                  <a:pt x="292022" y="20924"/>
                </a:cubicBezTo>
                <a:lnTo>
                  <a:pt x="286791" y="21638"/>
                </a:lnTo>
                <a:cubicBezTo>
                  <a:pt x="286553" y="20013"/>
                  <a:pt x="285865" y="18745"/>
                  <a:pt x="284725" y="17833"/>
                </a:cubicBezTo>
                <a:cubicBezTo>
                  <a:pt x="283586" y="16922"/>
                  <a:pt x="281976" y="16466"/>
                  <a:pt x="279896" y="16466"/>
                </a:cubicBezTo>
                <a:cubicBezTo>
                  <a:pt x="277439" y="16466"/>
                  <a:pt x="275685" y="16870"/>
                  <a:pt x="274635" y="17679"/>
                </a:cubicBezTo>
                <a:cubicBezTo>
                  <a:pt x="273585" y="18487"/>
                  <a:pt x="273059" y="19433"/>
                  <a:pt x="273059" y="20518"/>
                </a:cubicBezTo>
                <a:cubicBezTo>
                  <a:pt x="273059" y="21208"/>
                  <a:pt x="273277" y="21829"/>
                  <a:pt x="273713" y="22382"/>
                </a:cubicBezTo>
                <a:cubicBezTo>
                  <a:pt x="274149" y="22953"/>
                  <a:pt x="274833" y="23426"/>
                  <a:pt x="275764" y="23801"/>
                </a:cubicBezTo>
                <a:cubicBezTo>
                  <a:pt x="276299" y="23998"/>
                  <a:pt x="277874" y="24452"/>
                  <a:pt x="280490" y="25161"/>
                </a:cubicBezTo>
                <a:cubicBezTo>
                  <a:pt x="284275" y="26171"/>
                  <a:pt x="286915" y="26998"/>
                  <a:pt x="288411" y="27641"/>
                </a:cubicBezTo>
                <a:cubicBezTo>
                  <a:pt x="289907" y="28285"/>
                  <a:pt x="291081" y="29220"/>
                  <a:pt x="291933" y="30448"/>
                </a:cubicBezTo>
                <a:cubicBezTo>
                  <a:pt x="292785" y="31675"/>
                  <a:pt x="293211" y="33200"/>
                  <a:pt x="293211" y="35021"/>
                </a:cubicBezTo>
                <a:cubicBezTo>
                  <a:pt x="293211" y="36803"/>
                  <a:pt x="292691" y="38481"/>
                  <a:pt x="291651" y="40055"/>
                </a:cubicBezTo>
                <a:cubicBezTo>
                  <a:pt x="290610" y="41628"/>
                  <a:pt x="289109" y="42846"/>
                  <a:pt x="287148" y="43707"/>
                </a:cubicBezTo>
                <a:cubicBezTo>
                  <a:pt x="285186" y="44568"/>
                  <a:pt x="282967" y="44999"/>
                  <a:pt x="280490" y="44999"/>
                </a:cubicBezTo>
                <a:cubicBezTo>
                  <a:pt x="276388" y="44999"/>
                  <a:pt x="273263" y="44144"/>
                  <a:pt x="271113" y="42435"/>
                </a:cubicBezTo>
                <a:cubicBezTo>
                  <a:pt x="268963" y="40726"/>
                  <a:pt x="267591" y="38193"/>
                  <a:pt x="266996" y="34834"/>
                </a:cubicBezTo>
                <a:close/>
                <a:moveTo>
                  <a:pt x="295924" y="44999"/>
                </a:moveTo>
                <a:lnTo>
                  <a:pt x="308556" y="0"/>
                </a:lnTo>
                <a:lnTo>
                  <a:pt x="312836" y="0"/>
                </a:lnTo>
                <a:lnTo>
                  <a:pt x="300234" y="44999"/>
                </a:lnTo>
                <a:lnTo>
                  <a:pt x="295924" y="44999"/>
                </a:lnTo>
                <a:close/>
                <a:moveTo>
                  <a:pt x="317163" y="44286"/>
                </a:moveTo>
                <a:lnTo>
                  <a:pt x="317163" y="713"/>
                </a:lnTo>
                <a:lnTo>
                  <a:pt x="322513" y="713"/>
                </a:lnTo>
                <a:lnTo>
                  <a:pt x="322513" y="16347"/>
                </a:lnTo>
                <a:cubicBezTo>
                  <a:pt x="325010" y="13454"/>
                  <a:pt x="328160" y="12008"/>
                  <a:pt x="331965" y="12008"/>
                </a:cubicBezTo>
                <a:cubicBezTo>
                  <a:pt x="334303" y="12008"/>
                  <a:pt x="336334" y="12468"/>
                  <a:pt x="338058" y="13390"/>
                </a:cubicBezTo>
                <a:cubicBezTo>
                  <a:pt x="339781" y="14311"/>
                  <a:pt x="341015" y="15584"/>
                  <a:pt x="341758" y="17209"/>
                </a:cubicBezTo>
                <a:cubicBezTo>
                  <a:pt x="342501" y="18834"/>
                  <a:pt x="342872" y="21192"/>
                  <a:pt x="342872" y="24283"/>
                </a:cubicBezTo>
                <a:lnTo>
                  <a:pt x="342872" y="44286"/>
                </a:lnTo>
                <a:lnTo>
                  <a:pt x="337523" y="44286"/>
                </a:lnTo>
                <a:lnTo>
                  <a:pt x="337523" y="24283"/>
                </a:lnTo>
                <a:cubicBezTo>
                  <a:pt x="337523" y="21608"/>
                  <a:pt x="336943" y="19661"/>
                  <a:pt x="335784" y="18442"/>
                </a:cubicBezTo>
                <a:cubicBezTo>
                  <a:pt x="334625" y="17224"/>
                  <a:pt x="332985" y="16615"/>
                  <a:pt x="330865" y="16615"/>
                </a:cubicBezTo>
                <a:cubicBezTo>
                  <a:pt x="329280" y="16615"/>
                  <a:pt x="327789" y="17026"/>
                  <a:pt x="326392" y="17848"/>
                </a:cubicBezTo>
                <a:cubicBezTo>
                  <a:pt x="324995" y="18670"/>
                  <a:pt x="323999" y="19785"/>
                  <a:pt x="323405" y="21192"/>
                </a:cubicBezTo>
                <a:cubicBezTo>
                  <a:pt x="322810" y="22599"/>
                  <a:pt x="322513" y="24540"/>
                  <a:pt x="322513" y="27017"/>
                </a:cubicBezTo>
                <a:lnTo>
                  <a:pt x="322513" y="44286"/>
                </a:lnTo>
                <a:lnTo>
                  <a:pt x="317163" y="44286"/>
                </a:lnTo>
                <a:close/>
                <a:moveTo>
                  <a:pt x="372371" y="34121"/>
                </a:moveTo>
                <a:lnTo>
                  <a:pt x="377900" y="34804"/>
                </a:lnTo>
                <a:cubicBezTo>
                  <a:pt x="377028" y="38034"/>
                  <a:pt x="375413" y="40541"/>
                  <a:pt x="373055" y="42324"/>
                </a:cubicBezTo>
                <a:cubicBezTo>
                  <a:pt x="370697" y="44107"/>
                  <a:pt x="367685" y="44999"/>
                  <a:pt x="364020" y="44999"/>
                </a:cubicBezTo>
                <a:cubicBezTo>
                  <a:pt x="359403" y="44999"/>
                  <a:pt x="355742" y="43577"/>
                  <a:pt x="353037" y="40734"/>
                </a:cubicBezTo>
                <a:cubicBezTo>
                  <a:pt x="350333" y="37890"/>
                  <a:pt x="348980" y="33903"/>
                  <a:pt x="348980" y="28771"/>
                </a:cubicBezTo>
                <a:cubicBezTo>
                  <a:pt x="348980" y="23460"/>
                  <a:pt x="350347" y="19339"/>
                  <a:pt x="353082" y="16406"/>
                </a:cubicBezTo>
                <a:cubicBezTo>
                  <a:pt x="355816" y="13474"/>
                  <a:pt x="359363" y="12008"/>
                  <a:pt x="363722" y="12008"/>
                </a:cubicBezTo>
                <a:cubicBezTo>
                  <a:pt x="367943" y="12008"/>
                  <a:pt x="371391" y="13442"/>
                  <a:pt x="374066" y="16311"/>
                </a:cubicBezTo>
                <a:cubicBezTo>
                  <a:pt x="376740" y="19179"/>
                  <a:pt x="378078" y="23214"/>
                  <a:pt x="378078" y="28417"/>
                </a:cubicBezTo>
                <a:cubicBezTo>
                  <a:pt x="378078" y="28733"/>
                  <a:pt x="378068" y="29208"/>
                  <a:pt x="378048" y="29841"/>
                </a:cubicBezTo>
                <a:lnTo>
                  <a:pt x="354509" y="29841"/>
                </a:lnTo>
                <a:cubicBezTo>
                  <a:pt x="354707" y="33298"/>
                  <a:pt x="355687" y="35946"/>
                  <a:pt x="357451" y="37784"/>
                </a:cubicBezTo>
                <a:cubicBezTo>
                  <a:pt x="359214" y="39622"/>
                  <a:pt x="361414" y="40541"/>
                  <a:pt x="364049" y="40541"/>
                </a:cubicBezTo>
                <a:cubicBezTo>
                  <a:pt x="366011" y="40541"/>
                  <a:pt x="367685" y="40030"/>
                  <a:pt x="369072" y="39010"/>
                </a:cubicBezTo>
                <a:cubicBezTo>
                  <a:pt x="370459" y="37989"/>
                  <a:pt x="371559" y="36359"/>
                  <a:pt x="372371" y="34121"/>
                </a:cubicBezTo>
                <a:moveTo>
                  <a:pt x="354806" y="25382"/>
                </a:moveTo>
                <a:lnTo>
                  <a:pt x="372431" y="25382"/>
                </a:lnTo>
                <a:cubicBezTo>
                  <a:pt x="372193" y="22771"/>
                  <a:pt x="371519" y="20812"/>
                  <a:pt x="370410" y="19506"/>
                </a:cubicBezTo>
                <a:cubicBezTo>
                  <a:pt x="368706" y="17479"/>
                  <a:pt x="366496" y="16466"/>
                  <a:pt x="363782" y="16466"/>
                </a:cubicBezTo>
                <a:cubicBezTo>
                  <a:pt x="361325" y="16466"/>
                  <a:pt x="359259" y="17275"/>
                  <a:pt x="357585" y="18893"/>
                </a:cubicBezTo>
                <a:cubicBezTo>
                  <a:pt x="355910" y="20510"/>
                  <a:pt x="354984" y="22673"/>
                  <a:pt x="354806" y="25382"/>
                </a:cubicBezTo>
                <a:close/>
                <a:moveTo>
                  <a:pt x="384245" y="44286"/>
                </a:moveTo>
                <a:lnTo>
                  <a:pt x="384245" y="713"/>
                </a:lnTo>
                <a:lnTo>
                  <a:pt x="389595" y="713"/>
                </a:lnTo>
                <a:lnTo>
                  <a:pt x="389595" y="44286"/>
                </a:lnTo>
                <a:lnTo>
                  <a:pt x="384245" y="44286"/>
                </a:lnTo>
                <a:close/>
                <a:moveTo>
                  <a:pt x="397877" y="56412"/>
                </a:moveTo>
                <a:lnTo>
                  <a:pt x="397877" y="12721"/>
                </a:lnTo>
                <a:lnTo>
                  <a:pt x="402752" y="12721"/>
                </a:lnTo>
                <a:lnTo>
                  <a:pt x="402752" y="16793"/>
                </a:lnTo>
                <a:cubicBezTo>
                  <a:pt x="403901" y="15198"/>
                  <a:pt x="405199" y="14001"/>
                  <a:pt x="406645" y="13204"/>
                </a:cubicBezTo>
                <a:cubicBezTo>
                  <a:pt x="408092" y="12406"/>
                  <a:pt x="409845" y="12008"/>
                  <a:pt x="411906" y="12008"/>
                </a:cubicBezTo>
                <a:cubicBezTo>
                  <a:pt x="414601" y="12008"/>
                  <a:pt x="416978" y="12701"/>
                  <a:pt x="419039" y="14088"/>
                </a:cubicBezTo>
                <a:cubicBezTo>
                  <a:pt x="421100" y="15475"/>
                  <a:pt x="422655" y="17432"/>
                  <a:pt x="423705" y="19958"/>
                </a:cubicBezTo>
                <a:cubicBezTo>
                  <a:pt x="424756" y="22485"/>
                  <a:pt x="425281" y="25254"/>
                  <a:pt x="425281" y="28266"/>
                </a:cubicBezTo>
                <a:cubicBezTo>
                  <a:pt x="425281" y="31495"/>
                  <a:pt x="424701" y="34403"/>
                  <a:pt x="423542" y="36989"/>
                </a:cubicBezTo>
                <a:cubicBezTo>
                  <a:pt x="422383" y="39575"/>
                  <a:pt x="420699" y="41556"/>
                  <a:pt x="418489" y="42933"/>
                </a:cubicBezTo>
                <a:cubicBezTo>
                  <a:pt x="416280" y="44310"/>
                  <a:pt x="413957" y="44999"/>
                  <a:pt x="411519" y="44999"/>
                </a:cubicBezTo>
                <a:cubicBezTo>
                  <a:pt x="409736" y="44999"/>
                  <a:pt x="408136" y="44617"/>
                  <a:pt x="406719" y="43855"/>
                </a:cubicBezTo>
                <a:cubicBezTo>
                  <a:pt x="405303" y="43091"/>
                  <a:pt x="404139" y="42127"/>
                  <a:pt x="403227" y="40962"/>
                </a:cubicBezTo>
                <a:lnTo>
                  <a:pt x="403227" y="56412"/>
                </a:lnTo>
                <a:lnTo>
                  <a:pt x="397877" y="56412"/>
                </a:lnTo>
                <a:moveTo>
                  <a:pt x="402722" y="28637"/>
                </a:moveTo>
                <a:cubicBezTo>
                  <a:pt x="402722" y="32694"/>
                  <a:pt x="403544" y="35692"/>
                  <a:pt x="405189" y="37632"/>
                </a:cubicBezTo>
                <a:cubicBezTo>
                  <a:pt x="406833" y="39571"/>
                  <a:pt x="408825" y="40541"/>
                  <a:pt x="411163" y="40541"/>
                </a:cubicBezTo>
                <a:cubicBezTo>
                  <a:pt x="413541" y="40541"/>
                  <a:pt x="415577" y="39536"/>
                  <a:pt x="417271" y="37528"/>
                </a:cubicBezTo>
                <a:cubicBezTo>
                  <a:pt x="418965" y="35519"/>
                  <a:pt x="419812" y="32407"/>
                  <a:pt x="419812" y="28191"/>
                </a:cubicBezTo>
                <a:cubicBezTo>
                  <a:pt x="419812" y="24174"/>
                  <a:pt x="418985" y="21166"/>
                  <a:pt x="417330" y="19167"/>
                </a:cubicBezTo>
                <a:cubicBezTo>
                  <a:pt x="415676" y="17168"/>
                  <a:pt x="413699" y="16169"/>
                  <a:pt x="411401" y="16169"/>
                </a:cubicBezTo>
                <a:cubicBezTo>
                  <a:pt x="409122" y="16169"/>
                  <a:pt x="407106" y="17232"/>
                  <a:pt x="405352" y="19360"/>
                </a:cubicBezTo>
                <a:cubicBezTo>
                  <a:pt x="403599" y="21488"/>
                  <a:pt x="402722" y="24580"/>
                  <a:pt x="402722" y="28637"/>
                </a:cubicBezTo>
                <a:close/>
                <a:moveTo>
                  <a:pt x="453329" y="34121"/>
                </a:moveTo>
                <a:lnTo>
                  <a:pt x="458857" y="34804"/>
                </a:lnTo>
                <a:cubicBezTo>
                  <a:pt x="457985" y="38034"/>
                  <a:pt x="456370" y="40541"/>
                  <a:pt x="454013" y="42324"/>
                </a:cubicBezTo>
                <a:cubicBezTo>
                  <a:pt x="451655" y="44107"/>
                  <a:pt x="448643" y="44999"/>
                  <a:pt x="444977" y="44999"/>
                </a:cubicBezTo>
                <a:cubicBezTo>
                  <a:pt x="440360" y="44999"/>
                  <a:pt x="436700" y="43577"/>
                  <a:pt x="433995" y="40734"/>
                </a:cubicBezTo>
                <a:cubicBezTo>
                  <a:pt x="431290" y="37890"/>
                  <a:pt x="429938" y="33903"/>
                  <a:pt x="429938" y="28771"/>
                </a:cubicBezTo>
                <a:cubicBezTo>
                  <a:pt x="429938" y="23460"/>
                  <a:pt x="431305" y="19339"/>
                  <a:pt x="434039" y="16406"/>
                </a:cubicBezTo>
                <a:cubicBezTo>
                  <a:pt x="436774" y="13474"/>
                  <a:pt x="440321" y="12008"/>
                  <a:pt x="444680" y="12008"/>
                </a:cubicBezTo>
                <a:cubicBezTo>
                  <a:pt x="448900" y="12008"/>
                  <a:pt x="452348" y="13442"/>
                  <a:pt x="455023" y="16311"/>
                </a:cubicBezTo>
                <a:cubicBezTo>
                  <a:pt x="457698" y="19179"/>
                  <a:pt x="459036" y="23214"/>
                  <a:pt x="459036" y="28417"/>
                </a:cubicBezTo>
                <a:cubicBezTo>
                  <a:pt x="459036" y="28733"/>
                  <a:pt x="459026" y="29208"/>
                  <a:pt x="459006" y="29841"/>
                </a:cubicBezTo>
                <a:lnTo>
                  <a:pt x="435466" y="29841"/>
                </a:lnTo>
                <a:cubicBezTo>
                  <a:pt x="435664" y="33298"/>
                  <a:pt x="436645" y="35946"/>
                  <a:pt x="438409" y="37784"/>
                </a:cubicBezTo>
                <a:cubicBezTo>
                  <a:pt x="440172" y="39622"/>
                  <a:pt x="442371" y="40541"/>
                  <a:pt x="445007" y="40541"/>
                </a:cubicBezTo>
                <a:cubicBezTo>
                  <a:pt x="446968" y="40541"/>
                  <a:pt x="448643" y="40030"/>
                  <a:pt x="450030" y="39010"/>
                </a:cubicBezTo>
                <a:cubicBezTo>
                  <a:pt x="451417" y="37989"/>
                  <a:pt x="452517" y="36359"/>
                  <a:pt x="453329" y="34121"/>
                </a:cubicBezTo>
                <a:moveTo>
                  <a:pt x="435763" y="25382"/>
                </a:moveTo>
                <a:lnTo>
                  <a:pt x="453388" y="25382"/>
                </a:lnTo>
                <a:cubicBezTo>
                  <a:pt x="453151" y="22771"/>
                  <a:pt x="452477" y="20812"/>
                  <a:pt x="451367" y="19506"/>
                </a:cubicBezTo>
                <a:cubicBezTo>
                  <a:pt x="449663" y="17479"/>
                  <a:pt x="447454" y="16466"/>
                  <a:pt x="444739" y="16466"/>
                </a:cubicBezTo>
                <a:cubicBezTo>
                  <a:pt x="442282" y="16466"/>
                  <a:pt x="440217" y="17275"/>
                  <a:pt x="438542" y="18893"/>
                </a:cubicBezTo>
                <a:cubicBezTo>
                  <a:pt x="436868" y="20510"/>
                  <a:pt x="435942" y="22673"/>
                  <a:pt x="435763" y="25382"/>
                </a:cubicBezTo>
                <a:close/>
                <a:moveTo>
                  <a:pt x="465141" y="44286"/>
                </a:moveTo>
                <a:lnTo>
                  <a:pt x="465141" y="12721"/>
                </a:lnTo>
                <a:lnTo>
                  <a:pt x="469956" y="12721"/>
                </a:lnTo>
                <a:lnTo>
                  <a:pt x="469956" y="17476"/>
                </a:lnTo>
                <a:cubicBezTo>
                  <a:pt x="471184" y="15250"/>
                  <a:pt x="472319" y="13782"/>
                  <a:pt x="473359" y="13072"/>
                </a:cubicBezTo>
                <a:cubicBezTo>
                  <a:pt x="474399" y="12362"/>
                  <a:pt x="475544" y="12008"/>
                  <a:pt x="476792" y="12008"/>
                </a:cubicBezTo>
                <a:cubicBezTo>
                  <a:pt x="478595" y="12008"/>
                  <a:pt x="480428" y="12580"/>
                  <a:pt x="482291" y="13724"/>
                </a:cubicBezTo>
                <a:lnTo>
                  <a:pt x="480448" y="18665"/>
                </a:lnTo>
                <a:cubicBezTo>
                  <a:pt x="479140" y="17893"/>
                  <a:pt x="477832" y="17506"/>
                  <a:pt x="476524" y="17506"/>
                </a:cubicBezTo>
                <a:cubicBezTo>
                  <a:pt x="475355" y="17506"/>
                  <a:pt x="474305" y="17859"/>
                  <a:pt x="473374" y="18563"/>
                </a:cubicBezTo>
                <a:cubicBezTo>
                  <a:pt x="472443" y="19267"/>
                  <a:pt x="471779" y="20244"/>
                  <a:pt x="471383" y="21494"/>
                </a:cubicBezTo>
                <a:cubicBezTo>
                  <a:pt x="470788" y="23398"/>
                  <a:pt x="470491" y="25480"/>
                  <a:pt x="470491" y="27742"/>
                </a:cubicBezTo>
                <a:lnTo>
                  <a:pt x="470491" y="44286"/>
                </a:lnTo>
                <a:lnTo>
                  <a:pt x="465141" y="44286"/>
                </a:lnTo>
                <a:close/>
                <a:moveTo>
                  <a:pt x="483026" y="34834"/>
                </a:moveTo>
                <a:lnTo>
                  <a:pt x="488316" y="34002"/>
                </a:lnTo>
                <a:cubicBezTo>
                  <a:pt x="488614" y="36113"/>
                  <a:pt x="489441" y="37730"/>
                  <a:pt x="490798" y="38855"/>
                </a:cubicBezTo>
                <a:cubicBezTo>
                  <a:pt x="492155" y="39979"/>
                  <a:pt x="494053" y="40541"/>
                  <a:pt x="496490" y="40541"/>
                </a:cubicBezTo>
                <a:cubicBezTo>
                  <a:pt x="498947" y="40541"/>
                  <a:pt x="500770" y="40044"/>
                  <a:pt x="501959" y="39052"/>
                </a:cubicBezTo>
                <a:cubicBezTo>
                  <a:pt x="503148" y="38059"/>
                  <a:pt x="503742" y="36894"/>
                  <a:pt x="503742" y="35558"/>
                </a:cubicBezTo>
                <a:cubicBezTo>
                  <a:pt x="503742" y="34358"/>
                  <a:pt x="503217" y="33415"/>
                  <a:pt x="502167" y="32727"/>
                </a:cubicBezTo>
                <a:cubicBezTo>
                  <a:pt x="501434" y="32255"/>
                  <a:pt x="499611" y="31655"/>
                  <a:pt x="496698" y="30927"/>
                </a:cubicBezTo>
                <a:cubicBezTo>
                  <a:pt x="492775" y="29936"/>
                  <a:pt x="490055" y="29079"/>
                  <a:pt x="488539" y="28355"/>
                </a:cubicBezTo>
                <a:cubicBezTo>
                  <a:pt x="487023" y="27631"/>
                  <a:pt x="485874" y="26629"/>
                  <a:pt x="485091" y="25350"/>
                </a:cubicBezTo>
                <a:cubicBezTo>
                  <a:pt x="484309" y="24071"/>
                  <a:pt x="483917" y="22658"/>
                  <a:pt x="483917" y="21111"/>
                </a:cubicBezTo>
                <a:cubicBezTo>
                  <a:pt x="483917" y="19703"/>
                  <a:pt x="484239" y="18399"/>
                  <a:pt x="484883" y="17199"/>
                </a:cubicBezTo>
                <a:cubicBezTo>
                  <a:pt x="485527" y="15999"/>
                  <a:pt x="486404" y="15002"/>
                  <a:pt x="487514" y="14209"/>
                </a:cubicBezTo>
                <a:cubicBezTo>
                  <a:pt x="488346" y="13594"/>
                  <a:pt x="489480" y="13074"/>
                  <a:pt x="490917" y="12648"/>
                </a:cubicBezTo>
                <a:cubicBezTo>
                  <a:pt x="492354" y="12221"/>
                  <a:pt x="493894" y="12008"/>
                  <a:pt x="495539" y="12008"/>
                </a:cubicBezTo>
                <a:cubicBezTo>
                  <a:pt x="498016" y="12008"/>
                  <a:pt x="500190" y="12367"/>
                  <a:pt x="502063" y="13085"/>
                </a:cubicBezTo>
                <a:cubicBezTo>
                  <a:pt x="503935" y="13803"/>
                  <a:pt x="505317" y="14775"/>
                  <a:pt x="506209" y="16002"/>
                </a:cubicBezTo>
                <a:cubicBezTo>
                  <a:pt x="507101" y="17229"/>
                  <a:pt x="507715" y="18870"/>
                  <a:pt x="508052" y="20924"/>
                </a:cubicBezTo>
                <a:lnTo>
                  <a:pt x="502821" y="21638"/>
                </a:lnTo>
                <a:cubicBezTo>
                  <a:pt x="502583" y="20013"/>
                  <a:pt x="501894" y="18745"/>
                  <a:pt x="500755" y="17833"/>
                </a:cubicBezTo>
                <a:cubicBezTo>
                  <a:pt x="499616" y="16922"/>
                  <a:pt x="498006" y="16466"/>
                  <a:pt x="495925" y="16466"/>
                </a:cubicBezTo>
                <a:cubicBezTo>
                  <a:pt x="493468" y="16466"/>
                  <a:pt x="491714" y="16870"/>
                  <a:pt x="490664" y="17679"/>
                </a:cubicBezTo>
                <a:cubicBezTo>
                  <a:pt x="489614" y="18487"/>
                  <a:pt x="489089" y="19433"/>
                  <a:pt x="489089" y="20518"/>
                </a:cubicBezTo>
                <a:cubicBezTo>
                  <a:pt x="489089" y="21208"/>
                  <a:pt x="489307" y="21829"/>
                  <a:pt x="489743" y="22382"/>
                </a:cubicBezTo>
                <a:cubicBezTo>
                  <a:pt x="490179" y="22953"/>
                  <a:pt x="490862" y="23426"/>
                  <a:pt x="491794" y="23801"/>
                </a:cubicBezTo>
                <a:cubicBezTo>
                  <a:pt x="492329" y="23998"/>
                  <a:pt x="493904" y="24452"/>
                  <a:pt x="496520" y="25161"/>
                </a:cubicBezTo>
                <a:cubicBezTo>
                  <a:pt x="500304" y="26171"/>
                  <a:pt x="502944" y="26998"/>
                  <a:pt x="504440" y="27641"/>
                </a:cubicBezTo>
                <a:cubicBezTo>
                  <a:pt x="505936" y="28285"/>
                  <a:pt x="507110" y="29220"/>
                  <a:pt x="507962" y="30448"/>
                </a:cubicBezTo>
                <a:cubicBezTo>
                  <a:pt x="508814" y="31675"/>
                  <a:pt x="509240" y="33200"/>
                  <a:pt x="509240" y="35021"/>
                </a:cubicBezTo>
                <a:cubicBezTo>
                  <a:pt x="509240" y="36803"/>
                  <a:pt x="508720" y="38481"/>
                  <a:pt x="507680" y="40055"/>
                </a:cubicBezTo>
                <a:cubicBezTo>
                  <a:pt x="506640" y="41628"/>
                  <a:pt x="505139" y="42846"/>
                  <a:pt x="503177" y="43707"/>
                </a:cubicBezTo>
                <a:cubicBezTo>
                  <a:pt x="501216" y="44568"/>
                  <a:pt x="498996" y="44999"/>
                  <a:pt x="496520" y="44999"/>
                </a:cubicBezTo>
                <a:cubicBezTo>
                  <a:pt x="492418" y="44999"/>
                  <a:pt x="489292" y="44144"/>
                  <a:pt x="487142" y="42435"/>
                </a:cubicBezTo>
                <a:cubicBezTo>
                  <a:pt x="484992" y="40726"/>
                  <a:pt x="483620" y="38193"/>
                  <a:pt x="483026" y="34834"/>
                </a:cubicBezTo>
                <a:close/>
                <a:moveTo>
                  <a:pt x="517482" y="44286"/>
                </a:moveTo>
                <a:lnTo>
                  <a:pt x="517482" y="38163"/>
                </a:lnTo>
                <a:lnTo>
                  <a:pt x="523575" y="38163"/>
                </a:lnTo>
                <a:lnTo>
                  <a:pt x="523575" y="44286"/>
                </a:lnTo>
                <a:lnTo>
                  <a:pt x="517482" y="44286"/>
                </a:lnTo>
                <a:close/>
                <a:moveTo>
                  <a:pt x="531052" y="34834"/>
                </a:moveTo>
                <a:lnTo>
                  <a:pt x="536343" y="34002"/>
                </a:lnTo>
                <a:cubicBezTo>
                  <a:pt x="536640" y="36113"/>
                  <a:pt x="537467" y="37730"/>
                  <a:pt x="538824" y="38855"/>
                </a:cubicBezTo>
                <a:cubicBezTo>
                  <a:pt x="540182" y="39979"/>
                  <a:pt x="542079" y="40541"/>
                  <a:pt x="544516" y="40541"/>
                </a:cubicBezTo>
                <a:cubicBezTo>
                  <a:pt x="546973" y="40541"/>
                  <a:pt x="548796" y="40044"/>
                  <a:pt x="549985" y="39052"/>
                </a:cubicBezTo>
                <a:cubicBezTo>
                  <a:pt x="551174" y="38059"/>
                  <a:pt x="551768" y="36894"/>
                  <a:pt x="551768" y="35558"/>
                </a:cubicBezTo>
                <a:cubicBezTo>
                  <a:pt x="551768" y="34358"/>
                  <a:pt x="551243" y="33415"/>
                  <a:pt x="550193" y="32727"/>
                </a:cubicBezTo>
                <a:cubicBezTo>
                  <a:pt x="549460" y="32255"/>
                  <a:pt x="547637" y="31655"/>
                  <a:pt x="544724" y="30927"/>
                </a:cubicBezTo>
                <a:cubicBezTo>
                  <a:pt x="540801" y="29936"/>
                  <a:pt x="538081" y="29079"/>
                  <a:pt x="536565" y="28355"/>
                </a:cubicBezTo>
                <a:cubicBezTo>
                  <a:pt x="535050" y="27631"/>
                  <a:pt x="533900" y="26629"/>
                  <a:pt x="533118" y="25350"/>
                </a:cubicBezTo>
                <a:cubicBezTo>
                  <a:pt x="532335" y="24071"/>
                  <a:pt x="531944" y="22658"/>
                  <a:pt x="531944" y="21111"/>
                </a:cubicBezTo>
                <a:cubicBezTo>
                  <a:pt x="531944" y="19703"/>
                  <a:pt x="532266" y="18399"/>
                  <a:pt x="532910" y="17199"/>
                </a:cubicBezTo>
                <a:cubicBezTo>
                  <a:pt x="533554" y="15999"/>
                  <a:pt x="534430" y="15002"/>
                  <a:pt x="535540" y="14209"/>
                </a:cubicBezTo>
                <a:cubicBezTo>
                  <a:pt x="536372" y="13594"/>
                  <a:pt x="537507" y="13074"/>
                  <a:pt x="538943" y="12648"/>
                </a:cubicBezTo>
                <a:cubicBezTo>
                  <a:pt x="540380" y="12221"/>
                  <a:pt x="541920" y="12008"/>
                  <a:pt x="543565" y="12008"/>
                </a:cubicBezTo>
                <a:cubicBezTo>
                  <a:pt x="546042" y="12008"/>
                  <a:pt x="548216" y="12367"/>
                  <a:pt x="550089" y="13085"/>
                </a:cubicBezTo>
                <a:cubicBezTo>
                  <a:pt x="551961" y="13803"/>
                  <a:pt x="553343" y="14775"/>
                  <a:pt x="554235" y="16002"/>
                </a:cubicBezTo>
                <a:cubicBezTo>
                  <a:pt x="555127" y="17229"/>
                  <a:pt x="555741" y="18870"/>
                  <a:pt x="556078" y="20924"/>
                </a:cubicBezTo>
                <a:lnTo>
                  <a:pt x="550847" y="21638"/>
                </a:lnTo>
                <a:cubicBezTo>
                  <a:pt x="550609" y="20013"/>
                  <a:pt x="549921" y="18745"/>
                  <a:pt x="548781" y="17833"/>
                </a:cubicBezTo>
                <a:cubicBezTo>
                  <a:pt x="547642" y="16922"/>
                  <a:pt x="546032" y="16466"/>
                  <a:pt x="543951" y="16466"/>
                </a:cubicBezTo>
                <a:cubicBezTo>
                  <a:pt x="541494" y="16466"/>
                  <a:pt x="539741" y="16870"/>
                  <a:pt x="538691" y="17679"/>
                </a:cubicBezTo>
                <a:cubicBezTo>
                  <a:pt x="537640" y="18487"/>
                  <a:pt x="537115" y="19433"/>
                  <a:pt x="537115" y="20518"/>
                </a:cubicBezTo>
                <a:cubicBezTo>
                  <a:pt x="537115" y="21208"/>
                  <a:pt x="537333" y="21829"/>
                  <a:pt x="537769" y="22382"/>
                </a:cubicBezTo>
                <a:cubicBezTo>
                  <a:pt x="538205" y="22953"/>
                  <a:pt x="538889" y="23426"/>
                  <a:pt x="539820" y="23801"/>
                </a:cubicBezTo>
                <a:cubicBezTo>
                  <a:pt x="540355" y="23998"/>
                  <a:pt x="541930" y="24452"/>
                  <a:pt x="544546" y="25161"/>
                </a:cubicBezTo>
                <a:cubicBezTo>
                  <a:pt x="548330" y="26171"/>
                  <a:pt x="550971" y="26998"/>
                  <a:pt x="552467" y="27641"/>
                </a:cubicBezTo>
                <a:cubicBezTo>
                  <a:pt x="553963" y="28285"/>
                  <a:pt x="555137" y="29220"/>
                  <a:pt x="555989" y="30448"/>
                </a:cubicBezTo>
                <a:cubicBezTo>
                  <a:pt x="556841" y="31675"/>
                  <a:pt x="557267" y="33200"/>
                  <a:pt x="557267" y="35021"/>
                </a:cubicBezTo>
                <a:cubicBezTo>
                  <a:pt x="557267" y="36803"/>
                  <a:pt x="556747" y="38481"/>
                  <a:pt x="555706" y="40055"/>
                </a:cubicBezTo>
                <a:cubicBezTo>
                  <a:pt x="554666" y="41628"/>
                  <a:pt x="553165" y="42846"/>
                  <a:pt x="551204" y="43707"/>
                </a:cubicBezTo>
                <a:cubicBezTo>
                  <a:pt x="549242" y="44568"/>
                  <a:pt x="547023" y="44999"/>
                  <a:pt x="544546" y="44999"/>
                </a:cubicBezTo>
                <a:cubicBezTo>
                  <a:pt x="540444" y="44999"/>
                  <a:pt x="537318" y="44144"/>
                  <a:pt x="535169" y="42435"/>
                </a:cubicBezTo>
                <a:cubicBezTo>
                  <a:pt x="533019" y="40726"/>
                  <a:pt x="531647" y="38193"/>
                  <a:pt x="531052" y="34834"/>
                </a:cubicBezTo>
                <a:close/>
                <a:moveTo>
                  <a:pt x="585601" y="34121"/>
                </a:moveTo>
                <a:lnTo>
                  <a:pt x="591129" y="34804"/>
                </a:lnTo>
                <a:cubicBezTo>
                  <a:pt x="590257" y="38034"/>
                  <a:pt x="588642" y="40541"/>
                  <a:pt x="586284" y="42324"/>
                </a:cubicBezTo>
                <a:cubicBezTo>
                  <a:pt x="583927" y="44107"/>
                  <a:pt x="580915" y="44999"/>
                  <a:pt x="577249" y="44999"/>
                </a:cubicBezTo>
                <a:cubicBezTo>
                  <a:pt x="572632" y="44999"/>
                  <a:pt x="568971" y="43577"/>
                  <a:pt x="566267" y="40734"/>
                </a:cubicBezTo>
                <a:cubicBezTo>
                  <a:pt x="563562" y="37890"/>
                  <a:pt x="562210" y="33903"/>
                  <a:pt x="562210" y="28771"/>
                </a:cubicBezTo>
                <a:cubicBezTo>
                  <a:pt x="562210" y="23460"/>
                  <a:pt x="563577" y="19339"/>
                  <a:pt x="566311" y="16406"/>
                </a:cubicBezTo>
                <a:cubicBezTo>
                  <a:pt x="569046" y="13474"/>
                  <a:pt x="572593" y="12008"/>
                  <a:pt x="576952" y="12008"/>
                </a:cubicBezTo>
                <a:cubicBezTo>
                  <a:pt x="581172" y="12008"/>
                  <a:pt x="584620" y="13442"/>
                  <a:pt x="587295" y="16311"/>
                </a:cubicBezTo>
                <a:cubicBezTo>
                  <a:pt x="589970" y="19179"/>
                  <a:pt x="591307" y="23214"/>
                  <a:pt x="591307" y="28417"/>
                </a:cubicBezTo>
                <a:cubicBezTo>
                  <a:pt x="591307" y="28733"/>
                  <a:pt x="591298" y="29208"/>
                  <a:pt x="591278" y="29841"/>
                </a:cubicBezTo>
                <a:lnTo>
                  <a:pt x="567738" y="29841"/>
                </a:lnTo>
                <a:cubicBezTo>
                  <a:pt x="567936" y="33298"/>
                  <a:pt x="568917" y="35946"/>
                  <a:pt x="570680" y="37784"/>
                </a:cubicBezTo>
                <a:cubicBezTo>
                  <a:pt x="572444" y="39622"/>
                  <a:pt x="574643" y="40541"/>
                  <a:pt x="577279" y="40541"/>
                </a:cubicBezTo>
                <a:cubicBezTo>
                  <a:pt x="579240" y="40541"/>
                  <a:pt x="580915" y="40030"/>
                  <a:pt x="582302" y="39010"/>
                </a:cubicBezTo>
                <a:cubicBezTo>
                  <a:pt x="583689" y="37989"/>
                  <a:pt x="584788" y="36359"/>
                  <a:pt x="585601" y="34121"/>
                </a:cubicBezTo>
                <a:moveTo>
                  <a:pt x="568035" y="25382"/>
                </a:moveTo>
                <a:lnTo>
                  <a:pt x="585660" y="25382"/>
                </a:lnTo>
                <a:cubicBezTo>
                  <a:pt x="585423" y="22771"/>
                  <a:pt x="584749" y="20812"/>
                  <a:pt x="583639" y="19506"/>
                </a:cubicBezTo>
                <a:cubicBezTo>
                  <a:pt x="581935" y="17479"/>
                  <a:pt x="579726" y="16466"/>
                  <a:pt x="577011" y="16466"/>
                </a:cubicBezTo>
                <a:cubicBezTo>
                  <a:pt x="574554" y="16466"/>
                  <a:pt x="572489" y="17275"/>
                  <a:pt x="570814" y="18893"/>
                </a:cubicBezTo>
                <a:cubicBezTo>
                  <a:pt x="569140" y="20510"/>
                  <a:pt x="568214" y="22673"/>
                  <a:pt x="568035" y="25382"/>
                </a:cubicBezTo>
                <a:close/>
                <a:moveTo>
                  <a:pt x="596613" y="46901"/>
                </a:moveTo>
                <a:lnTo>
                  <a:pt x="601814" y="47674"/>
                </a:lnTo>
                <a:cubicBezTo>
                  <a:pt x="602032" y="49279"/>
                  <a:pt x="602636" y="50448"/>
                  <a:pt x="603627" y="51181"/>
                </a:cubicBezTo>
                <a:cubicBezTo>
                  <a:pt x="604955" y="52172"/>
                  <a:pt x="606768" y="52667"/>
                  <a:pt x="609066" y="52667"/>
                </a:cubicBezTo>
                <a:cubicBezTo>
                  <a:pt x="611543" y="52667"/>
                  <a:pt x="613455" y="52171"/>
                  <a:pt x="614803" y="51177"/>
                </a:cubicBezTo>
                <a:cubicBezTo>
                  <a:pt x="616150" y="50185"/>
                  <a:pt x="617061" y="48795"/>
                  <a:pt x="617537" y="47007"/>
                </a:cubicBezTo>
                <a:cubicBezTo>
                  <a:pt x="617814" y="45915"/>
                  <a:pt x="617943" y="43622"/>
                  <a:pt x="617923" y="40126"/>
                </a:cubicBezTo>
                <a:cubicBezTo>
                  <a:pt x="615585" y="42899"/>
                  <a:pt x="612672" y="44286"/>
                  <a:pt x="609185" y="44286"/>
                </a:cubicBezTo>
                <a:cubicBezTo>
                  <a:pt x="604846" y="44286"/>
                  <a:pt x="601487" y="42720"/>
                  <a:pt x="599109" y="39590"/>
                </a:cubicBezTo>
                <a:cubicBezTo>
                  <a:pt x="596732" y="36459"/>
                  <a:pt x="595543" y="32704"/>
                  <a:pt x="595543" y="28325"/>
                </a:cubicBezTo>
                <a:cubicBezTo>
                  <a:pt x="595543" y="25313"/>
                  <a:pt x="596088" y="22534"/>
                  <a:pt x="597177" y="19988"/>
                </a:cubicBezTo>
                <a:cubicBezTo>
                  <a:pt x="598267" y="17442"/>
                  <a:pt x="599847" y="15475"/>
                  <a:pt x="601918" y="14088"/>
                </a:cubicBezTo>
                <a:cubicBezTo>
                  <a:pt x="603989" y="12701"/>
                  <a:pt x="606421" y="12008"/>
                  <a:pt x="609215" y="12008"/>
                </a:cubicBezTo>
                <a:cubicBezTo>
                  <a:pt x="612940" y="12008"/>
                  <a:pt x="616011" y="13523"/>
                  <a:pt x="618429" y="16555"/>
                </a:cubicBezTo>
                <a:lnTo>
                  <a:pt x="618429" y="12721"/>
                </a:lnTo>
                <a:lnTo>
                  <a:pt x="623362" y="12721"/>
                </a:lnTo>
                <a:lnTo>
                  <a:pt x="623362" y="40024"/>
                </a:lnTo>
                <a:cubicBezTo>
                  <a:pt x="623362" y="44941"/>
                  <a:pt x="622862" y="48426"/>
                  <a:pt x="621861" y="50478"/>
                </a:cubicBezTo>
                <a:cubicBezTo>
                  <a:pt x="620861" y="52530"/>
                  <a:pt x="619276" y="54151"/>
                  <a:pt x="617106" y="55340"/>
                </a:cubicBezTo>
                <a:cubicBezTo>
                  <a:pt x="614936" y="56530"/>
                  <a:pt x="612266" y="57125"/>
                  <a:pt x="609096" y="57125"/>
                </a:cubicBezTo>
                <a:cubicBezTo>
                  <a:pt x="605331" y="57125"/>
                  <a:pt x="602290" y="56276"/>
                  <a:pt x="599971" y="54577"/>
                </a:cubicBezTo>
                <a:cubicBezTo>
                  <a:pt x="597653" y="52878"/>
                  <a:pt x="596533" y="50319"/>
                  <a:pt x="596613" y="46901"/>
                </a:cubicBezTo>
                <a:moveTo>
                  <a:pt x="601041" y="27939"/>
                </a:moveTo>
                <a:cubicBezTo>
                  <a:pt x="601041" y="32070"/>
                  <a:pt x="601864" y="35084"/>
                  <a:pt x="603508" y="36981"/>
                </a:cubicBezTo>
                <a:cubicBezTo>
                  <a:pt x="605153" y="38879"/>
                  <a:pt x="607214" y="39827"/>
                  <a:pt x="609690" y="39827"/>
                </a:cubicBezTo>
                <a:cubicBezTo>
                  <a:pt x="612147" y="39827"/>
                  <a:pt x="614208" y="38884"/>
                  <a:pt x="615872" y="36996"/>
                </a:cubicBezTo>
                <a:cubicBezTo>
                  <a:pt x="617537" y="35109"/>
                  <a:pt x="618369" y="32149"/>
                  <a:pt x="618369" y="28117"/>
                </a:cubicBezTo>
                <a:cubicBezTo>
                  <a:pt x="618369" y="24263"/>
                  <a:pt x="617512" y="21358"/>
                  <a:pt x="615798" y="19401"/>
                </a:cubicBezTo>
                <a:cubicBezTo>
                  <a:pt x="614084" y="17444"/>
                  <a:pt x="612019" y="16466"/>
                  <a:pt x="609601" y="16466"/>
                </a:cubicBezTo>
                <a:cubicBezTo>
                  <a:pt x="607223" y="16466"/>
                  <a:pt x="605202" y="17429"/>
                  <a:pt x="603538" y="19356"/>
                </a:cubicBezTo>
                <a:cubicBezTo>
                  <a:pt x="601873" y="21283"/>
                  <a:pt x="601041" y="24144"/>
                  <a:pt x="601041" y="27939"/>
                </a:cubicBezTo>
                <a:close/>
                <a:moveTo>
                  <a:pt x="631194" y="44286"/>
                </a:moveTo>
                <a:lnTo>
                  <a:pt x="631194" y="12721"/>
                </a:lnTo>
                <a:lnTo>
                  <a:pt x="635979" y="12721"/>
                </a:lnTo>
                <a:lnTo>
                  <a:pt x="635979" y="17120"/>
                </a:lnTo>
                <a:cubicBezTo>
                  <a:pt x="636970" y="15583"/>
                  <a:pt x="638288" y="14347"/>
                  <a:pt x="639932" y="13411"/>
                </a:cubicBezTo>
                <a:cubicBezTo>
                  <a:pt x="641577" y="12475"/>
                  <a:pt x="643449" y="12008"/>
                  <a:pt x="645550" y="12008"/>
                </a:cubicBezTo>
                <a:cubicBezTo>
                  <a:pt x="647888" y="12008"/>
                  <a:pt x="649805" y="12491"/>
                  <a:pt x="651301" y="13457"/>
                </a:cubicBezTo>
                <a:cubicBezTo>
                  <a:pt x="652797" y="14422"/>
                  <a:pt x="653852" y="15772"/>
                  <a:pt x="654466" y="17506"/>
                </a:cubicBezTo>
                <a:cubicBezTo>
                  <a:pt x="656963" y="13840"/>
                  <a:pt x="660212" y="12008"/>
                  <a:pt x="664215" y="12008"/>
                </a:cubicBezTo>
                <a:cubicBezTo>
                  <a:pt x="667346" y="12008"/>
                  <a:pt x="669753" y="12875"/>
                  <a:pt x="671437" y="14608"/>
                </a:cubicBezTo>
                <a:cubicBezTo>
                  <a:pt x="673122" y="16342"/>
                  <a:pt x="673964" y="19012"/>
                  <a:pt x="673964" y="22618"/>
                </a:cubicBezTo>
                <a:lnTo>
                  <a:pt x="673964" y="44286"/>
                </a:lnTo>
                <a:lnTo>
                  <a:pt x="668644" y="44286"/>
                </a:lnTo>
                <a:lnTo>
                  <a:pt x="668644" y="24380"/>
                </a:lnTo>
                <a:cubicBezTo>
                  <a:pt x="668644" y="22238"/>
                  <a:pt x="668470" y="20696"/>
                  <a:pt x="668123" y="19754"/>
                </a:cubicBezTo>
                <a:cubicBezTo>
                  <a:pt x="667777" y="18811"/>
                  <a:pt x="667148" y="18053"/>
                  <a:pt x="666236" y="17477"/>
                </a:cubicBezTo>
                <a:cubicBezTo>
                  <a:pt x="665325" y="16902"/>
                  <a:pt x="664255" y="16615"/>
                  <a:pt x="663026" y="16615"/>
                </a:cubicBezTo>
                <a:cubicBezTo>
                  <a:pt x="660807" y="16615"/>
                  <a:pt x="658964" y="17354"/>
                  <a:pt x="657498" y="18832"/>
                </a:cubicBezTo>
                <a:cubicBezTo>
                  <a:pt x="656032" y="20309"/>
                  <a:pt x="655298" y="22674"/>
                  <a:pt x="655298" y="25928"/>
                </a:cubicBezTo>
                <a:lnTo>
                  <a:pt x="655298" y="44286"/>
                </a:lnTo>
                <a:lnTo>
                  <a:pt x="649949" y="44286"/>
                </a:lnTo>
                <a:lnTo>
                  <a:pt x="649949" y="23755"/>
                </a:lnTo>
                <a:cubicBezTo>
                  <a:pt x="649949" y="21375"/>
                  <a:pt x="649513" y="19590"/>
                  <a:pt x="648641" y="18400"/>
                </a:cubicBezTo>
                <a:cubicBezTo>
                  <a:pt x="647769" y="17210"/>
                  <a:pt x="646342" y="16615"/>
                  <a:pt x="644361" y="16615"/>
                </a:cubicBezTo>
                <a:cubicBezTo>
                  <a:pt x="642855" y="16615"/>
                  <a:pt x="641463" y="17011"/>
                  <a:pt x="640185" y="17805"/>
                </a:cubicBezTo>
                <a:cubicBezTo>
                  <a:pt x="638907" y="18598"/>
                  <a:pt x="637981" y="19759"/>
                  <a:pt x="637406" y="21286"/>
                </a:cubicBezTo>
                <a:cubicBezTo>
                  <a:pt x="636831" y="22813"/>
                  <a:pt x="636544" y="25015"/>
                  <a:pt x="636544" y="27891"/>
                </a:cubicBezTo>
                <a:lnTo>
                  <a:pt x="636544" y="44286"/>
                </a:lnTo>
                <a:lnTo>
                  <a:pt x="631194" y="44286"/>
                </a:lnTo>
                <a:close/>
                <a:moveTo>
                  <a:pt x="704541" y="34121"/>
                </a:moveTo>
                <a:lnTo>
                  <a:pt x="710070" y="34804"/>
                </a:lnTo>
                <a:cubicBezTo>
                  <a:pt x="709198" y="38034"/>
                  <a:pt x="707583" y="40541"/>
                  <a:pt x="705225" y="42324"/>
                </a:cubicBezTo>
                <a:cubicBezTo>
                  <a:pt x="702867" y="44107"/>
                  <a:pt x="699855" y="44999"/>
                  <a:pt x="696190" y="44999"/>
                </a:cubicBezTo>
                <a:cubicBezTo>
                  <a:pt x="691573" y="44999"/>
                  <a:pt x="687912" y="43577"/>
                  <a:pt x="685207" y="40734"/>
                </a:cubicBezTo>
                <a:cubicBezTo>
                  <a:pt x="682503" y="37890"/>
                  <a:pt x="681150" y="33903"/>
                  <a:pt x="681150" y="28771"/>
                </a:cubicBezTo>
                <a:cubicBezTo>
                  <a:pt x="681150" y="23460"/>
                  <a:pt x="682518" y="19339"/>
                  <a:pt x="685252" y="16406"/>
                </a:cubicBezTo>
                <a:cubicBezTo>
                  <a:pt x="687986" y="13474"/>
                  <a:pt x="691533" y="12008"/>
                  <a:pt x="695892" y="12008"/>
                </a:cubicBezTo>
                <a:cubicBezTo>
                  <a:pt x="700113" y="12008"/>
                  <a:pt x="703561" y="13442"/>
                  <a:pt x="706236" y="16311"/>
                </a:cubicBezTo>
                <a:cubicBezTo>
                  <a:pt x="708911" y="19179"/>
                  <a:pt x="710248" y="23214"/>
                  <a:pt x="710248" y="28417"/>
                </a:cubicBezTo>
                <a:cubicBezTo>
                  <a:pt x="710248" y="28733"/>
                  <a:pt x="710238" y="29208"/>
                  <a:pt x="710218" y="29841"/>
                </a:cubicBezTo>
                <a:lnTo>
                  <a:pt x="686679" y="29841"/>
                </a:lnTo>
                <a:cubicBezTo>
                  <a:pt x="686877" y="33298"/>
                  <a:pt x="687858" y="35946"/>
                  <a:pt x="689621" y="37784"/>
                </a:cubicBezTo>
                <a:cubicBezTo>
                  <a:pt x="691385" y="39622"/>
                  <a:pt x="693584" y="40541"/>
                  <a:pt x="696219" y="40541"/>
                </a:cubicBezTo>
                <a:cubicBezTo>
                  <a:pt x="698181" y="40541"/>
                  <a:pt x="699855" y="40030"/>
                  <a:pt x="701242" y="39010"/>
                </a:cubicBezTo>
                <a:cubicBezTo>
                  <a:pt x="702629" y="37989"/>
                  <a:pt x="703729" y="36359"/>
                  <a:pt x="704541" y="34121"/>
                </a:cubicBezTo>
                <a:moveTo>
                  <a:pt x="686976" y="25382"/>
                </a:moveTo>
                <a:lnTo>
                  <a:pt x="704601" y="25382"/>
                </a:lnTo>
                <a:cubicBezTo>
                  <a:pt x="704363" y="22771"/>
                  <a:pt x="703689" y="20812"/>
                  <a:pt x="702580" y="19506"/>
                </a:cubicBezTo>
                <a:cubicBezTo>
                  <a:pt x="700876" y="17479"/>
                  <a:pt x="698666" y="16466"/>
                  <a:pt x="695952" y="16466"/>
                </a:cubicBezTo>
                <a:cubicBezTo>
                  <a:pt x="693495" y="16466"/>
                  <a:pt x="691429" y="17275"/>
                  <a:pt x="689755" y="18893"/>
                </a:cubicBezTo>
                <a:cubicBezTo>
                  <a:pt x="688080" y="20510"/>
                  <a:pt x="687154" y="22673"/>
                  <a:pt x="686976" y="25382"/>
                </a:cubicBezTo>
                <a:close/>
                <a:moveTo>
                  <a:pt x="716534" y="44286"/>
                </a:moveTo>
                <a:lnTo>
                  <a:pt x="716534" y="12721"/>
                </a:lnTo>
                <a:lnTo>
                  <a:pt x="721349" y="12721"/>
                </a:lnTo>
                <a:lnTo>
                  <a:pt x="721349" y="17179"/>
                </a:lnTo>
                <a:cubicBezTo>
                  <a:pt x="723668" y="13732"/>
                  <a:pt x="727016" y="12008"/>
                  <a:pt x="731395" y="12008"/>
                </a:cubicBezTo>
                <a:cubicBezTo>
                  <a:pt x="733298" y="12008"/>
                  <a:pt x="735046" y="12349"/>
                  <a:pt x="736641" y="13033"/>
                </a:cubicBezTo>
                <a:cubicBezTo>
                  <a:pt x="738236" y="13717"/>
                  <a:pt x="739430" y="14613"/>
                  <a:pt x="740223" y="15723"/>
                </a:cubicBezTo>
                <a:cubicBezTo>
                  <a:pt x="741015" y="16832"/>
                  <a:pt x="741570" y="18150"/>
                  <a:pt x="741887" y="19676"/>
                </a:cubicBezTo>
                <a:cubicBezTo>
                  <a:pt x="742085" y="20667"/>
                  <a:pt x="742184" y="22400"/>
                  <a:pt x="742184" y="24877"/>
                </a:cubicBezTo>
                <a:lnTo>
                  <a:pt x="742184" y="44286"/>
                </a:lnTo>
                <a:lnTo>
                  <a:pt x="736834" y="44286"/>
                </a:lnTo>
                <a:lnTo>
                  <a:pt x="736834" y="25065"/>
                </a:lnTo>
                <a:cubicBezTo>
                  <a:pt x="736834" y="22883"/>
                  <a:pt x="736626" y="21251"/>
                  <a:pt x="736210" y="20170"/>
                </a:cubicBezTo>
                <a:cubicBezTo>
                  <a:pt x="735794" y="19089"/>
                  <a:pt x="735056" y="18226"/>
                  <a:pt x="733996" y="17581"/>
                </a:cubicBezTo>
                <a:cubicBezTo>
                  <a:pt x="732936" y="16937"/>
                  <a:pt x="731693" y="16615"/>
                  <a:pt x="730266" y="16615"/>
                </a:cubicBezTo>
                <a:cubicBezTo>
                  <a:pt x="727987" y="16615"/>
                  <a:pt x="726021" y="17339"/>
                  <a:pt x="724366" y="18787"/>
                </a:cubicBezTo>
                <a:cubicBezTo>
                  <a:pt x="722712" y="20235"/>
                  <a:pt x="721884" y="22982"/>
                  <a:pt x="721884" y="27028"/>
                </a:cubicBezTo>
                <a:lnTo>
                  <a:pt x="721884" y="44286"/>
                </a:lnTo>
                <a:lnTo>
                  <a:pt x="716534" y="44286"/>
                </a:lnTo>
                <a:close/>
                <a:moveTo>
                  <a:pt x="761816" y="39560"/>
                </a:moveTo>
                <a:lnTo>
                  <a:pt x="762589" y="44286"/>
                </a:lnTo>
                <a:cubicBezTo>
                  <a:pt x="761083" y="44563"/>
                  <a:pt x="759735" y="44702"/>
                  <a:pt x="758546" y="44702"/>
                </a:cubicBezTo>
                <a:cubicBezTo>
                  <a:pt x="756605" y="44702"/>
                  <a:pt x="755099" y="44395"/>
                  <a:pt x="754029" y="43780"/>
                </a:cubicBezTo>
                <a:cubicBezTo>
                  <a:pt x="752959" y="43166"/>
                  <a:pt x="752206" y="42359"/>
                  <a:pt x="751770" y="41358"/>
                </a:cubicBezTo>
                <a:cubicBezTo>
                  <a:pt x="751334" y="40357"/>
                  <a:pt x="751116" y="38252"/>
                  <a:pt x="751116" y="35042"/>
                </a:cubicBezTo>
                <a:lnTo>
                  <a:pt x="751116" y="16882"/>
                </a:lnTo>
                <a:lnTo>
                  <a:pt x="747193" y="16882"/>
                </a:lnTo>
                <a:lnTo>
                  <a:pt x="747193" y="12721"/>
                </a:lnTo>
                <a:lnTo>
                  <a:pt x="751116" y="12721"/>
                </a:lnTo>
                <a:lnTo>
                  <a:pt x="751116" y="4883"/>
                </a:lnTo>
                <a:lnTo>
                  <a:pt x="756436" y="1664"/>
                </a:lnTo>
                <a:lnTo>
                  <a:pt x="756436" y="12721"/>
                </a:lnTo>
                <a:lnTo>
                  <a:pt x="761816" y="12721"/>
                </a:lnTo>
                <a:lnTo>
                  <a:pt x="761816" y="16882"/>
                </a:lnTo>
                <a:lnTo>
                  <a:pt x="756436" y="16882"/>
                </a:lnTo>
                <a:lnTo>
                  <a:pt x="756436" y="35339"/>
                </a:lnTo>
                <a:cubicBezTo>
                  <a:pt x="756436" y="36865"/>
                  <a:pt x="756530" y="37846"/>
                  <a:pt x="756719" y="38282"/>
                </a:cubicBezTo>
                <a:cubicBezTo>
                  <a:pt x="756907" y="38718"/>
                  <a:pt x="757214" y="39064"/>
                  <a:pt x="757640" y="39322"/>
                </a:cubicBezTo>
                <a:cubicBezTo>
                  <a:pt x="758066" y="39580"/>
                  <a:pt x="758675" y="39708"/>
                  <a:pt x="759468" y="39708"/>
                </a:cubicBezTo>
                <a:cubicBezTo>
                  <a:pt x="760062" y="39708"/>
                  <a:pt x="760845" y="39659"/>
                  <a:pt x="761816" y="39560"/>
                </a:cubicBezTo>
                <a:close/>
                <a:moveTo>
                  <a:pt x="768877" y="44286"/>
                </a:moveTo>
                <a:lnTo>
                  <a:pt x="768877" y="38163"/>
                </a:lnTo>
                <a:lnTo>
                  <a:pt x="774970" y="38163"/>
                </a:lnTo>
                <a:lnTo>
                  <a:pt x="774970" y="44286"/>
                </a:lnTo>
                <a:lnTo>
                  <a:pt x="768877" y="44286"/>
                </a:lnTo>
                <a:close/>
                <a:moveTo>
                  <a:pt x="784558" y="6955"/>
                </a:moveTo>
                <a:lnTo>
                  <a:pt x="784558" y="713"/>
                </a:lnTo>
                <a:lnTo>
                  <a:pt x="789908" y="713"/>
                </a:lnTo>
                <a:lnTo>
                  <a:pt x="789908" y="6955"/>
                </a:lnTo>
                <a:lnTo>
                  <a:pt x="784558" y="6955"/>
                </a:lnTo>
                <a:moveTo>
                  <a:pt x="777781" y="56561"/>
                </a:moveTo>
                <a:lnTo>
                  <a:pt x="778792" y="52013"/>
                </a:lnTo>
                <a:cubicBezTo>
                  <a:pt x="779862" y="52291"/>
                  <a:pt x="780704" y="52429"/>
                  <a:pt x="781318" y="52429"/>
                </a:cubicBezTo>
                <a:cubicBezTo>
                  <a:pt x="782408" y="52429"/>
                  <a:pt x="783221" y="52067"/>
                  <a:pt x="783756" y="51344"/>
                </a:cubicBezTo>
                <a:cubicBezTo>
                  <a:pt x="784291" y="50620"/>
                  <a:pt x="784558" y="48810"/>
                  <a:pt x="784558" y="45916"/>
                </a:cubicBezTo>
                <a:lnTo>
                  <a:pt x="784558" y="12721"/>
                </a:lnTo>
                <a:lnTo>
                  <a:pt x="789908" y="12721"/>
                </a:lnTo>
                <a:lnTo>
                  <a:pt x="789908" y="46032"/>
                </a:lnTo>
                <a:cubicBezTo>
                  <a:pt x="789908" y="49918"/>
                  <a:pt x="789403" y="52624"/>
                  <a:pt x="788392" y="54151"/>
                </a:cubicBezTo>
                <a:cubicBezTo>
                  <a:pt x="787104" y="56134"/>
                  <a:pt x="784964" y="57125"/>
                  <a:pt x="781972" y="57125"/>
                </a:cubicBezTo>
                <a:cubicBezTo>
                  <a:pt x="780526" y="57125"/>
                  <a:pt x="779129" y="56937"/>
                  <a:pt x="777781" y="56561"/>
                </a:cubicBezTo>
                <a:close/>
                <a:moveTo>
                  <a:pt x="795961" y="34834"/>
                </a:moveTo>
                <a:lnTo>
                  <a:pt x="801251" y="34002"/>
                </a:lnTo>
                <a:cubicBezTo>
                  <a:pt x="801549" y="36113"/>
                  <a:pt x="802376" y="37730"/>
                  <a:pt x="803733" y="38855"/>
                </a:cubicBezTo>
                <a:cubicBezTo>
                  <a:pt x="805090" y="39979"/>
                  <a:pt x="806988" y="40541"/>
                  <a:pt x="809425" y="40541"/>
                </a:cubicBezTo>
                <a:cubicBezTo>
                  <a:pt x="811882" y="40541"/>
                  <a:pt x="813705" y="40044"/>
                  <a:pt x="814894" y="39052"/>
                </a:cubicBezTo>
                <a:cubicBezTo>
                  <a:pt x="816083" y="38059"/>
                  <a:pt x="816677" y="36894"/>
                  <a:pt x="816677" y="35558"/>
                </a:cubicBezTo>
                <a:cubicBezTo>
                  <a:pt x="816677" y="34358"/>
                  <a:pt x="816152" y="33415"/>
                  <a:pt x="815102" y="32727"/>
                </a:cubicBezTo>
                <a:cubicBezTo>
                  <a:pt x="814369" y="32255"/>
                  <a:pt x="812546" y="31655"/>
                  <a:pt x="809633" y="30927"/>
                </a:cubicBezTo>
                <a:cubicBezTo>
                  <a:pt x="805710" y="29936"/>
                  <a:pt x="802990" y="29079"/>
                  <a:pt x="801474" y="28355"/>
                </a:cubicBezTo>
                <a:cubicBezTo>
                  <a:pt x="799959" y="27631"/>
                  <a:pt x="798809" y="26629"/>
                  <a:pt x="798027" y="25350"/>
                </a:cubicBezTo>
                <a:cubicBezTo>
                  <a:pt x="797244" y="24071"/>
                  <a:pt x="796853" y="22658"/>
                  <a:pt x="796853" y="21111"/>
                </a:cubicBezTo>
                <a:cubicBezTo>
                  <a:pt x="796853" y="19703"/>
                  <a:pt x="797175" y="18399"/>
                  <a:pt x="797819" y="17199"/>
                </a:cubicBezTo>
                <a:cubicBezTo>
                  <a:pt x="798463" y="15999"/>
                  <a:pt x="799339" y="15002"/>
                  <a:pt x="800449" y="14209"/>
                </a:cubicBezTo>
                <a:cubicBezTo>
                  <a:pt x="801281" y="13594"/>
                  <a:pt x="802416" y="13074"/>
                  <a:pt x="803852" y="12648"/>
                </a:cubicBezTo>
                <a:cubicBezTo>
                  <a:pt x="805289" y="12221"/>
                  <a:pt x="806829" y="12008"/>
                  <a:pt x="808474" y="12008"/>
                </a:cubicBezTo>
                <a:cubicBezTo>
                  <a:pt x="810951" y="12008"/>
                  <a:pt x="813125" y="12367"/>
                  <a:pt x="814998" y="13085"/>
                </a:cubicBezTo>
                <a:cubicBezTo>
                  <a:pt x="816870" y="13803"/>
                  <a:pt x="818252" y="14775"/>
                  <a:pt x="819144" y="16002"/>
                </a:cubicBezTo>
                <a:cubicBezTo>
                  <a:pt x="820036" y="17229"/>
                  <a:pt x="820650" y="18870"/>
                  <a:pt x="820987" y="20924"/>
                </a:cubicBezTo>
                <a:lnTo>
                  <a:pt x="815756" y="21638"/>
                </a:lnTo>
                <a:cubicBezTo>
                  <a:pt x="815518" y="20013"/>
                  <a:pt x="814829" y="18745"/>
                  <a:pt x="813690" y="17833"/>
                </a:cubicBezTo>
                <a:cubicBezTo>
                  <a:pt x="812551" y="16922"/>
                  <a:pt x="810941" y="16466"/>
                  <a:pt x="808860" y="16466"/>
                </a:cubicBezTo>
                <a:cubicBezTo>
                  <a:pt x="806403" y="16466"/>
                  <a:pt x="804650" y="16870"/>
                  <a:pt x="803599" y="17679"/>
                </a:cubicBezTo>
                <a:cubicBezTo>
                  <a:pt x="802549" y="18487"/>
                  <a:pt x="802024" y="19433"/>
                  <a:pt x="802024" y="20518"/>
                </a:cubicBezTo>
                <a:cubicBezTo>
                  <a:pt x="802024" y="21208"/>
                  <a:pt x="802242" y="21829"/>
                  <a:pt x="802678" y="22382"/>
                </a:cubicBezTo>
                <a:cubicBezTo>
                  <a:pt x="803114" y="22953"/>
                  <a:pt x="803798" y="23426"/>
                  <a:pt x="804729" y="23801"/>
                </a:cubicBezTo>
                <a:cubicBezTo>
                  <a:pt x="805264" y="23998"/>
                  <a:pt x="806839" y="24452"/>
                  <a:pt x="809455" y="25161"/>
                </a:cubicBezTo>
                <a:cubicBezTo>
                  <a:pt x="813239" y="26171"/>
                  <a:pt x="815880" y="26998"/>
                  <a:pt x="817376" y="27641"/>
                </a:cubicBezTo>
                <a:cubicBezTo>
                  <a:pt x="818872" y="28285"/>
                  <a:pt x="820046" y="29220"/>
                  <a:pt x="820898" y="30448"/>
                </a:cubicBezTo>
                <a:cubicBezTo>
                  <a:pt x="821750" y="31675"/>
                  <a:pt x="822176" y="33200"/>
                  <a:pt x="822176" y="35021"/>
                </a:cubicBezTo>
                <a:cubicBezTo>
                  <a:pt x="822176" y="36803"/>
                  <a:pt x="821655" y="38481"/>
                  <a:pt x="820615" y="40055"/>
                </a:cubicBezTo>
                <a:cubicBezTo>
                  <a:pt x="819575" y="41628"/>
                  <a:pt x="818074" y="42846"/>
                  <a:pt x="816112" y="43707"/>
                </a:cubicBezTo>
                <a:cubicBezTo>
                  <a:pt x="814151" y="44568"/>
                  <a:pt x="811931" y="44999"/>
                  <a:pt x="809455" y="44999"/>
                </a:cubicBezTo>
                <a:cubicBezTo>
                  <a:pt x="805353" y="44999"/>
                  <a:pt x="802227" y="44144"/>
                  <a:pt x="800077" y="42435"/>
                </a:cubicBezTo>
                <a:cubicBezTo>
                  <a:pt x="797928" y="40726"/>
                  <a:pt x="796555" y="38193"/>
                  <a:pt x="795961" y="348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F3532-EC7A-4FCA-9215-D6BE025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926" y="3677583"/>
            <a:ext cx="61570" cy="75256"/>
          </a:xfrm>
          <a:custGeom xmlns:a="http://schemas.openxmlformats.org/drawingml/2006/main">
            <a:pathLst>
              <a:path w="61570" h="75256">
                <a:moveTo>
                  <a:pt x="0" y="6841"/>
                </a:moveTo>
                <a:cubicBezTo>
                  <a:pt x="0" y="3064"/>
                  <a:pt x="3063" y="0"/>
                  <a:pt x="6841" y="0"/>
                </a:cubicBezTo>
                <a:lnTo>
                  <a:pt x="40986" y="0"/>
                </a:lnTo>
                <a:cubicBezTo>
                  <a:pt x="42799" y="0"/>
                  <a:pt x="44540" y="721"/>
                  <a:pt x="45823" y="2004"/>
                </a:cubicBezTo>
                <a:lnTo>
                  <a:pt x="59565" y="15750"/>
                </a:lnTo>
                <a:cubicBezTo>
                  <a:pt x="60848" y="17033"/>
                  <a:pt x="61569" y="18771"/>
                  <a:pt x="61569" y="20587"/>
                </a:cubicBezTo>
                <a:lnTo>
                  <a:pt x="61570" y="68415"/>
                </a:lnTo>
                <a:cubicBezTo>
                  <a:pt x="61570" y="72193"/>
                  <a:pt x="58508" y="75256"/>
                  <a:pt x="54729" y="75256"/>
                </a:cubicBezTo>
                <a:lnTo>
                  <a:pt x="6842" y="75256"/>
                </a:lnTo>
                <a:cubicBezTo>
                  <a:pt x="3064" y="75256"/>
                  <a:pt x="1" y="72193"/>
                  <a:pt x="1" y="68415"/>
                </a:cubicBezTo>
                <a:lnTo>
                  <a:pt x="0" y="6841"/>
                </a:lnTo>
                <a:close/>
                <a:moveTo>
                  <a:pt x="6841" y="5131"/>
                </a:moveTo>
                <a:cubicBezTo>
                  <a:pt x="5897" y="5131"/>
                  <a:pt x="5131" y="5898"/>
                  <a:pt x="5131" y="6841"/>
                </a:cubicBezTo>
                <a:lnTo>
                  <a:pt x="5131" y="68415"/>
                </a:lnTo>
                <a:cubicBezTo>
                  <a:pt x="5132" y="69359"/>
                  <a:pt x="5897" y="70125"/>
                  <a:pt x="6842" y="70125"/>
                </a:cubicBezTo>
                <a:lnTo>
                  <a:pt x="54729" y="70125"/>
                </a:lnTo>
                <a:cubicBezTo>
                  <a:pt x="55675" y="70125"/>
                  <a:pt x="56439" y="69359"/>
                  <a:pt x="56439" y="68415"/>
                </a:cubicBezTo>
                <a:lnTo>
                  <a:pt x="56438" y="25656"/>
                </a:lnTo>
                <a:lnTo>
                  <a:pt x="42756" y="25656"/>
                </a:lnTo>
                <a:cubicBezTo>
                  <a:pt x="38979" y="25656"/>
                  <a:pt x="35915" y="22591"/>
                  <a:pt x="35915" y="18814"/>
                </a:cubicBezTo>
                <a:lnTo>
                  <a:pt x="35915" y="5131"/>
                </a:lnTo>
                <a:lnTo>
                  <a:pt x="6841" y="5131"/>
                </a:lnTo>
                <a:close/>
                <a:moveTo>
                  <a:pt x="41046" y="5131"/>
                </a:moveTo>
                <a:lnTo>
                  <a:pt x="41046" y="18814"/>
                </a:lnTo>
                <a:cubicBezTo>
                  <a:pt x="41046" y="19758"/>
                  <a:pt x="41813" y="20524"/>
                  <a:pt x="42756" y="20524"/>
                </a:cubicBezTo>
                <a:lnTo>
                  <a:pt x="56438" y="20524"/>
                </a:lnTo>
                <a:cubicBezTo>
                  <a:pt x="56424" y="20091"/>
                  <a:pt x="56247" y="19681"/>
                  <a:pt x="55940" y="19376"/>
                </a:cubicBezTo>
                <a:lnTo>
                  <a:pt x="42197" y="5630"/>
                </a:lnTo>
                <a:cubicBezTo>
                  <a:pt x="41889" y="5325"/>
                  <a:pt x="41479" y="5145"/>
                  <a:pt x="41046" y="5131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7a81da9c44a2c"/>
          <a:stretch xmlns:a="http://schemas.openxmlformats.org/drawingml/2006/main"/>
        </p:blipFill>
        <p:spPr>
          <a:xfrm xmlns:a="http://schemas.openxmlformats.org/drawingml/2006/main">
            <a:off x="9836252" y="3773027"/>
            <a:ext cx="471262" cy="90094"/>
          </a:xfrm>
          <a:prstGeom xmlns:a="http://schemas.openxmlformats.org/drawingml/2006/main" prst="rect">
            <a:avLst/>
          </a:prstGeom>
        </p:spPr>
      </p:pic>
      <p:sp>
        <p:nvSpPr>
          <p:cNvPr id="306" name="Text getNumberFormat">
            <a:extLst xmlns:a="http://schemas.openxmlformats.org/drawingml/2006/main">
              <a:ext uri="{FF2B5EF4-FFF2-40B4-BE49-F238E27FC236}">
                <a16:creationId xmlns:a16="http://schemas.microsoft.com/office/drawing/2014/main" id="{4B9197CA-9928-4061-B086-A3C074F6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942" y="3800983"/>
            <a:ext cx="396856" cy="45284"/>
          </a:xfrm>
          <a:custGeom xmlns:a="http://schemas.openxmlformats.org/drawingml/2006/main">
            <a:pathLst>
              <a:path w="396856" h="45284">
                <a:moveTo>
                  <a:pt x="21921" y="13096"/>
                </a:moveTo>
                <a:cubicBezTo>
                  <a:pt x="21921" y="13697"/>
                  <a:pt x="21840" y="14130"/>
                  <a:pt x="21677" y="14396"/>
                </a:cubicBezTo>
                <a:cubicBezTo>
                  <a:pt x="21514" y="14661"/>
                  <a:pt x="21304" y="14794"/>
                  <a:pt x="21047" y="14794"/>
                </a:cubicBezTo>
                <a:lnTo>
                  <a:pt x="17728" y="14794"/>
                </a:lnTo>
                <a:cubicBezTo>
                  <a:pt x="18328" y="15414"/>
                  <a:pt x="18748" y="16097"/>
                  <a:pt x="18988" y="16846"/>
                </a:cubicBezTo>
                <a:cubicBezTo>
                  <a:pt x="19228" y="17595"/>
                  <a:pt x="19349" y="18373"/>
                  <a:pt x="19349" y="19181"/>
                </a:cubicBezTo>
                <a:cubicBezTo>
                  <a:pt x="19349" y="20517"/>
                  <a:pt x="19134" y="21699"/>
                  <a:pt x="18705" y="22726"/>
                </a:cubicBezTo>
                <a:cubicBezTo>
                  <a:pt x="18276" y="23754"/>
                  <a:pt x="17663" y="24623"/>
                  <a:pt x="16866" y="25334"/>
                </a:cubicBezTo>
                <a:cubicBezTo>
                  <a:pt x="16068" y="26045"/>
                  <a:pt x="15120" y="26588"/>
                  <a:pt x="14023" y="26965"/>
                </a:cubicBezTo>
                <a:cubicBezTo>
                  <a:pt x="12925" y="27342"/>
                  <a:pt x="11707" y="27530"/>
                  <a:pt x="10369" y="27530"/>
                </a:cubicBezTo>
                <a:cubicBezTo>
                  <a:pt x="9426" y="27530"/>
                  <a:pt x="8529" y="27406"/>
                  <a:pt x="7680" y="27158"/>
                </a:cubicBezTo>
                <a:cubicBezTo>
                  <a:pt x="6831" y="26910"/>
                  <a:pt x="6175" y="26597"/>
                  <a:pt x="5712" y="26221"/>
                </a:cubicBezTo>
                <a:cubicBezTo>
                  <a:pt x="5403" y="26529"/>
                  <a:pt x="5150" y="26881"/>
                  <a:pt x="4953" y="27276"/>
                </a:cubicBezTo>
                <a:cubicBezTo>
                  <a:pt x="4756" y="27670"/>
                  <a:pt x="4657" y="28124"/>
                  <a:pt x="4657" y="28638"/>
                </a:cubicBezTo>
                <a:cubicBezTo>
                  <a:pt x="4657" y="29238"/>
                  <a:pt x="4936" y="29735"/>
                  <a:pt x="5493" y="30130"/>
                </a:cubicBezTo>
                <a:cubicBezTo>
                  <a:pt x="6051" y="30524"/>
                  <a:pt x="6793" y="30738"/>
                  <a:pt x="7719" y="30772"/>
                </a:cubicBezTo>
                <a:lnTo>
                  <a:pt x="13765" y="31030"/>
                </a:lnTo>
                <a:cubicBezTo>
                  <a:pt x="14914" y="31065"/>
                  <a:pt x="15969" y="31224"/>
                  <a:pt x="16930" y="31508"/>
                </a:cubicBezTo>
                <a:cubicBezTo>
                  <a:pt x="17891" y="31792"/>
                  <a:pt x="18722" y="32197"/>
                  <a:pt x="19426" y="32722"/>
                </a:cubicBezTo>
                <a:cubicBezTo>
                  <a:pt x="20129" y="33247"/>
                  <a:pt x="20678" y="33892"/>
                  <a:pt x="21072" y="34658"/>
                </a:cubicBezTo>
                <a:cubicBezTo>
                  <a:pt x="21467" y="35424"/>
                  <a:pt x="21664" y="36315"/>
                  <a:pt x="21664" y="37331"/>
                </a:cubicBezTo>
                <a:cubicBezTo>
                  <a:pt x="21664" y="38398"/>
                  <a:pt x="21441" y="39414"/>
                  <a:pt x="20995" y="40377"/>
                </a:cubicBezTo>
                <a:cubicBezTo>
                  <a:pt x="20549" y="41342"/>
                  <a:pt x="19867" y="42189"/>
                  <a:pt x="18950" y="42921"/>
                </a:cubicBezTo>
                <a:cubicBezTo>
                  <a:pt x="18032" y="43652"/>
                  <a:pt x="16861" y="44229"/>
                  <a:pt x="15438" y="44651"/>
                </a:cubicBezTo>
                <a:cubicBezTo>
                  <a:pt x="14014" y="45073"/>
                  <a:pt x="12333" y="45284"/>
                  <a:pt x="10395" y="45284"/>
                </a:cubicBezTo>
                <a:cubicBezTo>
                  <a:pt x="8525" y="45284"/>
                  <a:pt x="6934" y="45125"/>
                  <a:pt x="5622" y="44807"/>
                </a:cubicBezTo>
                <a:cubicBezTo>
                  <a:pt x="4310" y="44490"/>
                  <a:pt x="3233" y="44056"/>
                  <a:pt x="2393" y="43507"/>
                </a:cubicBezTo>
                <a:cubicBezTo>
                  <a:pt x="1552" y="42958"/>
                  <a:pt x="943" y="42302"/>
                  <a:pt x="566" y="41538"/>
                </a:cubicBezTo>
                <a:cubicBezTo>
                  <a:pt x="189" y="40774"/>
                  <a:pt x="0" y="39945"/>
                  <a:pt x="0" y="39052"/>
                </a:cubicBezTo>
                <a:cubicBezTo>
                  <a:pt x="0" y="38486"/>
                  <a:pt x="69" y="37937"/>
                  <a:pt x="206" y="37405"/>
                </a:cubicBezTo>
                <a:cubicBezTo>
                  <a:pt x="343" y="36873"/>
                  <a:pt x="553" y="36366"/>
                  <a:pt x="836" y="35885"/>
                </a:cubicBezTo>
                <a:cubicBezTo>
                  <a:pt x="1119" y="35405"/>
                  <a:pt x="1471" y="34946"/>
                  <a:pt x="1891" y="34509"/>
                </a:cubicBezTo>
                <a:cubicBezTo>
                  <a:pt x="2311" y="34071"/>
                  <a:pt x="2796" y="33637"/>
                  <a:pt x="3345" y="33208"/>
                </a:cubicBezTo>
                <a:cubicBezTo>
                  <a:pt x="2504" y="32777"/>
                  <a:pt x="1883" y="32235"/>
                  <a:pt x="1479" y="31580"/>
                </a:cubicBezTo>
                <a:cubicBezTo>
                  <a:pt x="1076" y="30925"/>
                  <a:pt x="875" y="30219"/>
                  <a:pt x="875" y="29461"/>
                </a:cubicBezTo>
                <a:cubicBezTo>
                  <a:pt x="875" y="28410"/>
                  <a:pt x="1089" y="27471"/>
                  <a:pt x="1518" y="26644"/>
                </a:cubicBezTo>
                <a:cubicBezTo>
                  <a:pt x="1947" y="25817"/>
                  <a:pt x="2479" y="25077"/>
                  <a:pt x="3113" y="24422"/>
                </a:cubicBezTo>
                <a:cubicBezTo>
                  <a:pt x="2582" y="23788"/>
                  <a:pt x="2161" y="23073"/>
                  <a:pt x="1853" y="22277"/>
                </a:cubicBezTo>
                <a:cubicBezTo>
                  <a:pt x="1544" y="21480"/>
                  <a:pt x="1389" y="20517"/>
                  <a:pt x="1389" y="19387"/>
                </a:cubicBezTo>
                <a:cubicBezTo>
                  <a:pt x="1389" y="18068"/>
                  <a:pt x="1612" y="16887"/>
                  <a:pt x="2058" y="15842"/>
                </a:cubicBezTo>
                <a:cubicBezTo>
                  <a:pt x="2504" y="14797"/>
                  <a:pt x="3122" y="13915"/>
                  <a:pt x="3911" y="13196"/>
                </a:cubicBezTo>
                <a:cubicBezTo>
                  <a:pt x="4700" y="12477"/>
                  <a:pt x="5648" y="11924"/>
                  <a:pt x="6754" y="11539"/>
                </a:cubicBezTo>
                <a:cubicBezTo>
                  <a:pt x="7860" y="11153"/>
                  <a:pt x="9065" y="10961"/>
                  <a:pt x="10369" y="10961"/>
                </a:cubicBezTo>
                <a:cubicBezTo>
                  <a:pt x="11072" y="10961"/>
                  <a:pt x="11728" y="10997"/>
                  <a:pt x="12337" y="11070"/>
                </a:cubicBezTo>
                <a:cubicBezTo>
                  <a:pt x="12946" y="11142"/>
                  <a:pt x="13517" y="11243"/>
                  <a:pt x="14048" y="11372"/>
                </a:cubicBezTo>
                <a:lnTo>
                  <a:pt x="21047" y="11372"/>
                </a:lnTo>
                <a:cubicBezTo>
                  <a:pt x="21338" y="11372"/>
                  <a:pt x="21557" y="11514"/>
                  <a:pt x="21703" y="11797"/>
                </a:cubicBezTo>
                <a:cubicBezTo>
                  <a:pt x="21849" y="12080"/>
                  <a:pt x="21921" y="12513"/>
                  <a:pt x="21921" y="13096"/>
                </a:cubicBezTo>
                <a:moveTo>
                  <a:pt x="15283" y="19207"/>
                </a:moveTo>
                <a:cubicBezTo>
                  <a:pt x="15283" y="17633"/>
                  <a:pt x="14850" y="16406"/>
                  <a:pt x="13984" y="15524"/>
                </a:cubicBezTo>
                <a:cubicBezTo>
                  <a:pt x="13118" y="14643"/>
                  <a:pt x="11887" y="14203"/>
                  <a:pt x="10292" y="14203"/>
                </a:cubicBezTo>
                <a:cubicBezTo>
                  <a:pt x="9468" y="14203"/>
                  <a:pt x="8752" y="14340"/>
                  <a:pt x="8143" y="14613"/>
                </a:cubicBezTo>
                <a:cubicBezTo>
                  <a:pt x="7534" y="14887"/>
                  <a:pt x="7028" y="15263"/>
                  <a:pt x="6625" y="15742"/>
                </a:cubicBezTo>
                <a:cubicBezTo>
                  <a:pt x="6222" y="16222"/>
                  <a:pt x="5922" y="16773"/>
                  <a:pt x="5725" y="17398"/>
                </a:cubicBezTo>
                <a:cubicBezTo>
                  <a:pt x="5528" y="18022"/>
                  <a:pt x="5429" y="18677"/>
                  <a:pt x="5429" y="19361"/>
                </a:cubicBezTo>
                <a:cubicBezTo>
                  <a:pt x="5429" y="20884"/>
                  <a:pt x="5862" y="22081"/>
                  <a:pt x="6728" y="22954"/>
                </a:cubicBezTo>
                <a:cubicBezTo>
                  <a:pt x="7594" y="23826"/>
                  <a:pt x="8808" y="24263"/>
                  <a:pt x="10369" y="24263"/>
                </a:cubicBezTo>
                <a:cubicBezTo>
                  <a:pt x="11209" y="24263"/>
                  <a:pt x="11938" y="24130"/>
                  <a:pt x="12556" y="23866"/>
                </a:cubicBezTo>
                <a:cubicBezTo>
                  <a:pt x="13173" y="23600"/>
                  <a:pt x="13684" y="23232"/>
                  <a:pt x="14087" y="22762"/>
                </a:cubicBezTo>
                <a:cubicBezTo>
                  <a:pt x="14490" y="22291"/>
                  <a:pt x="14790" y="21748"/>
                  <a:pt x="14987" y="21132"/>
                </a:cubicBezTo>
                <a:cubicBezTo>
                  <a:pt x="15185" y="20516"/>
                  <a:pt x="15283" y="19874"/>
                  <a:pt x="15283" y="19207"/>
                </a:cubicBezTo>
                <a:moveTo>
                  <a:pt x="17419" y="37562"/>
                </a:moveTo>
                <a:cubicBezTo>
                  <a:pt x="17419" y="36560"/>
                  <a:pt x="17011" y="35787"/>
                  <a:pt x="16197" y="35244"/>
                </a:cubicBezTo>
                <a:cubicBezTo>
                  <a:pt x="15382" y="34700"/>
                  <a:pt x="14280" y="34410"/>
                  <a:pt x="12890" y="34376"/>
                </a:cubicBezTo>
                <a:lnTo>
                  <a:pt x="6895" y="34169"/>
                </a:lnTo>
                <a:cubicBezTo>
                  <a:pt x="6347" y="34600"/>
                  <a:pt x="5896" y="35010"/>
                  <a:pt x="5545" y="35399"/>
                </a:cubicBezTo>
                <a:cubicBezTo>
                  <a:pt x="5193" y="35787"/>
                  <a:pt x="4914" y="36159"/>
                  <a:pt x="4708" y="36512"/>
                </a:cubicBezTo>
                <a:cubicBezTo>
                  <a:pt x="4503" y="36866"/>
                  <a:pt x="4361" y="37216"/>
                  <a:pt x="4284" y="37561"/>
                </a:cubicBezTo>
                <a:cubicBezTo>
                  <a:pt x="4207" y="37907"/>
                  <a:pt x="4168" y="38261"/>
                  <a:pt x="4168" y="38623"/>
                </a:cubicBezTo>
                <a:cubicBezTo>
                  <a:pt x="4168" y="39745"/>
                  <a:pt x="4734" y="40596"/>
                  <a:pt x="5866" y="41174"/>
                </a:cubicBezTo>
                <a:cubicBezTo>
                  <a:pt x="6998" y="41753"/>
                  <a:pt x="8576" y="42042"/>
                  <a:pt x="10601" y="42042"/>
                </a:cubicBezTo>
                <a:cubicBezTo>
                  <a:pt x="11887" y="42042"/>
                  <a:pt x="12963" y="41917"/>
                  <a:pt x="13830" y="41666"/>
                </a:cubicBezTo>
                <a:cubicBezTo>
                  <a:pt x="14696" y="41416"/>
                  <a:pt x="15395" y="41084"/>
                  <a:pt x="15926" y="40669"/>
                </a:cubicBezTo>
                <a:cubicBezTo>
                  <a:pt x="16458" y="40255"/>
                  <a:pt x="16840" y="39780"/>
                  <a:pt x="17071" y="39245"/>
                </a:cubicBezTo>
                <a:cubicBezTo>
                  <a:pt x="17303" y="38710"/>
                  <a:pt x="17419" y="38149"/>
                  <a:pt x="17419" y="37562"/>
                </a:cubicBezTo>
                <a:close/>
                <a:moveTo>
                  <a:pt x="46889" y="22642"/>
                </a:moveTo>
                <a:cubicBezTo>
                  <a:pt x="46889" y="23311"/>
                  <a:pt x="46722" y="23787"/>
                  <a:pt x="46387" y="24070"/>
                </a:cubicBezTo>
                <a:cubicBezTo>
                  <a:pt x="46053" y="24353"/>
                  <a:pt x="45671" y="24494"/>
                  <a:pt x="45242" y="24494"/>
                </a:cubicBezTo>
                <a:lnTo>
                  <a:pt x="30062" y="24494"/>
                </a:lnTo>
                <a:cubicBezTo>
                  <a:pt x="30062" y="25785"/>
                  <a:pt x="30190" y="26946"/>
                  <a:pt x="30448" y="27978"/>
                </a:cubicBezTo>
                <a:cubicBezTo>
                  <a:pt x="30705" y="29011"/>
                  <a:pt x="31134" y="29897"/>
                  <a:pt x="31734" y="30636"/>
                </a:cubicBezTo>
                <a:cubicBezTo>
                  <a:pt x="32334" y="31376"/>
                  <a:pt x="33115" y="31944"/>
                  <a:pt x="34076" y="32340"/>
                </a:cubicBezTo>
                <a:cubicBezTo>
                  <a:pt x="35036" y="32736"/>
                  <a:pt x="36211" y="32934"/>
                  <a:pt x="37600" y="32934"/>
                </a:cubicBezTo>
                <a:cubicBezTo>
                  <a:pt x="38698" y="32934"/>
                  <a:pt x="39676" y="32844"/>
                  <a:pt x="40534" y="32663"/>
                </a:cubicBezTo>
                <a:cubicBezTo>
                  <a:pt x="41391" y="32483"/>
                  <a:pt x="42133" y="32282"/>
                  <a:pt x="42759" y="32059"/>
                </a:cubicBezTo>
                <a:cubicBezTo>
                  <a:pt x="43385" y="31836"/>
                  <a:pt x="43900" y="31634"/>
                  <a:pt x="44303" y="31454"/>
                </a:cubicBezTo>
                <a:cubicBezTo>
                  <a:pt x="44706" y="31274"/>
                  <a:pt x="45011" y="31184"/>
                  <a:pt x="45216" y="31184"/>
                </a:cubicBezTo>
                <a:cubicBezTo>
                  <a:pt x="45336" y="31184"/>
                  <a:pt x="45444" y="31214"/>
                  <a:pt x="45538" y="31274"/>
                </a:cubicBezTo>
                <a:cubicBezTo>
                  <a:pt x="45632" y="31334"/>
                  <a:pt x="45705" y="31424"/>
                  <a:pt x="45757" y="31544"/>
                </a:cubicBezTo>
                <a:cubicBezTo>
                  <a:pt x="45808" y="31664"/>
                  <a:pt x="45847" y="31832"/>
                  <a:pt x="45872" y="32046"/>
                </a:cubicBezTo>
                <a:cubicBezTo>
                  <a:pt x="45898" y="32260"/>
                  <a:pt x="45911" y="32522"/>
                  <a:pt x="45911" y="32831"/>
                </a:cubicBezTo>
                <a:cubicBezTo>
                  <a:pt x="45911" y="33054"/>
                  <a:pt x="45902" y="33247"/>
                  <a:pt x="45885" y="33410"/>
                </a:cubicBezTo>
                <a:cubicBezTo>
                  <a:pt x="45868" y="33573"/>
                  <a:pt x="45847" y="33718"/>
                  <a:pt x="45821" y="33847"/>
                </a:cubicBezTo>
                <a:cubicBezTo>
                  <a:pt x="45795" y="33976"/>
                  <a:pt x="45752" y="34091"/>
                  <a:pt x="45692" y="34194"/>
                </a:cubicBezTo>
                <a:cubicBezTo>
                  <a:pt x="45632" y="34297"/>
                  <a:pt x="45555" y="34396"/>
                  <a:pt x="45461" y="34490"/>
                </a:cubicBezTo>
                <a:cubicBezTo>
                  <a:pt x="45366" y="34585"/>
                  <a:pt x="45088" y="34739"/>
                  <a:pt x="44625" y="34953"/>
                </a:cubicBezTo>
                <a:cubicBezTo>
                  <a:pt x="44161" y="35168"/>
                  <a:pt x="43561" y="35378"/>
                  <a:pt x="42824" y="35584"/>
                </a:cubicBezTo>
                <a:cubicBezTo>
                  <a:pt x="42086" y="35790"/>
                  <a:pt x="41233" y="35974"/>
                  <a:pt x="40263" y="36137"/>
                </a:cubicBezTo>
                <a:cubicBezTo>
                  <a:pt x="39294" y="36300"/>
                  <a:pt x="38261" y="36381"/>
                  <a:pt x="37163" y="36381"/>
                </a:cubicBezTo>
                <a:cubicBezTo>
                  <a:pt x="35259" y="36381"/>
                  <a:pt x="33591" y="36115"/>
                  <a:pt x="32159" y="35583"/>
                </a:cubicBezTo>
                <a:cubicBezTo>
                  <a:pt x="30726" y="35051"/>
                  <a:pt x="29521" y="34261"/>
                  <a:pt x="28544" y="33213"/>
                </a:cubicBezTo>
                <a:cubicBezTo>
                  <a:pt x="27566" y="32166"/>
                  <a:pt x="26828" y="30852"/>
                  <a:pt x="26331" y="29273"/>
                </a:cubicBezTo>
                <a:cubicBezTo>
                  <a:pt x="25834" y="27693"/>
                  <a:pt x="25585" y="25856"/>
                  <a:pt x="25585" y="23761"/>
                </a:cubicBezTo>
                <a:cubicBezTo>
                  <a:pt x="25585" y="21769"/>
                  <a:pt x="25842" y="19979"/>
                  <a:pt x="26357" y="18391"/>
                </a:cubicBezTo>
                <a:cubicBezTo>
                  <a:pt x="26871" y="16803"/>
                  <a:pt x="27613" y="15455"/>
                  <a:pt x="28582" y="14347"/>
                </a:cubicBezTo>
                <a:cubicBezTo>
                  <a:pt x="29551" y="13240"/>
                  <a:pt x="30722" y="12390"/>
                  <a:pt x="32094" y="11798"/>
                </a:cubicBezTo>
                <a:cubicBezTo>
                  <a:pt x="33467" y="11205"/>
                  <a:pt x="35002" y="10909"/>
                  <a:pt x="36700" y="10909"/>
                </a:cubicBezTo>
                <a:cubicBezTo>
                  <a:pt x="38518" y="10909"/>
                  <a:pt x="40066" y="11201"/>
                  <a:pt x="41344" y="11784"/>
                </a:cubicBezTo>
                <a:cubicBezTo>
                  <a:pt x="42622" y="12367"/>
                  <a:pt x="43673" y="13152"/>
                  <a:pt x="44496" y="14138"/>
                </a:cubicBezTo>
                <a:cubicBezTo>
                  <a:pt x="45319" y="15125"/>
                  <a:pt x="45924" y="16282"/>
                  <a:pt x="46310" y="17612"/>
                </a:cubicBezTo>
                <a:cubicBezTo>
                  <a:pt x="46696" y="18941"/>
                  <a:pt x="46889" y="20361"/>
                  <a:pt x="46889" y="21870"/>
                </a:cubicBezTo>
                <a:lnTo>
                  <a:pt x="46889" y="22642"/>
                </a:lnTo>
                <a:moveTo>
                  <a:pt x="42618" y="21381"/>
                </a:moveTo>
                <a:cubicBezTo>
                  <a:pt x="42669" y="19151"/>
                  <a:pt x="42176" y="17402"/>
                  <a:pt x="41138" y="16132"/>
                </a:cubicBezTo>
                <a:cubicBezTo>
                  <a:pt x="40100" y="14863"/>
                  <a:pt x="38561" y="14228"/>
                  <a:pt x="36520" y="14228"/>
                </a:cubicBezTo>
                <a:cubicBezTo>
                  <a:pt x="35473" y="14228"/>
                  <a:pt x="34556" y="14426"/>
                  <a:pt x="33767" y="14820"/>
                </a:cubicBezTo>
                <a:cubicBezTo>
                  <a:pt x="32978" y="15215"/>
                  <a:pt x="32317" y="15738"/>
                  <a:pt x="31786" y="16390"/>
                </a:cubicBezTo>
                <a:cubicBezTo>
                  <a:pt x="31254" y="17041"/>
                  <a:pt x="30842" y="17800"/>
                  <a:pt x="30551" y="18667"/>
                </a:cubicBezTo>
                <a:cubicBezTo>
                  <a:pt x="30259" y="19533"/>
                  <a:pt x="30096" y="20438"/>
                  <a:pt x="30062" y="21381"/>
                </a:cubicBezTo>
                <a:lnTo>
                  <a:pt x="42618" y="21381"/>
                </a:lnTo>
                <a:close/>
                <a:moveTo>
                  <a:pt x="65411" y="33551"/>
                </a:moveTo>
                <a:cubicBezTo>
                  <a:pt x="65411" y="34049"/>
                  <a:pt x="65377" y="34443"/>
                  <a:pt x="65309" y="34735"/>
                </a:cubicBezTo>
                <a:cubicBezTo>
                  <a:pt x="65240" y="35026"/>
                  <a:pt x="65137" y="35241"/>
                  <a:pt x="65000" y="35378"/>
                </a:cubicBezTo>
                <a:cubicBezTo>
                  <a:pt x="64863" y="35515"/>
                  <a:pt x="64657" y="35644"/>
                  <a:pt x="64382" y="35764"/>
                </a:cubicBezTo>
                <a:cubicBezTo>
                  <a:pt x="64108" y="35884"/>
                  <a:pt x="63795" y="35983"/>
                  <a:pt x="63443" y="36060"/>
                </a:cubicBezTo>
                <a:cubicBezTo>
                  <a:pt x="63092" y="36137"/>
                  <a:pt x="62718" y="36201"/>
                  <a:pt x="62324" y="36253"/>
                </a:cubicBezTo>
                <a:cubicBezTo>
                  <a:pt x="61929" y="36304"/>
                  <a:pt x="61535" y="36330"/>
                  <a:pt x="61140" y="36330"/>
                </a:cubicBezTo>
                <a:cubicBezTo>
                  <a:pt x="59940" y="36330"/>
                  <a:pt x="58911" y="36171"/>
                  <a:pt x="58053" y="35853"/>
                </a:cubicBezTo>
                <a:cubicBezTo>
                  <a:pt x="57195" y="35535"/>
                  <a:pt x="56492" y="35053"/>
                  <a:pt x="55943" y="34408"/>
                </a:cubicBezTo>
                <a:cubicBezTo>
                  <a:pt x="55394" y="33763"/>
                  <a:pt x="54995" y="32947"/>
                  <a:pt x="54747" y="31958"/>
                </a:cubicBezTo>
                <a:cubicBezTo>
                  <a:pt x="54498" y="30970"/>
                  <a:pt x="54374" y="29805"/>
                  <a:pt x="54374" y="28464"/>
                </a:cubicBezTo>
                <a:lnTo>
                  <a:pt x="54374" y="14897"/>
                </a:lnTo>
                <a:lnTo>
                  <a:pt x="51132" y="14897"/>
                </a:lnTo>
                <a:cubicBezTo>
                  <a:pt x="50874" y="14897"/>
                  <a:pt x="50669" y="14760"/>
                  <a:pt x="50514" y="14486"/>
                </a:cubicBezTo>
                <a:cubicBezTo>
                  <a:pt x="50360" y="14211"/>
                  <a:pt x="50283" y="13765"/>
                  <a:pt x="50283" y="13148"/>
                </a:cubicBezTo>
                <a:cubicBezTo>
                  <a:pt x="50283" y="12822"/>
                  <a:pt x="50304" y="12547"/>
                  <a:pt x="50347" y="12324"/>
                </a:cubicBezTo>
                <a:cubicBezTo>
                  <a:pt x="50390" y="12101"/>
                  <a:pt x="50446" y="11917"/>
                  <a:pt x="50514" y="11771"/>
                </a:cubicBezTo>
                <a:cubicBezTo>
                  <a:pt x="50583" y="11625"/>
                  <a:pt x="50673" y="11522"/>
                  <a:pt x="50784" y="11462"/>
                </a:cubicBezTo>
                <a:cubicBezTo>
                  <a:pt x="50896" y="11402"/>
                  <a:pt x="51020" y="11372"/>
                  <a:pt x="51157" y="11372"/>
                </a:cubicBezTo>
                <a:lnTo>
                  <a:pt x="54374" y="11372"/>
                </a:lnTo>
                <a:lnTo>
                  <a:pt x="54374" y="5866"/>
                </a:lnTo>
                <a:cubicBezTo>
                  <a:pt x="54374" y="5746"/>
                  <a:pt x="54404" y="5635"/>
                  <a:pt x="54464" y="5532"/>
                </a:cubicBezTo>
                <a:cubicBezTo>
                  <a:pt x="54524" y="5429"/>
                  <a:pt x="54635" y="5339"/>
                  <a:pt x="54798" y="5262"/>
                </a:cubicBezTo>
                <a:cubicBezTo>
                  <a:pt x="54961" y="5184"/>
                  <a:pt x="55180" y="5129"/>
                  <a:pt x="55454" y="5094"/>
                </a:cubicBezTo>
                <a:cubicBezTo>
                  <a:pt x="55729" y="5060"/>
                  <a:pt x="56072" y="5043"/>
                  <a:pt x="56483" y="5043"/>
                </a:cubicBezTo>
                <a:cubicBezTo>
                  <a:pt x="56912" y="5043"/>
                  <a:pt x="57264" y="5060"/>
                  <a:pt x="57538" y="5094"/>
                </a:cubicBezTo>
                <a:cubicBezTo>
                  <a:pt x="57813" y="5129"/>
                  <a:pt x="58027" y="5184"/>
                  <a:pt x="58182" y="5262"/>
                </a:cubicBezTo>
                <a:cubicBezTo>
                  <a:pt x="58336" y="5339"/>
                  <a:pt x="58447" y="5429"/>
                  <a:pt x="58516" y="5532"/>
                </a:cubicBezTo>
                <a:cubicBezTo>
                  <a:pt x="58585" y="5635"/>
                  <a:pt x="58619" y="5746"/>
                  <a:pt x="58619" y="5866"/>
                </a:cubicBezTo>
                <a:lnTo>
                  <a:pt x="58619" y="11372"/>
                </a:lnTo>
                <a:lnTo>
                  <a:pt x="64562" y="11372"/>
                </a:lnTo>
                <a:cubicBezTo>
                  <a:pt x="64700" y="11372"/>
                  <a:pt x="64820" y="11402"/>
                  <a:pt x="64923" y="11462"/>
                </a:cubicBezTo>
                <a:cubicBezTo>
                  <a:pt x="65026" y="11522"/>
                  <a:pt x="65116" y="11625"/>
                  <a:pt x="65193" y="11771"/>
                </a:cubicBezTo>
                <a:cubicBezTo>
                  <a:pt x="65270" y="11917"/>
                  <a:pt x="65326" y="12101"/>
                  <a:pt x="65360" y="12324"/>
                </a:cubicBezTo>
                <a:cubicBezTo>
                  <a:pt x="65394" y="12547"/>
                  <a:pt x="65411" y="12822"/>
                  <a:pt x="65411" y="13148"/>
                </a:cubicBezTo>
                <a:cubicBezTo>
                  <a:pt x="65411" y="13765"/>
                  <a:pt x="65334" y="14211"/>
                  <a:pt x="65180" y="14486"/>
                </a:cubicBezTo>
                <a:cubicBezTo>
                  <a:pt x="65026" y="14760"/>
                  <a:pt x="64820" y="14897"/>
                  <a:pt x="64562" y="14897"/>
                </a:cubicBezTo>
                <a:lnTo>
                  <a:pt x="58619" y="14897"/>
                </a:lnTo>
                <a:lnTo>
                  <a:pt x="58619" y="27851"/>
                </a:lnTo>
                <a:cubicBezTo>
                  <a:pt x="58619" y="29451"/>
                  <a:pt x="58855" y="30659"/>
                  <a:pt x="59326" y="31477"/>
                </a:cubicBezTo>
                <a:cubicBezTo>
                  <a:pt x="59798" y="32294"/>
                  <a:pt x="60643" y="32702"/>
                  <a:pt x="61861" y="32702"/>
                </a:cubicBezTo>
                <a:cubicBezTo>
                  <a:pt x="62255" y="32702"/>
                  <a:pt x="62607" y="32663"/>
                  <a:pt x="62916" y="32586"/>
                </a:cubicBezTo>
                <a:cubicBezTo>
                  <a:pt x="63225" y="32509"/>
                  <a:pt x="63499" y="32428"/>
                  <a:pt x="63739" y="32342"/>
                </a:cubicBezTo>
                <a:cubicBezTo>
                  <a:pt x="63979" y="32256"/>
                  <a:pt x="64185" y="32175"/>
                  <a:pt x="64357" y="32097"/>
                </a:cubicBezTo>
                <a:cubicBezTo>
                  <a:pt x="64528" y="32020"/>
                  <a:pt x="64683" y="31982"/>
                  <a:pt x="64820" y="31982"/>
                </a:cubicBezTo>
                <a:cubicBezTo>
                  <a:pt x="64905" y="31982"/>
                  <a:pt x="64987" y="32003"/>
                  <a:pt x="65064" y="32046"/>
                </a:cubicBezTo>
                <a:cubicBezTo>
                  <a:pt x="65141" y="32089"/>
                  <a:pt x="65201" y="32170"/>
                  <a:pt x="65244" y="32290"/>
                </a:cubicBezTo>
                <a:cubicBezTo>
                  <a:pt x="65287" y="32410"/>
                  <a:pt x="65326" y="32573"/>
                  <a:pt x="65360" y="32779"/>
                </a:cubicBezTo>
                <a:cubicBezTo>
                  <a:pt x="65394" y="32985"/>
                  <a:pt x="65411" y="33242"/>
                  <a:pt x="65411" y="33551"/>
                </a:cubicBezTo>
                <a:close/>
                <a:moveTo>
                  <a:pt x="96411" y="34062"/>
                </a:moveTo>
                <a:cubicBezTo>
                  <a:pt x="96411" y="34406"/>
                  <a:pt x="96355" y="34698"/>
                  <a:pt x="96244" y="34939"/>
                </a:cubicBezTo>
                <a:cubicBezTo>
                  <a:pt x="96132" y="35180"/>
                  <a:pt x="95986" y="35377"/>
                  <a:pt x="95806" y="35532"/>
                </a:cubicBezTo>
                <a:cubicBezTo>
                  <a:pt x="95626" y="35687"/>
                  <a:pt x="95425" y="35798"/>
                  <a:pt x="95202" y="35867"/>
                </a:cubicBezTo>
                <a:cubicBezTo>
                  <a:pt x="94979" y="35935"/>
                  <a:pt x="94756" y="35970"/>
                  <a:pt x="94533" y="35970"/>
                </a:cubicBezTo>
                <a:lnTo>
                  <a:pt x="93117" y="35970"/>
                </a:lnTo>
                <a:cubicBezTo>
                  <a:pt x="92671" y="35970"/>
                  <a:pt x="92281" y="35922"/>
                  <a:pt x="91947" y="35827"/>
                </a:cubicBezTo>
                <a:cubicBezTo>
                  <a:pt x="91612" y="35731"/>
                  <a:pt x="91295" y="35558"/>
                  <a:pt x="90995" y="35306"/>
                </a:cubicBezTo>
                <a:cubicBezTo>
                  <a:pt x="90695" y="35055"/>
                  <a:pt x="90394" y="34712"/>
                  <a:pt x="90094" y="34279"/>
                </a:cubicBezTo>
                <a:cubicBezTo>
                  <a:pt x="89794" y="33845"/>
                  <a:pt x="89464" y="33294"/>
                  <a:pt x="89104" y="32625"/>
                </a:cubicBezTo>
                <a:lnTo>
                  <a:pt x="78606" y="13688"/>
                </a:lnTo>
                <a:cubicBezTo>
                  <a:pt x="78057" y="12710"/>
                  <a:pt x="77504" y="11685"/>
                  <a:pt x="76947" y="10613"/>
                </a:cubicBezTo>
                <a:cubicBezTo>
                  <a:pt x="76389" y="9541"/>
                  <a:pt x="75870" y="8499"/>
                  <a:pt x="75390" y="7487"/>
                </a:cubicBezTo>
                <a:lnTo>
                  <a:pt x="75338" y="7487"/>
                </a:lnTo>
                <a:cubicBezTo>
                  <a:pt x="75373" y="8722"/>
                  <a:pt x="75398" y="9983"/>
                  <a:pt x="75416" y="11269"/>
                </a:cubicBezTo>
                <a:cubicBezTo>
                  <a:pt x="75433" y="12556"/>
                  <a:pt x="75441" y="13834"/>
                  <a:pt x="75441" y="15103"/>
                </a:cubicBezTo>
                <a:lnTo>
                  <a:pt x="75441" y="35198"/>
                </a:lnTo>
                <a:cubicBezTo>
                  <a:pt x="75441" y="35318"/>
                  <a:pt x="75407" y="35434"/>
                  <a:pt x="75338" y="35545"/>
                </a:cubicBezTo>
                <a:cubicBezTo>
                  <a:pt x="75270" y="35657"/>
                  <a:pt x="75154" y="35742"/>
                  <a:pt x="74991" y="35802"/>
                </a:cubicBezTo>
                <a:cubicBezTo>
                  <a:pt x="74828" y="35862"/>
                  <a:pt x="74614" y="35914"/>
                  <a:pt x="74348" y="35957"/>
                </a:cubicBezTo>
                <a:cubicBezTo>
                  <a:pt x="74082" y="36000"/>
                  <a:pt x="73743" y="36021"/>
                  <a:pt x="73332" y="36021"/>
                </a:cubicBezTo>
                <a:cubicBezTo>
                  <a:pt x="72920" y="36021"/>
                  <a:pt x="72581" y="36000"/>
                  <a:pt x="72315" y="35957"/>
                </a:cubicBezTo>
                <a:cubicBezTo>
                  <a:pt x="72049" y="35914"/>
                  <a:pt x="71839" y="35862"/>
                  <a:pt x="71685" y="35802"/>
                </a:cubicBezTo>
                <a:cubicBezTo>
                  <a:pt x="71530" y="35742"/>
                  <a:pt x="71419" y="35657"/>
                  <a:pt x="71350" y="35545"/>
                </a:cubicBezTo>
                <a:cubicBezTo>
                  <a:pt x="71282" y="35434"/>
                  <a:pt x="71247" y="35318"/>
                  <a:pt x="71247" y="35198"/>
                </a:cubicBezTo>
                <a:lnTo>
                  <a:pt x="71247" y="4477"/>
                </a:lnTo>
                <a:cubicBezTo>
                  <a:pt x="71247" y="3791"/>
                  <a:pt x="71436" y="3302"/>
                  <a:pt x="71814" y="3010"/>
                </a:cubicBezTo>
                <a:cubicBezTo>
                  <a:pt x="72191" y="2719"/>
                  <a:pt x="72603" y="2573"/>
                  <a:pt x="73049" y="2573"/>
                </a:cubicBezTo>
                <a:lnTo>
                  <a:pt x="75158" y="2573"/>
                </a:lnTo>
                <a:cubicBezTo>
                  <a:pt x="75656" y="2573"/>
                  <a:pt x="76072" y="2616"/>
                  <a:pt x="76406" y="2702"/>
                </a:cubicBezTo>
                <a:cubicBezTo>
                  <a:pt x="76741" y="2787"/>
                  <a:pt x="77041" y="2929"/>
                  <a:pt x="77307" y="3126"/>
                </a:cubicBezTo>
                <a:cubicBezTo>
                  <a:pt x="77573" y="3323"/>
                  <a:pt x="77830" y="3598"/>
                  <a:pt x="78079" y="3949"/>
                </a:cubicBezTo>
                <a:cubicBezTo>
                  <a:pt x="78327" y="4301"/>
                  <a:pt x="78597" y="4743"/>
                  <a:pt x="78889" y="5275"/>
                </a:cubicBezTo>
                <a:lnTo>
                  <a:pt x="86968" y="19889"/>
                </a:lnTo>
                <a:cubicBezTo>
                  <a:pt x="87466" y="20781"/>
                  <a:pt x="87946" y="21651"/>
                  <a:pt x="88409" y="22500"/>
                </a:cubicBezTo>
                <a:cubicBezTo>
                  <a:pt x="88872" y="23349"/>
                  <a:pt x="89318" y="24186"/>
                  <a:pt x="89747" y="25009"/>
                </a:cubicBezTo>
                <a:cubicBezTo>
                  <a:pt x="90176" y="25832"/>
                  <a:pt x="90600" y="26643"/>
                  <a:pt x="91020" y="27440"/>
                </a:cubicBezTo>
                <a:cubicBezTo>
                  <a:pt x="91441" y="28238"/>
                  <a:pt x="91857" y="29040"/>
                  <a:pt x="92268" y="29846"/>
                </a:cubicBezTo>
                <a:lnTo>
                  <a:pt x="92294" y="29846"/>
                </a:lnTo>
                <a:cubicBezTo>
                  <a:pt x="92260" y="28490"/>
                  <a:pt x="92238" y="27078"/>
                  <a:pt x="92230" y="25610"/>
                </a:cubicBezTo>
                <a:cubicBezTo>
                  <a:pt x="92221" y="24141"/>
                  <a:pt x="92217" y="22729"/>
                  <a:pt x="92217" y="21373"/>
                </a:cubicBezTo>
                <a:lnTo>
                  <a:pt x="92217" y="3294"/>
                </a:lnTo>
                <a:cubicBezTo>
                  <a:pt x="92217" y="3174"/>
                  <a:pt x="92251" y="3063"/>
                  <a:pt x="92320" y="2960"/>
                </a:cubicBezTo>
                <a:cubicBezTo>
                  <a:pt x="92388" y="2856"/>
                  <a:pt x="92504" y="2766"/>
                  <a:pt x="92667" y="2689"/>
                </a:cubicBezTo>
                <a:cubicBezTo>
                  <a:pt x="92830" y="2612"/>
                  <a:pt x="93045" y="2556"/>
                  <a:pt x="93310" y="2521"/>
                </a:cubicBezTo>
                <a:cubicBezTo>
                  <a:pt x="93576" y="2487"/>
                  <a:pt x="93924" y="2470"/>
                  <a:pt x="94352" y="2470"/>
                </a:cubicBezTo>
                <a:cubicBezTo>
                  <a:pt x="94730" y="2470"/>
                  <a:pt x="95056" y="2487"/>
                  <a:pt x="95330" y="2521"/>
                </a:cubicBezTo>
                <a:cubicBezTo>
                  <a:pt x="95605" y="2556"/>
                  <a:pt x="95819" y="2612"/>
                  <a:pt x="95973" y="2690"/>
                </a:cubicBezTo>
                <a:cubicBezTo>
                  <a:pt x="96128" y="2767"/>
                  <a:pt x="96239" y="2857"/>
                  <a:pt x="96308" y="2960"/>
                </a:cubicBezTo>
                <a:cubicBezTo>
                  <a:pt x="96376" y="3063"/>
                  <a:pt x="96411" y="3174"/>
                  <a:pt x="96411" y="3295"/>
                </a:cubicBezTo>
                <a:lnTo>
                  <a:pt x="96411" y="34062"/>
                </a:lnTo>
                <a:close/>
                <a:moveTo>
                  <a:pt x="124215" y="35224"/>
                </a:moveTo>
                <a:cubicBezTo>
                  <a:pt x="124215" y="35361"/>
                  <a:pt x="124185" y="35477"/>
                  <a:pt x="124125" y="35571"/>
                </a:cubicBezTo>
                <a:cubicBezTo>
                  <a:pt x="124065" y="35665"/>
                  <a:pt x="123957" y="35747"/>
                  <a:pt x="123803" y="35815"/>
                </a:cubicBezTo>
                <a:cubicBezTo>
                  <a:pt x="123649" y="35884"/>
                  <a:pt x="123447" y="35935"/>
                  <a:pt x="123198" y="35970"/>
                </a:cubicBezTo>
                <a:cubicBezTo>
                  <a:pt x="122950" y="36004"/>
                  <a:pt x="122645" y="36021"/>
                  <a:pt x="122285" y="36021"/>
                </a:cubicBezTo>
                <a:cubicBezTo>
                  <a:pt x="121891" y="36021"/>
                  <a:pt x="121569" y="36004"/>
                  <a:pt x="121320" y="35970"/>
                </a:cubicBezTo>
                <a:cubicBezTo>
                  <a:pt x="121071" y="35935"/>
                  <a:pt x="120874" y="35884"/>
                  <a:pt x="120728" y="35815"/>
                </a:cubicBezTo>
                <a:cubicBezTo>
                  <a:pt x="120583" y="35747"/>
                  <a:pt x="120484" y="35665"/>
                  <a:pt x="120433" y="35571"/>
                </a:cubicBezTo>
                <a:cubicBezTo>
                  <a:pt x="120381" y="35477"/>
                  <a:pt x="120355" y="35361"/>
                  <a:pt x="120355" y="35224"/>
                </a:cubicBezTo>
                <a:lnTo>
                  <a:pt x="120355" y="32162"/>
                </a:lnTo>
                <a:cubicBezTo>
                  <a:pt x="119035" y="33629"/>
                  <a:pt x="117731" y="34699"/>
                  <a:pt x="116444" y="35372"/>
                </a:cubicBezTo>
                <a:cubicBezTo>
                  <a:pt x="115158" y="36045"/>
                  <a:pt x="113854" y="36381"/>
                  <a:pt x="112534" y="36381"/>
                </a:cubicBezTo>
                <a:cubicBezTo>
                  <a:pt x="110990" y="36381"/>
                  <a:pt x="109690" y="36124"/>
                  <a:pt x="108636" y="35609"/>
                </a:cubicBezTo>
                <a:cubicBezTo>
                  <a:pt x="107581" y="35094"/>
                  <a:pt x="106727" y="34394"/>
                  <a:pt x="106076" y="33510"/>
                </a:cubicBezTo>
                <a:cubicBezTo>
                  <a:pt x="105424" y="32626"/>
                  <a:pt x="104956" y="31595"/>
                  <a:pt x="104673" y="30419"/>
                </a:cubicBezTo>
                <a:cubicBezTo>
                  <a:pt x="104390" y="29243"/>
                  <a:pt x="104249" y="27813"/>
                  <a:pt x="104249" y="26131"/>
                </a:cubicBezTo>
                <a:lnTo>
                  <a:pt x="104249" y="12068"/>
                </a:lnTo>
                <a:cubicBezTo>
                  <a:pt x="104249" y="11931"/>
                  <a:pt x="104279" y="11815"/>
                  <a:pt x="104339" y="11721"/>
                </a:cubicBezTo>
                <a:cubicBezTo>
                  <a:pt x="104399" y="11626"/>
                  <a:pt x="104515" y="11540"/>
                  <a:pt x="104686" y="11462"/>
                </a:cubicBezTo>
                <a:cubicBezTo>
                  <a:pt x="104858" y="11385"/>
                  <a:pt x="105081" y="11334"/>
                  <a:pt x="105355" y="11308"/>
                </a:cubicBezTo>
                <a:cubicBezTo>
                  <a:pt x="105630" y="11282"/>
                  <a:pt x="105973" y="11269"/>
                  <a:pt x="106384" y="11269"/>
                </a:cubicBezTo>
                <a:cubicBezTo>
                  <a:pt x="106796" y="11269"/>
                  <a:pt x="107139" y="11282"/>
                  <a:pt x="107413" y="11308"/>
                </a:cubicBezTo>
                <a:cubicBezTo>
                  <a:pt x="107688" y="11334"/>
                  <a:pt x="107907" y="11385"/>
                  <a:pt x="108070" y="11462"/>
                </a:cubicBezTo>
                <a:cubicBezTo>
                  <a:pt x="108232" y="11540"/>
                  <a:pt x="108348" y="11626"/>
                  <a:pt x="108417" y="11721"/>
                </a:cubicBezTo>
                <a:cubicBezTo>
                  <a:pt x="108486" y="11815"/>
                  <a:pt x="108520" y="11931"/>
                  <a:pt x="108520" y="12068"/>
                </a:cubicBezTo>
                <a:lnTo>
                  <a:pt x="108520" y="25566"/>
                </a:lnTo>
                <a:cubicBezTo>
                  <a:pt x="108520" y="26923"/>
                  <a:pt x="108618" y="28009"/>
                  <a:pt x="108816" y="28825"/>
                </a:cubicBezTo>
                <a:cubicBezTo>
                  <a:pt x="109013" y="29641"/>
                  <a:pt x="109313" y="30337"/>
                  <a:pt x="109716" y="30912"/>
                </a:cubicBezTo>
                <a:cubicBezTo>
                  <a:pt x="110119" y="31487"/>
                  <a:pt x="110630" y="31934"/>
                  <a:pt x="111247" y="32252"/>
                </a:cubicBezTo>
                <a:cubicBezTo>
                  <a:pt x="111865" y="32569"/>
                  <a:pt x="112585" y="32728"/>
                  <a:pt x="113408" y="32728"/>
                </a:cubicBezTo>
                <a:cubicBezTo>
                  <a:pt x="114472" y="32728"/>
                  <a:pt x="115531" y="32348"/>
                  <a:pt x="116586" y="31589"/>
                </a:cubicBezTo>
                <a:cubicBezTo>
                  <a:pt x="117641" y="30830"/>
                  <a:pt x="118760" y="29717"/>
                  <a:pt x="119944" y="28251"/>
                </a:cubicBezTo>
                <a:lnTo>
                  <a:pt x="119944" y="12067"/>
                </a:lnTo>
                <a:cubicBezTo>
                  <a:pt x="119944" y="11930"/>
                  <a:pt x="119974" y="11814"/>
                  <a:pt x="120034" y="11720"/>
                </a:cubicBezTo>
                <a:cubicBezTo>
                  <a:pt x="120094" y="11625"/>
                  <a:pt x="120210" y="11540"/>
                  <a:pt x="120381" y="11462"/>
                </a:cubicBezTo>
                <a:cubicBezTo>
                  <a:pt x="120553" y="11385"/>
                  <a:pt x="120771" y="11334"/>
                  <a:pt x="121037" y="11308"/>
                </a:cubicBezTo>
                <a:cubicBezTo>
                  <a:pt x="121303" y="11282"/>
                  <a:pt x="121650" y="11269"/>
                  <a:pt x="122079" y="11269"/>
                </a:cubicBezTo>
                <a:cubicBezTo>
                  <a:pt x="122491" y="11269"/>
                  <a:pt x="122834" y="11282"/>
                  <a:pt x="123108" y="11308"/>
                </a:cubicBezTo>
                <a:cubicBezTo>
                  <a:pt x="123383" y="11334"/>
                  <a:pt x="123597" y="11385"/>
                  <a:pt x="123752" y="11462"/>
                </a:cubicBezTo>
                <a:cubicBezTo>
                  <a:pt x="123906" y="11540"/>
                  <a:pt x="124022" y="11625"/>
                  <a:pt x="124099" y="11720"/>
                </a:cubicBezTo>
                <a:cubicBezTo>
                  <a:pt x="124176" y="11814"/>
                  <a:pt x="124215" y="11930"/>
                  <a:pt x="124215" y="12067"/>
                </a:cubicBezTo>
                <a:lnTo>
                  <a:pt x="124215" y="35224"/>
                </a:lnTo>
                <a:close/>
                <a:moveTo>
                  <a:pt x="165970" y="35224"/>
                </a:moveTo>
                <a:cubicBezTo>
                  <a:pt x="165970" y="35361"/>
                  <a:pt x="165935" y="35477"/>
                  <a:pt x="165867" y="35571"/>
                </a:cubicBezTo>
                <a:cubicBezTo>
                  <a:pt x="165798" y="35665"/>
                  <a:pt x="165686" y="35747"/>
                  <a:pt x="165532" y="35815"/>
                </a:cubicBezTo>
                <a:cubicBezTo>
                  <a:pt x="165378" y="35884"/>
                  <a:pt x="165163" y="35935"/>
                  <a:pt x="164889" y="35970"/>
                </a:cubicBezTo>
                <a:cubicBezTo>
                  <a:pt x="164614" y="36004"/>
                  <a:pt x="164271" y="36021"/>
                  <a:pt x="163860" y="36021"/>
                </a:cubicBezTo>
                <a:cubicBezTo>
                  <a:pt x="163431" y="36021"/>
                  <a:pt x="163079" y="36004"/>
                  <a:pt x="162805" y="35970"/>
                </a:cubicBezTo>
                <a:cubicBezTo>
                  <a:pt x="162530" y="35935"/>
                  <a:pt x="162312" y="35884"/>
                  <a:pt x="162149" y="35815"/>
                </a:cubicBezTo>
                <a:cubicBezTo>
                  <a:pt x="161986" y="35747"/>
                  <a:pt x="161870" y="35665"/>
                  <a:pt x="161801" y="35571"/>
                </a:cubicBezTo>
                <a:cubicBezTo>
                  <a:pt x="161733" y="35477"/>
                  <a:pt x="161698" y="35361"/>
                  <a:pt x="161698" y="35224"/>
                </a:cubicBezTo>
                <a:lnTo>
                  <a:pt x="161698" y="21150"/>
                </a:lnTo>
                <a:cubicBezTo>
                  <a:pt x="161698" y="20172"/>
                  <a:pt x="161613" y="19280"/>
                  <a:pt x="161441" y="18474"/>
                </a:cubicBezTo>
                <a:cubicBezTo>
                  <a:pt x="161270" y="17668"/>
                  <a:pt x="160995" y="16973"/>
                  <a:pt x="160618" y="16390"/>
                </a:cubicBezTo>
                <a:cubicBezTo>
                  <a:pt x="160240" y="15806"/>
                  <a:pt x="159760" y="15360"/>
                  <a:pt x="159177" y="15052"/>
                </a:cubicBezTo>
                <a:cubicBezTo>
                  <a:pt x="158594" y="14743"/>
                  <a:pt x="157908" y="14589"/>
                  <a:pt x="157119" y="14589"/>
                </a:cubicBezTo>
                <a:cubicBezTo>
                  <a:pt x="156141" y="14589"/>
                  <a:pt x="155159" y="14966"/>
                  <a:pt x="154173" y="15721"/>
                </a:cubicBezTo>
                <a:cubicBezTo>
                  <a:pt x="153186" y="16475"/>
                  <a:pt x="152101" y="17582"/>
                  <a:pt x="150918" y="19040"/>
                </a:cubicBezTo>
                <a:lnTo>
                  <a:pt x="150918" y="35224"/>
                </a:lnTo>
                <a:cubicBezTo>
                  <a:pt x="150918" y="35361"/>
                  <a:pt x="150884" y="35477"/>
                  <a:pt x="150815" y="35571"/>
                </a:cubicBezTo>
                <a:cubicBezTo>
                  <a:pt x="150746" y="35665"/>
                  <a:pt x="150631" y="35747"/>
                  <a:pt x="150468" y="35815"/>
                </a:cubicBezTo>
                <a:cubicBezTo>
                  <a:pt x="150305" y="35884"/>
                  <a:pt x="150086" y="35935"/>
                  <a:pt x="149811" y="35970"/>
                </a:cubicBezTo>
                <a:cubicBezTo>
                  <a:pt x="149537" y="36004"/>
                  <a:pt x="149194" y="36021"/>
                  <a:pt x="148782" y="36021"/>
                </a:cubicBezTo>
                <a:cubicBezTo>
                  <a:pt x="148388" y="36021"/>
                  <a:pt x="148049" y="36004"/>
                  <a:pt x="147766" y="35970"/>
                </a:cubicBezTo>
                <a:cubicBezTo>
                  <a:pt x="147483" y="35935"/>
                  <a:pt x="147260" y="35884"/>
                  <a:pt x="147097" y="35815"/>
                </a:cubicBezTo>
                <a:cubicBezTo>
                  <a:pt x="146934" y="35747"/>
                  <a:pt x="146823" y="35665"/>
                  <a:pt x="146763" y="35571"/>
                </a:cubicBezTo>
                <a:cubicBezTo>
                  <a:pt x="146702" y="35477"/>
                  <a:pt x="146672" y="35361"/>
                  <a:pt x="146672" y="35224"/>
                </a:cubicBezTo>
                <a:lnTo>
                  <a:pt x="146672" y="21150"/>
                </a:lnTo>
                <a:cubicBezTo>
                  <a:pt x="146672" y="20172"/>
                  <a:pt x="146578" y="19280"/>
                  <a:pt x="146389" y="18474"/>
                </a:cubicBezTo>
                <a:cubicBezTo>
                  <a:pt x="146201" y="17668"/>
                  <a:pt x="145918" y="16973"/>
                  <a:pt x="145540" y="16390"/>
                </a:cubicBezTo>
                <a:cubicBezTo>
                  <a:pt x="145163" y="15806"/>
                  <a:pt x="144687" y="15360"/>
                  <a:pt x="144112" y="15052"/>
                </a:cubicBezTo>
                <a:cubicBezTo>
                  <a:pt x="143538" y="14743"/>
                  <a:pt x="142856" y="14589"/>
                  <a:pt x="142067" y="14589"/>
                </a:cubicBezTo>
                <a:cubicBezTo>
                  <a:pt x="141089" y="14589"/>
                  <a:pt x="140103" y="14966"/>
                  <a:pt x="139108" y="15721"/>
                </a:cubicBezTo>
                <a:cubicBezTo>
                  <a:pt x="138113" y="16475"/>
                  <a:pt x="137033" y="17582"/>
                  <a:pt x="135866" y="19040"/>
                </a:cubicBezTo>
                <a:lnTo>
                  <a:pt x="135866" y="35224"/>
                </a:lnTo>
                <a:cubicBezTo>
                  <a:pt x="135866" y="35361"/>
                  <a:pt x="135832" y="35477"/>
                  <a:pt x="135763" y="35571"/>
                </a:cubicBezTo>
                <a:cubicBezTo>
                  <a:pt x="135695" y="35665"/>
                  <a:pt x="135583" y="35747"/>
                  <a:pt x="135429" y="35815"/>
                </a:cubicBezTo>
                <a:cubicBezTo>
                  <a:pt x="135274" y="35884"/>
                  <a:pt x="135060" y="35935"/>
                  <a:pt x="134785" y="35970"/>
                </a:cubicBezTo>
                <a:cubicBezTo>
                  <a:pt x="134511" y="36004"/>
                  <a:pt x="134159" y="36021"/>
                  <a:pt x="133731" y="36021"/>
                </a:cubicBezTo>
                <a:cubicBezTo>
                  <a:pt x="133319" y="36021"/>
                  <a:pt x="132976" y="36004"/>
                  <a:pt x="132701" y="35970"/>
                </a:cubicBezTo>
                <a:cubicBezTo>
                  <a:pt x="132427" y="35935"/>
                  <a:pt x="132208" y="35884"/>
                  <a:pt x="132045" y="35815"/>
                </a:cubicBezTo>
                <a:cubicBezTo>
                  <a:pt x="131882" y="35747"/>
                  <a:pt x="131771" y="35665"/>
                  <a:pt x="131711" y="35571"/>
                </a:cubicBezTo>
                <a:cubicBezTo>
                  <a:pt x="131651" y="35477"/>
                  <a:pt x="131621" y="35361"/>
                  <a:pt x="131621" y="35224"/>
                </a:cubicBezTo>
                <a:lnTo>
                  <a:pt x="131621" y="12067"/>
                </a:lnTo>
                <a:cubicBezTo>
                  <a:pt x="131621" y="11930"/>
                  <a:pt x="131647" y="11814"/>
                  <a:pt x="131698" y="11720"/>
                </a:cubicBezTo>
                <a:cubicBezTo>
                  <a:pt x="131749" y="11625"/>
                  <a:pt x="131852" y="11540"/>
                  <a:pt x="132007" y="11462"/>
                </a:cubicBezTo>
                <a:cubicBezTo>
                  <a:pt x="132161" y="11385"/>
                  <a:pt x="132358" y="11334"/>
                  <a:pt x="132598" y="11308"/>
                </a:cubicBezTo>
                <a:cubicBezTo>
                  <a:pt x="132839" y="11282"/>
                  <a:pt x="133156" y="11269"/>
                  <a:pt x="133550" y="11269"/>
                </a:cubicBezTo>
                <a:cubicBezTo>
                  <a:pt x="133928" y="11269"/>
                  <a:pt x="134241" y="11282"/>
                  <a:pt x="134490" y="11308"/>
                </a:cubicBezTo>
                <a:cubicBezTo>
                  <a:pt x="134738" y="11334"/>
                  <a:pt x="134931" y="11385"/>
                  <a:pt x="135069" y="11462"/>
                </a:cubicBezTo>
                <a:cubicBezTo>
                  <a:pt x="135206" y="11540"/>
                  <a:pt x="135304" y="11625"/>
                  <a:pt x="135364" y="11720"/>
                </a:cubicBezTo>
                <a:cubicBezTo>
                  <a:pt x="135424" y="11814"/>
                  <a:pt x="135454" y="11930"/>
                  <a:pt x="135454" y="12067"/>
                </a:cubicBezTo>
                <a:lnTo>
                  <a:pt x="135454" y="15129"/>
                </a:lnTo>
                <a:cubicBezTo>
                  <a:pt x="136758" y="13671"/>
                  <a:pt x="138023" y="12603"/>
                  <a:pt x="139250" y="11926"/>
                </a:cubicBezTo>
                <a:cubicBezTo>
                  <a:pt x="140476" y="11248"/>
                  <a:pt x="141715" y="10909"/>
                  <a:pt x="142967" y="10909"/>
                </a:cubicBezTo>
                <a:cubicBezTo>
                  <a:pt x="143928" y="10909"/>
                  <a:pt x="144790" y="11021"/>
                  <a:pt x="145553" y="11244"/>
                </a:cubicBezTo>
                <a:cubicBezTo>
                  <a:pt x="146317" y="11467"/>
                  <a:pt x="146990" y="11780"/>
                  <a:pt x="147573" y="12183"/>
                </a:cubicBezTo>
                <a:cubicBezTo>
                  <a:pt x="148156" y="12586"/>
                  <a:pt x="148654" y="13066"/>
                  <a:pt x="149065" y="13624"/>
                </a:cubicBezTo>
                <a:cubicBezTo>
                  <a:pt x="149477" y="14181"/>
                  <a:pt x="149820" y="14803"/>
                  <a:pt x="150094" y="15489"/>
                </a:cubicBezTo>
                <a:cubicBezTo>
                  <a:pt x="150866" y="14649"/>
                  <a:pt x="151600" y="13937"/>
                  <a:pt x="152294" y="13354"/>
                </a:cubicBezTo>
                <a:cubicBezTo>
                  <a:pt x="152989" y="12770"/>
                  <a:pt x="153658" y="12299"/>
                  <a:pt x="154301" y="11938"/>
                </a:cubicBezTo>
                <a:cubicBezTo>
                  <a:pt x="154944" y="11578"/>
                  <a:pt x="155571" y="11317"/>
                  <a:pt x="156179" y="11154"/>
                </a:cubicBezTo>
                <a:cubicBezTo>
                  <a:pt x="156788" y="10991"/>
                  <a:pt x="157402" y="10909"/>
                  <a:pt x="158019" y="10909"/>
                </a:cubicBezTo>
                <a:cubicBezTo>
                  <a:pt x="159511" y="10909"/>
                  <a:pt x="160764" y="11171"/>
                  <a:pt x="161776" y="11694"/>
                </a:cubicBezTo>
                <a:cubicBezTo>
                  <a:pt x="162788" y="12217"/>
                  <a:pt x="163607" y="12916"/>
                  <a:pt x="164233" y="13791"/>
                </a:cubicBezTo>
                <a:cubicBezTo>
                  <a:pt x="164859" y="14666"/>
                  <a:pt x="165305" y="15691"/>
                  <a:pt x="165571" y="16866"/>
                </a:cubicBezTo>
                <a:cubicBezTo>
                  <a:pt x="165837" y="18041"/>
                  <a:pt x="165970" y="19280"/>
                  <a:pt x="165970" y="20584"/>
                </a:cubicBezTo>
                <a:lnTo>
                  <a:pt x="165970" y="35224"/>
                </a:lnTo>
                <a:close/>
                <a:moveTo>
                  <a:pt x="194711" y="23349"/>
                </a:moveTo>
                <a:cubicBezTo>
                  <a:pt x="194711" y="25358"/>
                  <a:pt x="194492" y="27165"/>
                  <a:pt x="194055" y="28770"/>
                </a:cubicBezTo>
                <a:cubicBezTo>
                  <a:pt x="193618" y="30376"/>
                  <a:pt x="192974" y="31745"/>
                  <a:pt x="192125" y="32879"/>
                </a:cubicBezTo>
                <a:cubicBezTo>
                  <a:pt x="191276" y="34012"/>
                  <a:pt x="190234" y="34879"/>
                  <a:pt x="188999" y="35480"/>
                </a:cubicBezTo>
                <a:cubicBezTo>
                  <a:pt x="187764" y="36081"/>
                  <a:pt x="186349" y="36381"/>
                  <a:pt x="184754" y="36381"/>
                </a:cubicBezTo>
                <a:cubicBezTo>
                  <a:pt x="184016" y="36381"/>
                  <a:pt x="183334" y="36308"/>
                  <a:pt x="182708" y="36162"/>
                </a:cubicBezTo>
                <a:cubicBezTo>
                  <a:pt x="182082" y="36016"/>
                  <a:pt x="181469" y="35780"/>
                  <a:pt x="180869" y="35454"/>
                </a:cubicBezTo>
                <a:cubicBezTo>
                  <a:pt x="180268" y="35128"/>
                  <a:pt x="179668" y="34716"/>
                  <a:pt x="179068" y="34218"/>
                </a:cubicBezTo>
                <a:cubicBezTo>
                  <a:pt x="178467" y="33720"/>
                  <a:pt x="177833" y="33119"/>
                  <a:pt x="177164" y="32415"/>
                </a:cubicBezTo>
                <a:lnTo>
                  <a:pt x="177164" y="35228"/>
                </a:lnTo>
                <a:cubicBezTo>
                  <a:pt x="177164" y="35365"/>
                  <a:pt x="177129" y="35484"/>
                  <a:pt x="177061" y="35586"/>
                </a:cubicBezTo>
                <a:cubicBezTo>
                  <a:pt x="176992" y="35689"/>
                  <a:pt x="176881" y="35770"/>
                  <a:pt x="176726" y="35830"/>
                </a:cubicBezTo>
                <a:cubicBezTo>
                  <a:pt x="176572" y="35889"/>
                  <a:pt x="176379" y="35936"/>
                  <a:pt x="176147" y="35970"/>
                </a:cubicBezTo>
                <a:cubicBezTo>
                  <a:pt x="175916" y="36004"/>
                  <a:pt x="175620" y="36021"/>
                  <a:pt x="175260" y="36021"/>
                </a:cubicBezTo>
                <a:cubicBezTo>
                  <a:pt x="174917" y="36021"/>
                  <a:pt x="174625" y="36004"/>
                  <a:pt x="174385" y="35970"/>
                </a:cubicBezTo>
                <a:cubicBezTo>
                  <a:pt x="174145" y="35935"/>
                  <a:pt x="173947" y="35888"/>
                  <a:pt x="173793" y="35828"/>
                </a:cubicBezTo>
                <a:cubicBezTo>
                  <a:pt x="173639" y="35768"/>
                  <a:pt x="173536" y="35687"/>
                  <a:pt x="173484" y="35584"/>
                </a:cubicBezTo>
                <a:cubicBezTo>
                  <a:pt x="173433" y="35480"/>
                  <a:pt x="173407" y="35360"/>
                  <a:pt x="173407" y="35223"/>
                </a:cubicBezTo>
                <a:lnTo>
                  <a:pt x="173407" y="824"/>
                </a:lnTo>
                <a:cubicBezTo>
                  <a:pt x="173407" y="687"/>
                  <a:pt x="173437" y="567"/>
                  <a:pt x="173497" y="464"/>
                </a:cubicBezTo>
                <a:cubicBezTo>
                  <a:pt x="173557" y="360"/>
                  <a:pt x="173669" y="274"/>
                  <a:pt x="173832" y="206"/>
                </a:cubicBezTo>
                <a:cubicBezTo>
                  <a:pt x="173995" y="137"/>
                  <a:pt x="174213" y="86"/>
                  <a:pt x="174488" y="51"/>
                </a:cubicBezTo>
                <a:cubicBezTo>
                  <a:pt x="174762" y="17"/>
                  <a:pt x="175105" y="0"/>
                  <a:pt x="175517" y="0"/>
                </a:cubicBezTo>
                <a:cubicBezTo>
                  <a:pt x="175946" y="0"/>
                  <a:pt x="176297" y="17"/>
                  <a:pt x="176572" y="51"/>
                </a:cubicBezTo>
                <a:cubicBezTo>
                  <a:pt x="176846" y="86"/>
                  <a:pt x="177061" y="137"/>
                  <a:pt x="177215" y="207"/>
                </a:cubicBezTo>
                <a:cubicBezTo>
                  <a:pt x="177369" y="275"/>
                  <a:pt x="177481" y="361"/>
                  <a:pt x="177550" y="465"/>
                </a:cubicBezTo>
                <a:cubicBezTo>
                  <a:pt x="177618" y="568"/>
                  <a:pt x="177652" y="688"/>
                  <a:pt x="177652" y="825"/>
                </a:cubicBezTo>
                <a:lnTo>
                  <a:pt x="177652" y="14721"/>
                </a:lnTo>
                <a:cubicBezTo>
                  <a:pt x="178339" y="14017"/>
                  <a:pt x="179003" y="13425"/>
                  <a:pt x="179647" y="12944"/>
                </a:cubicBezTo>
                <a:cubicBezTo>
                  <a:pt x="180290" y="12463"/>
                  <a:pt x="180920" y="12073"/>
                  <a:pt x="181538" y="11773"/>
                </a:cubicBezTo>
                <a:cubicBezTo>
                  <a:pt x="182155" y="11472"/>
                  <a:pt x="182773" y="11253"/>
                  <a:pt x="183390" y="11116"/>
                </a:cubicBezTo>
                <a:cubicBezTo>
                  <a:pt x="184008" y="10978"/>
                  <a:pt x="184659" y="10909"/>
                  <a:pt x="185346" y="10909"/>
                </a:cubicBezTo>
                <a:cubicBezTo>
                  <a:pt x="187027" y="10909"/>
                  <a:pt x="188463" y="11244"/>
                  <a:pt x="189655" y="11914"/>
                </a:cubicBezTo>
                <a:cubicBezTo>
                  <a:pt x="190847" y="12584"/>
                  <a:pt x="191817" y="13481"/>
                  <a:pt x="192563" y="14605"/>
                </a:cubicBezTo>
                <a:cubicBezTo>
                  <a:pt x="193309" y="15730"/>
                  <a:pt x="193853" y="17048"/>
                  <a:pt x="194196" y="18559"/>
                </a:cubicBezTo>
                <a:cubicBezTo>
                  <a:pt x="194540" y="20069"/>
                  <a:pt x="194711" y="21666"/>
                  <a:pt x="194711" y="23349"/>
                </a:cubicBezTo>
                <a:moveTo>
                  <a:pt x="190234" y="23838"/>
                </a:moveTo>
                <a:cubicBezTo>
                  <a:pt x="190234" y="22653"/>
                  <a:pt x="190144" y="21502"/>
                  <a:pt x="189964" y="20386"/>
                </a:cubicBezTo>
                <a:cubicBezTo>
                  <a:pt x="189784" y="19269"/>
                  <a:pt x="189471" y="18282"/>
                  <a:pt x="189025" y="17423"/>
                </a:cubicBezTo>
                <a:cubicBezTo>
                  <a:pt x="188579" y="16564"/>
                  <a:pt x="187987" y="15873"/>
                  <a:pt x="187250" y="15349"/>
                </a:cubicBezTo>
                <a:cubicBezTo>
                  <a:pt x="186512" y="14825"/>
                  <a:pt x="185594" y="14563"/>
                  <a:pt x="184497" y="14563"/>
                </a:cubicBezTo>
                <a:cubicBezTo>
                  <a:pt x="183948" y="14563"/>
                  <a:pt x="183407" y="14640"/>
                  <a:pt x="182876" y="14795"/>
                </a:cubicBezTo>
                <a:cubicBezTo>
                  <a:pt x="182344" y="14950"/>
                  <a:pt x="181804" y="15207"/>
                  <a:pt x="181255" y="15568"/>
                </a:cubicBezTo>
                <a:cubicBezTo>
                  <a:pt x="180706" y="15929"/>
                  <a:pt x="180135" y="16393"/>
                  <a:pt x="179544" y="16960"/>
                </a:cubicBezTo>
                <a:cubicBezTo>
                  <a:pt x="178952" y="17527"/>
                  <a:pt x="178321" y="18240"/>
                  <a:pt x="177652" y="19099"/>
                </a:cubicBezTo>
                <a:lnTo>
                  <a:pt x="177652" y="28346"/>
                </a:lnTo>
                <a:cubicBezTo>
                  <a:pt x="178819" y="29772"/>
                  <a:pt x="179934" y="30859"/>
                  <a:pt x="180997" y="31607"/>
                </a:cubicBezTo>
                <a:cubicBezTo>
                  <a:pt x="182061" y="32354"/>
                  <a:pt x="183167" y="32728"/>
                  <a:pt x="184316" y="32728"/>
                </a:cubicBezTo>
                <a:cubicBezTo>
                  <a:pt x="185380" y="32728"/>
                  <a:pt x="186289" y="32470"/>
                  <a:pt x="187044" y="31955"/>
                </a:cubicBezTo>
                <a:cubicBezTo>
                  <a:pt x="187798" y="31439"/>
                  <a:pt x="188412" y="30757"/>
                  <a:pt x="188883" y="29906"/>
                </a:cubicBezTo>
                <a:cubicBezTo>
                  <a:pt x="189355" y="29056"/>
                  <a:pt x="189698" y="28103"/>
                  <a:pt x="189913" y="27046"/>
                </a:cubicBezTo>
                <a:cubicBezTo>
                  <a:pt x="190127" y="25990"/>
                  <a:pt x="190234" y="24921"/>
                  <a:pt x="190234" y="23838"/>
                </a:cubicBezTo>
                <a:close/>
                <a:moveTo>
                  <a:pt x="220411" y="22642"/>
                </a:moveTo>
                <a:cubicBezTo>
                  <a:pt x="220411" y="23311"/>
                  <a:pt x="220243" y="23787"/>
                  <a:pt x="219909" y="24070"/>
                </a:cubicBezTo>
                <a:cubicBezTo>
                  <a:pt x="219575" y="24353"/>
                  <a:pt x="219193" y="24494"/>
                  <a:pt x="218764" y="24494"/>
                </a:cubicBezTo>
                <a:lnTo>
                  <a:pt x="203584" y="24494"/>
                </a:lnTo>
                <a:cubicBezTo>
                  <a:pt x="203584" y="25785"/>
                  <a:pt x="203712" y="26946"/>
                  <a:pt x="203970" y="27978"/>
                </a:cubicBezTo>
                <a:cubicBezTo>
                  <a:pt x="204227" y="29011"/>
                  <a:pt x="204656" y="29897"/>
                  <a:pt x="205256" y="30636"/>
                </a:cubicBezTo>
                <a:cubicBezTo>
                  <a:pt x="205856" y="31376"/>
                  <a:pt x="206637" y="31944"/>
                  <a:pt x="207597" y="32340"/>
                </a:cubicBezTo>
                <a:cubicBezTo>
                  <a:pt x="208558" y="32736"/>
                  <a:pt x="209733" y="32934"/>
                  <a:pt x="211122" y="32934"/>
                </a:cubicBezTo>
                <a:cubicBezTo>
                  <a:pt x="212220" y="32934"/>
                  <a:pt x="213198" y="32844"/>
                  <a:pt x="214056" y="32663"/>
                </a:cubicBezTo>
                <a:cubicBezTo>
                  <a:pt x="214913" y="32483"/>
                  <a:pt x="215655" y="32282"/>
                  <a:pt x="216281" y="32059"/>
                </a:cubicBezTo>
                <a:cubicBezTo>
                  <a:pt x="216907" y="31836"/>
                  <a:pt x="217422" y="31634"/>
                  <a:pt x="217825" y="31454"/>
                </a:cubicBezTo>
                <a:cubicBezTo>
                  <a:pt x="218228" y="31274"/>
                  <a:pt x="218532" y="31184"/>
                  <a:pt x="218738" y="31184"/>
                </a:cubicBezTo>
                <a:cubicBezTo>
                  <a:pt x="218858" y="31184"/>
                  <a:pt x="218966" y="31214"/>
                  <a:pt x="219060" y="31274"/>
                </a:cubicBezTo>
                <a:cubicBezTo>
                  <a:pt x="219154" y="31334"/>
                  <a:pt x="219227" y="31424"/>
                  <a:pt x="219279" y="31544"/>
                </a:cubicBezTo>
                <a:cubicBezTo>
                  <a:pt x="219330" y="31664"/>
                  <a:pt x="219369" y="31832"/>
                  <a:pt x="219394" y="32046"/>
                </a:cubicBezTo>
                <a:cubicBezTo>
                  <a:pt x="219420" y="32260"/>
                  <a:pt x="219433" y="32522"/>
                  <a:pt x="219433" y="32831"/>
                </a:cubicBezTo>
                <a:cubicBezTo>
                  <a:pt x="219433" y="33054"/>
                  <a:pt x="219424" y="33247"/>
                  <a:pt x="219407" y="33410"/>
                </a:cubicBezTo>
                <a:cubicBezTo>
                  <a:pt x="219390" y="33573"/>
                  <a:pt x="219369" y="33718"/>
                  <a:pt x="219343" y="33847"/>
                </a:cubicBezTo>
                <a:cubicBezTo>
                  <a:pt x="219317" y="33976"/>
                  <a:pt x="219274" y="34091"/>
                  <a:pt x="219214" y="34194"/>
                </a:cubicBezTo>
                <a:cubicBezTo>
                  <a:pt x="219154" y="34297"/>
                  <a:pt x="219077" y="34396"/>
                  <a:pt x="218983" y="34490"/>
                </a:cubicBezTo>
                <a:cubicBezTo>
                  <a:pt x="218888" y="34585"/>
                  <a:pt x="218610" y="34739"/>
                  <a:pt x="218147" y="34953"/>
                </a:cubicBezTo>
                <a:cubicBezTo>
                  <a:pt x="217683" y="35168"/>
                  <a:pt x="217083" y="35378"/>
                  <a:pt x="216345" y="35584"/>
                </a:cubicBezTo>
                <a:cubicBezTo>
                  <a:pt x="215608" y="35790"/>
                  <a:pt x="214755" y="35974"/>
                  <a:pt x="213785" y="36137"/>
                </a:cubicBezTo>
                <a:cubicBezTo>
                  <a:pt x="212816" y="36300"/>
                  <a:pt x="211783" y="36381"/>
                  <a:pt x="210685" y="36381"/>
                </a:cubicBezTo>
                <a:cubicBezTo>
                  <a:pt x="208781" y="36381"/>
                  <a:pt x="207113" y="36115"/>
                  <a:pt x="205681" y="35583"/>
                </a:cubicBezTo>
                <a:cubicBezTo>
                  <a:pt x="204248" y="35051"/>
                  <a:pt x="203043" y="34261"/>
                  <a:pt x="202066" y="33213"/>
                </a:cubicBezTo>
                <a:cubicBezTo>
                  <a:pt x="201088" y="32166"/>
                  <a:pt x="200350" y="30852"/>
                  <a:pt x="199853" y="29273"/>
                </a:cubicBezTo>
                <a:cubicBezTo>
                  <a:pt x="199356" y="27693"/>
                  <a:pt x="199107" y="25856"/>
                  <a:pt x="199107" y="23761"/>
                </a:cubicBezTo>
                <a:cubicBezTo>
                  <a:pt x="199107" y="21769"/>
                  <a:pt x="199364" y="19979"/>
                  <a:pt x="199879" y="18391"/>
                </a:cubicBezTo>
                <a:cubicBezTo>
                  <a:pt x="200393" y="16803"/>
                  <a:pt x="201135" y="15455"/>
                  <a:pt x="202104" y="14347"/>
                </a:cubicBezTo>
                <a:cubicBezTo>
                  <a:pt x="203073" y="13240"/>
                  <a:pt x="204244" y="12390"/>
                  <a:pt x="205616" y="11798"/>
                </a:cubicBezTo>
                <a:cubicBezTo>
                  <a:pt x="206989" y="11205"/>
                  <a:pt x="208524" y="10909"/>
                  <a:pt x="210222" y="10909"/>
                </a:cubicBezTo>
                <a:cubicBezTo>
                  <a:pt x="212040" y="10909"/>
                  <a:pt x="213588" y="11201"/>
                  <a:pt x="214866" y="11784"/>
                </a:cubicBezTo>
                <a:cubicBezTo>
                  <a:pt x="216144" y="12367"/>
                  <a:pt x="217195" y="13152"/>
                  <a:pt x="218018" y="14138"/>
                </a:cubicBezTo>
                <a:cubicBezTo>
                  <a:pt x="218841" y="15125"/>
                  <a:pt x="219446" y="16282"/>
                  <a:pt x="219832" y="17612"/>
                </a:cubicBezTo>
                <a:cubicBezTo>
                  <a:pt x="220218" y="18941"/>
                  <a:pt x="220411" y="20361"/>
                  <a:pt x="220411" y="21870"/>
                </a:cubicBezTo>
                <a:lnTo>
                  <a:pt x="220411" y="22642"/>
                </a:lnTo>
                <a:moveTo>
                  <a:pt x="216140" y="21381"/>
                </a:moveTo>
                <a:cubicBezTo>
                  <a:pt x="216191" y="19151"/>
                  <a:pt x="215698" y="17402"/>
                  <a:pt x="214660" y="16132"/>
                </a:cubicBezTo>
                <a:cubicBezTo>
                  <a:pt x="213622" y="14863"/>
                  <a:pt x="212083" y="14228"/>
                  <a:pt x="210042" y="14228"/>
                </a:cubicBezTo>
                <a:cubicBezTo>
                  <a:pt x="208995" y="14228"/>
                  <a:pt x="208078" y="14426"/>
                  <a:pt x="207289" y="14820"/>
                </a:cubicBezTo>
                <a:cubicBezTo>
                  <a:pt x="206500" y="15215"/>
                  <a:pt x="205839" y="15738"/>
                  <a:pt x="205308" y="16390"/>
                </a:cubicBezTo>
                <a:cubicBezTo>
                  <a:pt x="204776" y="17041"/>
                  <a:pt x="204364" y="17800"/>
                  <a:pt x="204073" y="18667"/>
                </a:cubicBezTo>
                <a:cubicBezTo>
                  <a:pt x="203781" y="19533"/>
                  <a:pt x="203618" y="20438"/>
                  <a:pt x="203584" y="21381"/>
                </a:cubicBezTo>
                <a:lnTo>
                  <a:pt x="216140" y="21381"/>
                </a:lnTo>
                <a:close/>
                <a:moveTo>
                  <a:pt x="240425" y="13585"/>
                </a:moveTo>
                <a:cubicBezTo>
                  <a:pt x="240425" y="13962"/>
                  <a:pt x="240416" y="14280"/>
                  <a:pt x="240399" y="14537"/>
                </a:cubicBezTo>
                <a:cubicBezTo>
                  <a:pt x="240382" y="14794"/>
                  <a:pt x="240347" y="14996"/>
                  <a:pt x="240296" y="15142"/>
                </a:cubicBezTo>
                <a:cubicBezTo>
                  <a:pt x="240245" y="15288"/>
                  <a:pt x="240180" y="15399"/>
                  <a:pt x="240103" y="15476"/>
                </a:cubicBezTo>
                <a:cubicBezTo>
                  <a:pt x="240026" y="15553"/>
                  <a:pt x="239919" y="15592"/>
                  <a:pt x="239781" y="15592"/>
                </a:cubicBezTo>
                <a:cubicBezTo>
                  <a:pt x="239644" y="15592"/>
                  <a:pt x="239477" y="15553"/>
                  <a:pt x="239280" y="15476"/>
                </a:cubicBezTo>
                <a:cubicBezTo>
                  <a:pt x="239082" y="15399"/>
                  <a:pt x="238859" y="15322"/>
                  <a:pt x="238611" y="15245"/>
                </a:cubicBezTo>
                <a:cubicBezTo>
                  <a:pt x="238362" y="15167"/>
                  <a:pt x="238083" y="15095"/>
                  <a:pt x="237775" y="15026"/>
                </a:cubicBezTo>
                <a:cubicBezTo>
                  <a:pt x="237466" y="14957"/>
                  <a:pt x="237131" y="14923"/>
                  <a:pt x="236771" y="14923"/>
                </a:cubicBezTo>
                <a:cubicBezTo>
                  <a:pt x="236342" y="14923"/>
                  <a:pt x="235922" y="15009"/>
                  <a:pt x="235510" y="15180"/>
                </a:cubicBezTo>
                <a:cubicBezTo>
                  <a:pt x="235099" y="15352"/>
                  <a:pt x="234666" y="15635"/>
                  <a:pt x="234211" y="16029"/>
                </a:cubicBezTo>
                <a:cubicBezTo>
                  <a:pt x="233756" y="16424"/>
                  <a:pt x="233280" y="16947"/>
                  <a:pt x="232783" y="17599"/>
                </a:cubicBezTo>
                <a:cubicBezTo>
                  <a:pt x="232286" y="18251"/>
                  <a:pt x="231737" y="19048"/>
                  <a:pt x="231136" y="19992"/>
                </a:cubicBezTo>
                <a:lnTo>
                  <a:pt x="231136" y="35224"/>
                </a:lnTo>
                <a:cubicBezTo>
                  <a:pt x="231136" y="35361"/>
                  <a:pt x="231102" y="35477"/>
                  <a:pt x="231033" y="35571"/>
                </a:cubicBezTo>
                <a:cubicBezTo>
                  <a:pt x="230965" y="35665"/>
                  <a:pt x="230853" y="35747"/>
                  <a:pt x="230699" y="35815"/>
                </a:cubicBezTo>
                <a:cubicBezTo>
                  <a:pt x="230545" y="35884"/>
                  <a:pt x="230330" y="35935"/>
                  <a:pt x="230056" y="35970"/>
                </a:cubicBezTo>
                <a:cubicBezTo>
                  <a:pt x="229781" y="36004"/>
                  <a:pt x="229430" y="36021"/>
                  <a:pt x="229001" y="36021"/>
                </a:cubicBezTo>
                <a:cubicBezTo>
                  <a:pt x="228589" y="36021"/>
                  <a:pt x="228246" y="36004"/>
                  <a:pt x="227972" y="35970"/>
                </a:cubicBezTo>
                <a:cubicBezTo>
                  <a:pt x="227697" y="35935"/>
                  <a:pt x="227478" y="35884"/>
                  <a:pt x="227316" y="35815"/>
                </a:cubicBezTo>
                <a:cubicBezTo>
                  <a:pt x="227153" y="35747"/>
                  <a:pt x="227041" y="35665"/>
                  <a:pt x="226981" y="35571"/>
                </a:cubicBezTo>
                <a:cubicBezTo>
                  <a:pt x="226921" y="35477"/>
                  <a:pt x="226891" y="35361"/>
                  <a:pt x="226891" y="35224"/>
                </a:cubicBezTo>
                <a:lnTo>
                  <a:pt x="226891" y="12067"/>
                </a:lnTo>
                <a:cubicBezTo>
                  <a:pt x="226891" y="11930"/>
                  <a:pt x="226917" y="11814"/>
                  <a:pt x="226968" y="11720"/>
                </a:cubicBezTo>
                <a:cubicBezTo>
                  <a:pt x="227020" y="11625"/>
                  <a:pt x="227123" y="11540"/>
                  <a:pt x="227277" y="11462"/>
                </a:cubicBezTo>
                <a:cubicBezTo>
                  <a:pt x="227431" y="11385"/>
                  <a:pt x="227629" y="11334"/>
                  <a:pt x="227869" y="11308"/>
                </a:cubicBezTo>
                <a:cubicBezTo>
                  <a:pt x="228109" y="11282"/>
                  <a:pt x="228426" y="11269"/>
                  <a:pt x="228821" y="11269"/>
                </a:cubicBezTo>
                <a:cubicBezTo>
                  <a:pt x="229198" y="11269"/>
                  <a:pt x="229511" y="11282"/>
                  <a:pt x="229760" y="11308"/>
                </a:cubicBezTo>
                <a:cubicBezTo>
                  <a:pt x="230009" y="11334"/>
                  <a:pt x="230201" y="11385"/>
                  <a:pt x="230339" y="11462"/>
                </a:cubicBezTo>
                <a:cubicBezTo>
                  <a:pt x="230476" y="11540"/>
                  <a:pt x="230575" y="11625"/>
                  <a:pt x="230635" y="11720"/>
                </a:cubicBezTo>
                <a:cubicBezTo>
                  <a:pt x="230695" y="11814"/>
                  <a:pt x="230725" y="11930"/>
                  <a:pt x="230725" y="12067"/>
                </a:cubicBezTo>
                <a:lnTo>
                  <a:pt x="230725" y="15438"/>
                </a:lnTo>
                <a:cubicBezTo>
                  <a:pt x="231359" y="14511"/>
                  <a:pt x="231955" y="13757"/>
                  <a:pt x="232513" y="13173"/>
                </a:cubicBezTo>
                <a:cubicBezTo>
                  <a:pt x="233070" y="12590"/>
                  <a:pt x="233598" y="12131"/>
                  <a:pt x="234095" y="11797"/>
                </a:cubicBezTo>
                <a:cubicBezTo>
                  <a:pt x="234593" y="11462"/>
                  <a:pt x="235086" y="11231"/>
                  <a:pt x="235575" y="11102"/>
                </a:cubicBezTo>
                <a:cubicBezTo>
                  <a:pt x="236064" y="10974"/>
                  <a:pt x="236557" y="10909"/>
                  <a:pt x="237054" y="10909"/>
                </a:cubicBezTo>
                <a:cubicBezTo>
                  <a:pt x="237277" y="10909"/>
                  <a:pt x="237530" y="10922"/>
                  <a:pt x="237813" y="10948"/>
                </a:cubicBezTo>
                <a:cubicBezTo>
                  <a:pt x="238096" y="10974"/>
                  <a:pt x="238392" y="11021"/>
                  <a:pt x="238701" y="11089"/>
                </a:cubicBezTo>
                <a:cubicBezTo>
                  <a:pt x="239010" y="11158"/>
                  <a:pt x="239288" y="11235"/>
                  <a:pt x="239537" y="11321"/>
                </a:cubicBezTo>
                <a:cubicBezTo>
                  <a:pt x="239786" y="11407"/>
                  <a:pt x="239962" y="11492"/>
                  <a:pt x="240064" y="11578"/>
                </a:cubicBezTo>
                <a:cubicBezTo>
                  <a:pt x="240167" y="11664"/>
                  <a:pt x="240236" y="11745"/>
                  <a:pt x="240270" y="11823"/>
                </a:cubicBezTo>
                <a:cubicBezTo>
                  <a:pt x="240305" y="11900"/>
                  <a:pt x="240335" y="11998"/>
                  <a:pt x="240360" y="12119"/>
                </a:cubicBezTo>
                <a:cubicBezTo>
                  <a:pt x="240386" y="12239"/>
                  <a:pt x="240403" y="12414"/>
                  <a:pt x="240412" y="12646"/>
                </a:cubicBezTo>
                <a:cubicBezTo>
                  <a:pt x="240420" y="12878"/>
                  <a:pt x="240425" y="13191"/>
                  <a:pt x="240425" y="13585"/>
                </a:cubicBezTo>
                <a:close/>
                <a:moveTo>
                  <a:pt x="263266" y="4477"/>
                </a:moveTo>
                <a:cubicBezTo>
                  <a:pt x="263266" y="4803"/>
                  <a:pt x="263249" y="5086"/>
                  <a:pt x="263215" y="5326"/>
                </a:cubicBezTo>
                <a:cubicBezTo>
                  <a:pt x="263181" y="5566"/>
                  <a:pt x="263121" y="5759"/>
                  <a:pt x="263035" y="5905"/>
                </a:cubicBezTo>
                <a:cubicBezTo>
                  <a:pt x="262949" y="6051"/>
                  <a:pt x="262850" y="6158"/>
                  <a:pt x="262739" y="6227"/>
                </a:cubicBezTo>
                <a:cubicBezTo>
                  <a:pt x="262627" y="6295"/>
                  <a:pt x="262512" y="6329"/>
                  <a:pt x="262392" y="6329"/>
                </a:cubicBezTo>
                <a:lnTo>
                  <a:pt x="250196" y="6329"/>
                </a:lnTo>
                <a:lnTo>
                  <a:pt x="250196" y="17625"/>
                </a:lnTo>
                <a:lnTo>
                  <a:pt x="261723" y="17625"/>
                </a:lnTo>
                <a:cubicBezTo>
                  <a:pt x="261843" y="17625"/>
                  <a:pt x="261958" y="17655"/>
                  <a:pt x="262070" y="17715"/>
                </a:cubicBezTo>
                <a:cubicBezTo>
                  <a:pt x="262181" y="17775"/>
                  <a:pt x="262280" y="17873"/>
                  <a:pt x="262366" y="18011"/>
                </a:cubicBezTo>
                <a:cubicBezTo>
                  <a:pt x="262452" y="18148"/>
                  <a:pt x="262512" y="18332"/>
                  <a:pt x="262546" y="18564"/>
                </a:cubicBezTo>
                <a:cubicBezTo>
                  <a:pt x="262580" y="18795"/>
                  <a:pt x="262597" y="19091"/>
                  <a:pt x="262597" y="19451"/>
                </a:cubicBezTo>
                <a:cubicBezTo>
                  <a:pt x="262597" y="19777"/>
                  <a:pt x="262580" y="20056"/>
                  <a:pt x="262546" y="20288"/>
                </a:cubicBezTo>
                <a:cubicBezTo>
                  <a:pt x="262512" y="20519"/>
                  <a:pt x="262452" y="20708"/>
                  <a:pt x="262366" y="20854"/>
                </a:cubicBezTo>
                <a:cubicBezTo>
                  <a:pt x="262280" y="20999"/>
                  <a:pt x="262181" y="21111"/>
                  <a:pt x="262070" y="21188"/>
                </a:cubicBezTo>
                <a:cubicBezTo>
                  <a:pt x="261958" y="21265"/>
                  <a:pt x="261843" y="21304"/>
                  <a:pt x="261723" y="21304"/>
                </a:cubicBezTo>
                <a:lnTo>
                  <a:pt x="250196" y="21304"/>
                </a:lnTo>
                <a:lnTo>
                  <a:pt x="250196" y="35196"/>
                </a:lnTo>
                <a:cubicBezTo>
                  <a:pt x="250196" y="35317"/>
                  <a:pt x="250162" y="35433"/>
                  <a:pt x="250093" y="35544"/>
                </a:cubicBezTo>
                <a:cubicBezTo>
                  <a:pt x="250024" y="35656"/>
                  <a:pt x="249904" y="35742"/>
                  <a:pt x="249733" y="35802"/>
                </a:cubicBezTo>
                <a:cubicBezTo>
                  <a:pt x="249561" y="35862"/>
                  <a:pt x="249338" y="35914"/>
                  <a:pt x="249064" y="35957"/>
                </a:cubicBezTo>
                <a:cubicBezTo>
                  <a:pt x="248789" y="36000"/>
                  <a:pt x="248429" y="36021"/>
                  <a:pt x="247983" y="36021"/>
                </a:cubicBezTo>
                <a:cubicBezTo>
                  <a:pt x="247571" y="36021"/>
                  <a:pt x="247220" y="36000"/>
                  <a:pt x="246928" y="35957"/>
                </a:cubicBezTo>
                <a:cubicBezTo>
                  <a:pt x="246637" y="35914"/>
                  <a:pt x="246405" y="35862"/>
                  <a:pt x="246234" y="35802"/>
                </a:cubicBezTo>
                <a:cubicBezTo>
                  <a:pt x="246062" y="35742"/>
                  <a:pt x="245942" y="35657"/>
                  <a:pt x="245873" y="35545"/>
                </a:cubicBezTo>
                <a:cubicBezTo>
                  <a:pt x="245805" y="35434"/>
                  <a:pt x="245770" y="35318"/>
                  <a:pt x="245770" y="35198"/>
                </a:cubicBezTo>
                <a:lnTo>
                  <a:pt x="245770" y="4374"/>
                </a:lnTo>
                <a:cubicBezTo>
                  <a:pt x="245770" y="3705"/>
                  <a:pt x="245946" y="3238"/>
                  <a:pt x="246298" y="2972"/>
                </a:cubicBezTo>
                <a:cubicBezTo>
                  <a:pt x="246650" y="2706"/>
                  <a:pt x="247023" y="2573"/>
                  <a:pt x="247417" y="2573"/>
                </a:cubicBezTo>
                <a:lnTo>
                  <a:pt x="262392" y="2573"/>
                </a:lnTo>
                <a:cubicBezTo>
                  <a:pt x="262512" y="2573"/>
                  <a:pt x="262627" y="2607"/>
                  <a:pt x="262739" y="2676"/>
                </a:cubicBezTo>
                <a:cubicBezTo>
                  <a:pt x="262850" y="2744"/>
                  <a:pt x="262949" y="2856"/>
                  <a:pt x="263035" y="3010"/>
                </a:cubicBezTo>
                <a:cubicBezTo>
                  <a:pt x="263121" y="3165"/>
                  <a:pt x="263181" y="3366"/>
                  <a:pt x="263215" y="3615"/>
                </a:cubicBezTo>
                <a:cubicBezTo>
                  <a:pt x="263249" y="3864"/>
                  <a:pt x="263266" y="4151"/>
                  <a:pt x="263266" y="4477"/>
                </a:cubicBezTo>
                <a:close/>
                <a:moveTo>
                  <a:pt x="291162" y="23401"/>
                </a:moveTo>
                <a:cubicBezTo>
                  <a:pt x="291162" y="25289"/>
                  <a:pt x="290913" y="27028"/>
                  <a:pt x="290416" y="28616"/>
                </a:cubicBezTo>
                <a:cubicBezTo>
                  <a:pt x="289918" y="30204"/>
                  <a:pt x="289176" y="31574"/>
                  <a:pt x="288190" y="32725"/>
                </a:cubicBezTo>
                <a:cubicBezTo>
                  <a:pt x="287204" y="33875"/>
                  <a:pt x="285969" y="34772"/>
                  <a:pt x="284485" y="35416"/>
                </a:cubicBezTo>
                <a:cubicBezTo>
                  <a:pt x="283001" y="36059"/>
                  <a:pt x="281282" y="36381"/>
                  <a:pt x="279326" y="36381"/>
                </a:cubicBezTo>
                <a:cubicBezTo>
                  <a:pt x="277422" y="36381"/>
                  <a:pt x="275763" y="36098"/>
                  <a:pt x="274348" y="35531"/>
                </a:cubicBezTo>
                <a:cubicBezTo>
                  <a:pt x="272933" y="34965"/>
                  <a:pt x="271753" y="34141"/>
                  <a:pt x="270810" y="33059"/>
                </a:cubicBezTo>
                <a:cubicBezTo>
                  <a:pt x="269866" y="31977"/>
                  <a:pt x="269163" y="30664"/>
                  <a:pt x="268700" y="29118"/>
                </a:cubicBezTo>
                <a:cubicBezTo>
                  <a:pt x="268237" y="27573"/>
                  <a:pt x="268005" y="25822"/>
                  <a:pt x="268005" y="23864"/>
                </a:cubicBezTo>
                <a:cubicBezTo>
                  <a:pt x="268005" y="21976"/>
                  <a:pt x="268250" y="20237"/>
                  <a:pt x="268739" y="18649"/>
                </a:cubicBezTo>
                <a:cubicBezTo>
                  <a:pt x="269228" y="17061"/>
                  <a:pt x="269965" y="15691"/>
                  <a:pt x="270951" y="14541"/>
                </a:cubicBezTo>
                <a:cubicBezTo>
                  <a:pt x="271938" y="13390"/>
                  <a:pt x="273168" y="12497"/>
                  <a:pt x="274644" y="11862"/>
                </a:cubicBezTo>
                <a:cubicBezTo>
                  <a:pt x="276119" y="11227"/>
                  <a:pt x="277843" y="10909"/>
                  <a:pt x="279815" y="10909"/>
                </a:cubicBezTo>
                <a:cubicBezTo>
                  <a:pt x="281719" y="10909"/>
                  <a:pt x="283379" y="11193"/>
                  <a:pt x="284794" y="11759"/>
                </a:cubicBezTo>
                <a:cubicBezTo>
                  <a:pt x="286209" y="12326"/>
                  <a:pt x="287388" y="13150"/>
                  <a:pt x="288332" y="14232"/>
                </a:cubicBezTo>
                <a:cubicBezTo>
                  <a:pt x="289275" y="15313"/>
                  <a:pt x="289983" y="16627"/>
                  <a:pt x="290454" y="18172"/>
                </a:cubicBezTo>
                <a:cubicBezTo>
                  <a:pt x="290926" y="19718"/>
                  <a:pt x="291162" y="21460"/>
                  <a:pt x="291162" y="23401"/>
                </a:cubicBezTo>
                <a:moveTo>
                  <a:pt x="286685" y="23684"/>
                </a:moveTo>
                <a:cubicBezTo>
                  <a:pt x="286685" y="22430"/>
                  <a:pt x="286569" y="21245"/>
                  <a:pt x="286338" y="20128"/>
                </a:cubicBezTo>
                <a:cubicBezTo>
                  <a:pt x="286106" y="19012"/>
                  <a:pt x="285724" y="18033"/>
                  <a:pt x="285193" y="17191"/>
                </a:cubicBezTo>
                <a:cubicBezTo>
                  <a:pt x="284661" y="16350"/>
                  <a:pt x="283940" y="15684"/>
                  <a:pt x="283031" y="15195"/>
                </a:cubicBezTo>
                <a:cubicBezTo>
                  <a:pt x="282122" y="14705"/>
                  <a:pt x="280990" y="14460"/>
                  <a:pt x="279635" y="14460"/>
                </a:cubicBezTo>
                <a:cubicBezTo>
                  <a:pt x="278383" y="14460"/>
                  <a:pt x="277307" y="14683"/>
                  <a:pt x="276406" y="15130"/>
                </a:cubicBezTo>
                <a:cubicBezTo>
                  <a:pt x="275505" y="15576"/>
                  <a:pt x="274764" y="16208"/>
                  <a:pt x="274180" y="17024"/>
                </a:cubicBezTo>
                <a:cubicBezTo>
                  <a:pt x="273597" y="17840"/>
                  <a:pt x="273164" y="18806"/>
                  <a:pt x="272881" y="19923"/>
                </a:cubicBezTo>
                <a:cubicBezTo>
                  <a:pt x="272598" y="21039"/>
                  <a:pt x="272457" y="22258"/>
                  <a:pt x="272457" y="23581"/>
                </a:cubicBezTo>
                <a:cubicBezTo>
                  <a:pt x="272457" y="24852"/>
                  <a:pt x="272572" y="26046"/>
                  <a:pt x="272804" y="27162"/>
                </a:cubicBezTo>
                <a:cubicBezTo>
                  <a:pt x="273035" y="28279"/>
                  <a:pt x="273421" y="29254"/>
                  <a:pt x="273962" y="30087"/>
                </a:cubicBezTo>
                <a:cubicBezTo>
                  <a:pt x="274502" y="30919"/>
                  <a:pt x="275227" y="31581"/>
                  <a:pt x="276136" y="32071"/>
                </a:cubicBezTo>
                <a:cubicBezTo>
                  <a:pt x="277045" y="32560"/>
                  <a:pt x="278177" y="32805"/>
                  <a:pt x="279532" y="32805"/>
                </a:cubicBezTo>
                <a:cubicBezTo>
                  <a:pt x="280767" y="32805"/>
                  <a:pt x="281839" y="32582"/>
                  <a:pt x="282748" y="32135"/>
                </a:cubicBezTo>
                <a:cubicBezTo>
                  <a:pt x="283657" y="31689"/>
                  <a:pt x="284404" y="31062"/>
                  <a:pt x="284987" y="30255"/>
                </a:cubicBezTo>
                <a:cubicBezTo>
                  <a:pt x="285570" y="29447"/>
                  <a:pt x="285999" y="28485"/>
                  <a:pt x="286273" y="27369"/>
                </a:cubicBezTo>
                <a:cubicBezTo>
                  <a:pt x="286548" y="26252"/>
                  <a:pt x="286685" y="25024"/>
                  <a:pt x="286685" y="23684"/>
                </a:cubicBezTo>
                <a:close/>
                <a:moveTo>
                  <a:pt x="311246" y="13585"/>
                </a:moveTo>
                <a:cubicBezTo>
                  <a:pt x="311246" y="13962"/>
                  <a:pt x="311237" y="14280"/>
                  <a:pt x="311220" y="14537"/>
                </a:cubicBezTo>
                <a:cubicBezTo>
                  <a:pt x="311203" y="14794"/>
                  <a:pt x="311169" y="14996"/>
                  <a:pt x="311117" y="15142"/>
                </a:cubicBezTo>
                <a:cubicBezTo>
                  <a:pt x="311066" y="15288"/>
                  <a:pt x="311001" y="15399"/>
                  <a:pt x="310924" y="15476"/>
                </a:cubicBezTo>
                <a:cubicBezTo>
                  <a:pt x="310847" y="15553"/>
                  <a:pt x="310740" y="15592"/>
                  <a:pt x="310603" y="15592"/>
                </a:cubicBezTo>
                <a:cubicBezTo>
                  <a:pt x="310465" y="15592"/>
                  <a:pt x="310298" y="15553"/>
                  <a:pt x="310101" y="15476"/>
                </a:cubicBezTo>
                <a:cubicBezTo>
                  <a:pt x="309904" y="15399"/>
                  <a:pt x="309681" y="15322"/>
                  <a:pt x="309432" y="15245"/>
                </a:cubicBezTo>
                <a:cubicBezTo>
                  <a:pt x="309183" y="15167"/>
                  <a:pt x="308904" y="15095"/>
                  <a:pt x="308596" y="15026"/>
                </a:cubicBezTo>
                <a:cubicBezTo>
                  <a:pt x="308287" y="14957"/>
                  <a:pt x="307952" y="14923"/>
                  <a:pt x="307592" y="14923"/>
                </a:cubicBezTo>
                <a:cubicBezTo>
                  <a:pt x="307163" y="14923"/>
                  <a:pt x="306743" y="15009"/>
                  <a:pt x="306331" y="15180"/>
                </a:cubicBezTo>
                <a:cubicBezTo>
                  <a:pt x="305920" y="15352"/>
                  <a:pt x="305487" y="15635"/>
                  <a:pt x="305032" y="16029"/>
                </a:cubicBezTo>
                <a:cubicBezTo>
                  <a:pt x="304578" y="16424"/>
                  <a:pt x="304102" y="16947"/>
                  <a:pt x="303604" y="17599"/>
                </a:cubicBezTo>
                <a:cubicBezTo>
                  <a:pt x="303107" y="18251"/>
                  <a:pt x="302558" y="19048"/>
                  <a:pt x="301957" y="19992"/>
                </a:cubicBezTo>
                <a:lnTo>
                  <a:pt x="301957" y="35224"/>
                </a:lnTo>
                <a:cubicBezTo>
                  <a:pt x="301957" y="35361"/>
                  <a:pt x="301923" y="35477"/>
                  <a:pt x="301855" y="35571"/>
                </a:cubicBezTo>
                <a:cubicBezTo>
                  <a:pt x="301786" y="35665"/>
                  <a:pt x="301674" y="35747"/>
                  <a:pt x="301520" y="35815"/>
                </a:cubicBezTo>
                <a:cubicBezTo>
                  <a:pt x="301366" y="35884"/>
                  <a:pt x="301151" y="35935"/>
                  <a:pt x="300877" y="35970"/>
                </a:cubicBezTo>
                <a:cubicBezTo>
                  <a:pt x="300602" y="36004"/>
                  <a:pt x="300251" y="36021"/>
                  <a:pt x="299822" y="36021"/>
                </a:cubicBezTo>
                <a:cubicBezTo>
                  <a:pt x="299410" y="36021"/>
                  <a:pt x="299067" y="36004"/>
                  <a:pt x="298793" y="35970"/>
                </a:cubicBezTo>
                <a:cubicBezTo>
                  <a:pt x="298518" y="35935"/>
                  <a:pt x="298300" y="35884"/>
                  <a:pt x="298137" y="35815"/>
                </a:cubicBezTo>
                <a:cubicBezTo>
                  <a:pt x="297974" y="35747"/>
                  <a:pt x="297862" y="35665"/>
                  <a:pt x="297802" y="35571"/>
                </a:cubicBezTo>
                <a:cubicBezTo>
                  <a:pt x="297742" y="35477"/>
                  <a:pt x="297712" y="35361"/>
                  <a:pt x="297712" y="35224"/>
                </a:cubicBezTo>
                <a:lnTo>
                  <a:pt x="297712" y="12067"/>
                </a:lnTo>
                <a:cubicBezTo>
                  <a:pt x="297712" y="11930"/>
                  <a:pt x="297738" y="11814"/>
                  <a:pt x="297789" y="11720"/>
                </a:cubicBezTo>
                <a:cubicBezTo>
                  <a:pt x="297841" y="11625"/>
                  <a:pt x="297944" y="11540"/>
                  <a:pt x="298098" y="11462"/>
                </a:cubicBezTo>
                <a:cubicBezTo>
                  <a:pt x="298252" y="11385"/>
                  <a:pt x="298450" y="11334"/>
                  <a:pt x="298690" y="11308"/>
                </a:cubicBezTo>
                <a:cubicBezTo>
                  <a:pt x="298930" y="11282"/>
                  <a:pt x="299247" y="11269"/>
                  <a:pt x="299642" y="11269"/>
                </a:cubicBezTo>
                <a:cubicBezTo>
                  <a:pt x="300019" y="11269"/>
                  <a:pt x="300332" y="11282"/>
                  <a:pt x="300581" y="11308"/>
                </a:cubicBezTo>
                <a:cubicBezTo>
                  <a:pt x="300830" y="11334"/>
                  <a:pt x="301023" y="11385"/>
                  <a:pt x="301160" y="11462"/>
                </a:cubicBezTo>
                <a:cubicBezTo>
                  <a:pt x="301297" y="11540"/>
                  <a:pt x="301396" y="11625"/>
                  <a:pt x="301456" y="11720"/>
                </a:cubicBezTo>
                <a:cubicBezTo>
                  <a:pt x="301516" y="11814"/>
                  <a:pt x="301546" y="11930"/>
                  <a:pt x="301546" y="12067"/>
                </a:cubicBezTo>
                <a:lnTo>
                  <a:pt x="301546" y="15438"/>
                </a:lnTo>
                <a:cubicBezTo>
                  <a:pt x="302180" y="14511"/>
                  <a:pt x="302777" y="13757"/>
                  <a:pt x="303334" y="13173"/>
                </a:cubicBezTo>
                <a:cubicBezTo>
                  <a:pt x="303891" y="12590"/>
                  <a:pt x="304419" y="12131"/>
                  <a:pt x="304916" y="11797"/>
                </a:cubicBezTo>
                <a:cubicBezTo>
                  <a:pt x="305414" y="11462"/>
                  <a:pt x="305907" y="11231"/>
                  <a:pt x="306396" y="11102"/>
                </a:cubicBezTo>
                <a:cubicBezTo>
                  <a:pt x="306885" y="10974"/>
                  <a:pt x="307378" y="10909"/>
                  <a:pt x="307875" y="10909"/>
                </a:cubicBezTo>
                <a:cubicBezTo>
                  <a:pt x="308098" y="10909"/>
                  <a:pt x="308351" y="10922"/>
                  <a:pt x="308634" y="10948"/>
                </a:cubicBezTo>
                <a:cubicBezTo>
                  <a:pt x="308917" y="10974"/>
                  <a:pt x="309213" y="11021"/>
                  <a:pt x="309522" y="11089"/>
                </a:cubicBezTo>
                <a:cubicBezTo>
                  <a:pt x="309831" y="11158"/>
                  <a:pt x="310109" y="11235"/>
                  <a:pt x="310358" y="11321"/>
                </a:cubicBezTo>
                <a:cubicBezTo>
                  <a:pt x="310607" y="11407"/>
                  <a:pt x="310783" y="11492"/>
                  <a:pt x="310886" y="11578"/>
                </a:cubicBezTo>
                <a:cubicBezTo>
                  <a:pt x="310988" y="11664"/>
                  <a:pt x="311057" y="11745"/>
                  <a:pt x="311091" y="11823"/>
                </a:cubicBezTo>
                <a:cubicBezTo>
                  <a:pt x="311126" y="11900"/>
                  <a:pt x="311156" y="11998"/>
                  <a:pt x="311181" y="12119"/>
                </a:cubicBezTo>
                <a:cubicBezTo>
                  <a:pt x="311207" y="12239"/>
                  <a:pt x="311224" y="12414"/>
                  <a:pt x="311233" y="12646"/>
                </a:cubicBezTo>
                <a:cubicBezTo>
                  <a:pt x="311241" y="12878"/>
                  <a:pt x="311246" y="13191"/>
                  <a:pt x="311246" y="13585"/>
                </a:cubicBezTo>
                <a:close/>
                <a:moveTo>
                  <a:pt x="351084" y="35224"/>
                </a:moveTo>
                <a:cubicBezTo>
                  <a:pt x="351084" y="35361"/>
                  <a:pt x="351049" y="35477"/>
                  <a:pt x="350981" y="35571"/>
                </a:cubicBezTo>
                <a:cubicBezTo>
                  <a:pt x="350912" y="35665"/>
                  <a:pt x="350800" y="35747"/>
                  <a:pt x="350646" y="35815"/>
                </a:cubicBezTo>
                <a:cubicBezTo>
                  <a:pt x="350492" y="35884"/>
                  <a:pt x="350277" y="35935"/>
                  <a:pt x="350003" y="35970"/>
                </a:cubicBezTo>
                <a:cubicBezTo>
                  <a:pt x="349728" y="36004"/>
                  <a:pt x="349385" y="36021"/>
                  <a:pt x="348974" y="36021"/>
                </a:cubicBezTo>
                <a:cubicBezTo>
                  <a:pt x="348545" y="36021"/>
                  <a:pt x="348193" y="36004"/>
                  <a:pt x="347919" y="35970"/>
                </a:cubicBezTo>
                <a:cubicBezTo>
                  <a:pt x="347644" y="35935"/>
                  <a:pt x="347426" y="35884"/>
                  <a:pt x="347263" y="35815"/>
                </a:cubicBezTo>
                <a:cubicBezTo>
                  <a:pt x="347100" y="35747"/>
                  <a:pt x="346984" y="35665"/>
                  <a:pt x="346915" y="35571"/>
                </a:cubicBezTo>
                <a:cubicBezTo>
                  <a:pt x="346847" y="35477"/>
                  <a:pt x="346812" y="35361"/>
                  <a:pt x="346812" y="35224"/>
                </a:cubicBezTo>
                <a:lnTo>
                  <a:pt x="346812" y="21150"/>
                </a:lnTo>
                <a:cubicBezTo>
                  <a:pt x="346812" y="20172"/>
                  <a:pt x="346727" y="19280"/>
                  <a:pt x="346555" y="18474"/>
                </a:cubicBezTo>
                <a:cubicBezTo>
                  <a:pt x="346384" y="17668"/>
                  <a:pt x="346109" y="16973"/>
                  <a:pt x="345732" y="16390"/>
                </a:cubicBezTo>
                <a:cubicBezTo>
                  <a:pt x="345354" y="15806"/>
                  <a:pt x="344874" y="15360"/>
                  <a:pt x="344291" y="15052"/>
                </a:cubicBezTo>
                <a:cubicBezTo>
                  <a:pt x="343708" y="14743"/>
                  <a:pt x="343022" y="14589"/>
                  <a:pt x="342233" y="14589"/>
                </a:cubicBezTo>
                <a:cubicBezTo>
                  <a:pt x="341255" y="14589"/>
                  <a:pt x="340273" y="14966"/>
                  <a:pt x="339287" y="15721"/>
                </a:cubicBezTo>
                <a:cubicBezTo>
                  <a:pt x="338300" y="16475"/>
                  <a:pt x="337215" y="17582"/>
                  <a:pt x="336032" y="19040"/>
                </a:cubicBezTo>
                <a:lnTo>
                  <a:pt x="336032" y="35224"/>
                </a:lnTo>
                <a:cubicBezTo>
                  <a:pt x="336032" y="35361"/>
                  <a:pt x="335998" y="35477"/>
                  <a:pt x="335929" y="35571"/>
                </a:cubicBezTo>
                <a:cubicBezTo>
                  <a:pt x="335860" y="35665"/>
                  <a:pt x="335745" y="35747"/>
                  <a:pt x="335582" y="35815"/>
                </a:cubicBezTo>
                <a:cubicBezTo>
                  <a:pt x="335419" y="35884"/>
                  <a:pt x="335200" y="35935"/>
                  <a:pt x="334925" y="35970"/>
                </a:cubicBezTo>
                <a:cubicBezTo>
                  <a:pt x="334651" y="36004"/>
                  <a:pt x="334308" y="36021"/>
                  <a:pt x="333896" y="36021"/>
                </a:cubicBezTo>
                <a:cubicBezTo>
                  <a:pt x="333502" y="36021"/>
                  <a:pt x="333163" y="36004"/>
                  <a:pt x="332880" y="35970"/>
                </a:cubicBezTo>
                <a:cubicBezTo>
                  <a:pt x="332597" y="35935"/>
                  <a:pt x="332374" y="35884"/>
                  <a:pt x="332211" y="35815"/>
                </a:cubicBezTo>
                <a:cubicBezTo>
                  <a:pt x="332048" y="35747"/>
                  <a:pt x="331937" y="35665"/>
                  <a:pt x="331877" y="35571"/>
                </a:cubicBezTo>
                <a:cubicBezTo>
                  <a:pt x="331816" y="35477"/>
                  <a:pt x="331786" y="35361"/>
                  <a:pt x="331786" y="35224"/>
                </a:cubicBezTo>
                <a:lnTo>
                  <a:pt x="331786" y="21150"/>
                </a:lnTo>
                <a:cubicBezTo>
                  <a:pt x="331786" y="20172"/>
                  <a:pt x="331692" y="19280"/>
                  <a:pt x="331503" y="18474"/>
                </a:cubicBezTo>
                <a:cubicBezTo>
                  <a:pt x="331315" y="17668"/>
                  <a:pt x="331032" y="16973"/>
                  <a:pt x="330654" y="16390"/>
                </a:cubicBezTo>
                <a:cubicBezTo>
                  <a:pt x="330277" y="15806"/>
                  <a:pt x="329801" y="15360"/>
                  <a:pt x="329226" y="15052"/>
                </a:cubicBezTo>
                <a:cubicBezTo>
                  <a:pt x="328652" y="14743"/>
                  <a:pt x="327970" y="14589"/>
                  <a:pt x="327181" y="14589"/>
                </a:cubicBezTo>
                <a:cubicBezTo>
                  <a:pt x="326203" y="14589"/>
                  <a:pt x="325217" y="14966"/>
                  <a:pt x="324222" y="15721"/>
                </a:cubicBezTo>
                <a:cubicBezTo>
                  <a:pt x="323227" y="16475"/>
                  <a:pt x="322147" y="17582"/>
                  <a:pt x="320980" y="19040"/>
                </a:cubicBezTo>
                <a:lnTo>
                  <a:pt x="320980" y="35224"/>
                </a:lnTo>
                <a:cubicBezTo>
                  <a:pt x="320980" y="35361"/>
                  <a:pt x="320946" y="35477"/>
                  <a:pt x="320877" y="35571"/>
                </a:cubicBezTo>
                <a:cubicBezTo>
                  <a:pt x="320809" y="35665"/>
                  <a:pt x="320697" y="35747"/>
                  <a:pt x="320543" y="35815"/>
                </a:cubicBezTo>
                <a:cubicBezTo>
                  <a:pt x="320388" y="35884"/>
                  <a:pt x="320174" y="35935"/>
                  <a:pt x="319899" y="35970"/>
                </a:cubicBezTo>
                <a:cubicBezTo>
                  <a:pt x="319625" y="36004"/>
                  <a:pt x="319273" y="36021"/>
                  <a:pt x="318845" y="36021"/>
                </a:cubicBezTo>
                <a:cubicBezTo>
                  <a:pt x="318433" y="36021"/>
                  <a:pt x="318090" y="36004"/>
                  <a:pt x="317815" y="35970"/>
                </a:cubicBezTo>
                <a:cubicBezTo>
                  <a:pt x="317541" y="35935"/>
                  <a:pt x="317322" y="35884"/>
                  <a:pt x="317159" y="35815"/>
                </a:cubicBezTo>
                <a:cubicBezTo>
                  <a:pt x="316996" y="35747"/>
                  <a:pt x="316885" y="35665"/>
                  <a:pt x="316825" y="35571"/>
                </a:cubicBezTo>
                <a:cubicBezTo>
                  <a:pt x="316765" y="35477"/>
                  <a:pt x="316735" y="35361"/>
                  <a:pt x="316735" y="35224"/>
                </a:cubicBezTo>
                <a:lnTo>
                  <a:pt x="316735" y="12067"/>
                </a:lnTo>
                <a:cubicBezTo>
                  <a:pt x="316735" y="11930"/>
                  <a:pt x="316761" y="11814"/>
                  <a:pt x="316812" y="11720"/>
                </a:cubicBezTo>
                <a:cubicBezTo>
                  <a:pt x="316863" y="11625"/>
                  <a:pt x="316966" y="11540"/>
                  <a:pt x="317121" y="11462"/>
                </a:cubicBezTo>
                <a:cubicBezTo>
                  <a:pt x="317275" y="11385"/>
                  <a:pt x="317472" y="11334"/>
                  <a:pt x="317712" y="11308"/>
                </a:cubicBezTo>
                <a:cubicBezTo>
                  <a:pt x="317953" y="11282"/>
                  <a:pt x="318270" y="11269"/>
                  <a:pt x="318664" y="11269"/>
                </a:cubicBezTo>
                <a:cubicBezTo>
                  <a:pt x="319042" y="11269"/>
                  <a:pt x="319355" y="11282"/>
                  <a:pt x="319604" y="11308"/>
                </a:cubicBezTo>
                <a:cubicBezTo>
                  <a:pt x="319852" y="11334"/>
                  <a:pt x="320045" y="11385"/>
                  <a:pt x="320183" y="11462"/>
                </a:cubicBezTo>
                <a:cubicBezTo>
                  <a:pt x="320320" y="11540"/>
                  <a:pt x="320418" y="11625"/>
                  <a:pt x="320478" y="11720"/>
                </a:cubicBezTo>
                <a:cubicBezTo>
                  <a:pt x="320538" y="11814"/>
                  <a:pt x="320568" y="11930"/>
                  <a:pt x="320568" y="12067"/>
                </a:cubicBezTo>
                <a:lnTo>
                  <a:pt x="320568" y="15129"/>
                </a:lnTo>
                <a:cubicBezTo>
                  <a:pt x="321872" y="13671"/>
                  <a:pt x="323137" y="12603"/>
                  <a:pt x="324364" y="11926"/>
                </a:cubicBezTo>
                <a:cubicBezTo>
                  <a:pt x="325590" y="11248"/>
                  <a:pt x="326829" y="10909"/>
                  <a:pt x="328081" y="10909"/>
                </a:cubicBezTo>
                <a:cubicBezTo>
                  <a:pt x="329042" y="10909"/>
                  <a:pt x="329904" y="11021"/>
                  <a:pt x="330667" y="11244"/>
                </a:cubicBezTo>
                <a:cubicBezTo>
                  <a:pt x="331431" y="11467"/>
                  <a:pt x="332104" y="11780"/>
                  <a:pt x="332687" y="12183"/>
                </a:cubicBezTo>
                <a:cubicBezTo>
                  <a:pt x="333270" y="12586"/>
                  <a:pt x="333768" y="13066"/>
                  <a:pt x="334179" y="13624"/>
                </a:cubicBezTo>
                <a:cubicBezTo>
                  <a:pt x="334591" y="14181"/>
                  <a:pt x="334934" y="14803"/>
                  <a:pt x="335208" y="15489"/>
                </a:cubicBezTo>
                <a:cubicBezTo>
                  <a:pt x="335980" y="14649"/>
                  <a:pt x="336714" y="13937"/>
                  <a:pt x="337408" y="13354"/>
                </a:cubicBezTo>
                <a:cubicBezTo>
                  <a:pt x="338103" y="12770"/>
                  <a:pt x="338772" y="12299"/>
                  <a:pt x="339415" y="11938"/>
                </a:cubicBezTo>
                <a:cubicBezTo>
                  <a:pt x="340058" y="11578"/>
                  <a:pt x="340685" y="11317"/>
                  <a:pt x="341293" y="11154"/>
                </a:cubicBezTo>
                <a:cubicBezTo>
                  <a:pt x="341902" y="10991"/>
                  <a:pt x="342516" y="10909"/>
                  <a:pt x="343133" y="10909"/>
                </a:cubicBezTo>
                <a:cubicBezTo>
                  <a:pt x="344625" y="10909"/>
                  <a:pt x="345878" y="11171"/>
                  <a:pt x="346890" y="11694"/>
                </a:cubicBezTo>
                <a:cubicBezTo>
                  <a:pt x="347902" y="12217"/>
                  <a:pt x="348721" y="12916"/>
                  <a:pt x="349347" y="13791"/>
                </a:cubicBezTo>
                <a:cubicBezTo>
                  <a:pt x="349973" y="14666"/>
                  <a:pt x="350419" y="15691"/>
                  <a:pt x="350685" y="16866"/>
                </a:cubicBezTo>
                <a:cubicBezTo>
                  <a:pt x="350951" y="18041"/>
                  <a:pt x="351084" y="19280"/>
                  <a:pt x="351084" y="20584"/>
                </a:cubicBezTo>
                <a:lnTo>
                  <a:pt x="351084" y="35224"/>
                </a:lnTo>
                <a:close/>
                <a:moveTo>
                  <a:pt x="375966" y="35249"/>
                </a:moveTo>
                <a:cubicBezTo>
                  <a:pt x="375966" y="35455"/>
                  <a:pt x="375897" y="35609"/>
                  <a:pt x="375760" y="35712"/>
                </a:cubicBezTo>
                <a:cubicBezTo>
                  <a:pt x="375623" y="35815"/>
                  <a:pt x="375434" y="35892"/>
                  <a:pt x="375194" y="35944"/>
                </a:cubicBezTo>
                <a:cubicBezTo>
                  <a:pt x="374954" y="35995"/>
                  <a:pt x="374602" y="36021"/>
                  <a:pt x="374139" y="36021"/>
                </a:cubicBezTo>
                <a:cubicBezTo>
                  <a:pt x="373693" y="36021"/>
                  <a:pt x="373337" y="35995"/>
                  <a:pt x="373071" y="35944"/>
                </a:cubicBezTo>
                <a:cubicBezTo>
                  <a:pt x="372805" y="35892"/>
                  <a:pt x="372612" y="35815"/>
                  <a:pt x="372492" y="35712"/>
                </a:cubicBezTo>
                <a:cubicBezTo>
                  <a:pt x="372372" y="35609"/>
                  <a:pt x="372312" y="35455"/>
                  <a:pt x="372312" y="35249"/>
                </a:cubicBezTo>
                <a:lnTo>
                  <a:pt x="372312" y="32934"/>
                </a:lnTo>
                <a:cubicBezTo>
                  <a:pt x="371300" y="34014"/>
                  <a:pt x="370172" y="34859"/>
                  <a:pt x="368929" y="35468"/>
                </a:cubicBezTo>
                <a:cubicBezTo>
                  <a:pt x="367685" y="36077"/>
                  <a:pt x="366369" y="36381"/>
                  <a:pt x="364979" y="36381"/>
                </a:cubicBezTo>
                <a:cubicBezTo>
                  <a:pt x="363761" y="36381"/>
                  <a:pt x="362659" y="36222"/>
                  <a:pt x="361673" y="35904"/>
                </a:cubicBezTo>
                <a:cubicBezTo>
                  <a:pt x="360687" y="35585"/>
                  <a:pt x="359846" y="35125"/>
                  <a:pt x="359152" y="34522"/>
                </a:cubicBezTo>
                <a:cubicBezTo>
                  <a:pt x="358457" y="33920"/>
                  <a:pt x="357917" y="33180"/>
                  <a:pt x="357531" y="32302"/>
                </a:cubicBezTo>
                <a:cubicBezTo>
                  <a:pt x="357145" y="31424"/>
                  <a:pt x="356952" y="30426"/>
                  <a:pt x="356952" y="29307"/>
                </a:cubicBezTo>
                <a:cubicBezTo>
                  <a:pt x="356952" y="27999"/>
                  <a:pt x="357218" y="26863"/>
                  <a:pt x="357749" y="25899"/>
                </a:cubicBezTo>
                <a:cubicBezTo>
                  <a:pt x="358281" y="24935"/>
                  <a:pt x="359044" y="24134"/>
                  <a:pt x="360039" y="23497"/>
                </a:cubicBezTo>
                <a:cubicBezTo>
                  <a:pt x="361034" y="22861"/>
                  <a:pt x="362252" y="22383"/>
                  <a:pt x="363693" y="22065"/>
                </a:cubicBezTo>
                <a:cubicBezTo>
                  <a:pt x="365134" y="21746"/>
                  <a:pt x="366755" y="21587"/>
                  <a:pt x="368556" y="21587"/>
                </a:cubicBezTo>
                <a:lnTo>
                  <a:pt x="371746" y="21587"/>
                </a:lnTo>
                <a:lnTo>
                  <a:pt x="371746" y="19792"/>
                </a:lnTo>
                <a:cubicBezTo>
                  <a:pt x="371746" y="18904"/>
                  <a:pt x="371652" y="18118"/>
                  <a:pt x="371463" y="17434"/>
                </a:cubicBezTo>
                <a:cubicBezTo>
                  <a:pt x="371274" y="16750"/>
                  <a:pt x="370970" y="16182"/>
                  <a:pt x="370550" y="15729"/>
                </a:cubicBezTo>
                <a:cubicBezTo>
                  <a:pt x="370129" y="15276"/>
                  <a:pt x="369585" y="14934"/>
                  <a:pt x="368916" y="14704"/>
                </a:cubicBezTo>
                <a:cubicBezTo>
                  <a:pt x="368247" y="14473"/>
                  <a:pt x="367424" y="14357"/>
                  <a:pt x="366446" y="14357"/>
                </a:cubicBezTo>
                <a:cubicBezTo>
                  <a:pt x="365399" y="14357"/>
                  <a:pt x="364460" y="14480"/>
                  <a:pt x="363628" y="14726"/>
                </a:cubicBezTo>
                <a:cubicBezTo>
                  <a:pt x="362797" y="14972"/>
                  <a:pt x="362068" y="15244"/>
                  <a:pt x="361441" y="15541"/>
                </a:cubicBezTo>
                <a:cubicBezTo>
                  <a:pt x="360815" y="15838"/>
                  <a:pt x="360292" y="16109"/>
                  <a:pt x="359872" y="16355"/>
                </a:cubicBezTo>
                <a:cubicBezTo>
                  <a:pt x="359452" y="16601"/>
                  <a:pt x="359139" y="16724"/>
                  <a:pt x="358933" y="16724"/>
                </a:cubicBezTo>
                <a:cubicBezTo>
                  <a:pt x="358796" y="16724"/>
                  <a:pt x="358676" y="16690"/>
                  <a:pt x="358573" y="16621"/>
                </a:cubicBezTo>
                <a:cubicBezTo>
                  <a:pt x="358470" y="16553"/>
                  <a:pt x="358380" y="16450"/>
                  <a:pt x="358302" y="16312"/>
                </a:cubicBezTo>
                <a:cubicBezTo>
                  <a:pt x="358225" y="16175"/>
                  <a:pt x="358170" y="15999"/>
                  <a:pt x="358135" y="15785"/>
                </a:cubicBezTo>
                <a:cubicBezTo>
                  <a:pt x="358101" y="15571"/>
                  <a:pt x="358084" y="15335"/>
                  <a:pt x="358084" y="15077"/>
                </a:cubicBezTo>
                <a:cubicBezTo>
                  <a:pt x="358084" y="14649"/>
                  <a:pt x="358114" y="14310"/>
                  <a:pt x="358174" y="14061"/>
                </a:cubicBezTo>
                <a:cubicBezTo>
                  <a:pt x="358234" y="13812"/>
                  <a:pt x="358380" y="13577"/>
                  <a:pt x="358611" y="13354"/>
                </a:cubicBezTo>
                <a:cubicBezTo>
                  <a:pt x="358843" y="13131"/>
                  <a:pt x="359242" y="12871"/>
                  <a:pt x="359808" y="12574"/>
                </a:cubicBezTo>
                <a:cubicBezTo>
                  <a:pt x="360374" y="12277"/>
                  <a:pt x="361025" y="12006"/>
                  <a:pt x="361763" y="11761"/>
                </a:cubicBezTo>
                <a:cubicBezTo>
                  <a:pt x="362501" y="11515"/>
                  <a:pt x="363307" y="11312"/>
                  <a:pt x="364182" y="11151"/>
                </a:cubicBezTo>
                <a:cubicBezTo>
                  <a:pt x="365056" y="10990"/>
                  <a:pt x="365940" y="10909"/>
                  <a:pt x="366832" y="10909"/>
                </a:cubicBezTo>
                <a:cubicBezTo>
                  <a:pt x="368496" y="10909"/>
                  <a:pt x="369911" y="11098"/>
                  <a:pt x="371077" y="11475"/>
                </a:cubicBezTo>
                <a:cubicBezTo>
                  <a:pt x="372243" y="11853"/>
                  <a:pt x="373187" y="12406"/>
                  <a:pt x="373907" y="13135"/>
                </a:cubicBezTo>
                <a:cubicBezTo>
                  <a:pt x="374628" y="13864"/>
                  <a:pt x="375151" y="14769"/>
                  <a:pt x="375477" y="15849"/>
                </a:cubicBezTo>
                <a:cubicBezTo>
                  <a:pt x="375803" y="16930"/>
                  <a:pt x="375966" y="18191"/>
                  <a:pt x="375966" y="19632"/>
                </a:cubicBezTo>
                <a:lnTo>
                  <a:pt x="375966" y="35249"/>
                </a:lnTo>
                <a:moveTo>
                  <a:pt x="371746" y="24649"/>
                </a:moveTo>
                <a:lnTo>
                  <a:pt x="368118" y="24649"/>
                </a:lnTo>
                <a:cubicBezTo>
                  <a:pt x="366952" y="24649"/>
                  <a:pt x="365940" y="24748"/>
                  <a:pt x="365082" y="24947"/>
                </a:cubicBezTo>
                <a:cubicBezTo>
                  <a:pt x="364224" y="25145"/>
                  <a:pt x="363513" y="25439"/>
                  <a:pt x="362947" y="25827"/>
                </a:cubicBezTo>
                <a:cubicBezTo>
                  <a:pt x="362381" y="26215"/>
                  <a:pt x="361965" y="26681"/>
                  <a:pt x="361699" y="27225"/>
                </a:cubicBezTo>
                <a:cubicBezTo>
                  <a:pt x="361433" y="27768"/>
                  <a:pt x="361300" y="28394"/>
                  <a:pt x="361300" y="29102"/>
                </a:cubicBezTo>
                <a:cubicBezTo>
                  <a:pt x="361300" y="30310"/>
                  <a:pt x="361682" y="31272"/>
                  <a:pt x="362445" y="31988"/>
                </a:cubicBezTo>
                <a:cubicBezTo>
                  <a:pt x="363208" y="32704"/>
                  <a:pt x="364276" y="33062"/>
                  <a:pt x="365648" y="33062"/>
                </a:cubicBezTo>
                <a:cubicBezTo>
                  <a:pt x="366763" y="33062"/>
                  <a:pt x="367797" y="32778"/>
                  <a:pt x="368749" y="32208"/>
                </a:cubicBezTo>
                <a:cubicBezTo>
                  <a:pt x="369701" y="31639"/>
                  <a:pt x="370700" y="30767"/>
                  <a:pt x="371746" y="29594"/>
                </a:cubicBezTo>
                <a:lnTo>
                  <a:pt x="371746" y="24649"/>
                </a:lnTo>
                <a:close/>
                <a:moveTo>
                  <a:pt x="396856" y="33551"/>
                </a:moveTo>
                <a:cubicBezTo>
                  <a:pt x="396856" y="34049"/>
                  <a:pt x="396822" y="34443"/>
                  <a:pt x="396753" y="34735"/>
                </a:cubicBezTo>
                <a:cubicBezTo>
                  <a:pt x="396685" y="35026"/>
                  <a:pt x="396582" y="35241"/>
                  <a:pt x="396445" y="35378"/>
                </a:cubicBezTo>
                <a:cubicBezTo>
                  <a:pt x="396307" y="35515"/>
                  <a:pt x="396102" y="35644"/>
                  <a:pt x="395827" y="35764"/>
                </a:cubicBezTo>
                <a:cubicBezTo>
                  <a:pt x="395553" y="35884"/>
                  <a:pt x="395240" y="35983"/>
                  <a:pt x="394888" y="36060"/>
                </a:cubicBezTo>
                <a:cubicBezTo>
                  <a:pt x="394536" y="36137"/>
                  <a:pt x="394163" y="36201"/>
                  <a:pt x="393769" y="36253"/>
                </a:cubicBezTo>
                <a:cubicBezTo>
                  <a:pt x="393374" y="36304"/>
                  <a:pt x="392980" y="36330"/>
                  <a:pt x="392585" y="36330"/>
                </a:cubicBezTo>
                <a:cubicBezTo>
                  <a:pt x="391385" y="36330"/>
                  <a:pt x="390355" y="36171"/>
                  <a:pt x="389498" y="35853"/>
                </a:cubicBezTo>
                <a:cubicBezTo>
                  <a:pt x="388640" y="35535"/>
                  <a:pt x="387937" y="35053"/>
                  <a:pt x="387388" y="34408"/>
                </a:cubicBezTo>
                <a:cubicBezTo>
                  <a:pt x="386839" y="33763"/>
                  <a:pt x="386440" y="32947"/>
                  <a:pt x="386192" y="31958"/>
                </a:cubicBezTo>
                <a:cubicBezTo>
                  <a:pt x="385943" y="30970"/>
                  <a:pt x="385818" y="29805"/>
                  <a:pt x="385818" y="28464"/>
                </a:cubicBezTo>
                <a:lnTo>
                  <a:pt x="385818" y="14897"/>
                </a:lnTo>
                <a:lnTo>
                  <a:pt x="382577" y="14897"/>
                </a:lnTo>
                <a:cubicBezTo>
                  <a:pt x="382319" y="14897"/>
                  <a:pt x="382113" y="14760"/>
                  <a:pt x="381959" y="14486"/>
                </a:cubicBezTo>
                <a:cubicBezTo>
                  <a:pt x="381805" y="14211"/>
                  <a:pt x="381727" y="13765"/>
                  <a:pt x="381727" y="13148"/>
                </a:cubicBezTo>
                <a:cubicBezTo>
                  <a:pt x="381727" y="12822"/>
                  <a:pt x="381749" y="12547"/>
                  <a:pt x="381792" y="12324"/>
                </a:cubicBezTo>
                <a:cubicBezTo>
                  <a:pt x="381835" y="12101"/>
                  <a:pt x="381890" y="11917"/>
                  <a:pt x="381959" y="11771"/>
                </a:cubicBezTo>
                <a:cubicBezTo>
                  <a:pt x="382028" y="11625"/>
                  <a:pt x="382118" y="11522"/>
                  <a:pt x="382229" y="11462"/>
                </a:cubicBezTo>
                <a:cubicBezTo>
                  <a:pt x="382341" y="11402"/>
                  <a:pt x="382465" y="11372"/>
                  <a:pt x="382602" y="11372"/>
                </a:cubicBezTo>
                <a:lnTo>
                  <a:pt x="385818" y="11372"/>
                </a:lnTo>
                <a:lnTo>
                  <a:pt x="385818" y="5866"/>
                </a:lnTo>
                <a:cubicBezTo>
                  <a:pt x="385818" y="5746"/>
                  <a:pt x="385848" y="5635"/>
                  <a:pt x="385908" y="5532"/>
                </a:cubicBezTo>
                <a:cubicBezTo>
                  <a:pt x="385969" y="5429"/>
                  <a:pt x="386080" y="5339"/>
                  <a:pt x="386243" y="5262"/>
                </a:cubicBezTo>
                <a:cubicBezTo>
                  <a:pt x="386406" y="5184"/>
                  <a:pt x="386625" y="5129"/>
                  <a:pt x="386899" y="5094"/>
                </a:cubicBezTo>
                <a:cubicBezTo>
                  <a:pt x="387174" y="5060"/>
                  <a:pt x="387517" y="5043"/>
                  <a:pt x="387928" y="5043"/>
                </a:cubicBezTo>
                <a:cubicBezTo>
                  <a:pt x="388357" y="5043"/>
                  <a:pt x="388709" y="5060"/>
                  <a:pt x="388983" y="5094"/>
                </a:cubicBezTo>
                <a:cubicBezTo>
                  <a:pt x="389258" y="5129"/>
                  <a:pt x="389472" y="5184"/>
                  <a:pt x="389626" y="5262"/>
                </a:cubicBezTo>
                <a:cubicBezTo>
                  <a:pt x="389781" y="5339"/>
                  <a:pt x="389892" y="5429"/>
                  <a:pt x="389961" y="5532"/>
                </a:cubicBezTo>
                <a:cubicBezTo>
                  <a:pt x="390029" y="5635"/>
                  <a:pt x="390064" y="5746"/>
                  <a:pt x="390064" y="5866"/>
                </a:cubicBezTo>
                <a:lnTo>
                  <a:pt x="390064" y="11372"/>
                </a:lnTo>
                <a:lnTo>
                  <a:pt x="396007" y="11372"/>
                </a:lnTo>
                <a:cubicBezTo>
                  <a:pt x="396145" y="11372"/>
                  <a:pt x="396265" y="11402"/>
                  <a:pt x="396367" y="11462"/>
                </a:cubicBezTo>
                <a:cubicBezTo>
                  <a:pt x="396470" y="11522"/>
                  <a:pt x="396560" y="11625"/>
                  <a:pt x="396638" y="11771"/>
                </a:cubicBezTo>
                <a:cubicBezTo>
                  <a:pt x="396715" y="11917"/>
                  <a:pt x="396771" y="12101"/>
                  <a:pt x="396805" y="12324"/>
                </a:cubicBezTo>
                <a:cubicBezTo>
                  <a:pt x="396839" y="12547"/>
                  <a:pt x="396856" y="12822"/>
                  <a:pt x="396856" y="13148"/>
                </a:cubicBezTo>
                <a:cubicBezTo>
                  <a:pt x="396856" y="13765"/>
                  <a:pt x="396779" y="14211"/>
                  <a:pt x="396625" y="14486"/>
                </a:cubicBezTo>
                <a:cubicBezTo>
                  <a:pt x="396470" y="14760"/>
                  <a:pt x="396265" y="14897"/>
                  <a:pt x="396007" y="14897"/>
                </a:cubicBezTo>
                <a:lnTo>
                  <a:pt x="390064" y="14897"/>
                </a:lnTo>
                <a:lnTo>
                  <a:pt x="390064" y="27851"/>
                </a:lnTo>
                <a:cubicBezTo>
                  <a:pt x="390064" y="29451"/>
                  <a:pt x="390300" y="30659"/>
                  <a:pt x="390771" y="31477"/>
                </a:cubicBezTo>
                <a:cubicBezTo>
                  <a:pt x="391243" y="32294"/>
                  <a:pt x="392088" y="32702"/>
                  <a:pt x="393306" y="32702"/>
                </a:cubicBezTo>
                <a:cubicBezTo>
                  <a:pt x="393700" y="32702"/>
                  <a:pt x="394052" y="32663"/>
                  <a:pt x="394361" y="32586"/>
                </a:cubicBezTo>
                <a:cubicBezTo>
                  <a:pt x="394669" y="32509"/>
                  <a:pt x="394944" y="32428"/>
                  <a:pt x="395184" y="32342"/>
                </a:cubicBezTo>
                <a:cubicBezTo>
                  <a:pt x="395424" y="32256"/>
                  <a:pt x="395630" y="32175"/>
                  <a:pt x="395801" y="32097"/>
                </a:cubicBezTo>
                <a:cubicBezTo>
                  <a:pt x="395973" y="32020"/>
                  <a:pt x="396127" y="31982"/>
                  <a:pt x="396265" y="31982"/>
                </a:cubicBezTo>
                <a:cubicBezTo>
                  <a:pt x="396350" y="31982"/>
                  <a:pt x="396432" y="32003"/>
                  <a:pt x="396509" y="32046"/>
                </a:cubicBezTo>
                <a:cubicBezTo>
                  <a:pt x="396586" y="32089"/>
                  <a:pt x="396646" y="32170"/>
                  <a:pt x="396689" y="32290"/>
                </a:cubicBezTo>
                <a:cubicBezTo>
                  <a:pt x="396732" y="32410"/>
                  <a:pt x="396771" y="32573"/>
                  <a:pt x="396805" y="32779"/>
                </a:cubicBezTo>
                <a:cubicBezTo>
                  <a:pt x="396839" y="32985"/>
                  <a:pt x="396856" y="33242"/>
                  <a:pt x="396856" y="33551"/>
                </a:cubicBez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2bd3ad3754882"/>
          <a:stretch xmlns:a="http://schemas.openxmlformats.org/drawingml/2006/main"/>
        </p:blipFill>
        <p:spPr>
          <a:xfrm xmlns:a="http://schemas.openxmlformats.org/drawingml/2006/main">
            <a:off x="10365534" y="3773027"/>
            <a:ext cx="395029" cy="90094"/>
          </a:xfrm>
          <a:prstGeom xmlns:a="http://schemas.openxmlformats.org/drawingml/2006/main" prst="rect">
            <a:avLst/>
          </a:prstGeom>
        </p:spPr>
      </p:pic>
      <p:sp>
        <p:nvSpPr>
          <p:cNvPr id="308" name="Text formatNumber">
            <a:extLst xmlns:a="http://schemas.openxmlformats.org/drawingml/2006/main">
              <a:ext uri="{FF2B5EF4-FFF2-40B4-BE49-F238E27FC236}">
                <a16:creationId xmlns:a16="http://schemas.microsoft.com/office/drawing/2014/main" id="{D1E8D77D-5645-42C8-A55C-F6240A12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875" y="3800828"/>
            <a:ext cx="319667" cy="36536"/>
          </a:xfrm>
          <a:custGeom xmlns:a="http://schemas.openxmlformats.org/drawingml/2006/main">
            <a:pathLst>
              <a:path w="319667" h="36536">
                <a:moveTo>
                  <a:pt x="15669" y="2702"/>
                </a:moveTo>
                <a:cubicBezTo>
                  <a:pt x="15669" y="3027"/>
                  <a:pt x="15652" y="3289"/>
                  <a:pt x="15618" y="3486"/>
                </a:cubicBezTo>
                <a:cubicBezTo>
                  <a:pt x="15583" y="3684"/>
                  <a:pt x="15545" y="3842"/>
                  <a:pt x="15502" y="3962"/>
                </a:cubicBezTo>
                <a:cubicBezTo>
                  <a:pt x="15459" y="4082"/>
                  <a:pt x="15403" y="4164"/>
                  <a:pt x="15335" y="4207"/>
                </a:cubicBezTo>
                <a:cubicBezTo>
                  <a:pt x="15266" y="4250"/>
                  <a:pt x="15180" y="4271"/>
                  <a:pt x="15077" y="4271"/>
                </a:cubicBezTo>
                <a:cubicBezTo>
                  <a:pt x="14957" y="4271"/>
                  <a:pt x="14807" y="4232"/>
                  <a:pt x="14627" y="4155"/>
                </a:cubicBezTo>
                <a:cubicBezTo>
                  <a:pt x="14447" y="4078"/>
                  <a:pt x="14228" y="3992"/>
                  <a:pt x="13971" y="3898"/>
                </a:cubicBezTo>
                <a:cubicBezTo>
                  <a:pt x="13714" y="3804"/>
                  <a:pt x="13409" y="3718"/>
                  <a:pt x="13058" y="3641"/>
                </a:cubicBezTo>
                <a:cubicBezTo>
                  <a:pt x="12706" y="3564"/>
                  <a:pt x="12299" y="3525"/>
                  <a:pt x="11836" y="3525"/>
                </a:cubicBezTo>
                <a:cubicBezTo>
                  <a:pt x="11201" y="3525"/>
                  <a:pt x="10661" y="3628"/>
                  <a:pt x="10215" y="3833"/>
                </a:cubicBezTo>
                <a:cubicBezTo>
                  <a:pt x="9769" y="4038"/>
                  <a:pt x="9408" y="4359"/>
                  <a:pt x="9134" y="4795"/>
                </a:cubicBezTo>
                <a:cubicBezTo>
                  <a:pt x="8859" y="5230"/>
                  <a:pt x="8662" y="5794"/>
                  <a:pt x="8542" y="6487"/>
                </a:cubicBezTo>
                <a:cubicBezTo>
                  <a:pt x="8422" y="7180"/>
                  <a:pt x="8362" y="8022"/>
                  <a:pt x="8362" y="9013"/>
                </a:cubicBezTo>
                <a:lnTo>
                  <a:pt x="8362" y="11527"/>
                </a:lnTo>
                <a:lnTo>
                  <a:pt x="13534" y="11527"/>
                </a:lnTo>
                <a:cubicBezTo>
                  <a:pt x="13671" y="11527"/>
                  <a:pt x="13787" y="11557"/>
                  <a:pt x="13881" y="11617"/>
                </a:cubicBezTo>
                <a:cubicBezTo>
                  <a:pt x="13975" y="11677"/>
                  <a:pt x="14061" y="11780"/>
                  <a:pt x="14138" y="11926"/>
                </a:cubicBezTo>
                <a:cubicBezTo>
                  <a:pt x="14215" y="12071"/>
                  <a:pt x="14276" y="12256"/>
                  <a:pt x="14318" y="12479"/>
                </a:cubicBezTo>
                <a:cubicBezTo>
                  <a:pt x="14361" y="12702"/>
                  <a:pt x="14383" y="12976"/>
                  <a:pt x="14383" y="13302"/>
                </a:cubicBezTo>
                <a:cubicBezTo>
                  <a:pt x="14383" y="13920"/>
                  <a:pt x="14306" y="14366"/>
                  <a:pt x="14151" y="14640"/>
                </a:cubicBezTo>
                <a:cubicBezTo>
                  <a:pt x="13997" y="14914"/>
                  <a:pt x="13791" y="15052"/>
                  <a:pt x="13534" y="15052"/>
                </a:cubicBezTo>
                <a:lnTo>
                  <a:pt x="8362" y="15052"/>
                </a:lnTo>
                <a:lnTo>
                  <a:pt x="8362" y="35377"/>
                </a:lnTo>
                <a:cubicBezTo>
                  <a:pt x="8362" y="35514"/>
                  <a:pt x="8328" y="35630"/>
                  <a:pt x="8259" y="35725"/>
                </a:cubicBezTo>
                <a:cubicBezTo>
                  <a:pt x="8191" y="35820"/>
                  <a:pt x="8075" y="35901"/>
                  <a:pt x="7912" y="35970"/>
                </a:cubicBezTo>
                <a:cubicBezTo>
                  <a:pt x="7749" y="36038"/>
                  <a:pt x="7530" y="36090"/>
                  <a:pt x="7256" y="36124"/>
                </a:cubicBezTo>
                <a:cubicBezTo>
                  <a:pt x="6981" y="36158"/>
                  <a:pt x="6638" y="36176"/>
                  <a:pt x="6227" y="36176"/>
                </a:cubicBezTo>
                <a:cubicBezTo>
                  <a:pt x="5815" y="36176"/>
                  <a:pt x="5472" y="36158"/>
                  <a:pt x="5197" y="36124"/>
                </a:cubicBezTo>
                <a:cubicBezTo>
                  <a:pt x="4923" y="36090"/>
                  <a:pt x="4704" y="36038"/>
                  <a:pt x="4541" y="35970"/>
                </a:cubicBezTo>
                <a:cubicBezTo>
                  <a:pt x="4378" y="35901"/>
                  <a:pt x="4263" y="35820"/>
                  <a:pt x="4194" y="35725"/>
                </a:cubicBezTo>
                <a:cubicBezTo>
                  <a:pt x="4125" y="35630"/>
                  <a:pt x="4091" y="35514"/>
                  <a:pt x="4091" y="35377"/>
                </a:cubicBezTo>
                <a:lnTo>
                  <a:pt x="4091" y="15052"/>
                </a:lnTo>
                <a:lnTo>
                  <a:pt x="823" y="15052"/>
                </a:lnTo>
                <a:cubicBezTo>
                  <a:pt x="549" y="15052"/>
                  <a:pt x="343" y="14914"/>
                  <a:pt x="206" y="14640"/>
                </a:cubicBezTo>
                <a:cubicBezTo>
                  <a:pt x="69" y="14366"/>
                  <a:pt x="0" y="13920"/>
                  <a:pt x="0" y="13302"/>
                </a:cubicBezTo>
                <a:cubicBezTo>
                  <a:pt x="0" y="12976"/>
                  <a:pt x="17" y="12702"/>
                  <a:pt x="51" y="12479"/>
                </a:cubicBezTo>
                <a:cubicBezTo>
                  <a:pt x="86" y="12256"/>
                  <a:pt x="137" y="12071"/>
                  <a:pt x="206" y="11926"/>
                </a:cubicBezTo>
                <a:cubicBezTo>
                  <a:pt x="274" y="11780"/>
                  <a:pt x="360" y="11677"/>
                  <a:pt x="463" y="11617"/>
                </a:cubicBezTo>
                <a:cubicBezTo>
                  <a:pt x="566" y="11557"/>
                  <a:pt x="686" y="11527"/>
                  <a:pt x="823" y="11527"/>
                </a:cubicBezTo>
                <a:lnTo>
                  <a:pt x="4091" y="11527"/>
                </a:lnTo>
                <a:lnTo>
                  <a:pt x="4091" y="9140"/>
                </a:lnTo>
                <a:cubicBezTo>
                  <a:pt x="4091" y="7530"/>
                  <a:pt x="4241" y="6148"/>
                  <a:pt x="4541" y="4993"/>
                </a:cubicBezTo>
                <a:cubicBezTo>
                  <a:pt x="4841" y="3838"/>
                  <a:pt x="5300" y="2892"/>
                  <a:pt x="5918" y="2156"/>
                </a:cubicBezTo>
                <a:cubicBezTo>
                  <a:pt x="6535" y="1420"/>
                  <a:pt x="7311" y="877"/>
                  <a:pt x="8246" y="527"/>
                </a:cubicBezTo>
                <a:cubicBezTo>
                  <a:pt x="9181" y="176"/>
                  <a:pt x="10283" y="0"/>
                  <a:pt x="11552" y="0"/>
                </a:cubicBezTo>
                <a:cubicBezTo>
                  <a:pt x="12153" y="0"/>
                  <a:pt x="12736" y="56"/>
                  <a:pt x="13302" y="167"/>
                </a:cubicBezTo>
                <a:cubicBezTo>
                  <a:pt x="13868" y="279"/>
                  <a:pt x="14306" y="399"/>
                  <a:pt x="14614" y="527"/>
                </a:cubicBezTo>
                <a:cubicBezTo>
                  <a:pt x="14923" y="656"/>
                  <a:pt x="15129" y="772"/>
                  <a:pt x="15232" y="875"/>
                </a:cubicBezTo>
                <a:cubicBezTo>
                  <a:pt x="15335" y="978"/>
                  <a:pt x="15420" y="1111"/>
                  <a:pt x="15489" y="1274"/>
                </a:cubicBezTo>
                <a:cubicBezTo>
                  <a:pt x="15558" y="1437"/>
                  <a:pt x="15605" y="1634"/>
                  <a:pt x="15631" y="1865"/>
                </a:cubicBezTo>
                <a:cubicBezTo>
                  <a:pt x="15656" y="2097"/>
                  <a:pt x="15669" y="2376"/>
                  <a:pt x="15669" y="2702"/>
                </a:cubicBezTo>
                <a:close/>
                <a:moveTo>
                  <a:pt x="40803" y="23555"/>
                </a:moveTo>
                <a:cubicBezTo>
                  <a:pt x="40803" y="25444"/>
                  <a:pt x="40554" y="27182"/>
                  <a:pt x="40057" y="28770"/>
                </a:cubicBezTo>
                <a:cubicBezTo>
                  <a:pt x="39559" y="30359"/>
                  <a:pt x="38818" y="31728"/>
                  <a:pt x="37831" y="32879"/>
                </a:cubicBezTo>
                <a:cubicBezTo>
                  <a:pt x="36845" y="34029"/>
                  <a:pt x="35610" y="34926"/>
                  <a:pt x="34126" y="35570"/>
                </a:cubicBezTo>
                <a:cubicBezTo>
                  <a:pt x="32642" y="36214"/>
                  <a:pt x="30923" y="36536"/>
                  <a:pt x="28967" y="36536"/>
                </a:cubicBezTo>
                <a:cubicBezTo>
                  <a:pt x="27064" y="36536"/>
                  <a:pt x="25404" y="36252"/>
                  <a:pt x="23989" y="35686"/>
                </a:cubicBezTo>
                <a:cubicBezTo>
                  <a:pt x="22574" y="35119"/>
                  <a:pt x="21394" y="34295"/>
                  <a:pt x="20451" y="33213"/>
                </a:cubicBezTo>
                <a:cubicBezTo>
                  <a:pt x="19508" y="32132"/>
                  <a:pt x="18804" y="30818"/>
                  <a:pt x="18341" y="29273"/>
                </a:cubicBezTo>
                <a:cubicBezTo>
                  <a:pt x="17878" y="27727"/>
                  <a:pt x="17647" y="25976"/>
                  <a:pt x="17647" y="24018"/>
                </a:cubicBezTo>
                <a:cubicBezTo>
                  <a:pt x="17647" y="22130"/>
                  <a:pt x="17891" y="20392"/>
                  <a:pt x="18380" y="18803"/>
                </a:cubicBezTo>
                <a:cubicBezTo>
                  <a:pt x="18869" y="17215"/>
                  <a:pt x="19606" y="15846"/>
                  <a:pt x="20593" y="14696"/>
                </a:cubicBezTo>
                <a:cubicBezTo>
                  <a:pt x="21579" y="13545"/>
                  <a:pt x="22810" y="12652"/>
                  <a:pt x="24285" y="12016"/>
                </a:cubicBezTo>
                <a:cubicBezTo>
                  <a:pt x="25760" y="11381"/>
                  <a:pt x="27484" y="11064"/>
                  <a:pt x="29456" y="11064"/>
                </a:cubicBezTo>
                <a:cubicBezTo>
                  <a:pt x="31360" y="11064"/>
                  <a:pt x="33020" y="11347"/>
                  <a:pt x="34435" y="11914"/>
                </a:cubicBezTo>
                <a:cubicBezTo>
                  <a:pt x="35850" y="12480"/>
                  <a:pt x="37029" y="13304"/>
                  <a:pt x="37973" y="14386"/>
                </a:cubicBezTo>
                <a:cubicBezTo>
                  <a:pt x="38916" y="15468"/>
                  <a:pt x="39624" y="16781"/>
                  <a:pt x="40095" y="18327"/>
                </a:cubicBezTo>
                <a:cubicBezTo>
                  <a:pt x="40567" y="19872"/>
                  <a:pt x="40803" y="21615"/>
                  <a:pt x="40803" y="23555"/>
                </a:cubicBezTo>
                <a:moveTo>
                  <a:pt x="36326" y="23838"/>
                </a:moveTo>
                <a:cubicBezTo>
                  <a:pt x="36326" y="22585"/>
                  <a:pt x="36210" y="21399"/>
                  <a:pt x="35979" y="20283"/>
                </a:cubicBezTo>
                <a:cubicBezTo>
                  <a:pt x="35747" y="19166"/>
                  <a:pt x="35366" y="18187"/>
                  <a:pt x="34834" y="17346"/>
                </a:cubicBezTo>
                <a:cubicBezTo>
                  <a:pt x="34302" y="16504"/>
                  <a:pt x="33582" y="15839"/>
                  <a:pt x="32673" y="15349"/>
                </a:cubicBezTo>
                <a:cubicBezTo>
                  <a:pt x="31763" y="14859"/>
                  <a:pt x="30631" y="14614"/>
                  <a:pt x="29276" y="14614"/>
                </a:cubicBezTo>
                <a:cubicBezTo>
                  <a:pt x="28024" y="14614"/>
                  <a:pt x="26948" y="14838"/>
                  <a:pt x="26047" y="15284"/>
                </a:cubicBezTo>
                <a:cubicBezTo>
                  <a:pt x="25147" y="15731"/>
                  <a:pt x="24405" y="16362"/>
                  <a:pt x="23822" y="17178"/>
                </a:cubicBezTo>
                <a:cubicBezTo>
                  <a:pt x="23238" y="17994"/>
                  <a:pt x="22805" y="18960"/>
                  <a:pt x="22522" y="20077"/>
                </a:cubicBezTo>
                <a:cubicBezTo>
                  <a:pt x="22239" y="21193"/>
                  <a:pt x="22098" y="22412"/>
                  <a:pt x="22098" y="23735"/>
                </a:cubicBezTo>
                <a:cubicBezTo>
                  <a:pt x="22098" y="25006"/>
                  <a:pt x="22214" y="26200"/>
                  <a:pt x="22445" y="27317"/>
                </a:cubicBezTo>
                <a:cubicBezTo>
                  <a:pt x="22677" y="28433"/>
                  <a:pt x="23063" y="29408"/>
                  <a:pt x="23603" y="30241"/>
                </a:cubicBezTo>
                <a:cubicBezTo>
                  <a:pt x="24143" y="31074"/>
                  <a:pt x="24868" y="31735"/>
                  <a:pt x="25777" y="32225"/>
                </a:cubicBezTo>
                <a:cubicBezTo>
                  <a:pt x="26686" y="32715"/>
                  <a:pt x="27818" y="32959"/>
                  <a:pt x="29173" y="32959"/>
                </a:cubicBezTo>
                <a:cubicBezTo>
                  <a:pt x="30408" y="32959"/>
                  <a:pt x="31480" y="32736"/>
                  <a:pt x="32389" y="32290"/>
                </a:cubicBezTo>
                <a:cubicBezTo>
                  <a:pt x="33299" y="31843"/>
                  <a:pt x="34045" y="31216"/>
                  <a:pt x="34628" y="30409"/>
                </a:cubicBezTo>
                <a:cubicBezTo>
                  <a:pt x="35211" y="29601"/>
                  <a:pt x="35640" y="28639"/>
                  <a:pt x="35914" y="27523"/>
                </a:cubicBezTo>
                <a:cubicBezTo>
                  <a:pt x="36189" y="26407"/>
                  <a:pt x="36326" y="25178"/>
                  <a:pt x="36326" y="23838"/>
                </a:cubicBezTo>
                <a:close/>
                <a:moveTo>
                  <a:pt x="60887" y="13739"/>
                </a:moveTo>
                <a:cubicBezTo>
                  <a:pt x="60887" y="14117"/>
                  <a:pt x="60878" y="14434"/>
                  <a:pt x="60861" y="14691"/>
                </a:cubicBezTo>
                <a:cubicBezTo>
                  <a:pt x="60844" y="14949"/>
                  <a:pt x="60809" y="15150"/>
                  <a:pt x="60758" y="15296"/>
                </a:cubicBezTo>
                <a:cubicBezTo>
                  <a:pt x="60707" y="15442"/>
                  <a:pt x="60642" y="15553"/>
                  <a:pt x="60565" y="15631"/>
                </a:cubicBezTo>
                <a:cubicBezTo>
                  <a:pt x="60488" y="15708"/>
                  <a:pt x="60381" y="15746"/>
                  <a:pt x="60243" y="15746"/>
                </a:cubicBezTo>
                <a:cubicBezTo>
                  <a:pt x="60106" y="15746"/>
                  <a:pt x="59939" y="15708"/>
                  <a:pt x="59742" y="15631"/>
                </a:cubicBezTo>
                <a:cubicBezTo>
                  <a:pt x="59544" y="15553"/>
                  <a:pt x="59321" y="15476"/>
                  <a:pt x="59073" y="15399"/>
                </a:cubicBezTo>
                <a:cubicBezTo>
                  <a:pt x="58824" y="15322"/>
                  <a:pt x="58545" y="15249"/>
                  <a:pt x="58237" y="15180"/>
                </a:cubicBezTo>
                <a:cubicBezTo>
                  <a:pt x="57928" y="15112"/>
                  <a:pt x="57593" y="15077"/>
                  <a:pt x="57233" y="15077"/>
                </a:cubicBezTo>
                <a:cubicBezTo>
                  <a:pt x="56804" y="15077"/>
                  <a:pt x="56384" y="15163"/>
                  <a:pt x="55972" y="15335"/>
                </a:cubicBezTo>
                <a:cubicBezTo>
                  <a:pt x="55561" y="15506"/>
                  <a:pt x="55128" y="15789"/>
                  <a:pt x="54673" y="16184"/>
                </a:cubicBezTo>
                <a:cubicBezTo>
                  <a:pt x="54218" y="16578"/>
                  <a:pt x="53742" y="17101"/>
                  <a:pt x="53245" y="17753"/>
                </a:cubicBezTo>
                <a:cubicBezTo>
                  <a:pt x="52748" y="18405"/>
                  <a:pt x="52199" y="19203"/>
                  <a:pt x="51598" y="20146"/>
                </a:cubicBezTo>
                <a:lnTo>
                  <a:pt x="51598" y="35378"/>
                </a:lnTo>
                <a:cubicBezTo>
                  <a:pt x="51598" y="35515"/>
                  <a:pt x="51564" y="35631"/>
                  <a:pt x="51495" y="35725"/>
                </a:cubicBezTo>
                <a:cubicBezTo>
                  <a:pt x="51427" y="35820"/>
                  <a:pt x="51315" y="35901"/>
                  <a:pt x="51161" y="35970"/>
                </a:cubicBezTo>
                <a:cubicBezTo>
                  <a:pt x="51007" y="36038"/>
                  <a:pt x="50792" y="36090"/>
                  <a:pt x="50518" y="36124"/>
                </a:cubicBezTo>
                <a:cubicBezTo>
                  <a:pt x="50243" y="36158"/>
                  <a:pt x="49892" y="36176"/>
                  <a:pt x="49463" y="36176"/>
                </a:cubicBezTo>
                <a:cubicBezTo>
                  <a:pt x="49051" y="36176"/>
                  <a:pt x="48708" y="36158"/>
                  <a:pt x="48434" y="36124"/>
                </a:cubicBezTo>
                <a:cubicBezTo>
                  <a:pt x="48159" y="36090"/>
                  <a:pt x="47940" y="36038"/>
                  <a:pt x="47778" y="35970"/>
                </a:cubicBezTo>
                <a:cubicBezTo>
                  <a:pt x="47615" y="35901"/>
                  <a:pt x="47503" y="35820"/>
                  <a:pt x="47443" y="35725"/>
                </a:cubicBezTo>
                <a:cubicBezTo>
                  <a:pt x="47383" y="35631"/>
                  <a:pt x="47353" y="35515"/>
                  <a:pt x="47353" y="35378"/>
                </a:cubicBezTo>
                <a:lnTo>
                  <a:pt x="47353" y="12221"/>
                </a:lnTo>
                <a:cubicBezTo>
                  <a:pt x="47353" y="12084"/>
                  <a:pt x="47379" y="11968"/>
                  <a:pt x="47430" y="11874"/>
                </a:cubicBezTo>
                <a:cubicBezTo>
                  <a:pt x="47482" y="11780"/>
                  <a:pt x="47585" y="11694"/>
                  <a:pt x="47739" y="11617"/>
                </a:cubicBezTo>
                <a:cubicBezTo>
                  <a:pt x="47893" y="11540"/>
                  <a:pt x="48091" y="11488"/>
                  <a:pt x="48331" y="11462"/>
                </a:cubicBezTo>
                <a:cubicBezTo>
                  <a:pt x="48571" y="11437"/>
                  <a:pt x="48888" y="11424"/>
                  <a:pt x="49283" y="11424"/>
                </a:cubicBezTo>
                <a:cubicBezTo>
                  <a:pt x="49660" y="11424"/>
                  <a:pt x="49973" y="11437"/>
                  <a:pt x="50222" y="11462"/>
                </a:cubicBezTo>
                <a:cubicBezTo>
                  <a:pt x="50471" y="11488"/>
                  <a:pt x="50664" y="11540"/>
                  <a:pt x="50801" y="11617"/>
                </a:cubicBezTo>
                <a:cubicBezTo>
                  <a:pt x="50938" y="11694"/>
                  <a:pt x="51037" y="11780"/>
                  <a:pt x="51097" y="11874"/>
                </a:cubicBezTo>
                <a:cubicBezTo>
                  <a:pt x="51157" y="11968"/>
                  <a:pt x="51187" y="12084"/>
                  <a:pt x="51187" y="12221"/>
                </a:cubicBezTo>
                <a:lnTo>
                  <a:pt x="51187" y="15592"/>
                </a:lnTo>
                <a:cubicBezTo>
                  <a:pt x="51821" y="14666"/>
                  <a:pt x="52417" y="13911"/>
                  <a:pt x="52975" y="13328"/>
                </a:cubicBezTo>
                <a:cubicBezTo>
                  <a:pt x="53532" y="12745"/>
                  <a:pt x="54060" y="12286"/>
                  <a:pt x="54557" y="11951"/>
                </a:cubicBezTo>
                <a:cubicBezTo>
                  <a:pt x="55055" y="11617"/>
                  <a:pt x="55548" y="11385"/>
                  <a:pt x="56037" y="11257"/>
                </a:cubicBezTo>
                <a:cubicBezTo>
                  <a:pt x="56526" y="11128"/>
                  <a:pt x="57019" y="11064"/>
                  <a:pt x="57516" y="11064"/>
                </a:cubicBezTo>
                <a:cubicBezTo>
                  <a:pt x="57739" y="11064"/>
                  <a:pt x="57992" y="11077"/>
                  <a:pt x="58275" y="11102"/>
                </a:cubicBezTo>
                <a:cubicBezTo>
                  <a:pt x="58558" y="11128"/>
                  <a:pt x="58854" y="11175"/>
                  <a:pt x="59163" y="11244"/>
                </a:cubicBezTo>
                <a:cubicBezTo>
                  <a:pt x="59472" y="11312"/>
                  <a:pt x="59750" y="11390"/>
                  <a:pt x="59999" y="11475"/>
                </a:cubicBezTo>
                <a:cubicBezTo>
                  <a:pt x="60248" y="11561"/>
                  <a:pt x="60424" y="11647"/>
                  <a:pt x="60526" y="11733"/>
                </a:cubicBezTo>
                <a:cubicBezTo>
                  <a:pt x="60629" y="11818"/>
                  <a:pt x="60698" y="11900"/>
                  <a:pt x="60732" y="11977"/>
                </a:cubicBezTo>
                <a:cubicBezTo>
                  <a:pt x="60767" y="12054"/>
                  <a:pt x="60797" y="12153"/>
                  <a:pt x="60822" y="12273"/>
                </a:cubicBezTo>
                <a:cubicBezTo>
                  <a:pt x="60848" y="12393"/>
                  <a:pt x="60865" y="12569"/>
                  <a:pt x="60874" y="12800"/>
                </a:cubicBezTo>
                <a:cubicBezTo>
                  <a:pt x="60882" y="13032"/>
                  <a:pt x="60887" y="13345"/>
                  <a:pt x="60887" y="13739"/>
                </a:cubicBezTo>
                <a:close/>
                <a:moveTo>
                  <a:pt x="99881" y="35378"/>
                </a:moveTo>
                <a:cubicBezTo>
                  <a:pt x="99881" y="35515"/>
                  <a:pt x="99847" y="35631"/>
                  <a:pt x="99778" y="35725"/>
                </a:cubicBezTo>
                <a:cubicBezTo>
                  <a:pt x="99710" y="35820"/>
                  <a:pt x="99598" y="35901"/>
                  <a:pt x="99444" y="35970"/>
                </a:cubicBezTo>
                <a:cubicBezTo>
                  <a:pt x="99289" y="36038"/>
                  <a:pt x="99075" y="36090"/>
                  <a:pt x="98801" y="36124"/>
                </a:cubicBezTo>
                <a:cubicBezTo>
                  <a:pt x="98526" y="36158"/>
                  <a:pt x="98183" y="36176"/>
                  <a:pt x="97771" y="36176"/>
                </a:cubicBezTo>
                <a:cubicBezTo>
                  <a:pt x="97343" y="36176"/>
                  <a:pt x="96991" y="36158"/>
                  <a:pt x="96716" y="36124"/>
                </a:cubicBezTo>
                <a:cubicBezTo>
                  <a:pt x="96442" y="36090"/>
                  <a:pt x="96223" y="36038"/>
                  <a:pt x="96060" y="35970"/>
                </a:cubicBezTo>
                <a:cubicBezTo>
                  <a:pt x="95897" y="35901"/>
                  <a:pt x="95782" y="35820"/>
                  <a:pt x="95713" y="35725"/>
                </a:cubicBezTo>
                <a:cubicBezTo>
                  <a:pt x="95644" y="35631"/>
                  <a:pt x="95610" y="35515"/>
                  <a:pt x="95610" y="35378"/>
                </a:cubicBezTo>
                <a:lnTo>
                  <a:pt x="95610" y="21304"/>
                </a:lnTo>
                <a:cubicBezTo>
                  <a:pt x="95610" y="20326"/>
                  <a:pt x="95524" y="19434"/>
                  <a:pt x="95353" y="18628"/>
                </a:cubicBezTo>
                <a:cubicBezTo>
                  <a:pt x="95181" y="17822"/>
                  <a:pt x="94907" y="17127"/>
                  <a:pt x="94529" y="16544"/>
                </a:cubicBezTo>
                <a:cubicBezTo>
                  <a:pt x="94152" y="15961"/>
                  <a:pt x="93672" y="15515"/>
                  <a:pt x="93089" y="15206"/>
                </a:cubicBezTo>
                <a:cubicBezTo>
                  <a:pt x="92505" y="14897"/>
                  <a:pt x="91819" y="14743"/>
                  <a:pt x="91030" y="14743"/>
                </a:cubicBezTo>
                <a:cubicBezTo>
                  <a:pt x="90053" y="14743"/>
                  <a:pt x="89071" y="15120"/>
                  <a:pt x="88084" y="15875"/>
                </a:cubicBezTo>
                <a:cubicBezTo>
                  <a:pt x="87098" y="16630"/>
                  <a:pt x="86013" y="17736"/>
                  <a:pt x="84829" y="19194"/>
                </a:cubicBezTo>
                <a:lnTo>
                  <a:pt x="84829" y="35378"/>
                </a:lnTo>
                <a:cubicBezTo>
                  <a:pt x="84829" y="35515"/>
                  <a:pt x="84795" y="35631"/>
                  <a:pt x="84727" y="35725"/>
                </a:cubicBezTo>
                <a:cubicBezTo>
                  <a:pt x="84658" y="35820"/>
                  <a:pt x="84542" y="35901"/>
                  <a:pt x="84379" y="35970"/>
                </a:cubicBezTo>
                <a:cubicBezTo>
                  <a:pt x="84216" y="36038"/>
                  <a:pt x="83998" y="36090"/>
                  <a:pt x="83723" y="36124"/>
                </a:cubicBezTo>
                <a:cubicBezTo>
                  <a:pt x="83449" y="36158"/>
                  <a:pt x="83106" y="36176"/>
                  <a:pt x="82694" y="36176"/>
                </a:cubicBezTo>
                <a:cubicBezTo>
                  <a:pt x="82299" y="36176"/>
                  <a:pt x="81961" y="36158"/>
                  <a:pt x="81678" y="36124"/>
                </a:cubicBezTo>
                <a:cubicBezTo>
                  <a:pt x="81395" y="36090"/>
                  <a:pt x="81172" y="36038"/>
                  <a:pt x="81009" y="35970"/>
                </a:cubicBezTo>
                <a:cubicBezTo>
                  <a:pt x="80846" y="35901"/>
                  <a:pt x="80734" y="35820"/>
                  <a:pt x="80674" y="35725"/>
                </a:cubicBezTo>
                <a:cubicBezTo>
                  <a:pt x="80614" y="35631"/>
                  <a:pt x="80584" y="35515"/>
                  <a:pt x="80584" y="35378"/>
                </a:cubicBezTo>
                <a:lnTo>
                  <a:pt x="80584" y="21304"/>
                </a:lnTo>
                <a:cubicBezTo>
                  <a:pt x="80584" y="20326"/>
                  <a:pt x="80490" y="19434"/>
                  <a:pt x="80301" y="18628"/>
                </a:cubicBezTo>
                <a:cubicBezTo>
                  <a:pt x="80112" y="17822"/>
                  <a:pt x="79829" y="17127"/>
                  <a:pt x="79452" y="16544"/>
                </a:cubicBezTo>
                <a:cubicBezTo>
                  <a:pt x="79075" y="15961"/>
                  <a:pt x="78599" y="15515"/>
                  <a:pt x="78024" y="15206"/>
                </a:cubicBezTo>
                <a:cubicBezTo>
                  <a:pt x="77449" y="14897"/>
                  <a:pt x="76768" y="14743"/>
                  <a:pt x="75979" y="14743"/>
                </a:cubicBezTo>
                <a:cubicBezTo>
                  <a:pt x="75001" y="14743"/>
                  <a:pt x="74015" y="15120"/>
                  <a:pt x="73020" y="15875"/>
                </a:cubicBezTo>
                <a:cubicBezTo>
                  <a:pt x="72025" y="16630"/>
                  <a:pt x="70944" y="17736"/>
                  <a:pt x="69778" y="19194"/>
                </a:cubicBezTo>
                <a:lnTo>
                  <a:pt x="69778" y="35378"/>
                </a:lnTo>
                <a:cubicBezTo>
                  <a:pt x="69778" y="35515"/>
                  <a:pt x="69743" y="35631"/>
                  <a:pt x="69675" y="35725"/>
                </a:cubicBezTo>
                <a:cubicBezTo>
                  <a:pt x="69606" y="35820"/>
                  <a:pt x="69495" y="35901"/>
                  <a:pt x="69340" y="35970"/>
                </a:cubicBezTo>
                <a:cubicBezTo>
                  <a:pt x="69186" y="36038"/>
                  <a:pt x="68972" y="36090"/>
                  <a:pt x="68697" y="36124"/>
                </a:cubicBezTo>
                <a:cubicBezTo>
                  <a:pt x="68423" y="36158"/>
                  <a:pt x="68071" y="36176"/>
                  <a:pt x="67642" y="36176"/>
                </a:cubicBezTo>
                <a:cubicBezTo>
                  <a:pt x="67231" y="36176"/>
                  <a:pt x="66888" y="36158"/>
                  <a:pt x="66613" y="36124"/>
                </a:cubicBezTo>
                <a:cubicBezTo>
                  <a:pt x="66339" y="36090"/>
                  <a:pt x="66120" y="36038"/>
                  <a:pt x="65957" y="35970"/>
                </a:cubicBezTo>
                <a:cubicBezTo>
                  <a:pt x="65794" y="35901"/>
                  <a:pt x="65683" y="35820"/>
                  <a:pt x="65622" y="35725"/>
                </a:cubicBezTo>
                <a:cubicBezTo>
                  <a:pt x="65562" y="35631"/>
                  <a:pt x="65532" y="35515"/>
                  <a:pt x="65532" y="35378"/>
                </a:cubicBezTo>
                <a:lnTo>
                  <a:pt x="65532" y="12221"/>
                </a:lnTo>
                <a:cubicBezTo>
                  <a:pt x="65532" y="12084"/>
                  <a:pt x="65558" y="11968"/>
                  <a:pt x="65610" y="11874"/>
                </a:cubicBezTo>
                <a:cubicBezTo>
                  <a:pt x="65661" y="11780"/>
                  <a:pt x="65764" y="11694"/>
                  <a:pt x="65918" y="11617"/>
                </a:cubicBezTo>
                <a:cubicBezTo>
                  <a:pt x="66073" y="11540"/>
                  <a:pt x="66270" y="11488"/>
                  <a:pt x="66510" y="11462"/>
                </a:cubicBezTo>
                <a:cubicBezTo>
                  <a:pt x="66750" y="11437"/>
                  <a:pt x="67068" y="11424"/>
                  <a:pt x="67462" y="11424"/>
                </a:cubicBezTo>
                <a:cubicBezTo>
                  <a:pt x="67839" y="11424"/>
                  <a:pt x="68153" y="11437"/>
                  <a:pt x="68401" y="11462"/>
                </a:cubicBezTo>
                <a:cubicBezTo>
                  <a:pt x="68650" y="11488"/>
                  <a:pt x="68843" y="11540"/>
                  <a:pt x="68980" y="11617"/>
                </a:cubicBezTo>
                <a:cubicBezTo>
                  <a:pt x="69117" y="11694"/>
                  <a:pt x="69216" y="11780"/>
                  <a:pt x="69276" y="11874"/>
                </a:cubicBezTo>
                <a:cubicBezTo>
                  <a:pt x="69336" y="11968"/>
                  <a:pt x="69366" y="12084"/>
                  <a:pt x="69366" y="12221"/>
                </a:cubicBezTo>
                <a:lnTo>
                  <a:pt x="69366" y="15283"/>
                </a:lnTo>
                <a:cubicBezTo>
                  <a:pt x="70670" y="13825"/>
                  <a:pt x="71935" y="12757"/>
                  <a:pt x="73161" y="12080"/>
                </a:cubicBezTo>
                <a:cubicBezTo>
                  <a:pt x="74388" y="11402"/>
                  <a:pt x="75627" y="11064"/>
                  <a:pt x="76879" y="11064"/>
                </a:cubicBezTo>
                <a:cubicBezTo>
                  <a:pt x="77840" y="11064"/>
                  <a:pt x="78702" y="11175"/>
                  <a:pt x="79465" y="11398"/>
                </a:cubicBezTo>
                <a:cubicBezTo>
                  <a:pt x="80228" y="11621"/>
                  <a:pt x="80901" y="11934"/>
                  <a:pt x="81485" y="12337"/>
                </a:cubicBezTo>
                <a:cubicBezTo>
                  <a:pt x="82068" y="12740"/>
                  <a:pt x="82565" y="13221"/>
                  <a:pt x="82977" y="13778"/>
                </a:cubicBezTo>
                <a:cubicBezTo>
                  <a:pt x="83389" y="14336"/>
                  <a:pt x="83732" y="14957"/>
                  <a:pt x="84006" y="15643"/>
                </a:cubicBezTo>
                <a:cubicBezTo>
                  <a:pt x="84778" y="14803"/>
                  <a:pt x="85511" y="14091"/>
                  <a:pt x="86206" y="13508"/>
                </a:cubicBezTo>
                <a:cubicBezTo>
                  <a:pt x="86901" y="12925"/>
                  <a:pt x="87570" y="12453"/>
                  <a:pt x="88213" y="12093"/>
                </a:cubicBezTo>
                <a:cubicBezTo>
                  <a:pt x="88856" y="11733"/>
                  <a:pt x="89482" y="11471"/>
                  <a:pt x="90091" y="11308"/>
                </a:cubicBezTo>
                <a:cubicBezTo>
                  <a:pt x="90700" y="11145"/>
                  <a:pt x="91313" y="11064"/>
                  <a:pt x="91931" y="11064"/>
                </a:cubicBezTo>
                <a:cubicBezTo>
                  <a:pt x="93423" y="11064"/>
                  <a:pt x="94675" y="11325"/>
                  <a:pt x="95687" y="11848"/>
                </a:cubicBezTo>
                <a:cubicBezTo>
                  <a:pt x="96699" y="12372"/>
                  <a:pt x="97518" y="13071"/>
                  <a:pt x="98144" y="13945"/>
                </a:cubicBezTo>
                <a:cubicBezTo>
                  <a:pt x="98771" y="14820"/>
                  <a:pt x="99216" y="15845"/>
                  <a:pt x="99482" y="17020"/>
                </a:cubicBezTo>
                <a:cubicBezTo>
                  <a:pt x="99748" y="18195"/>
                  <a:pt x="99881" y="19434"/>
                  <a:pt x="99881" y="20738"/>
                </a:cubicBezTo>
                <a:lnTo>
                  <a:pt x="99881" y="35378"/>
                </a:lnTo>
                <a:close/>
                <a:moveTo>
                  <a:pt x="124764" y="35404"/>
                </a:moveTo>
                <a:cubicBezTo>
                  <a:pt x="124764" y="35609"/>
                  <a:pt x="124695" y="35764"/>
                  <a:pt x="124558" y="35867"/>
                </a:cubicBezTo>
                <a:cubicBezTo>
                  <a:pt x="124421" y="35970"/>
                  <a:pt x="124232" y="36047"/>
                  <a:pt x="123992" y="36098"/>
                </a:cubicBezTo>
                <a:cubicBezTo>
                  <a:pt x="123752" y="36150"/>
                  <a:pt x="123400" y="36176"/>
                  <a:pt x="122937" y="36176"/>
                </a:cubicBezTo>
                <a:cubicBezTo>
                  <a:pt x="122491" y="36176"/>
                  <a:pt x="122135" y="36150"/>
                  <a:pt x="121869" y="36098"/>
                </a:cubicBezTo>
                <a:cubicBezTo>
                  <a:pt x="121603" y="36047"/>
                  <a:pt x="121410" y="35970"/>
                  <a:pt x="121290" y="35867"/>
                </a:cubicBezTo>
                <a:cubicBezTo>
                  <a:pt x="121170" y="35764"/>
                  <a:pt x="121110" y="35609"/>
                  <a:pt x="121110" y="35404"/>
                </a:cubicBezTo>
                <a:lnTo>
                  <a:pt x="121110" y="33088"/>
                </a:lnTo>
                <a:cubicBezTo>
                  <a:pt x="120098" y="34169"/>
                  <a:pt x="118970" y="35013"/>
                  <a:pt x="117727" y="35622"/>
                </a:cubicBezTo>
                <a:cubicBezTo>
                  <a:pt x="116483" y="36231"/>
                  <a:pt x="115167" y="36536"/>
                  <a:pt x="113777" y="36536"/>
                </a:cubicBezTo>
                <a:cubicBezTo>
                  <a:pt x="112559" y="36536"/>
                  <a:pt x="111457" y="36377"/>
                  <a:pt x="110471" y="36058"/>
                </a:cubicBezTo>
                <a:cubicBezTo>
                  <a:pt x="109485" y="35740"/>
                  <a:pt x="108644" y="35279"/>
                  <a:pt x="107949" y="34677"/>
                </a:cubicBezTo>
                <a:cubicBezTo>
                  <a:pt x="107255" y="34074"/>
                  <a:pt x="106714" y="33334"/>
                  <a:pt x="106328" y="32457"/>
                </a:cubicBezTo>
                <a:cubicBezTo>
                  <a:pt x="105943" y="31579"/>
                  <a:pt x="105750" y="30580"/>
                  <a:pt x="105750" y="29461"/>
                </a:cubicBezTo>
                <a:cubicBezTo>
                  <a:pt x="105750" y="28153"/>
                  <a:pt x="106015" y="27017"/>
                  <a:pt x="106547" y="26053"/>
                </a:cubicBezTo>
                <a:cubicBezTo>
                  <a:pt x="107079" y="25089"/>
                  <a:pt x="107842" y="24289"/>
                  <a:pt x="108837" y="23652"/>
                </a:cubicBezTo>
                <a:cubicBezTo>
                  <a:pt x="109832" y="23015"/>
                  <a:pt x="111050" y="22537"/>
                  <a:pt x="112491" y="22219"/>
                </a:cubicBezTo>
                <a:cubicBezTo>
                  <a:pt x="113932" y="21901"/>
                  <a:pt x="115552" y="21741"/>
                  <a:pt x="117354" y="21741"/>
                </a:cubicBezTo>
                <a:lnTo>
                  <a:pt x="120544" y="21741"/>
                </a:lnTo>
                <a:lnTo>
                  <a:pt x="120544" y="19947"/>
                </a:lnTo>
                <a:cubicBezTo>
                  <a:pt x="120544" y="19058"/>
                  <a:pt x="120450" y="18272"/>
                  <a:pt x="120261" y="17588"/>
                </a:cubicBezTo>
                <a:cubicBezTo>
                  <a:pt x="120072" y="16904"/>
                  <a:pt x="119768" y="16336"/>
                  <a:pt x="119348" y="15883"/>
                </a:cubicBezTo>
                <a:cubicBezTo>
                  <a:pt x="118927" y="15430"/>
                  <a:pt x="118383" y="15088"/>
                  <a:pt x="117714" y="14858"/>
                </a:cubicBezTo>
                <a:cubicBezTo>
                  <a:pt x="117045" y="14627"/>
                  <a:pt x="116221" y="14511"/>
                  <a:pt x="115244" y="14511"/>
                </a:cubicBezTo>
                <a:cubicBezTo>
                  <a:pt x="114197" y="14511"/>
                  <a:pt x="113258" y="14634"/>
                  <a:pt x="112426" y="14880"/>
                </a:cubicBezTo>
                <a:cubicBezTo>
                  <a:pt x="111594" y="15126"/>
                  <a:pt x="110865" y="15398"/>
                  <a:pt x="110239" y="15695"/>
                </a:cubicBezTo>
                <a:cubicBezTo>
                  <a:pt x="109613" y="15992"/>
                  <a:pt x="109090" y="16263"/>
                  <a:pt x="108670" y="16509"/>
                </a:cubicBezTo>
                <a:cubicBezTo>
                  <a:pt x="108250" y="16755"/>
                  <a:pt x="107937" y="16878"/>
                  <a:pt x="107731" y="16878"/>
                </a:cubicBezTo>
                <a:cubicBezTo>
                  <a:pt x="107594" y="16878"/>
                  <a:pt x="107473" y="16844"/>
                  <a:pt x="107371" y="16776"/>
                </a:cubicBezTo>
                <a:cubicBezTo>
                  <a:pt x="107268" y="16707"/>
                  <a:pt x="107178" y="16604"/>
                  <a:pt x="107100" y="16467"/>
                </a:cubicBezTo>
                <a:cubicBezTo>
                  <a:pt x="107023" y="16330"/>
                  <a:pt x="106967" y="16154"/>
                  <a:pt x="106933" y="15939"/>
                </a:cubicBezTo>
                <a:cubicBezTo>
                  <a:pt x="106899" y="15725"/>
                  <a:pt x="106882" y="15489"/>
                  <a:pt x="106882" y="15232"/>
                </a:cubicBezTo>
                <a:cubicBezTo>
                  <a:pt x="106882" y="14803"/>
                  <a:pt x="106912" y="14464"/>
                  <a:pt x="106972" y="14215"/>
                </a:cubicBezTo>
                <a:cubicBezTo>
                  <a:pt x="107032" y="13967"/>
                  <a:pt x="107178" y="13731"/>
                  <a:pt x="107409" y="13508"/>
                </a:cubicBezTo>
                <a:cubicBezTo>
                  <a:pt x="107641" y="13285"/>
                  <a:pt x="108040" y="13025"/>
                  <a:pt x="108606" y="12729"/>
                </a:cubicBezTo>
                <a:cubicBezTo>
                  <a:pt x="109172" y="12432"/>
                  <a:pt x="109823" y="12161"/>
                  <a:pt x="110561" y="11915"/>
                </a:cubicBezTo>
                <a:cubicBezTo>
                  <a:pt x="111299" y="11670"/>
                  <a:pt x="112105" y="11466"/>
                  <a:pt x="112980" y="11306"/>
                </a:cubicBezTo>
                <a:cubicBezTo>
                  <a:pt x="113854" y="11144"/>
                  <a:pt x="114738" y="11064"/>
                  <a:pt x="115630" y="11064"/>
                </a:cubicBezTo>
                <a:cubicBezTo>
                  <a:pt x="117294" y="11064"/>
                  <a:pt x="118709" y="11252"/>
                  <a:pt x="119875" y="11630"/>
                </a:cubicBezTo>
                <a:cubicBezTo>
                  <a:pt x="121041" y="12007"/>
                  <a:pt x="121985" y="12560"/>
                  <a:pt x="122705" y="13289"/>
                </a:cubicBezTo>
                <a:cubicBezTo>
                  <a:pt x="123426" y="14018"/>
                  <a:pt x="123949" y="14923"/>
                  <a:pt x="124275" y="16004"/>
                </a:cubicBezTo>
                <a:cubicBezTo>
                  <a:pt x="124601" y="17084"/>
                  <a:pt x="124764" y="18345"/>
                  <a:pt x="124764" y="19786"/>
                </a:cubicBezTo>
                <a:lnTo>
                  <a:pt x="124764" y="35404"/>
                </a:lnTo>
                <a:moveTo>
                  <a:pt x="120544" y="24803"/>
                </a:moveTo>
                <a:lnTo>
                  <a:pt x="116916" y="24803"/>
                </a:lnTo>
                <a:cubicBezTo>
                  <a:pt x="115750" y="24803"/>
                  <a:pt x="114738" y="24903"/>
                  <a:pt x="113880" y="25101"/>
                </a:cubicBezTo>
                <a:cubicBezTo>
                  <a:pt x="113022" y="25300"/>
                  <a:pt x="112311" y="25593"/>
                  <a:pt x="111745" y="25981"/>
                </a:cubicBezTo>
                <a:cubicBezTo>
                  <a:pt x="111178" y="26369"/>
                  <a:pt x="110763" y="26835"/>
                  <a:pt x="110497" y="27379"/>
                </a:cubicBezTo>
                <a:cubicBezTo>
                  <a:pt x="110231" y="27923"/>
                  <a:pt x="110098" y="28548"/>
                  <a:pt x="110098" y="29256"/>
                </a:cubicBezTo>
                <a:cubicBezTo>
                  <a:pt x="110098" y="30464"/>
                  <a:pt x="110480" y="31426"/>
                  <a:pt x="111243" y="32142"/>
                </a:cubicBezTo>
                <a:cubicBezTo>
                  <a:pt x="112006" y="32859"/>
                  <a:pt x="113074" y="33217"/>
                  <a:pt x="114446" y="33217"/>
                </a:cubicBezTo>
                <a:cubicBezTo>
                  <a:pt x="115561" y="33217"/>
                  <a:pt x="116595" y="32932"/>
                  <a:pt x="117547" y="32363"/>
                </a:cubicBezTo>
                <a:cubicBezTo>
                  <a:pt x="118498" y="31793"/>
                  <a:pt x="119498" y="30921"/>
                  <a:pt x="120544" y="29748"/>
                </a:cubicBezTo>
                <a:lnTo>
                  <a:pt x="120544" y="24803"/>
                </a:lnTo>
                <a:close/>
                <a:moveTo>
                  <a:pt x="144758" y="33706"/>
                </a:moveTo>
                <a:cubicBezTo>
                  <a:pt x="144758" y="34203"/>
                  <a:pt x="144724" y="34597"/>
                  <a:pt x="144656" y="34889"/>
                </a:cubicBezTo>
                <a:cubicBezTo>
                  <a:pt x="144587" y="35181"/>
                  <a:pt x="144484" y="35395"/>
                  <a:pt x="144347" y="35532"/>
                </a:cubicBezTo>
                <a:cubicBezTo>
                  <a:pt x="144210" y="35670"/>
                  <a:pt x="144004" y="35798"/>
                  <a:pt x="143729" y="35918"/>
                </a:cubicBezTo>
                <a:cubicBezTo>
                  <a:pt x="143455" y="36038"/>
                  <a:pt x="143142" y="36137"/>
                  <a:pt x="142790" y="36214"/>
                </a:cubicBezTo>
                <a:cubicBezTo>
                  <a:pt x="142439" y="36291"/>
                  <a:pt x="142065" y="36356"/>
                  <a:pt x="141671" y="36407"/>
                </a:cubicBezTo>
                <a:cubicBezTo>
                  <a:pt x="141276" y="36459"/>
                  <a:pt x="140882" y="36484"/>
                  <a:pt x="140487" y="36484"/>
                </a:cubicBezTo>
                <a:cubicBezTo>
                  <a:pt x="139287" y="36484"/>
                  <a:pt x="138258" y="36325"/>
                  <a:pt x="137400" y="36007"/>
                </a:cubicBezTo>
                <a:cubicBezTo>
                  <a:pt x="136542" y="35689"/>
                  <a:pt x="135839" y="35207"/>
                  <a:pt x="135290" y="34563"/>
                </a:cubicBezTo>
                <a:cubicBezTo>
                  <a:pt x="134741" y="33918"/>
                  <a:pt x="134342" y="33101"/>
                  <a:pt x="134094" y="32113"/>
                </a:cubicBezTo>
                <a:cubicBezTo>
                  <a:pt x="133845" y="31124"/>
                  <a:pt x="133721" y="29959"/>
                  <a:pt x="133721" y="28618"/>
                </a:cubicBezTo>
                <a:lnTo>
                  <a:pt x="133721" y="15052"/>
                </a:lnTo>
                <a:lnTo>
                  <a:pt x="130479" y="15052"/>
                </a:lnTo>
                <a:cubicBezTo>
                  <a:pt x="130221" y="15052"/>
                  <a:pt x="130016" y="14914"/>
                  <a:pt x="129861" y="14640"/>
                </a:cubicBezTo>
                <a:cubicBezTo>
                  <a:pt x="129707" y="14366"/>
                  <a:pt x="129630" y="13920"/>
                  <a:pt x="129630" y="13302"/>
                </a:cubicBezTo>
                <a:cubicBezTo>
                  <a:pt x="129630" y="12976"/>
                  <a:pt x="129651" y="12702"/>
                  <a:pt x="129694" y="12479"/>
                </a:cubicBezTo>
                <a:cubicBezTo>
                  <a:pt x="129737" y="12256"/>
                  <a:pt x="129793" y="12071"/>
                  <a:pt x="129861" y="11926"/>
                </a:cubicBezTo>
                <a:cubicBezTo>
                  <a:pt x="129930" y="11780"/>
                  <a:pt x="130020" y="11677"/>
                  <a:pt x="130131" y="11617"/>
                </a:cubicBezTo>
                <a:cubicBezTo>
                  <a:pt x="130243" y="11557"/>
                  <a:pt x="130367" y="11527"/>
                  <a:pt x="130504" y="11527"/>
                </a:cubicBezTo>
                <a:lnTo>
                  <a:pt x="133721" y="11527"/>
                </a:lnTo>
                <a:lnTo>
                  <a:pt x="133721" y="6021"/>
                </a:lnTo>
                <a:cubicBezTo>
                  <a:pt x="133721" y="5901"/>
                  <a:pt x="133751" y="5789"/>
                  <a:pt x="133811" y="5686"/>
                </a:cubicBezTo>
                <a:cubicBezTo>
                  <a:pt x="133871" y="5583"/>
                  <a:pt x="133982" y="5493"/>
                  <a:pt x="134145" y="5416"/>
                </a:cubicBezTo>
                <a:cubicBezTo>
                  <a:pt x="134308" y="5339"/>
                  <a:pt x="134527" y="5283"/>
                  <a:pt x="134801" y="5249"/>
                </a:cubicBezTo>
                <a:cubicBezTo>
                  <a:pt x="135076" y="5214"/>
                  <a:pt x="135419" y="5197"/>
                  <a:pt x="135830" y="5197"/>
                </a:cubicBezTo>
                <a:cubicBezTo>
                  <a:pt x="136259" y="5197"/>
                  <a:pt x="136611" y="5214"/>
                  <a:pt x="136885" y="5249"/>
                </a:cubicBezTo>
                <a:cubicBezTo>
                  <a:pt x="137160" y="5283"/>
                  <a:pt x="137374" y="5339"/>
                  <a:pt x="137529" y="5416"/>
                </a:cubicBezTo>
                <a:cubicBezTo>
                  <a:pt x="137683" y="5493"/>
                  <a:pt x="137794" y="5583"/>
                  <a:pt x="137863" y="5686"/>
                </a:cubicBezTo>
                <a:cubicBezTo>
                  <a:pt x="137932" y="5789"/>
                  <a:pt x="137966" y="5901"/>
                  <a:pt x="137966" y="6021"/>
                </a:cubicBezTo>
                <a:lnTo>
                  <a:pt x="137966" y="11527"/>
                </a:lnTo>
                <a:lnTo>
                  <a:pt x="143909" y="11527"/>
                </a:lnTo>
                <a:cubicBezTo>
                  <a:pt x="144047" y="11527"/>
                  <a:pt x="144167" y="11557"/>
                  <a:pt x="144270" y="11617"/>
                </a:cubicBezTo>
                <a:cubicBezTo>
                  <a:pt x="144373" y="11677"/>
                  <a:pt x="144463" y="11780"/>
                  <a:pt x="144540" y="11926"/>
                </a:cubicBezTo>
                <a:cubicBezTo>
                  <a:pt x="144617" y="12071"/>
                  <a:pt x="144673" y="12256"/>
                  <a:pt x="144707" y="12479"/>
                </a:cubicBezTo>
                <a:cubicBezTo>
                  <a:pt x="144741" y="12702"/>
                  <a:pt x="144758" y="12976"/>
                  <a:pt x="144758" y="13302"/>
                </a:cubicBezTo>
                <a:cubicBezTo>
                  <a:pt x="144758" y="13920"/>
                  <a:pt x="144681" y="14366"/>
                  <a:pt x="144527" y="14640"/>
                </a:cubicBezTo>
                <a:cubicBezTo>
                  <a:pt x="144373" y="14914"/>
                  <a:pt x="144167" y="15052"/>
                  <a:pt x="143909" y="15052"/>
                </a:cubicBezTo>
                <a:lnTo>
                  <a:pt x="137966" y="15052"/>
                </a:lnTo>
                <a:lnTo>
                  <a:pt x="137966" y="28006"/>
                </a:lnTo>
                <a:cubicBezTo>
                  <a:pt x="137966" y="29605"/>
                  <a:pt x="138202" y="30814"/>
                  <a:pt x="138673" y="31631"/>
                </a:cubicBezTo>
                <a:cubicBezTo>
                  <a:pt x="139145" y="32448"/>
                  <a:pt x="139990" y="32856"/>
                  <a:pt x="141208" y="32856"/>
                </a:cubicBezTo>
                <a:cubicBezTo>
                  <a:pt x="141602" y="32856"/>
                  <a:pt x="141954" y="32818"/>
                  <a:pt x="142263" y="32741"/>
                </a:cubicBezTo>
                <a:cubicBezTo>
                  <a:pt x="142571" y="32663"/>
                  <a:pt x="142846" y="32582"/>
                  <a:pt x="143086" y="32496"/>
                </a:cubicBezTo>
                <a:cubicBezTo>
                  <a:pt x="143326" y="32410"/>
                  <a:pt x="143532" y="32329"/>
                  <a:pt x="143704" y="32252"/>
                </a:cubicBezTo>
                <a:cubicBezTo>
                  <a:pt x="143875" y="32175"/>
                  <a:pt x="144029" y="32136"/>
                  <a:pt x="144167" y="32136"/>
                </a:cubicBezTo>
                <a:cubicBezTo>
                  <a:pt x="144252" y="32136"/>
                  <a:pt x="144334" y="32157"/>
                  <a:pt x="144411" y="32200"/>
                </a:cubicBezTo>
                <a:cubicBezTo>
                  <a:pt x="144488" y="32243"/>
                  <a:pt x="144548" y="32325"/>
                  <a:pt x="144591" y="32445"/>
                </a:cubicBezTo>
                <a:cubicBezTo>
                  <a:pt x="144634" y="32565"/>
                  <a:pt x="144673" y="32728"/>
                  <a:pt x="144707" y="32934"/>
                </a:cubicBezTo>
                <a:cubicBezTo>
                  <a:pt x="144741" y="33139"/>
                  <a:pt x="144758" y="33397"/>
                  <a:pt x="144758" y="33706"/>
                </a:cubicBezTo>
                <a:close/>
                <a:moveTo>
                  <a:pt x="175653" y="34217"/>
                </a:moveTo>
                <a:cubicBezTo>
                  <a:pt x="175653" y="34560"/>
                  <a:pt x="175597" y="34853"/>
                  <a:pt x="175486" y="35093"/>
                </a:cubicBezTo>
                <a:cubicBezTo>
                  <a:pt x="175374" y="35334"/>
                  <a:pt x="175229" y="35532"/>
                  <a:pt x="175049" y="35687"/>
                </a:cubicBezTo>
                <a:cubicBezTo>
                  <a:pt x="174868" y="35841"/>
                  <a:pt x="174667" y="35953"/>
                  <a:pt x="174444" y="36021"/>
                </a:cubicBezTo>
                <a:cubicBezTo>
                  <a:pt x="174221" y="36090"/>
                  <a:pt x="173998" y="36124"/>
                  <a:pt x="173775" y="36124"/>
                </a:cubicBezTo>
                <a:lnTo>
                  <a:pt x="172360" y="36124"/>
                </a:lnTo>
                <a:cubicBezTo>
                  <a:pt x="171914" y="36124"/>
                  <a:pt x="171524" y="36076"/>
                  <a:pt x="171189" y="35981"/>
                </a:cubicBezTo>
                <a:cubicBezTo>
                  <a:pt x="170855" y="35886"/>
                  <a:pt x="170537" y="35712"/>
                  <a:pt x="170237" y="35461"/>
                </a:cubicBezTo>
                <a:cubicBezTo>
                  <a:pt x="169937" y="35209"/>
                  <a:pt x="169637" y="34867"/>
                  <a:pt x="169337" y="34433"/>
                </a:cubicBezTo>
                <a:cubicBezTo>
                  <a:pt x="169036" y="34000"/>
                  <a:pt x="168706" y="33448"/>
                  <a:pt x="168346" y="32779"/>
                </a:cubicBezTo>
                <a:lnTo>
                  <a:pt x="157848" y="13842"/>
                </a:lnTo>
                <a:cubicBezTo>
                  <a:pt x="157300" y="12865"/>
                  <a:pt x="156746" y="11840"/>
                  <a:pt x="156189" y="10768"/>
                </a:cubicBezTo>
                <a:cubicBezTo>
                  <a:pt x="155631" y="9696"/>
                  <a:pt x="155113" y="8654"/>
                  <a:pt x="154632" y="7642"/>
                </a:cubicBezTo>
                <a:lnTo>
                  <a:pt x="154581" y="7642"/>
                </a:lnTo>
                <a:cubicBezTo>
                  <a:pt x="154615" y="8877"/>
                  <a:pt x="154641" y="10137"/>
                  <a:pt x="154658" y="11424"/>
                </a:cubicBezTo>
                <a:cubicBezTo>
                  <a:pt x="154675" y="12710"/>
                  <a:pt x="154684" y="13988"/>
                  <a:pt x="154684" y="15258"/>
                </a:cubicBezTo>
                <a:lnTo>
                  <a:pt x="154684" y="35352"/>
                </a:lnTo>
                <a:cubicBezTo>
                  <a:pt x="154684" y="35472"/>
                  <a:pt x="154649" y="35588"/>
                  <a:pt x="154581" y="35700"/>
                </a:cubicBezTo>
                <a:cubicBezTo>
                  <a:pt x="154512" y="35811"/>
                  <a:pt x="154396" y="35897"/>
                  <a:pt x="154233" y="35957"/>
                </a:cubicBezTo>
                <a:cubicBezTo>
                  <a:pt x="154071" y="36017"/>
                  <a:pt x="153856" y="36068"/>
                  <a:pt x="153590" y="36111"/>
                </a:cubicBezTo>
                <a:cubicBezTo>
                  <a:pt x="153324" y="36154"/>
                  <a:pt x="152986" y="36176"/>
                  <a:pt x="152574" y="36176"/>
                </a:cubicBezTo>
                <a:cubicBezTo>
                  <a:pt x="152162" y="36176"/>
                  <a:pt x="151823" y="36154"/>
                  <a:pt x="151558" y="36111"/>
                </a:cubicBezTo>
                <a:cubicBezTo>
                  <a:pt x="151292" y="36068"/>
                  <a:pt x="151082" y="36017"/>
                  <a:pt x="150927" y="35957"/>
                </a:cubicBezTo>
                <a:cubicBezTo>
                  <a:pt x="150773" y="35897"/>
                  <a:pt x="150661" y="35811"/>
                  <a:pt x="150593" y="35700"/>
                </a:cubicBezTo>
                <a:cubicBezTo>
                  <a:pt x="150524" y="35588"/>
                  <a:pt x="150490" y="35472"/>
                  <a:pt x="150490" y="35352"/>
                </a:cubicBezTo>
                <a:lnTo>
                  <a:pt x="150490" y="4631"/>
                </a:lnTo>
                <a:cubicBezTo>
                  <a:pt x="150490" y="3945"/>
                  <a:pt x="150679" y="3456"/>
                  <a:pt x="151056" y="3165"/>
                </a:cubicBezTo>
                <a:cubicBezTo>
                  <a:pt x="151433" y="2873"/>
                  <a:pt x="151845" y="2727"/>
                  <a:pt x="152291" y="2727"/>
                </a:cubicBezTo>
                <a:lnTo>
                  <a:pt x="154401" y="2727"/>
                </a:lnTo>
                <a:cubicBezTo>
                  <a:pt x="154898" y="2727"/>
                  <a:pt x="155314" y="2770"/>
                  <a:pt x="155649" y="2856"/>
                </a:cubicBezTo>
                <a:cubicBezTo>
                  <a:pt x="155983" y="2942"/>
                  <a:pt x="156283" y="3083"/>
                  <a:pt x="156549" y="3280"/>
                </a:cubicBezTo>
                <a:cubicBezTo>
                  <a:pt x="156815" y="3478"/>
                  <a:pt x="157072" y="3752"/>
                  <a:pt x="157321" y="4104"/>
                </a:cubicBezTo>
                <a:cubicBezTo>
                  <a:pt x="157570" y="4455"/>
                  <a:pt x="157840" y="4897"/>
                  <a:pt x="158131" y="5429"/>
                </a:cubicBezTo>
                <a:lnTo>
                  <a:pt x="166210" y="20043"/>
                </a:lnTo>
                <a:cubicBezTo>
                  <a:pt x="166708" y="20935"/>
                  <a:pt x="167188" y="21806"/>
                  <a:pt x="167651" y="22655"/>
                </a:cubicBezTo>
                <a:cubicBezTo>
                  <a:pt x="168114" y="23504"/>
                  <a:pt x="168560" y="24340"/>
                  <a:pt x="168989" y="25163"/>
                </a:cubicBezTo>
                <a:cubicBezTo>
                  <a:pt x="169418" y="25987"/>
                  <a:pt x="169843" y="26797"/>
                  <a:pt x="170263" y="27595"/>
                </a:cubicBezTo>
                <a:cubicBezTo>
                  <a:pt x="170683" y="28392"/>
                  <a:pt x="171099" y="29194"/>
                  <a:pt x="171511" y="30000"/>
                </a:cubicBezTo>
                <a:lnTo>
                  <a:pt x="171536" y="30000"/>
                </a:lnTo>
                <a:cubicBezTo>
                  <a:pt x="171502" y="28644"/>
                  <a:pt x="171481" y="27232"/>
                  <a:pt x="171472" y="25764"/>
                </a:cubicBezTo>
                <a:cubicBezTo>
                  <a:pt x="171464" y="24296"/>
                  <a:pt x="171459" y="22884"/>
                  <a:pt x="171459" y="21527"/>
                </a:cubicBezTo>
                <a:lnTo>
                  <a:pt x="171459" y="3449"/>
                </a:lnTo>
                <a:cubicBezTo>
                  <a:pt x="171459" y="3328"/>
                  <a:pt x="171494" y="3217"/>
                  <a:pt x="171562" y="3114"/>
                </a:cubicBezTo>
                <a:cubicBezTo>
                  <a:pt x="171631" y="3011"/>
                  <a:pt x="171747" y="2920"/>
                  <a:pt x="171910" y="2843"/>
                </a:cubicBezTo>
                <a:cubicBezTo>
                  <a:pt x="172073" y="2766"/>
                  <a:pt x="172287" y="2710"/>
                  <a:pt x="172553" y="2676"/>
                </a:cubicBezTo>
                <a:cubicBezTo>
                  <a:pt x="172819" y="2642"/>
                  <a:pt x="173166" y="2624"/>
                  <a:pt x="173595" y="2624"/>
                </a:cubicBezTo>
                <a:cubicBezTo>
                  <a:pt x="173972" y="2624"/>
                  <a:pt x="174298" y="2642"/>
                  <a:pt x="174573" y="2676"/>
                </a:cubicBezTo>
                <a:cubicBezTo>
                  <a:pt x="174847" y="2710"/>
                  <a:pt x="175061" y="2766"/>
                  <a:pt x="175216" y="2844"/>
                </a:cubicBezTo>
                <a:cubicBezTo>
                  <a:pt x="175370" y="2921"/>
                  <a:pt x="175482" y="3011"/>
                  <a:pt x="175550" y="3114"/>
                </a:cubicBezTo>
                <a:cubicBezTo>
                  <a:pt x="175619" y="3217"/>
                  <a:pt x="175653" y="3329"/>
                  <a:pt x="175653" y="3449"/>
                </a:cubicBezTo>
                <a:lnTo>
                  <a:pt x="175653" y="34217"/>
                </a:lnTo>
                <a:close/>
                <a:moveTo>
                  <a:pt x="203457" y="35378"/>
                </a:moveTo>
                <a:cubicBezTo>
                  <a:pt x="203457" y="35515"/>
                  <a:pt x="203427" y="35631"/>
                  <a:pt x="203367" y="35725"/>
                </a:cubicBezTo>
                <a:cubicBezTo>
                  <a:pt x="203307" y="35820"/>
                  <a:pt x="203200" y="35901"/>
                  <a:pt x="203046" y="35970"/>
                </a:cubicBezTo>
                <a:cubicBezTo>
                  <a:pt x="202891" y="36038"/>
                  <a:pt x="202690" y="36090"/>
                  <a:pt x="202441" y="36124"/>
                </a:cubicBezTo>
                <a:cubicBezTo>
                  <a:pt x="202192" y="36158"/>
                  <a:pt x="201888" y="36176"/>
                  <a:pt x="201528" y="36176"/>
                </a:cubicBezTo>
                <a:cubicBezTo>
                  <a:pt x="201133" y="36176"/>
                  <a:pt x="200812" y="36158"/>
                  <a:pt x="200563" y="36124"/>
                </a:cubicBezTo>
                <a:cubicBezTo>
                  <a:pt x="200314" y="36090"/>
                  <a:pt x="200117" y="36038"/>
                  <a:pt x="199971" y="35970"/>
                </a:cubicBezTo>
                <a:cubicBezTo>
                  <a:pt x="199825" y="35901"/>
                  <a:pt x="199727" y="35820"/>
                  <a:pt x="199675" y="35725"/>
                </a:cubicBezTo>
                <a:cubicBezTo>
                  <a:pt x="199624" y="35631"/>
                  <a:pt x="199598" y="35515"/>
                  <a:pt x="199598" y="35378"/>
                </a:cubicBezTo>
                <a:lnTo>
                  <a:pt x="199598" y="32316"/>
                </a:lnTo>
                <a:cubicBezTo>
                  <a:pt x="198277" y="33783"/>
                  <a:pt x="196974" y="34853"/>
                  <a:pt x="195687" y="35527"/>
                </a:cubicBezTo>
                <a:cubicBezTo>
                  <a:pt x="194401" y="36199"/>
                  <a:pt x="193097" y="36536"/>
                  <a:pt x="191776" y="36536"/>
                </a:cubicBezTo>
                <a:cubicBezTo>
                  <a:pt x="190232" y="36536"/>
                  <a:pt x="188933" y="36278"/>
                  <a:pt x="187878" y="35763"/>
                </a:cubicBezTo>
                <a:cubicBezTo>
                  <a:pt x="186823" y="35248"/>
                  <a:pt x="185970" y="34548"/>
                  <a:pt x="185318" y="33664"/>
                </a:cubicBezTo>
                <a:cubicBezTo>
                  <a:pt x="184666" y="32780"/>
                  <a:pt x="184199" y="31750"/>
                  <a:pt x="183916" y="30574"/>
                </a:cubicBezTo>
                <a:cubicBezTo>
                  <a:pt x="183633" y="29397"/>
                  <a:pt x="183491" y="27968"/>
                  <a:pt x="183491" y="26285"/>
                </a:cubicBezTo>
                <a:lnTo>
                  <a:pt x="183491" y="12222"/>
                </a:lnTo>
                <a:cubicBezTo>
                  <a:pt x="183491" y="12085"/>
                  <a:pt x="183521" y="11969"/>
                  <a:pt x="183581" y="11875"/>
                </a:cubicBezTo>
                <a:cubicBezTo>
                  <a:pt x="183641" y="11780"/>
                  <a:pt x="183757" y="11694"/>
                  <a:pt x="183929" y="11617"/>
                </a:cubicBezTo>
                <a:cubicBezTo>
                  <a:pt x="184100" y="11540"/>
                  <a:pt x="184323" y="11488"/>
                  <a:pt x="184598" y="11462"/>
                </a:cubicBezTo>
                <a:cubicBezTo>
                  <a:pt x="184872" y="11437"/>
                  <a:pt x="185215" y="11424"/>
                  <a:pt x="185627" y="11424"/>
                </a:cubicBezTo>
                <a:cubicBezTo>
                  <a:pt x="186039" y="11424"/>
                  <a:pt x="186382" y="11437"/>
                  <a:pt x="186656" y="11462"/>
                </a:cubicBezTo>
                <a:cubicBezTo>
                  <a:pt x="186931" y="11488"/>
                  <a:pt x="187149" y="11540"/>
                  <a:pt x="187312" y="11617"/>
                </a:cubicBezTo>
                <a:cubicBezTo>
                  <a:pt x="187475" y="11694"/>
                  <a:pt x="187591" y="11780"/>
                  <a:pt x="187660" y="11875"/>
                </a:cubicBezTo>
                <a:cubicBezTo>
                  <a:pt x="187728" y="11969"/>
                  <a:pt x="187762" y="12085"/>
                  <a:pt x="187762" y="12222"/>
                </a:cubicBezTo>
                <a:lnTo>
                  <a:pt x="187762" y="25721"/>
                </a:lnTo>
                <a:cubicBezTo>
                  <a:pt x="187762" y="27077"/>
                  <a:pt x="187861" y="28163"/>
                  <a:pt x="188058" y="28979"/>
                </a:cubicBezTo>
                <a:cubicBezTo>
                  <a:pt x="188256" y="29795"/>
                  <a:pt x="188556" y="30491"/>
                  <a:pt x="188959" y="31067"/>
                </a:cubicBezTo>
                <a:cubicBezTo>
                  <a:pt x="189362" y="31642"/>
                  <a:pt x="189872" y="32088"/>
                  <a:pt x="190490" y="32406"/>
                </a:cubicBezTo>
                <a:cubicBezTo>
                  <a:pt x="191107" y="32723"/>
                  <a:pt x="191828" y="32882"/>
                  <a:pt x="192651" y="32882"/>
                </a:cubicBezTo>
                <a:cubicBezTo>
                  <a:pt x="193715" y="32882"/>
                  <a:pt x="194774" y="32503"/>
                  <a:pt x="195829" y="31744"/>
                </a:cubicBezTo>
                <a:cubicBezTo>
                  <a:pt x="196884" y="30985"/>
                  <a:pt x="198003" y="29872"/>
                  <a:pt x="199186" y="28405"/>
                </a:cubicBezTo>
                <a:lnTo>
                  <a:pt x="199186" y="12221"/>
                </a:lnTo>
                <a:cubicBezTo>
                  <a:pt x="199186" y="12084"/>
                  <a:pt x="199216" y="11968"/>
                  <a:pt x="199276" y="11874"/>
                </a:cubicBezTo>
                <a:cubicBezTo>
                  <a:pt x="199336" y="11780"/>
                  <a:pt x="199452" y="11694"/>
                  <a:pt x="199624" y="11617"/>
                </a:cubicBezTo>
                <a:cubicBezTo>
                  <a:pt x="199795" y="11540"/>
                  <a:pt x="200014" y="11488"/>
                  <a:pt x="200280" y="11462"/>
                </a:cubicBezTo>
                <a:cubicBezTo>
                  <a:pt x="200546" y="11437"/>
                  <a:pt x="200893" y="11424"/>
                  <a:pt x="201322" y="11424"/>
                </a:cubicBezTo>
                <a:cubicBezTo>
                  <a:pt x="201734" y="11424"/>
                  <a:pt x="202077" y="11437"/>
                  <a:pt x="202351" y="11462"/>
                </a:cubicBezTo>
                <a:cubicBezTo>
                  <a:pt x="202625" y="11488"/>
                  <a:pt x="202840" y="11540"/>
                  <a:pt x="202994" y="11617"/>
                </a:cubicBezTo>
                <a:cubicBezTo>
                  <a:pt x="203149" y="11694"/>
                  <a:pt x="203264" y="11780"/>
                  <a:pt x="203342" y="11874"/>
                </a:cubicBezTo>
                <a:cubicBezTo>
                  <a:pt x="203419" y="11968"/>
                  <a:pt x="203457" y="12084"/>
                  <a:pt x="203457" y="12221"/>
                </a:cubicBezTo>
                <a:lnTo>
                  <a:pt x="203457" y="35378"/>
                </a:lnTo>
                <a:close/>
                <a:moveTo>
                  <a:pt x="245212" y="35378"/>
                </a:moveTo>
                <a:cubicBezTo>
                  <a:pt x="245212" y="35515"/>
                  <a:pt x="245178" y="35631"/>
                  <a:pt x="245109" y="35725"/>
                </a:cubicBezTo>
                <a:cubicBezTo>
                  <a:pt x="245040" y="35820"/>
                  <a:pt x="244929" y="35901"/>
                  <a:pt x="244774" y="35970"/>
                </a:cubicBezTo>
                <a:cubicBezTo>
                  <a:pt x="244620" y="36038"/>
                  <a:pt x="244406" y="36090"/>
                  <a:pt x="244131" y="36124"/>
                </a:cubicBezTo>
                <a:cubicBezTo>
                  <a:pt x="243857" y="36158"/>
                  <a:pt x="243514" y="36176"/>
                  <a:pt x="243102" y="36176"/>
                </a:cubicBezTo>
                <a:cubicBezTo>
                  <a:pt x="242673" y="36176"/>
                  <a:pt x="242322" y="36158"/>
                  <a:pt x="242047" y="36124"/>
                </a:cubicBezTo>
                <a:cubicBezTo>
                  <a:pt x="241773" y="36090"/>
                  <a:pt x="241554" y="36038"/>
                  <a:pt x="241391" y="35970"/>
                </a:cubicBezTo>
                <a:cubicBezTo>
                  <a:pt x="241228" y="35901"/>
                  <a:pt x="241112" y="35820"/>
                  <a:pt x="241044" y="35725"/>
                </a:cubicBezTo>
                <a:cubicBezTo>
                  <a:pt x="240975" y="35631"/>
                  <a:pt x="240941" y="35515"/>
                  <a:pt x="240941" y="35378"/>
                </a:cubicBezTo>
                <a:lnTo>
                  <a:pt x="240941" y="21304"/>
                </a:lnTo>
                <a:cubicBezTo>
                  <a:pt x="240941" y="20326"/>
                  <a:pt x="240855" y="19434"/>
                  <a:pt x="240684" y="18628"/>
                </a:cubicBezTo>
                <a:cubicBezTo>
                  <a:pt x="240512" y="17822"/>
                  <a:pt x="240238" y="17127"/>
                  <a:pt x="239860" y="16544"/>
                </a:cubicBezTo>
                <a:cubicBezTo>
                  <a:pt x="239483" y="15961"/>
                  <a:pt x="239003" y="15515"/>
                  <a:pt x="238419" y="15206"/>
                </a:cubicBezTo>
                <a:cubicBezTo>
                  <a:pt x="237836" y="14897"/>
                  <a:pt x="237150" y="14743"/>
                  <a:pt x="236361" y="14743"/>
                </a:cubicBezTo>
                <a:cubicBezTo>
                  <a:pt x="235383" y="14743"/>
                  <a:pt x="234401" y="15120"/>
                  <a:pt x="233415" y="15875"/>
                </a:cubicBezTo>
                <a:cubicBezTo>
                  <a:pt x="232429" y="16630"/>
                  <a:pt x="231344" y="17736"/>
                  <a:pt x="230160" y="19194"/>
                </a:cubicBezTo>
                <a:lnTo>
                  <a:pt x="230160" y="35378"/>
                </a:lnTo>
                <a:cubicBezTo>
                  <a:pt x="230160" y="35515"/>
                  <a:pt x="230126" y="35631"/>
                  <a:pt x="230057" y="35725"/>
                </a:cubicBezTo>
                <a:cubicBezTo>
                  <a:pt x="229989" y="35820"/>
                  <a:pt x="229873" y="35901"/>
                  <a:pt x="229710" y="35970"/>
                </a:cubicBezTo>
                <a:cubicBezTo>
                  <a:pt x="229547" y="36038"/>
                  <a:pt x="229328" y="36090"/>
                  <a:pt x="229054" y="36124"/>
                </a:cubicBezTo>
                <a:cubicBezTo>
                  <a:pt x="228779" y="36158"/>
                  <a:pt x="228436" y="36176"/>
                  <a:pt x="228025" y="36176"/>
                </a:cubicBezTo>
                <a:cubicBezTo>
                  <a:pt x="227630" y="36176"/>
                  <a:pt x="227291" y="36158"/>
                  <a:pt x="227008" y="36124"/>
                </a:cubicBezTo>
                <a:cubicBezTo>
                  <a:pt x="226725" y="36090"/>
                  <a:pt x="226502" y="36038"/>
                  <a:pt x="226339" y="35970"/>
                </a:cubicBezTo>
                <a:cubicBezTo>
                  <a:pt x="226176" y="35901"/>
                  <a:pt x="226065" y="35820"/>
                  <a:pt x="226005" y="35725"/>
                </a:cubicBezTo>
                <a:cubicBezTo>
                  <a:pt x="225945" y="35631"/>
                  <a:pt x="225915" y="35515"/>
                  <a:pt x="225915" y="35378"/>
                </a:cubicBezTo>
                <a:lnTo>
                  <a:pt x="225915" y="21304"/>
                </a:lnTo>
                <a:cubicBezTo>
                  <a:pt x="225915" y="20326"/>
                  <a:pt x="225821" y="19434"/>
                  <a:pt x="225632" y="18628"/>
                </a:cubicBezTo>
                <a:cubicBezTo>
                  <a:pt x="225443" y="17822"/>
                  <a:pt x="225160" y="17127"/>
                  <a:pt x="224783" y="16544"/>
                </a:cubicBezTo>
                <a:cubicBezTo>
                  <a:pt x="224405" y="15961"/>
                  <a:pt x="223929" y="15515"/>
                  <a:pt x="223355" y="15206"/>
                </a:cubicBezTo>
                <a:cubicBezTo>
                  <a:pt x="222780" y="14897"/>
                  <a:pt x="222098" y="14743"/>
                  <a:pt x="221309" y="14743"/>
                </a:cubicBezTo>
                <a:cubicBezTo>
                  <a:pt x="220332" y="14743"/>
                  <a:pt x="219345" y="15120"/>
                  <a:pt x="218350" y="15875"/>
                </a:cubicBezTo>
                <a:cubicBezTo>
                  <a:pt x="217356" y="16630"/>
                  <a:pt x="216275" y="17736"/>
                  <a:pt x="215109" y="19194"/>
                </a:cubicBezTo>
                <a:lnTo>
                  <a:pt x="215109" y="35378"/>
                </a:lnTo>
                <a:cubicBezTo>
                  <a:pt x="215109" y="35515"/>
                  <a:pt x="215074" y="35631"/>
                  <a:pt x="215006" y="35725"/>
                </a:cubicBezTo>
                <a:cubicBezTo>
                  <a:pt x="214937" y="35820"/>
                  <a:pt x="214825" y="35901"/>
                  <a:pt x="214671" y="35970"/>
                </a:cubicBezTo>
                <a:cubicBezTo>
                  <a:pt x="214517" y="36038"/>
                  <a:pt x="214302" y="36090"/>
                  <a:pt x="214028" y="36124"/>
                </a:cubicBezTo>
                <a:cubicBezTo>
                  <a:pt x="213753" y="36158"/>
                  <a:pt x="213402" y="36176"/>
                  <a:pt x="212973" y="36176"/>
                </a:cubicBezTo>
                <a:cubicBezTo>
                  <a:pt x="212561" y="36176"/>
                  <a:pt x="212218" y="36158"/>
                  <a:pt x="211944" y="36124"/>
                </a:cubicBezTo>
                <a:cubicBezTo>
                  <a:pt x="211669" y="36090"/>
                  <a:pt x="211451" y="36038"/>
                  <a:pt x="211288" y="35970"/>
                </a:cubicBezTo>
                <a:cubicBezTo>
                  <a:pt x="211125" y="35901"/>
                  <a:pt x="211013" y="35820"/>
                  <a:pt x="210953" y="35725"/>
                </a:cubicBezTo>
                <a:cubicBezTo>
                  <a:pt x="210893" y="35631"/>
                  <a:pt x="210863" y="35515"/>
                  <a:pt x="210863" y="35378"/>
                </a:cubicBezTo>
                <a:lnTo>
                  <a:pt x="210863" y="12221"/>
                </a:lnTo>
                <a:cubicBezTo>
                  <a:pt x="210863" y="12084"/>
                  <a:pt x="210889" y="11968"/>
                  <a:pt x="210940" y="11874"/>
                </a:cubicBezTo>
                <a:cubicBezTo>
                  <a:pt x="210992" y="11780"/>
                  <a:pt x="211095" y="11694"/>
                  <a:pt x="211249" y="11617"/>
                </a:cubicBezTo>
                <a:cubicBezTo>
                  <a:pt x="211403" y="11540"/>
                  <a:pt x="211601" y="11488"/>
                  <a:pt x="211841" y="11462"/>
                </a:cubicBezTo>
                <a:cubicBezTo>
                  <a:pt x="212081" y="11437"/>
                  <a:pt x="212398" y="11424"/>
                  <a:pt x="212793" y="11424"/>
                </a:cubicBezTo>
                <a:cubicBezTo>
                  <a:pt x="213170" y="11424"/>
                  <a:pt x="213483" y="11437"/>
                  <a:pt x="213732" y="11462"/>
                </a:cubicBezTo>
                <a:cubicBezTo>
                  <a:pt x="213981" y="11488"/>
                  <a:pt x="214174" y="11540"/>
                  <a:pt x="214311" y="11617"/>
                </a:cubicBezTo>
                <a:cubicBezTo>
                  <a:pt x="214448" y="11694"/>
                  <a:pt x="214547" y="11780"/>
                  <a:pt x="214607" y="11874"/>
                </a:cubicBezTo>
                <a:cubicBezTo>
                  <a:pt x="214667" y="11968"/>
                  <a:pt x="214697" y="12084"/>
                  <a:pt x="214697" y="12221"/>
                </a:cubicBezTo>
                <a:lnTo>
                  <a:pt x="214697" y="15283"/>
                </a:lnTo>
                <a:cubicBezTo>
                  <a:pt x="216000" y="13825"/>
                  <a:pt x="217265" y="12757"/>
                  <a:pt x="218492" y="12080"/>
                </a:cubicBezTo>
                <a:cubicBezTo>
                  <a:pt x="219718" y="11402"/>
                  <a:pt x="220958" y="11064"/>
                  <a:pt x="222210" y="11064"/>
                </a:cubicBezTo>
                <a:cubicBezTo>
                  <a:pt x="223170" y="11064"/>
                  <a:pt x="224032" y="11175"/>
                  <a:pt x="224796" y="11398"/>
                </a:cubicBezTo>
                <a:cubicBezTo>
                  <a:pt x="225559" y="11621"/>
                  <a:pt x="226232" y="11934"/>
                  <a:pt x="226815" y="12337"/>
                </a:cubicBezTo>
                <a:cubicBezTo>
                  <a:pt x="227399" y="12740"/>
                  <a:pt x="227896" y="13221"/>
                  <a:pt x="228308" y="13778"/>
                </a:cubicBezTo>
                <a:cubicBezTo>
                  <a:pt x="228719" y="14336"/>
                  <a:pt x="229062" y="14957"/>
                  <a:pt x="229337" y="15643"/>
                </a:cubicBezTo>
                <a:cubicBezTo>
                  <a:pt x="230109" y="14803"/>
                  <a:pt x="230842" y="14091"/>
                  <a:pt x="231537" y="13508"/>
                </a:cubicBezTo>
                <a:cubicBezTo>
                  <a:pt x="232231" y="12925"/>
                  <a:pt x="232900" y="12453"/>
                  <a:pt x="233544" y="12093"/>
                </a:cubicBezTo>
                <a:cubicBezTo>
                  <a:pt x="234187" y="11733"/>
                  <a:pt x="234813" y="11471"/>
                  <a:pt x="235422" y="11308"/>
                </a:cubicBezTo>
                <a:cubicBezTo>
                  <a:pt x="236031" y="11145"/>
                  <a:pt x="236644" y="11064"/>
                  <a:pt x="237262" y="11064"/>
                </a:cubicBezTo>
                <a:cubicBezTo>
                  <a:pt x="238754" y="11064"/>
                  <a:pt x="240006" y="11325"/>
                  <a:pt x="241018" y="11848"/>
                </a:cubicBezTo>
                <a:cubicBezTo>
                  <a:pt x="242030" y="12372"/>
                  <a:pt x="242849" y="13071"/>
                  <a:pt x="243475" y="13945"/>
                </a:cubicBezTo>
                <a:cubicBezTo>
                  <a:pt x="244101" y="14820"/>
                  <a:pt x="244547" y="15845"/>
                  <a:pt x="244813" y="17020"/>
                </a:cubicBezTo>
                <a:cubicBezTo>
                  <a:pt x="245079" y="18195"/>
                  <a:pt x="245212" y="19434"/>
                  <a:pt x="245212" y="20738"/>
                </a:cubicBezTo>
                <a:lnTo>
                  <a:pt x="245212" y="35378"/>
                </a:lnTo>
                <a:close/>
                <a:moveTo>
                  <a:pt x="273954" y="23504"/>
                </a:moveTo>
                <a:cubicBezTo>
                  <a:pt x="273954" y="25512"/>
                  <a:pt x="273735" y="27319"/>
                  <a:pt x="273298" y="28925"/>
                </a:cubicBezTo>
                <a:cubicBezTo>
                  <a:pt x="272860" y="30530"/>
                  <a:pt x="272217" y="31900"/>
                  <a:pt x="271368" y="33033"/>
                </a:cubicBezTo>
                <a:cubicBezTo>
                  <a:pt x="270519" y="34166"/>
                  <a:pt x="269477" y="35034"/>
                  <a:pt x="268242" y="35634"/>
                </a:cubicBezTo>
                <a:cubicBezTo>
                  <a:pt x="267007" y="36235"/>
                  <a:pt x="265592" y="36536"/>
                  <a:pt x="263996" y="36536"/>
                </a:cubicBezTo>
                <a:cubicBezTo>
                  <a:pt x="263259" y="36536"/>
                  <a:pt x="262577" y="36463"/>
                  <a:pt x="261951" y="36316"/>
                </a:cubicBezTo>
                <a:cubicBezTo>
                  <a:pt x="261325" y="36170"/>
                  <a:pt x="260712" y="35935"/>
                  <a:pt x="260111" y="35609"/>
                </a:cubicBezTo>
                <a:cubicBezTo>
                  <a:pt x="259511" y="35282"/>
                  <a:pt x="258911" y="34870"/>
                  <a:pt x="258310" y="34372"/>
                </a:cubicBezTo>
                <a:cubicBezTo>
                  <a:pt x="257710" y="33874"/>
                  <a:pt x="257075" y="33273"/>
                  <a:pt x="256406" y="32569"/>
                </a:cubicBezTo>
                <a:lnTo>
                  <a:pt x="256406" y="35383"/>
                </a:lnTo>
                <a:cubicBezTo>
                  <a:pt x="256406" y="35519"/>
                  <a:pt x="256372" y="35638"/>
                  <a:pt x="256303" y="35741"/>
                </a:cubicBezTo>
                <a:cubicBezTo>
                  <a:pt x="256235" y="35843"/>
                  <a:pt x="256123" y="35924"/>
                  <a:pt x="255969" y="35984"/>
                </a:cubicBezTo>
                <a:cubicBezTo>
                  <a:pt x="255815" y="36044"/>
                  <a:pt x="255622" y="36090"/>
                  <a:pt x="255390" y="36124"/>
                </a:cubicBezTo>
                <a:cubicBezTo>
                  <a:pt x="255158" y="36158"/>
                  <a:pt x="254863" y="36176"/>
                  <a:pt x="254502" y="36176"/>
                </a:cubicBezTo>
                <a:cubicBezTo>
                  <a:pt x="254159" y="36176"/>
                  <a:pt x="253868" y="36158"/>
                  <a:pt x="253628" y="36124"/>
                </a:cubicBezTo>
                <a:cubicBezTo>
                  <a:pt x="253387" y="36090"/>
                  <a:pt x="253190" y="36043"/>
                  <a:pt x="253036" y="35983"/>
                </a:cubicBezTo>
                <a:cubicBezTo>
                  <a:pt x="252881" y="35923"/>
                  <a:pt x="252778" y="35841"/>
                  <a:pt x="252727" y="35738"/>
                </a:cubicBezTo>
                <a:cubicBezTo>
                  <a:pt x="252676" y="35635"/>
                  <a:pt x="252650" y="35514"/>
                  <a:pt x="252650" y="35377"/>
                </a:cubicBezTo>
                <a:lnTo>
                  <a:pt x="252650" y="979"/>
                </a:lnTo>
                <a:cubicBezTo>
                  <a:pt x="252650" y="841"/>
                  <a:pt x="252680" y="721"/>
                  <a:pt x="252740" y="618"/>
                </a:cubicBezTo>
                <a:cubicBezTo>
                  <a:pt x="252800" y="515"/>
                  <a:pt x="252911" y="429"/>
                  <a:pt x="253074" y="360"/>
                </a:cubicBezTo>
                <a:cubicBezTo>
                  <a:pt x="253237" y="292"/>
                  <a:pt x="253456" y="240"/>
                  <a:pt x="253730" y="206"/>
                </a:cubicBezTo>
                <a:cubicBezTo>
                  <a:pt x="254005" y="172"/>
                  <a:pt x="254348" y="154"/>
                  <a:pt x="254760" y="154"/>
                </a:cubicBezTo>
                <a:cubicBezTo>
                  <a:pt x="255188" y="154"/>
                  <a:pt x="255540" y="172"/>
                  <a:pt x="255815" y="206"/>
                </a:cubicBezTo>
                <a:cubicBezTo>
                  <a:pt x="256089" y="240"/>
                  <a:pt x="256303" y="292"/>
                  <a:pt x="256458" y="361"/>
                </a:cubicBezTo>
                <a:cubicBezTo>
                  <a:pt x="256612" y="430"/>
                  <a:pt x="256724" y="516"/>
                  <a:pt x="256792" y="619"/>
                </a:cubicBezTo>
                <a:cubicBezTo>
                  <a:pt x="256861" y="722"/>
                  <a:pt x="256895" y="842"/>
                  <a:pt x="256895" y="979"/>
                </a:cubicBezTo>
                <a:lnTo>
                  <a:pt x="256895" y="14876"/>
                </a:lnTo>
                <a:cubicBezTo>
                  <a:pt x="257581" y="14172"/>
                  <a:pt x="258246" y="13579"/>
                  <a:pt x="258889" y="13099"/>
                </a:cubicBezTo>
                <a:cubicBezTo>
                  <a:pt x="259532" y="12618"/>
                  <a:pt x="260163" y="12227"/>
                  <a:pt x="260780" y="11927"/>
                </a:cubicBezTo>
                <a:cubicBezTo>
                  <a:pt x="261398" y="11626"/>
                  <a:pt x="262015" y="11407"/>
                  <a:pt x="262633" y="11270"/>
                </a:cubicBezTo>
                <a:cubicBezTo>
                  <a:pt x="263250" y="11133"/>
                  <a:pt x="263902" y="11064"/>
                  <a:pt x="264588" y="11064"/>
                </a:cubicBezTo>
                <a:cubicBezTo>
                  <a:pt x="266269" y="11064"/>
                  <a:pt x="267706" y="11399"/>
                  <a:pt x="268898" y="12069"/>
                </a:cubicBezTo>
                <a:cubicBezTo>
                  <a:pt x="270090" y="12738"/>
                  <a:pt x="271059" y="13635"/>
                  <a:pt x="271805" y="14760"/>
                </a:cubicBezTo>
                <a:cubicBezTo>
                  <a:pt x="272551" y="15884"/>
                  <a:pt x="273096" y="17202"/>
                  <a:pt x="273439" y="18713"/>
                </a:cubicBezTo>
                <a:cubicBezTo>
                  <a:pt x="273782" y="20224"/>
                  <a:pt x="273954" y="21821"/>
                  <a:pt x="273954" y="23504"/>
                </a:cubicBezTo>
                <a:moveTo>
                  <a:pt x="269477" y="23993"/>
                </a:moveTo>
                <a:cubicBezTo>
                  <a:pt x="269477" y="22807"/>
                  <a:pt x="269387" y="21657"/>
                  <a:pt x="269207" y="20540"/>
                </a:cubicBezTo>
                <a:cubicBezTo>
                  <a:pt x="269027" y="19424"/>
                  <a:pt x="268714" y="18436"/>
                  <a:pt x="268268" y="17577"/>
                </a:cubicBezTo>
                <a:cubicBezTo>
                  <a:pt x="267822" y="16718"/>
                  <a:pt x="267230" y="16027"/>
                  <a:pt x="266492" y="15504"/>
                </a:cubicBezTo>
                <a:cubicBezTo>
                  <a:pt x="265755" y="14979"/>
                  <a:pt x="264837" y="14717"/>
                  <a:pt x="263739" y="14717"/>
                </a:cubicBezTo>
                <a:cubicBezTo>
                  <a:pt x="263190" y="14717"/>
                  <a:pt x="262650" y="14795"/>
                  <a:pt x="262118" y="14950"/>
                </a:cubicBezTo>
                <a:cubicBezTo>
                  <a:pt x="261586" y="15104"/>
                  <a:pt x="261046" y="15362"/>
                  <a:pt x="260497" y="15722"/>
                </a:cubicBezTo>
                <a:cubicBezTo>
                  <a:pt x="259948" y="16083"/>
                  <a:pt x="259378" y="16547"/>
                  <a:pt x="258786" y="17114"/>
                </a:cubicBezTo>
                <a:cubicBezTo>
                  <a:pt x="258194" y="17681"/>
                  <a:pt x="257564" y="18394"/>
                  <a:pt x="256895" y="19254"/>
                </a:cubicBezTo>
                <a:lnTo>
                  <a:pt x="256895" y="28500"/>
                </a:lnTo>
                <a:cubicBezTo>
                  <a:pt x="258062" y="29926"/>
                  <a:pt x="259177" y="31014"/>
                  <a:pt x="260240" y="31761"/>
                </a:cubicBezTo>
                <a:cubicBezTo>
                  <a:pt x="261303" y="32509"/>
                  <a:pt x="262410" y="32882"/>
                  <a:pt x="263559" y="32882"/>
                </a:cubicBezTo>
                <a:cubicBezTo>
                  <a:pt x="264623" y="32882"/>
                  <a:pt x="265532" y="32625"/>
                  <a:pt x="266286" y="32109"/>
                </a:cubicBezTo>
                <a:cubicBezTo>
                  <a:pt x="267041" y="31594"/>
                  <a:pt x="267654" y="30911"/>
                  <a:pt x="268126" y="30061"/>
                </a:cubicBezTo>
                <a:cubicBezTo>
                  <a:pt x="268598" y="29211"/>
                  <a:pt x="268941" y="28257"/>
                  <a:pt x="269155" y="27201"/>
                </a:cubicBezTo>
                <a:cubicBezTo>
                  <a:pt x="269370" y="26144"/>
                  <a:pt x="269477" y="25075"/>
                  <a:pt x="269477" y="23993"/>
                </a:cubicBezTo>
                <a:close/>
                <a:moveTo>
                  <a:pt x="299653" y="22796"/>
                </a:moveTo>
                <a:cubicBezTo>
                  <a:pt x="299653" y="23465"/>
                  <a:pt x="299486" y="23941"/>
                  <a:pt x="299152" y="24224"/>
                </a:cubicBezTo>
                <a:cubicBezTo>
                  <a:pt x="298817" y="24507"/>
                  <a:pt x="298436" y="24649"/>
                  <a:pt x="298007" y="24649"/>
                </a:cubicBezTo>
                <a:lnTo>
                  <a:pt x="282826" y="24649"/>
                </a:lnTo>
                <a:cubicBezTo>
                  <a:pt x="282826" y="25939"/>
                  <a:pt x="282955" y="27100"/>
                  <a:pt x="283212" y="28133"/>
                </a:cubicBezTo>
                <a:cubicBezTo>
                  <a:pt x="283470" y="29165"/>
                  <a:pt x="283898" y="30051"/>
                  <a:pt x="284499" y="30791"/>
                </a:cubicBezTo>
                <a:cubicBezTo>
                  <a:pt x="285099" y="31531"/>
                  <a:pt x="285880" y="32098"/>
                  <a:pt x="286840" y="32495"/>
                </a:cubicBezTo>
                <a:cubicBezTo>
                  <a:pt x="287801" y="32890"/>
                  <a:pt x="288976" y="33088"/>
                  <a:pt x="290365" y="33088"/>
                </a:cubicBezTo>
                <a:cubicBezTo>
                  <a:pt x="291463" y="33088"/>
                  <a:pt x="292441" y="32998"/>
                  <a:pt x="293298" y="32818"/>
                </a:cubicBezTo>
                <a:cubicBezTo>
                  <a:pt x="294156" y="32638"/>
                  <a:pt x="294898" y="32436"/>
                  <a:pt x="295524" y="32213"/>
                </a:cubicBezTo>
                <a:cubicBezTo>
                  <a:pt x="296150" y="31990"/>
                  <a:pt x="296664" y="31789"/>
                  <a:pt x="297068" y="31609"/>
                </a:cubicBezTo>
                <a:cubicBezTo>
                  <a:pt x="297471" y="31428"/>
                  <a:pt x="297775" y="31338"/>
                  <a:pt x="297981" y="31338"/>
                </a:cubicBezTo>
                <a:cubicBezTo>
                  <a:pt x="298101" y="31338"/>
                  <a:pt x="298208" y="31368"/>
                  <a:pt x="298303" y="31428"/>
                </a:cubicBezTo>
                <a:cubicBezTo>
                  <a:pt x="298397" y="31488"/>
                  <a:pt x="298470" y="31579"/>
                  <a:pt x="298521" y="31699"/>
                </a:cubicBezTo>
                <a:cubicBezTo>
                  <a:pt x="298573" y="31819"/>
                  <a:pt x="298611" y="31986"/>
                  <a:pt x="298637" y="32200"/>
                </a:cubicBezTo>
                <a:cubicBezTo>
                  <a:pt x="298663" y="32415"/>
                  <a:pt x="298676" y="32676"/>
                  <a:pt x="298676" y="32985"/>
                </a:cubicBezTo>
                <a:cubicBezTo>
                  <a:pt x="298676" y="33208"/>
                  <a:pt x="298667" y="33401"/>
                  <a:pt x="298650" y="33564"/>
                </a:cubicBezTo>
                <a:cubicBezTo>
                  <a:pt x="298633" y="33727"/>
                  <a:pt x="298611" y="33873"/>
                  <a:pt x="298586" y="34001"/>
                </a:cubicBezTo>
                <a:cubicBezTo>
                  <a:pt x="298560" y="34130"/>
                  <a:pt x="298517" y="34246"/>
                  <a:pt x="298457" y="34349"/>
                </a:cubicBezTo>
                <a:cubicBezTo>
                  <a:pt x="298397" y="34452"/>
                  <a:pt x="298320" y="34550"/>
                  <a:pt x="298225" y="34645"/>
                </a:cubicBezTo>
                <a:cubicBezTo>
                  <a:pt x="298131" y="34739"/>
                  <a:pt x="297852" y="34893"/>
                  <a:pt x="297389" y="35108"/>
                </a:cubicBezTo>
                <a:cubicBezTo>
                  <a:pt x="296926" y="35322"/>
                  <a:pt x="296326" y="35532"/>
                  <a:pt x="295588" y="35738"/>
                </a:cubicBezTo>
                <a:cubicBezTo>
                  <a:pt x="294851" y="35944"/>
                  <a:pt x="293997" y="36128"/>
                  <a:pt x="293028" y="36291"/>
                </a:cubicBezTo>
                <a:cubicBezTo>
                  <a:pt x="292059" y="36454"/>
                  <a:pt x="291025" y="36536"/>
                  <a:pt x="289928" y="36536"/>
                </a:cubicBezTo>
                <a:cubicBezTo>
                  <a:pt x="288024" y="36536"/>
                  <a:pt x="286356" y="36270"/>
                  <a:pt x="284923" y="35737"/>
                </a:cubicBezTo>
                <a:cubicBezTo>
                  <a:pt x="283491" y="35205"/>
                  <a:pt x="282286" y="34415"/>
                  <a:pt x="281308" y="33368"/>
                </a:cubicBezTo>
                <a:cubicBezTo>
                  <a:pt x="280331" y="32320"/>
                  <a:pt x="279593" y="31007"/>
                  <a:pt x="279096" y="29427"/>
                </a:cubicBezTo>
                <a:cubicBezTo>
                  <a:pt x="278598" y="27848"/>
                  <a:pt x="278349" y="26010"/>
                  <a:pt x="278349" y="23915"/>
                </a:cubicBezTo>
                <a:cubicBezTo>
                  <a:pt x="278349" y="21924"/>
                  <a:pt x="278607" y="20134"/>
                  <a:pt x="279121" y="18545"/>
                </a:cubicBezTo>
                <a:cubicBezTo>
                  <a:pt x="279636" y="16957"/>
                  <a:pt x="280378" y="15609"/>
                  <a:pt x="281347" y="14502"/>
                </a:cubicBezTo>
                <a:cubicBezTo>
                  <a:pt x="282316" y="13394"/>
                  <a:pt x="283487" y="12544"/>
                  <a:pt x="284859" y="11952"/>
                </a:cubicBezTo>
                <a:cubicBezTo>
                  <a:pt x="286231" y="11360"/>
                  <a:pt x="287766" y="11064"/>
                  <a:pt x="289465" y="11064"/>
                </a:cubicBezTo>
                <a:cubicBezTo>
                  <a:pt x="291283" y="11064"/>
                  <a:pt x="292831" y="11355"/>
                  <a:pt x="294109" y="11938"/>
                </a:cubicBezTo>
                <a:cubicBezTo>
                  <a:pt x="295387" y="12522"/>
                  <a:pt x="296437" y="13306"/>
                  <a:pt x="297261" y="14293"/>
                </a:cubicBezTo>
                <a:cubicBezTo>
                  <a:pt x="298084" y="15279"/>
                  <a:pt x="298689" y="16437"/>
                  <a:pt x="299074" y="17766"/>
                </a:cubicBezTo>
                <a:cubicBezTo>
                  <a:pt x="299460" y="19095"/>
                  <a:pt x="299653" y="20515"/>
                  <a:pt x="299653" y="22024"/>
                </a:cubicBezTo>
                <a:lnTo>
                  <a:pt x="299653" y="22796"/>
                </a:lnTo>
                <a:moveTo>
                  <a:pt x="295382" y="21535"/>
                </a:moveTo>
                <a:cubicBezTo>
                  <a:pt x="295434" y="19306"/>
                  <a:pt x="294941" y="17556"/>
                  <a:pt x="293903" y="16287"/>
                </a:cubicBezTo>
                <a:cubicBezTo>
                  <a:pt x="292865" y="15017"/>
                  <a:pt x="291326" y="14383"/>
                  <a:pt x="289284" y="14383"/>
                </a:cubicBezTo>
                <a:cubicBezTo>
                  <a:pt x="288238" y="14383"/>
                  <a:pt x="287320" y="14580"/>
                  <a:pt x="286531" y="14975"/>
                </a:cubicBezTo>
                <a:cubicBezTo>
                  <a:pt x="285742" y="15369"/>
                  <a:pt x="285082" y="15892"/>
                  <a:pt x="284550" y="16544"/>
                </a:cubicBezTo>
                <a:cubicBezTo>
                  <a:pt x="284018" y="17196"/>
                  <a:pt x="283607" y="17955"/>
                  <a:pt x="283315" y="18821"/>
                </a:cubicBezTo>
                <a:cubicBezTo>
                  <a:pt x="283024" y="19687"/>
                  <a:pt x="282861" y="20592"/>
                  <a:pt x="282826" y="21535"/>
                </a:cubicBezTo>
                <a:lnTo>
                  <a:pt x="295382" y="21535"/>
                </a:lnTo>
                <a:close/>
                <a:moveTo>
                  <a:pt x="319667" y="13739"/>
                </a:moveTo>
                <a:cubicBezTo>
                  <a:pt x="319667" y="14117"/>
                  <a:pt x="319659" y="14434"/>
                  <a:pt x="319642" y="14691"/>
                </a:cubicBezTo>
                <a:cubicBezTo>
                  <a:pt x="319624" y="14949"/>
                  <a:pt x="319590" y="15150"/>
                  <a:pt x="319539" y="15296"/>
                </a:cubicBezTo>
                <a:cubicBezTo>
                  <a:pt x="319487" y="15442"/>
                  <a:pt x="319423" y="15553"/>
                  <a:pt x="319346" y="15631"/>
                </a:cubicBezTo>
                <a:cubicBezTo>
                  <a:pt x="319268" y="15708"/>
                  <a:pt x="319161" y="15746"/>
                  <a:pt x="319024" y="15746"/>
                </a:cubicBezTo>
                <a:cubicBezTo>
                  <a:pt x="318887" y="15746"/>
                  <a:pt x="318720" y="15708"/>
                  <a:pt x="318522" y="15631"/>
                </a:cubicBezTo>
                <a:cubicBezTo>
                  <a:pt x="318325" y="15553"/>
                  <a:pt x="318102" y="15476"/>
                  <a:pt x="317853" y="15399"/>
                </a:cubicBezTo>
                <a:cubicBezTo>
                  <a:pt x="317605" y="15322"/>
                  <a:pt x="317326" y="15249"/>
                  <a:pt x="317017" y="15180"/>
                </a:cubicBezTo>
                <a:cubicBezTo>
                  <a:pt x="316708" y="15112"/>
                  <a:pt x="316374" y="15077"/>
                  <a:pt x="316014" y="15077"/>
                </a:cubicBezTo>
                <a:cubicBezTo>
                  <a:pt x="315585" y="15077"/>
                  <a:pt x="315165" y="15163"/>
                  <a:pt x="314753" y="15335"/>
                </a:cubicBezTo>
                <a:cubicBezTo>
                  <a:pt x="314341" y="15506"/>
                  <a:pt x="313908" y="15789"/>
                  <a:pt x="313454" y="16184"/>
                </a:cubicBezTo>
                <a:cubicBezTo>
                  <a:pt x="312999" y="16578"/>
                  <a:pt x="312523" y="17101"/>
                  <a:pt x="312026" y="17753"/>
                </a:cubicBezTo>
                <a:cubicBezTo>
                  <a:pt x="311528" y="18405"/>
                  <a:pt x="310979" y="19203"/>
                  <a:pt x="310379" y="20146"/>
                </a:cubicBezTo>
                <a:lnTo>
                  <a:pt x="310379" y="35378"/>
                </a:lnTo>
                <a:cubicBezTo>
                  <a:pt x="310379" y="35515"/>
                  <a:pt x="310345" y="35631"/>
                  <a:pt x="310276" y="35725"/>
                </a:cubicBezTo>
                <a:cubicBezTo>
                  <a:pt x="310207" y="35820"/>
                  <a:pt x="310096" y="35901"/>
                  <a:pt x="309942" y="35970"/>
                </a:cubicBezTo>
                <a:cubicBezTo>
                  <a:pt x="309787" y="36038"/>
                  <a:pt x="309573" y="36090"/>
                  <a:pt x="309298" y="36124"/>
                </a:cubicBezTo>
                <a:cubicBezTo>
                  <a:pt x="309024" y="36158"/>
                  <a:pt x="308672" y="36176"/>
                  <a:pt x="308243" y="36176"/>
                </a:cubicBezTo>
                <a:cubicBezTo>
                  <a:pt x="307832" y="36176"/>
                  <a:pt x="307489" y="36158"/>
                  <a:pt x="307214" y="36124"/>
                </a:cubicBezTo>
                <a:cubicBezTo>
                  <a:pt x="306940" y="36090"/>
                  <a:pt x="306721" y="36038"/>
                  <a:pt x="306558" y="35970"/>
                </a:cubicBezTo>
                <a:cubicBezTo>
                  <a:pt x="306395" y="35901"/>
                  <a:pt x="306284" y="35820"/>
                  <a:pt x="306224" y="35725"/>
                </a:cubicBezTo>
                <a:cubicBezTo>
                  <a:pt x="306164" y="35631"/>
                  <a:pt x="306134" y="35515"/>
                  <a:pt x="306134" y="35378"/>
                </a:cubicBezTo>
                <a:lnTo>
                  <a:pt x="306134" y="12221"/>
                </a:lnTo>
                <a:cubicBezTo>
                  <a:pt x="306134" y="12084"/>
                  <a:pt x="306159" y="11968"/>
                  <a:pt x="306211" y="11874"/>
                </a:cubicBezTo>
                <a:cubicBezTo>
                  <a:pt x="306262" y="11780"/>
                  <a:pt x="306365" y="11694"/>
                  <a:pt x="306520" y="11617"/>
                </a:cubicBezTo>
                <a:cubicBezTo>
                  <a:pt x="306674" y="11540"/>
                  <a:pt x="306871" y="11488"/>
                  <a:pt x="307111" y="11462"/>
                </a:cubicBezTo>
                <a:cubicBezTo>
                  <a:pt x="307351" y="11437"/>
                  <a:pt x="307669" y="11424"/>
                  <a:pt x="308063" y="11424"/>
                </a:cubicBezTo>
                <a:cubicBezTo>
                  <a:pt x="308441" y="11424"/>
                  <a:pt x="308754" y="11437"/>
                  <a:pt x="309002" y="11462"/>
                </a:cubicBezTo>
                <a:cubicBezTo>
                  <a:pt x="309251" y="11488"/>
                  <a:pt x="309444" y="11540"/>
                  <a:pt x="309581" y="11617"/>
                </a:cubicBezTo>
                <a:cubicBezTo>
                  <a:pt x="309719" y="11694"/>
                  <a:pt x="309817" y="11780"/>
                  <a:pt x="309877" y="11874"/>
                </a:cubicBezTo>
                <a:cubicBezTo>
                  <a:pt x="309937" y="11968"/>
                  <a:pt x="309967" y="12084"/>
                  <a:pt x="309967" y="12221"/>
                </a:cubicBezTo>
                <a:lnTo>
                  <a:pt x="309967" y="15592"/>
                </a:lnTo>
                <a:cubicBezTo>
                  <a:pt x="310602" y="14666"/>
                  <a:pt x="311198" y="13911"/>
                  <a:pt x="311756" y="13328"/>
                </a:cubicBezTo>
                <a:cubicBezTo>
                  <a:pt x="312313" y="12745"/>
                  <a:pt x="312840" y="12286"/>
                  <a:pt x="313338" y="11951"/>
                </a:cubicBezTo>
                <a:cubicBezTo>
                  <a:pt x="313835" y="11617"/>
                  <a:pt x="314328" y="11385"/>
                  <a:pt x="314817" y="11257"/>
                </a:cubicBezTo>
                <a:cubicBezTo>
                  <a:pt x="315306" y="11128"/>
                  <a:pt x="315799" y="11064"/>
                  <a:pt x="316297" y="11064"/>
                </a:cubicBezTo>
                <a:cubicBezTo>
                  <a:pt x="316520" y="11064"/>
                  <a:pt x="316773" y="11077"/>
                  <a:pt x="317056" y="11102"/>
                </a:cubicBezTo>
                <a:cubicBezTo>
                  <a:pt x="317339" y="11128"/>
                  <a:pt x="317635" y="11175"/>
                  <a:pt x="317943" y="11244"/>
                </a:cubicBezTo>
                <a:cubicBezTo>
                  <a:pt x="318252" y="11312"/>
                  <a:pt x="318531" y="11390"/>
                  <a:pt x="318780" y="11475"/>
                </a:cubicBezTo>
                <a:cubicBezTo>
                  <a:pt x="319028" y="11561"/>
                  <a:pt x="319204" y="11647"/>
                  <a:pt x="319307" y="11733"/>
                </a:cubicBezTo>
                <a:cubicBezTo>
                  <a:pt x="319410" y="11818"/>
                  <a:pt x="319479" y="11900"/>
                  <a:pt x="319513" y="11977"/>
                </a:cubicBezTo>
                <a:cubicBezTo>
                  <a:pt x="319547" y="12054"/>
                  <a:pt x="319577" y="12153"/>
                  <a:pt x="319603" y="12273"/>
                </a:cubicBezTo>
                <a:cubicBezTo>
                  <a:pt x="319629" y="12393"/>
                  <a:pt x="319646" y="12569"/>
                  <a:pt x="319654" y="12800"/>
                </a:cubicBezTo>
                <a:cubicBezTo>
                  <a:pt x="319663" y="13032"/>
                  <a:pt x="319667" y="13345"/>
                  <a:pt x="319667" y="13739"/>
                </a:cubicBez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7cc61a3ff477a"/>
          <a:stretch xmlns:a="http://schemas.openxmlformats.org/drawingml/2006/main"/>
        </p:blipFill>
        <p:spPr>
          <a:xfrm xmlns:a="http://schemas.openxmlformats.org/drawingml/2006/main">
            <a:off x="10537639" y="3489571"/>
            <a:ext cx="194212" cy="90170"/>
          </a:xfrm>
          <a:prstGeom xmlns:a="http://schemas.openxmlformats.org/drawingml/2006/main" prst="rect">
            <a:avLst/>
          </a:prstGeom>
        </p:spPr>
      </p:pic>
      <p:pic>
        <p:nvPicPr>
          <p:cNvPr id="9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a6c4cbe7422c"/>
          <a:stretch xmlns:a="http://schemas.openxmlformats.org/drawingml/2006/main"/>
        </p:blipFill>
        <p:spPr>
          <a:xfrm xmlns:a="http://schemas.openxmlformats.org/drawingml/2006/main">
            <a:off x="10778820" y="3489949"/>
            <a:ext cx="89413" cy="89413"/>
          </a:xfrm>
          <a:prstGeom xmlns:a="http://schemas.openxmlformats.org/drawingml/2006/main" prst="rect">
            <a:avLst/>
          </a:prstGeom>
        </p:spPr>
      </p:pic>
      <p:pic>
        <p:nvPicPr>
          <p:cNvPr id="9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79f28865b4f9d"/>
          <a:stretch xmlns:a="http://schemas.openxmlformats.org/drawingml/2006/main"/>
        </p:blipFill>
        <p:spPr>
          <a:xfrm xmlns:a="http://schemas.openxmlformats.org/drawingml/2006/main">
            <a:off x="10798831" y="3773027"/>
            <a:ext cx="69303" cy="90094"/>
          </a:xfrm>
          <a:prstGeom xmlns:a="http://schemas.openxmlformats.org/drawingml/2006/main" prst="rect">
            <a:avLst/>
          </a:prstGeom>
        </p:spPr>
      </p:pic>
      <p:sp>
        <p:nvSpPr>
          <p:cNvPr id="312" name="Text HunkLocalization">
            <a:extLst xmlns:a="http://schemas.openxmlformats.org/drawingml/2006/main">
              <a:ext uri="{FF2B5EF4-FFF2-40B4-BE49-F238E27FC236}">
                <a16:creationId xmlns:a16="http://schemas.microsoft.com/office/drawing/2014/main" id="{E05F1F7A-3938-4D81-9647-6CB0446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559" y="3849321"/>
            <a:ext cx="1120206" cy="96792"/>
          </a:xfrm>
          <a:custGeom xmlns:a="http://schemas.openxmlformats.org/drawingml/2006/main">
            <a:pathLst>
              <a:path w="1120206" h="96792">
                <a:moveTo>
                  <a:pt x="62766" y="34837"/>
                </a:moveTo>
                <a:cubicBezTo>
                  <a:pt x="62766" y="24282"/>
                  <a:pt x="62233" y="15113"/>
                  <a:pt x="61167" y="7329"/>
                </a:cubicBezTo>
                <a:lnTo>
                  <a:pt x="61433" y="6930"/>
                </a:lnTo>
                <a:cubicBezTo>
                  <a:pt x="65786" y="7196"/>
                  <a:pt x="69518" y="7329"/>
                  <a:pt x="72627" y="7329"/>
                </a:cubicBezTo>
                <a:lnTo>
                  <a:pt x="83954" y="6930"/>
                </a:lnTo>
                <a:lnTo>
                  <a:pt x="84087" y="7329"/>
                </a:lnTo>
                <a:cubicBezTo>
                  <a:pt x="82977" y="14531"/>
                  <a:pt x="82422" y="23644"/>
                  <a:pt x="82422" y="34669"/>
                </a:cubicBezTo>
                <a:lnTo>
                  <a:pt x="82422" y="68075"/>
                </a:lnTo>
                <a:cubicBezTo>
                  <a:pt x="82422" y="78434"/>
                  <a:pt x="82977" y="87547"/>
                  <a:pt x="84087" y="95415"/>
                </a:cubicBezTo>
                <a:lnTo>
                  <a:pt x="83821" y="95814"/>
                </a:lnTo>
                <a:cubicBezTo>
                  <a:pt x="79468" y="95548"/>
                  <a:pt x="75736" y="95415"/>
                  <a:pt x="72627" y="95415"/>
                </a:cubicBezTo>
                <a:lnTo>
                  <a:pt x="61300" y="95814"/>
                </a:lnTo>
                <a:lnTo>
                  <a:pt x="61167" y="95415"/>
                </a:lnTo>
                <a:cubicBezTo>
                  <a:pt x="62277" y="88028"/>
                  <a:pt x="62810" y="78908"/>
                  <a:pt x="62766" y="68052"/>
                </a:cubicBezTo>
                <a:lnTo>
                  <a:pt x="62766" y="52904"/>
                </a:lnTo>
                <a:lnTo>
                  <a:pt x="21322" y="52904"/>
                </a:lnTo>
                <a:lnTo>
                  <a:pt x="21322" y="68052"/>
                </a:lnTo>
                <a:cubicBezTo>
                  <a:pt x="21322" y="78419"/>
                  <a:pt x="21855" y="87540"/>
                  <a:pt x="22921" y="95415"/>
                </a:cubicBezTo>
                <a:lnTo>
                  <a:pt x="22654" y="95814"/>
                </a:lnTo>
                <a:cubicBezTo>
                  <a:pt x="18301" y="95548"/>
                  <a:pt x="14570" y="95415"/>
                  <a:pt x="11460" y="95415"/>
                </a:cubicBezTo>
                <a:lnTo>
                  <a:pt x="133" y="95814"/>
                </a:lnTo>
                <a:lnTo>
                  <a:pt x="0" y="95415"/>
                </a:lnTo>
                <a:cubicBezTo>
                  <a:pt x="1111" y="88035"/>
                  <a:pt x="1666" y="78922"/>
                  <a:pt x="1666" y="68075"/>
                </a:cubicBezTo>
                <a:lnTo>
                  <a:pt x="1666" y="34669"/>
                </a:lnTo>
                <a:cubicBezTo>
                  <a:pt x="1666" y="24177"/>
                  <a:pt x="1111" y="15064"/>
                  <a:pt x="0" y="7329"/>
                </a:cubicBezTo>
                <a:lnTo>
                  <a:pt x="267" y="6930"/>
                </a:lnTo>
                <a:cubicBezTo>
                  <a:pt x="4620" y="7196"/>
                  <a:pt x="8351" y="7329"/>
                  <a:pt x="11460" y="7329"/>
                </a:cubicBezTo>
                <a:lnTo>
                  <a:pt x="22788" y="6930"/>
                </a:lnTo>
                <a:lnTo>
                  <a:pt x="22921" y="7331"/>
                </a:lnTo>
                <a:cubicBezTo>
                  <a:pt x="21810" y="14577"/>
                  <a:pt x="21277" y="23746"/>
                  <a:pt x="21322" y="34837"/>
                </a:cubicBezTo>
                <a:lnTo>
                  <a:pt x="21322" y="46108"/>
                </a:lnTo>
                <a:lnTo>
                  <a:pt x="62766" y="46108"/>
                </a:lnTo>
                <a:lnTo>
                  <a:pt x="62766" y="34837"/>
                </a:lnTo>
                <a:close/>
                <a:moveTo>
                  <a:pt x="145908" y="86621"/>
                </a:moveTo>
                <a:cubicBezTo>
                  <a:pt x="139645" y="93416"/>
                  <a:pt x="132004" y="96792"/>
                  <a:pt x="122987" y="96747"/>
                </a:cubicBezTo>
                <a:cubicBezTo>
                  <a:pt x="116724" y="96747"/>
                  <a:pt x="112104" y="94975"/>
                  <a:pt x="109128" y="91431"/>
                </a:cubicBezTo>
                <a:cubicBezTo>
                  <a:pt x="106152" y="87887"/>
                  <a:pt x="104708" y="83463"/>
                  <a:pt x="104797" y="78157"/>
                </a:cubicBezTo>
                <a:lnTo>
                  <a:pt x="105130" y="61366"/>
                </a:lnTo>
                <a:cubicBezTo>
                  <a:pt x="105219" y="53193"/>
                  <a:pt x="104841" y="44998"/>
                  <a:pt x="103997" y="36780"/>
                </a:cubicBezTo>
                <a:lnTo>
                  <a:pt x="104264" y="36380"/>
                </a:lnTo>
                <a:cubicBezTo>
                  <a:pt x="107551" y="36647"/>
                  <a:pt x="110749" y="36780"/>
                  <a:pt x="113859" y="36780"/>
                </a:cubicBezTo>
                <a:lnTo>
                  <a:pt x="124053" y="36380"/>
                </a:lnTo>
                <a:lnTo>
                  <a:pt x="124186" y="36780"/>
                </a:lnTo>
                <a:cubicBezTo>
                  <a:pt x="123742" y="41622"/>
                  <a:pt x="123387" y="49817"/>
                  <a:pt x="123120" y="61366"/>
                </a:cubicBezTo>
                <a:lnTo>
                  <a:pt x="122854" y="73626"/>
                </a:lnTo>
                <a:cubicBezTo>
                  <a:pt x="122765" y="78735"/>
                  <a:pt x="123398" y="82111"/>
                  <a:pt x="124753" y="83754"/>
                </a:cubicBezTo>
                <a:cubicBezTo>
                  <a:pt x="126108" y="85398"/>
                  <a:pt x="128051" y="86220"/>
                  <a:pt x="130583" y="86220"/>
                </a:cubicBezTo>
                <a:cubicBezTo>
                  <a:pt x="133959" y="86220"/>
                  <a:pt x="137357" y="84831"/>
                  <a:pt x="140777" y="82055"/>
                </a:cubicBezTo>
                <a:cubicBezTo>
                  <a:pt x="144198" y="79279"/>
                  <a:pt x="145908" y="76025"/>
                  <a:pt x="145908" y="72294"/>
                </a:cubicBezTo>
                <a:lnTo>
                  <a:pt x="145908" y="61366"/>
                </a:lnTo>
                <a:cubicBezTo>
                  <a:pt x="145908" y="50084"/>
                  <a:pt x="145597" y="41888"/>
                  <a:pt x="144975" y="36780"/>
                </a:cubicBezTo>
                <a:lnTo>
                  <a:pt x="145242" y="36380"/>
                </a:lnTo>
                <a:cubicBezTo>
                  <a:pt x="148351" y="36647"/>
                  <a:pt x="151438" y="36780"/>
                  <a:pt x="154503" y="36780"/>
                </a:cubicBezTo>
                <a:lnTo>
                  <a:pt x="165031" y="36380"/>
                </a:lnTo>
                <a:lnTo>
                  <a:pt x="165164" y="36780"/>
                </a:lnTo>
                <a:cubicBezTo>
                  <a:pt x="164364" y="41627"/>
                  <a:pt x="163942" y="49832"/>
                  <a:pt x="163898" y="61394"/>
                </a:cubicBezTo>
                <a:lnTo>
                  <a:pt x="163898" y="69200"/>
                </a:lnTo>
                <a:cubicBezTo>
                  <a:pt x="163898" y="78404"/>
                  <a:pt x="164675" y="87143"/>
                  <a:pt x="166230" y="95415"/>
                </a:cubicBezTo>
                <a:lnTo>
                  <a:pt x="165964" y="95814"/>
                </a:lnTo>
                <a:cubicBezTo>
                  <a:pt x="164231" y="95548"/>
                  <a:pt x="160877" y="95415"/>
                  <a:pt x="155902" y="95415"/>
                </a:cubicBezTo>
                <a:cubicBezTo>
                  <a:pt x="152749" y="95415"/>
                  <a:pt x="150150" y="95548"/>
                  <a:pt x="148107" y="95814"/>
                </a:cubicBezTo>
                <a:cubicBezTo>
                  <a:pt x="147307" y="95814"/>
                  <a:pt x="146885" y="95680"/>
                  <a:pt x="146841" y="95412"/>
                </a:cubicBezTo>
                <a:lnTo>
                  <a:pt x="146174" y="86621"/>
                </a:lnTo>
                <a:lnTo>
                  <a:pt x="145908" y="86621"/>
                </a:lnTo>
                <a:close/>
                <a:moveTo>
                  <a:pt x="245678" y="70795"/>
                </a:moveTo>
                <a:cubicBezTo>
                  <a:pt x="245678" y="80803"/>
                  <a:pt x="246167" y="89010"/>
                  <a:pt x="247144" y="95415"/>
                </a:cubicBezTo>
                <a:lnTo>
                  <a:pt x="246878" y="95814"/>
                </a:lnTo>
                <a:cubicBezTo>
                  <a:pt x="242880" y="95548"/>
                  <a:pt x="239326" y="95415"/>
                  <a:pt x="236217" y="95415"/>
                </a:cubicBezTo>
                <a:lnTo>
                  <a:pt x="227088" y="95814"/>
                </a:lnTo>
                <a:lnTo>
                  <a:pt x="226822" y="95415"/>
                </a:lnTo>
                <a:cubicBezTo>
                  <a:pt x="227355" y="90566"/>
                  <a:pt x="227621" y="82359"/>
                  <a:pt x="227621" y="70795"/>
                </a:cubicBezTo>
                <a:lnTo>
                  <a:pt x="227621" y="58651"/>
                </a:lnTo>
                <a:cubicBezTo>
                  <a:pt x="227621" y="50200"/>
                  <a:pt x="225267" y="45975"/>
                  <a:pt x="220559" y="45975"/>
                </a:cubicBezTo>
                <a:cubicBezTo>
                  <a:pt x="215539" y="45975"/>
                  <a:pt x="210253" y="49600"/>
                  <a:pt x="204701" y="56850"/>
                </a:cubicBezTo>
                <a:lnTo>
                  <a:pt x="204701" y="70795"/>
                </a:lnTo>
                <a:cubicBezTo>
                  <a:pt x="204701" y="80981"/>
                  <a:pt x="204967" y="89187"/>
                  <a:pt x="205500" y="95415"/>
                </a:cubicBezTo>
                <a:lnTo>
                  <a:pt x="205100" y="95814"/>
                </a:lnTo>
                <a:cubicBezTo>
                  <a:pt x="202569" y="95548"/>
                  <a:pt x="199748" y="95415"/>
                  <a:pt x="196638" y="95415"/>
                </a:cubicBezTo>
                <a:lnTo>
                  <a:pt x="185445" y="95814"/>
                </a:lnTo>
                <a:lnTo>
                  <a:pt x="185178" y="95415"/>
                </a:lnTo>
                <a:cubicBezTo>
                  <a:pt x="186200" y="89144"/>
                  <a:pt x="186711" y="80939"/>
                  <a:pt x="186711" y="70799"/>
                </a:cubicBezTo>
                <a:lnTo>
                  <a:pt x="186711" y="63328"/>
                </a:lnTo>
                <a:cubicBezTo>
                  <a:pt x="186711" y="51233"/>
                  <a:pt x="186200" y="42384"/>
                  <a:pt x="185178" y="36780"/>
                </a:cubicBezTo>
                <a:lnTo>
                  <a:pt x="185445" y="36380"/>
                </a:lnTo>
                <a:cubicBezTo>
                  <a:pt x="193262" y="36735"/>
                  <a:pt x="199193" y="36602"/>
                  <a:pt x="203235" y="35980"/>
                </a:cubicBezTo>
                <a:cubicBezTo>
                  <a:pt x="203857" y="35980"/>
                  <a:pt x="204256" y="36436"/>
                  <a:pt x="204434" y="37346"/>
                </a:cubicBezTo>
                <a:cubicBezTo>
                  <a:pt x="204612" y="38257"/>
                  <a:pt x="204701" y="41578"/>
                  <a:pt x="204701" y="47310"/>
                </a:cubicBezTo>
                <a:lnTo>
                  <a:pt x="205234" y="47709"/>
                </a:lnTo>
                <a:cubicBezTo>
                  <a:pt x="208343" y="43800"/>
                  <a:pt x="211808" y="40780"/>
                  <a:pt x="215628" y="38648"/>
                </a:cubicBezTo>
                <a:cubicBezTo>
                  <a:pt x="219448" y="36514"/>
                  <a:pt x="223135" y="35447"/>
                  <a:pt x="226689" y="35447"/>
                </a:cubicBezTo>
                <a:cubicBezTo>
                  <a:pt x="232952" y="35447"/>
                  <a:pt x="237683" y="37059"/>
                  <a:pt x="240881" y="40282"/>
                </a:cubicBezTo>
                <a:cubicBezTo>
                  <a:pt x="244079" y="43504"/>
                  <a:pt x="245678" y="48626"/>
                  <a:pt x="245678" y="55649"/>
                </a:cubicBezTo>
                <a:lnTo>
                  <a:pt x="245678" y="70795"/>
                </a:lnTo>
                <a:close/>
                <a:moveTo>
                  <a:pt x="268719" y="68059"/>
                </a:moveTo>
                <a:lnTo>
                  <a:pt x="268719" y="30627"/>
                </a:lnTo>
                <a:cubicBezTo>
                  <a:pt x="268719" y="19596"/>
                  <a:pt x="268164" y="11033"/>
                  <a:pt x="267053" y="4939"/>
                </a:cubicBezTo>
                <a:lnTo>
                  <a:pt x="267320" y="4539"/>
                </a:lnTo>
                <a:cubicBezTo>
                  <a:pt x="269852" y="4360"/>
                  <a:pt x="273261" y="3748"/>
                  <a:pt x="277548" y="2703"/>
                </a:cubicBezTo>
                <a:cubicBezTo>
                  <a:pt x="281834" y="1657"/>
                  <a:pt x="284933" y="757"/>
                  <a:pt x="286843" y="0"/>
                </a:cubicBezTo>
                <a:cubicBezTo>
                  <a:pt x="287864" y="0"/>
                  <a:pt x="288375" y="467"/>
                  <a:pt x="288375" y="1401"/>
                </a:cubicBezTo>
                <a:cubicBezTo>
                  <a:pt x="287265" y="10172"/>
                  <a:pt x="286709" y="18741"/>
                  <a:pt x="286709" y="27110"/>
                </a:cubicBezTo>
                <a:lnTo>
                  <a:pt x="286709" y="62499"/>
                </a:lnTo>
                <a:cubicBezTo>
                  <a:pt x="289286" y="62277"/>
                  <a:pt x="291285" y="61609"/>
                  <a:pt x="292706" y="60496"/>
                </a:cubicBezTo>
                <a:cubicBezTo>
                  <a:pt x="295416" y="58403"/>
                  <a:pt x="298892" y="54985"/>
                  <a:pt x="303134" y="50241"/>
                </a:cubicBezTo>
                <a:cubicBezTo>
                  <a:pt x="307376" y="45498"/>
                  <a:pt x="310963" y="41011"/>
                  <a:pt x="313894" y="36780"/>
                </a:cubicBezTo>
                <a:cubicBezTo>
                  <a:pt x="325710" y="36780"/>
                  <a:pt x="332484" y="36647"/>
                  <a:pt x="334217" y="36380"/>
                </a:cubicBezTo>
                <a:lnTo>
                  <a:pt x="334483" y="36780"/>
                </a:lnTo>
                <a:cubicBezTo>
                  <a:pt x="331862" y="39052"/>
                  <a:pt x="328931" y="41836"/>
                  <a:pt x="325688" y="45132"/>
                </a:cubicBezTo>
                <a:cubicBezTo>
                  <a:pt x="322445" y="48427"/>
                  <a:pt x="319025" y="52034"/>
                  <a:pt x="315427" y="55953"/>
                </a:cubicBezTo>
                <a:cubicBezTo>
                  <a:pt x="311829" y="59871"/>
                  <a:pt x="309675" y="62209"/>
                  <a:pt x="308964" y="62966"/>
                </a:cubicBezTo>
                <a:cubicBezTo>
                  <a:pt x="319980" y="76247"/>
                  <a:pt x="329442" y="87064"/>
                  <a:pt x="337348" y="95415"/>
                </a:cubicBezTo>
                <a:lnTo>
                  <a:pt x="337082" y="95814"/>
                </a:lnTo>
                <a:cubicBezTo>
                  <a:pt x="335705" y="95548"/>
                  <a:pt x="330974" y="95415"/>
                  <a:pt x="322890" y="95415"/>
                </a:cubicBezTo>
                <a:cubicBezTo>
                  <a:pt x="317959" y="95415"/>
                  <a:pt x="314316" y="95548"/>
                  <a:pt x="311962" y="95814"/>
                </a:cubicBezTo>
                <a:cubicBezTo>
                  <a:pt x="310496" y="93815"/>
                  <a:pt x="308520" y="91039"/>
                  <a:pt x="306032" y="87486"/>
                </a:cubicBezTo>
                <a:cubicBezTo>
                  <a:pt x="303545" y="83932"/>
                  <a:pt x="301823" y="81522"/>
                  <a:pt x="300868" y="80256"/>
                </a:cubicBezTo>
                <a:cubicBezTo>
                  <a:pt x="299913" y="78990"/>
                  <a:pt x="298525" y="77247"/>
                  <a:pt x="296704" y="75026"/>
                </a:cubicBezTo>
                <a:cubicBezTo>
                  <a:pt x="294883" y="72805"/>
                  <a:pt x="292928" y="70584"/>
                  <a:pt x="290840" y="68363"/>
                </a:cubicBezTo>
                <a:cubicBezTo>
                  <a:pt x="290041" y="67652"/>
                  <a:pt x="288664" y="67252"/>
                  <a:pt x="286709" y="67163"/>
                </a:cubicBezTo>
                <a:lnTo>
                  <a:pt x="286709" y="68096"/>
                </a:lnTo>
                <a:cubicBezTo>
                  <a:pt x="286709" y="79023"/>
                  <a:pt x="287265" y="88130"/>
                  <a:pt x="288375" y="95415"/>
                </a:cubicBezTo>
                <a:lnTo>
                  <a:pt x="288109" y="95814"/>
                </a:lnTo>
                <a:cubicBezTo>
                  <a:pt x="284288" y="95548"/>
                  <a:pt x="280824" y="95415"/>
                  <a:pt x="277714" y="95415"/>
                </a:cubicBezTo>
                <a:lnTo>
                  <a:pt x="267187" y="95814"/>
                </a:lnTo>
                <a:lnTo>
                  <a:pt x="267053" y="95415"/>
                </a:lnTo>
                <a:cubicBezTo>
                  <a:pt x="268164" y="88475"/>
                  <a:pt x="268719" y="79357"/>
                  <a:pt x="268719" y="68059"/>
                </a:cubicBezTo>
                <a:close/>
                <a:moveTo>
                  <a:pt x="404771" y="66749"/>
                </a:moveTo>
                <a:cubicBezTo>
                  <a:pt x="404771" y="76040"/>
                  <a:pt x="405126" y="81908"/>
                  <a:pt x="405837" y="84354"/>
                </a:cubicBezTo>
                <a:cubicBezTo>
                  <a:pt x="411301" y="84354"/>
                  <a:pt x="417286" y="84110"/>
                  <a:pt x="423794" y="83621"/>
                </a:cubicBezTo>
                <a:cubicBezTo>
                  <a:pt x="430301" y="83132"/>
                  <a:pt x="435443" y="82621"/>
                  <a:pt x="439219" y="82086"/>
                </a:cubicBezTo>
                <a:lnTo>
                  <a:pt x="444882" y="81353"/>
                </a:lnTo>
                <a:lnTo>
                  <a:pt x="445149" y="81886"/>
                </a:lnTo>
                <a:cubicBezTo>
                  <a:pt x="444971" y="83352"/>
                  <a:pt x="444882" y="85952"/>
                  <a:pt x="444882" y="89684"/>
                </a:cubicBezTo>
                <a:cubicBezTo>
                  <a:pt x="444882" y="90972"/>
                  <a:pt x="444971" y="92883"/>
                  <a:pt x="445149" y="95415"/>
                </a:cubicBezTo>
                <a:lnTo>
                  <a:pt x="444882" y="95814"/>
                </a:lnTo>
                <a:cubicBezTo>
                  <a:pt x="442706" y="95548"/>
                  <a:pt x="439974" y="95415"/>
                  <a:pt x="436687" y="95415"/>
                </a:cubicBezTo>
                <a:lnTo>
                  <a:pt x="395176" y="95415"/>
                </a:lnTo>
                <a:lnTo>
                  <a:pt x="383915" y="95814"/>
                </a:lnTo>
                <a:lnTo>
                  <a:pt x="383716" y="95415"/>
                </a:lnTo>
                <a:cubicBezTo>
                  <a:pt x="384604" y="89236"/>
                  <a:pt x="385070" y="80123"/>
                  <a:pt x="385115" y="68075"/>
                </a:cubicBezTo>
                <a:lnTo>
                  <a:pt x="385115" y="34669"/>
                </a:lnTo>
                <a:cubicBezTo>
                  <a:pt x="385115" y="23555"/>
                  <a:pt x="384604" y="14442"/>
                  <a:pt x="383582" y="7329"/>
                </a:cubicBezTo>
                <a:lnTo>
                  <a:pt x="383915" y="6930"/>
                </a:lnTo>
                <a:cubicBezTo>
                  <a:pt x="388002" y="7196"/>
                  <a:pt x="391578" y="7329"/>
                  <a:pt x="394643" y="7329"/>
                </a:cubicBezTo>
                <a:lnTo>
                  <a:pt x="405970" y="6930"/>
                </a:lnTo>
                <a:lnTo>
                  <a:pt x="406103" y="7329"/>
                </a:lnTo>
                <a:cubicBezTo>
                  <a:pt x="405215" y="13332"/>
                  <a:pt x="404771" y="22445"/>
                  <a:pt x="404771" y="34671"/>
                </a:cubicBezTo>
                <a:lnTo>
                  <a:pt x="404771" y="66749"/>
                </a:lnTo>
                <a:close/>
                <a:moveTo>
                  <a:pt x="456891" y="67399"/>
                </a:moveTo>
                <a:cubicBezTo>
                  <a:pt x="456891" y="57126"/>
                  <a:pt x="459912" y="49211"/>
                  <a:pt x="465953" y="43653"/>
                </a:cubicBezTo>
                <a:cubicBezTo>
                  <a:pt x="471994" y="38094"/>
                  <a:pt x="480078" y="35358"/>
                  <a:pt x="490206" y="35447"/>
                </a:cubicBezTo>
                <a:cubicBezTo>
                  <a:pt x="501222" y="35447"/>
                  <a:pt x="509429" y="38271"/>
                  <a:pt x="514826" y="43920"/>
                </a:cubicBezTo>
                <a:cubicBezTo>
                  <a:pt x="520223" y="49567"/>
                  <a:pt x="522922" y="56992"/>
                  <a:pt x="522922" y="66197"/>
                </a:cubicBezTo>
                <a:cubicBezTo>
                  <a:pt x="522922" y="75668"/>
                  <a:pt x="520012" y="83128"/>
                  <a:pt x="514193" y="88577"/>
                </a:cubicBezTo>
                <a:cubicBezTo>
                  <a:pt x="508374" y="94024"/>
                  <a:pt x="500290" y="96747"/>
                  <a:pt x="489940" y="96747"/>
                </a:cubicBezTo>
                <a:cubicBezTo>
                  <a:pt x="479767" y="96747"/>
                  <a:pt x="471716" y="94135"/>
                  <a:pt x="465786" y="88910"/>
                </a:cubicBezTo>
                <a:cubicBezTo>
                  <a:pt x="459856" y="83685"/>
                  <a:pt x="456891" y="76514"/>
                  <a:pt x="456891" y="67399"/>
                </a:cubicBezTo>
                <a:moveTo>
                  <a:pt x="489207" y="42244"/>
                </a:moveTo>
                <a:cubicBezTo>
                  <a:pt x="485475" y="42244"/>
                  <a:pt x="482610" y="43344"/>
                  <a:pt x="480611" y="45546"/>
                </a:cubicBezTo>
                <a:cubicBezTo>
                  <a:pt x="478613" y="47748"/>
                  <a:pt x="477391" y="50261"/>
                  <a:pt x="476947" y="53086"/>
                </a:cubicBezTo>
                <a:cubicBezTo>
                  <a:pt x="476503" y="55910"/>
                  <a:pt x="476280" y="59636"/>
                  <a:pt x="476280" y="64263"/>
                </a:cubicBezTo>
                <a:cubicBezTo>
                  <a:pt x="476280" y="81388"/>
                  <a:pt x="481455" y="89951"/>
                  <a:pt x="491805" y="89951"/>
                </a:cubicBezTo>
                <a:cubicBezTo>
                  <a:pt x="499623" y="89951"/>
                  <a:pt x="503532" y="83257"/>
                  <a:pt x="503532" y="69868"/>
                </a:cubicBezTo>
                <a:cubicBezTo>
                  <a:pt x="503532" y="59948"/>
                  <a:pt x="502533" y="52865"/>
                  <a:pt x="500534" y="48617"/>
                </a:cubicBezTo>
                <a:cubicBezTo>
                  <a:pt x="498535" y="44368"/>
                  <a:pt x="494759" y="42244"/>
                  <a:pt x="489207" y="42244"/>
                </a:cubicBezTo>
                <a:close/>
                <a:moveTo>
                  <a:pt x="568640" y="42244"/>
                </a:moveTo>
                <a:cubicBezTo>
                  <a:pt x="566197" y="42244"/>
                  <a:pt x="563899" y="42822"/>
                  <a:pt x="561744" y="43978"/>
                </a:cubicBezTo>
                <a:cubicBezTo>
                  <a:pt x="559590" y="45133"/>
                  <a:pt x="557868" y="46756"/>
                  <a:pt x="556580" y="48846"/>
                </a:cubicBezTo>
                <a:cubicBezTo>
                  <a:pt x="555425" y="50669"/>
                  <a:pt x="554581" y="52870"/>
                  <a:pt x="554048" y="55449"/>
                </a:cubicBezTo>
                <a:cubicBezTo>
                  <a:pt x="553515" y="58027"/>
                  <a:pt x="553249" y="60960"/>
                  <a:pt x="553249" y="64250"/>
                </a:cubicBezTo>
                <a:cubicBezTo>
                  <a:pt x="553249" y="72084"/>
                  <a:pt x="554604" y="78180"/>
                  <a:pt x="557313" y="82540"/>
                </a:cubicBezTo>
                <a:cubicBezTo>
                  <a:pt x="558601" y="84543"/>
                  <a:pt x="560400" y="86279"/>
                  <a:pt x="562710" y="87748"/>
                </a:cubicBezTo>
                <a:cubicBezTo>
                  <a:pt x="565020" y="89217"/>
                  <a:pt x="567174" y="89951"/>
                  <a:pt x="569173" y="89951"/>
                </a:cubicBezTo>
                <a:cubicBezTo>
                  <a:pt x="576192" y="89951"/>
                  <a:pt x="581522" y="87770"/>
                  <a:pt x="585165" y="83409"/>
                </a:cubicBezTo>
                <a:lnTo>
                  <a:pt x="587363" y="84077"/>
                </a:lnTo>
                <a:cubicBezTo>
                  <a:pt x="587363" y="85634"/>
                  <a:pt x="587586" y="87415"/>
                  <a:pt x="588030" y="89418"/>
                </a:cubicBezTo>
                <a:cubicBezTo>
                  <a:pt x="584920" y="92039"/>
                  <a:pt x="581667" y="93915"/>
                  <a:pt x="578268" y="95048"/>
                </a:cubicBezTo>
                <a:cubicBezTo>
                  <a:pt x="574870" y="96181"/>
                  <a:pt x="570617" y="96747"/>
                  <a:pt x="565509" y="96747"/>
                </a:cubicBezTo>
                <a:cubicBezTo>
                  <a:pt x="554937" y="96747"/>
                  <a:pt x="546986" y="93833"/>
                  <a:pt x="541655" y="88006"/>
                </a:cubicBezTo>
                <a:cubicBezTo>
                  <a:pt x="536724" y="82624"/>
                  <a:pt x="534259" y="75886"/>
                  <a:pt x="534259" y="67790"/>
                </a:cubicBezTo>
                <a:cubicBezTo>
                  <a:pt x="534259" y="57521"/>
                  <a:pt x="537380" y="49563"/>
                  <a:pt x="543621" y="43918"/>
                </a:cubicBezTo>
                <a:cubicBezTo>
                  <a:pt x="549862" y="38271"/>
                  <a:pt x="557802" y="35447"/>
                  <a:pt x="567441" y="35447"/>
                </a:cubicBezTo>
                <a:cubicBezTo>
                  <a:pt x="570728" y="35447"/>
                  <a:pt x="574393" y="35903"/>
                  <a:pt x="578435" y="36813"/>
                </a:cubicBezTo>
                <a:cubicBezTo>
                  <a:pt x="582477" y="37724"/>
                  <a:pt x="585587" y="38779"/>
                  <a:pt x="587763" y="39978"/>
                </a:cubicBezTo>
                <a:lnTo>
                  <a:pt x="588030" y="40378"/>
                </a:lnTo>
                <a:lnTo>
                  <a:pt x="584765" y="53571"/>
                </a:lnTo>
                <a:lnTo>
                  <a:pt x="580900" y="53704"/>
                </a:lnTo>
                <a:cubicBezTo>
                  <a:pt x="577835" y="46064"/>
                  <a:pt x="573749" y="42244"/>
                  <a:pt x="568640" y="42244"/>
                </a:cubicBezTo>
                <a:close/>
                <a:moveTo>
                  <a:pt x="634289" y="65098"/>
                </a:moveTo>
                <a:lnTo>
                  <a:pt x="623362" y="67963"/>
                </a:lnTo>
                <a:cubicBezTo>
                  <a:pt x="617632" y="69518"/>
                  <a:pt x="614767" y="73804"/>
                  <a:pt x="614767" y="80822"/>
                </a:cubicBezTo>
                <a:cubicBezTo>
                  <a:pt x="614767" y="82733"/>
                  <a:pt x="615455" y="84509"/>
                  <a:pt x="616832" y="86153"/>
                </a:cubicBezTo>
                <a:cubicBezTo>
                  <a:pt x="618209" y="87796"/>
                  <a:pt x="619897" y="88618"/>
                  <a:pt x="621896" y="88618"/>
                </a:cubicBezTo>
                <a:cubicBezTo>
                  <a:pt x="625539" y="88618"/>
                  <a:pt x="628892" y="87064"/>
                  <a:pt x="631957" y="83954"/>
                </a:cubicBezTo>
                <a:cubicBezTo>
                  <a:pt x="632402" y="83510"/>
                  <a:pt x="632857" y="82599"/>
                  <a:pt x="633323" y="81222"/>
                </a:cubicBezTo>
                <a:cubicBezTo>
                  <a:pt x="633790" y="79845"/>
                  <a:pt x="634023" y="78713"/>
                  <a:pt x="634023" y="77824"/>
                </a:cubicBezTo>
                <a:lnTo>
                  <a:pt x="634289" y="65098"/>
                </a:lnTo>
                <a:moveTo>
                  <a:pt x="651480" y="84427"/>
                </a:moveTo>
                <a:cubicBezTo>
                  <a:pt x="651480" y="86540"/>
                  <a:pt x="652091" y="87900"/>
                  <a:pt x="653312" y="88508"/>
                </a:cubicBezTo>
                <a:cubicBezTo>
                  <a:pt x="654534" y="89114"/>
                  <a:pt x="656699" y="89418"/>
                  <a:pt x="659809" y="89418"/>
                </a:cubicBezTo>
                <a:cubicBezTo>
                  <a:pt x="660520" y="90040"/>
                  <a:pt x="660964" y="90995"/>
                  <a:pt x="661141" y="92283"/>
                </a:cubicBezTo>
                <a:cubicBezTo>
                  <a:pt x="657232" y="95303"/>
                  <a:pt x="651835" y="96792"/>
                  <a:pt x="644950" y="96747"/>
                </a:cubicBezTo>
                <a:cubicBezTo>
                  <a:pt x="642019" y="96747"/>
                  <a:pt x="639731" y="96136"/>
                  <a:pt x="638087" y="94915"/>
                </a:cubicBezTo>
                <a:cubicBezTo>
                  <a:pt x="636444" y="93693"/>
                  <a:pt x="635133" y="91683"/>
                  <a:pt x="634156" y="88885"/>
                </a:cubicBezTo>
                <a:lnTo>
                  <a:pt x="633890" y="88885"/>
                </a:lnTo>
                <a:cubicBezTo>
                  <a:pt x="628604" y="94171"/>
                  <a:pt x="622363" y="96792"/>
                  <a:pt x="615167" y="96747"/>
                </a:cubicBezTo>
                <a:cubicBezTo>
                  <a:pt x="610058" y="96747"/>
                  <a:pt x="605672" y="95406"/>
                  <a:pt x="602007" y="92724"/>
                </a:cubicBezTo>
                <a:cubicBezTo>
                  <a:pt x="598342" y="90041"/>
                  <a:pt x="596510" y="86442"/>
                  <a:pt x="596510" y="81926"/>
                </a:cubicBezTo>
                <a:cubicBezTo>
                  <a:pt x="596510" y="77342"/>
                  <a:pt x="598354" y="73376"/>
                  <a:pt x="602040" y="70026"/>
                </a:cubicBezTo>
                <a:cubicBezTo>
                  <a:pt x="605727" y="66677"/>
                  <a:pt x="610880" y="64175"/>
                  <a:pt x="617499" y="62522"/>
                </a:cubicBezTo>
                <a:lnTo>
                  <a:pt x="633490" y="58485"/>
                </a:lnTo>
                <a:cubicBezTo>
                  <a:pt x="634023" y="58299"/>
                  <a:pt x="634289" y="57718"/>
                  <a:pt x="634289" y="56742"/>
                </a:cubicBezTo>
                <a:cubicBezTo>
                  <a:pt x="634289" y="51398"/>
                  <a:pt x="633512" y="47645"/>
                  <a:pt x="631957" y="45486"/>
                </a:cubicBezTo>
                <a:cubicBezTo>
                  <a:pt x="630403" y="43324"/>
                  <a:pt x="628048" y="42244"/>
                  <a:pt x="624895" y="42244"/>
                </a:cubicBezTo>
                <a:cubicBezTo>
                  <a:pt x="618631" y="42244"/>
                  <a:pt x="613034" y="45871"/>
                  <a:pt x="608104" y="53127"/>
                </a:cubicBezTo>
                <a:lnTo>
                  <a:pt x="603573" y="52992"/>
                </a:lnTo>
                <a:lnTo>
                  <a:pt x="600841" y="42650"/>
                </a:lnTo>
                <a:lnTo>
                  <a:pt x="601241" y="42096"/>
                </a:lnTo>
                <a:cubicBezTo>
                  <a:pt x="603062" y="40577"/>
                  <a:pt x="606527" y="39090"/>
                  <a:pt x="611635" y="37634"/>
                </a:cubicBezTo>
                <a:cubicBezTo>
                  <a:pt x="616744" y="36176"/>
                  <a:pt x="621563" y="35447"/>
                  <a:pt x="626094" y="35447"/>
                </a:cubicBezTo>
                <a:cubicBezTo>
                  <a:pt x="629781" y="35403"/>
                  <a:pt x="633612" y="35839"/>
                  <a:pt x="637588" y="36757"/>
                </a:cubicBezTo>
                <a:cubicBezTo>
                  <a:pt x="641563" y="37673"/>
                  <a:pt x="644551" y="39026"/>
                  <a:pt x="646549" y="40815"/>
                </a:cubicBezTo>
                <a:cubicBezTo>
                  <a:pt x="650192" y="44045"/>
                  <a:pt x="652013" y="49501"/>
                  <a:pt x="652013" y="57183"/>
                </a:cubicBezTo>
                <a:cubicBezTo>
                  <a:pt x="652013" y="57454"/>
                  <a:pt x="651924" y="61668"/>
                  <a:pt x="651747" y="69826"/>
                </a:cubicBezTo>
                <a:cubicBezTo>
                  <a:pt x="651569" y="77983"/>
                  <a:pt x="651480" y="82850"/>
                  <a:pt x="651480" y="84427"/>
                </a:cubicBezTo>
                <a:close/>
                <a:moveTo>
                  <a:pt x="673577" y="68057"/>
                </a:moveTo>
                <a:lnTo>
                  <a:pt x="673577" y="30625"/>
                </a:lnTo>
                <a:cubicBezTo>
                  <a:pt x="673577" y="19593"/>
                  <a:pt x="673043" y="11031"/>
                  <a:pt x="671977" y="4937"/>
                </a:cubicBezTo>
                <a:lnTo>
                  <a:pt x="672244" y="4537"/>
                </a:lnTo>
                <a:cubicBezTo>
                  <a:pt x="674776" y="4359"/>
                  <a:pt x="678185" y="3748"/>
                  <a:pt x="682472" y="2703"/>
                </a:cubicBezTo>
                <a:cubicBezTo>
                  <a:pt x="686758" y="1657"/>
                  <a:pt x="689857" y="757"/>
                  <a:pt x="691767" y="0"/>
                </a:cubicBezTo>
                <a:cubicBezTo>
                  <a:pt x="692788" y="0"/>
                  <a:pt x="693277" y="467"/>
                  <a:pt x="693232" y="1401"/>
                </a:cubicBezTo>
                <a:cubicBezTo>
                  <a:pt x="692122" y="10165"/>
                  <a:pt x="691567" y="18727"/>
                  <a:pt x="691567" y="27089"/>
                </a:cubicBezTo>
                <a:lnTo>
                  <a:pt x="691567" y="68057"/>
                </a:lnTo>
                <a:cubicBezTo>
                  <a:pt x="691567" y="78999"/>
                  <a:pt x="692122" y="88119"/>
                  <a:pt x="693232" y="95415"/>
                </a:cubicBezTo>
                <a:lnTo>
                  <a:pt x="692966" y="95814"/>
                </a:lnTo>
                <a:cubicBezTo>
                  <a:pt x="689146" y="95548"/>
                  <a:pt x="685681" y="95415"/>
                  <a:pt x="682572" y="95415"/>
                </a:cubicBezTo>
                <a:lnTo>
                  <a:pt x="672111" y="95814"/>
                </a:lnTo>
                <a:lnTo>
                  <a:pt x="671977" y="95415"/>
                </a:lnTo>
                <a:cubicBezTo>
                  <a:pt x="673043" y="88475"/>
                  <a:pt x="673577" y="79356"/>
                  <a:pt x="673577" y="68057"/>
                </a:cubicBezTo>
                <a:close/>
                <a:moveTo>
                  <a:pt x="717325" y="19448"/>
                </a:moveTo>
                <a:cubicBezTo>
                  <a:pt x="715371" y="17575"/>
                  <a:pt x="714393" y="15268"/>
                  <a:pt x="714393" y="12526"/>
                </a:cubicBezTo>
                <a:cubicBezTo>
                  <a:pt x="714393" y="9785"/>
                  <a:pt x="715371" y="7479"/>
                  <a:pt x="717325" y="5607"/>
                </a:cubicBezTo>
                <a:cubicBezTo>
                  <a:pt x="719280" y="3735"/>
                  <a:pt x="721712" y="2798"/>
                  <a:pt x="724621" y="2798"/>
                </a:cubicBezTo>
                <a:cubicBezTo>
                  <a:pt x="727531" y="2798"/>
                  <a:pt x="729963" y="3735"/>
                  <a:pt x="731917" y="5607"/>
                </a:cubicBezTo>
                <a:cubicBezTo>
                  <a:pt x="733872" y="7479"/>
                  <a:pt x="734849" y="9785"/>
                  <a:pt x="734849" y="12526"/>
                </a:cubicBezTo>
                <a:cubicBezTo>
                  <a:pt x="734849" y="15268"/>
                  <a:pt x="733872" y="17575"/>
                  <a:pt x="731917" y="19448"/>
                </a:cubicBezTo>
                <a:cubicBezTo>
                  <a:pt x="729963" y="21319"/>
                  <a:pt x="727531" y="22255"/>
                  <a:pt x="724621" y="22255"/>
                </a:cubicBezTo>
                <a:cubicBezTo>
                  <a:pt x="721712" y="22255"/>
                  <a:pt x="719280" y="21319"/>
                  <a:pt x="717325" y="19448"/>
                </a:cubicBezTo>
                <a:moveTo>
                  <a:pt x="715593" y="63328"/>
                </a:moveTo>
                <a:cubicBezTo>
                  <a:pt x="715593" y="50654"/>
                  <a:pt x="715149" y="41849"/>
                  <a:pt x="714260" y="36913"/>
                </a:cubicBezTo>
                <a:lnTo>
                  <a:pt x="714660" y="36380"/>
                </a:lnTo>
                <a:cubicBezTo>
                  <a:pt x="715104" y="36380"/>
                  <a:pt x="716492" y="36447"/>
                  <a:pt x="718824" y="36580"/>
                </a:cubicBezTo>
                <a:cubicBezTo>
                  <a:pt x="721156" y="36713"/>
                  <a:pt x="722989" y="36780"/>
                  <a:pt x="724321" y="36780"/>
                </a:cubicBezTo>
                <a:cubicBezTo>
                  <a:pt x="726587" y="36780"/>
                  <a:pt x="729741" y="36558"/>
                  <a:pt x="733783" y="36114"/>
                </a:cubicBezTo>
                <a:cubicBezTo>
                  <a:pt x="734582" y="36114"/>
                  <a:pt x="734982" y="36580"/>
                  <a:pt x="734982" y="37513"/>
                </a:cubicBezTo>
                <a:cubicBezTo>
                  <a:pt x="734094" y="48630"/>
                  <a:pt x="733650" y="56724"/>
                  <a:pt x="733650" y="61793"/>
                </a:cubicBezTo>
                <a:lnTo>
                  <a:pt x="733650" y="70799"/>
                </a:lnTo>
                <a:cubicBezTo>
                  <a:pt x="733650" y="80716"/>
                  <a:pt x="734094" y="88921"/>
                  <a:pt x="734982" y="95415"/>
                </a:cubicBezTo>
                <a:lnTo>
                  <a:pt x="734716" y="95814"/>
                </a:lnTo>
                <a:cubicBezTo>
                  <a:pt x="730629" y="95548"/>
                  <a:pt x="727264" y="95415"/>
                  <a:pt x="724621" y="95415"/>
                </a:cubicBezTo>
                <a:cubicBezTo>
                  <a:pt x="721978" y="95415"/>
                  <a:pt x="718613" y="95548"/>
                  <a:pt x="714527" y="95814"/>
                </a:cubicBezTo>
                <a:lnTo>
                  <a:pt x="714260" y="95415"/>
                </a:lnTo>
                <a:cubicBezTo>
                  <a:pt x="715149" y="89233"/>
                  <a:pt x="715593" y="81028"/>
                  <a:pt x="715593" y="70799"/>
                </a:cubicBezTo>
                <a:lnTo>
                  <a:pt x="715593" y="63328"/>
                </a:lnTo>
                <a:close/>
                <a:moveTo>
                  <a:pt x="782614" y="44909"/>
                </a:moveTo>
                <a:cubicBezTo>
                  <a:pt x="778083" y="44998"/>
                  <a:pt x="773408" y="45164"/>
                  <a:pt x="768588" y="45409"/>
                </a:cubicBezTo>
                <a:cubicBezTo>
                  <a:pt x="763769" y="45651"/>
                  <a:pt x="760071" y="45884"/>
                  <a:pt x="757495" y="46106"/>
                </a:cubicBezTo>
                <a:lnTo>
                  <a:pt x="753697" y="46439"/>
                </a:lnTo>
                <a:lnTo>
                  <a:pt x="753430" y="46039"/>
                </a:lnTo>
                <a:cubicBezTo>
                  <a:pt x="753608" y="44565"/>
                  <a:pt x="753697" y="42956"/>
                  <a:pt x="753697" y="41213"/>
                </a:cubicBezTo>
                <a:cubicBezTo>
                  <a:pt x="753697" y="40676"/>
                  <a:pt x="753608" y="39198"/>
                  <a:pt x="753430" y="36780"/>
                </a:cubicBezTo>
                <a:lnTo>
                  <a:pt x="753697" y="36380"/>
                </a:lnTo>
                <a:cubicBezTo>
                  <a:pt x="755784" y="36647"/>
                  <a:pt x="758339" y="36780"/>
                  <a:pt x="761359" y="36780"/>
                </a:cubicBezTo>
                <a:lnTo>
                  <a:pt x="795740" y="36780"/>
                </a:lnTo>
                <a:cubicBezTo>
                  <a:pt x="796940" y="36780"/>
                  <a:pt x="798394" y="36713"/>
                  <a:pt x="800105" y="36580"/>
                </a:cubicBezTo>
                <a:cubicBezTo>
                  <a:pt x="801815" y="36447"/>
                  <a:pt x="803325" y="36313"/>
                  <a:pt x="804635" y="36180"/>
                </a:cubicBezTo>
                <a:cubicBezTo>
                  <a:pt x="805946" y="36047"/>
                  <a:pt x="806668" y="35980"/>
                  <a:pt x="806801" y="35980"/>
                </a:cubicBezTo>
                <a:cubicBezTo>
                  <a:pt x="807245" y="35980"/>
                  <a:pt x="807467" y="36247"/>
                  <a:pt x="807467" y="36780"/>
                </a:cubicBezTo>
                <a:cubicBezTo>
                  <a:pt x="806845" y="37491"/>
                  <a:pt x="805468" y="39401"/>
                  <a:pt x="803336" y="42510"/>
                </a:cubicBezTo>
                <a:lnTo>
                  <a:pt x="772953" y="87286"/>
                </a:lnTo>
                <a:cubicBezTo>
                  <a:pt x="777795" y="87286"/>
                  <a:pt x="782981" y="87153"/>
                  <a:pt x="788511" y="86888"/>
                </a:cubicBezTo>
                <a:cubicBezTo>
                  <a:pt x="794041" y="86621"/>
                  <a:pt x="798383" y="86377"/>
                  <a:pt x="801537" y="86155"/>
                </a:cubicBezTo>
                <a:lnTo>
                  <a:pt x="806201" y="85822"/>
                </a:lnTo>
                <a:lnTo>
                  <a:pt x="806468" y="86222"/>
                </a:lnTo>
                <a:cubicBezTo>
                  <a:pt x="806290" y="87697"/>
                  <a:pt x="806201" y="89284"/>
                  <a:pt x="806201" y="90982"/>
                </a:cubicBezTo>
                <a:cubicBezTo>
                  <a:pt x="806201" y="91519"/>
                  <a:pt x="806290" y="92996"/>
                  <a:pt x="806468" y="95415"/>
                </a:cubicBezTo>
                <a:lnTo>
                  <a:pt x="806201" y="95814"/>
                </a:lnTo>
                <a:cubicBezTo>
                  <a:pt x="804202" y="95548"/>
                  <a:pt x="801670" y="95415"/>
                  <a:pt x="798605" y="95415"/>
                </a:cubicBezTo>
                <a:lnTo>
                  <a:pt x="767756" y="95415"/>
                </a:lnTo>
                <a:lnTo>
                  <a:pt x="748766" y="95814"/>
                </a:lnTo>
                <a:lnTo>
                  <a:pt x="748499" y="94473"/>
                </a:lnTo>
                <a:cubicBezTo>
                  <a:pt x="749699" y="93274"/>
                  <a:pt x="750654" y="92119"/>
                  <a:pt x="751365" y="91009"/>
                </a:cubicBezTo>
                <a:lnTo>
                  <a:pt x="782614" y="44909"/>
                </a:lnTo>
                <a:close/>
                <a:moveTo>
                  <a:pt x="854124" y="65098"/>
                </a:moveTo>
                <a:lnTo>
                  <a:pt x="843197" y="67963"/>
                </a:lnTo>
                <a:cubicBezTo>
                  <a:pt x="837467" y="69518"/>
                  <a:pt x="834602" y="73804"/>
                  <a:pt x="834602" y="80822"/>
                </a:cubicBezTo>
                <a:cubicBezTo>
                  <a:pt x="834602" y="82733"/>
                  <a:pt x="835290" y="84509"/>
                  <a:pt x="836667" y="86153"/>
                </a:cubicBezTo>
                <a:cubicBezTo>
                  <a:pt x="838044" y="87796"/>
                  <a:pt x="839732" y="88618"/>
                  <a:pt x="841731" y="88618"/>
                </a:cubicBezTo>
                <a:cubicBezTo>
                  <a:pt x="845374" y="88618"/>
                  <a:pt x="848727" y="87064"/>
                  <a:pt x="851792" y="83954"/>
                </a:cubicBezTo>
                <a:cubicBezTo>
                  <a:pt x="852237" y="83510"/>
                  <a:pt x="852692" y="82599"/>
                  <a:pt x="853158" y="81222"/>
                </a:cubicBezTo>
                <a:cubicBezTo>
                  <a:pt x="853625" y="79845"/>
                  <a:pt x="853858" y="78713"/>
                  <a:pt x="853858" y="77824"/>
                </a:cubicBezTo>
                <a:lnTo>
                  <a:pt x="854124" y="65098"/>
                </a:lnTo>
                <a:moveTo>
                  <a:pt x="871315" y="84427"/>
                </a:moveTo>
                <a:cubicBezTo>
                  <a:pt x="871315" y="86540"/>
                  <a:pt x="871926" y="87900"/>
                  <a:pt x="873147" y="88508"/>
                </a:cubicBezTo>
                <a:cubicBezTo>
                  <a:pt x="874369" y="89114"/>
                  <a:pt x="876534" y="89418"/>
                  <a:pt x="879644" y="89418"/>
                </a:cubicBezTo>
                <a:cubicBezTo>
                  <a:pt x="880354" y="90040"/>
                  <a:pt x="880799" y="90995"/>
                  <a:pt x="880976" y="92283"/>
                </a:cubicBezTo>
                <a:cubicBezTo>
                  <a:pt x="877067" y="95303"/>
                  <a:pt x="871670" y="96792"/>
                  <a:pt x="864785" y="96747"/>
                </a:cubicBezTo>
                <a:cubicBezTo>
                  <a:pt x="861853" y="96747"/>
                  <a:pt x="859566" y="96136"/>
                  <a:pt x="857922" y="94915"/>
                </a:cubicBezTo>
                <a:cubicBezTo>
                  <a:pt x="856279" y="93693"/>
                  <a:pt x="854968" y="91683"/>
                  <a:pt x="853991" y="88885"/>
                </a:cubicBezTo>
                <a:lnTo>
                  <a:pt x="853725" y="88885"/>
                </a:lnTo>
                <a:cubicBezTo>
                  <a:pt x="848439" y="94171"/>
                  <a:pt x="842198" y="96792"/>
                  <a:pt x="835002" y="96747"/>
                </a:cubicBezTo>
                <a:cubicBezTo>
                  <a:pt x="829893" y="96747"/>
                  <a:pt x="825507" y="95406"/>
                  <a:pt x="821842" y="92724"/>
                </a:cubicBezTo>
                <a:cubicBezTo>
                  <a:pt x="818177" y="90041"/>
                  <a:pt x="816345" y="86442"/>
                  <a:pt x="816345" y="81926"/>
                </a:cubicBezTo>
                <a:cubicBezTo>
                  <a:pt x="816345" y="77342"/>
                  <a:pt x="818188" y="73376"/>
                  <a:pt x="821875" y="70026"/>
                </a:cubicBezTo>
                <a:cubicBezTo>
                  <a:pt x="825562" y="66677"/>
                  <a:pt x="830715" y="64175"/>
                  <a:pt x="837334" y="62522"/>
                </a:cubicBezTo>
                <a:lnTo>
                  <a:pt x="853325" y="58485"/>
                </a:lnTo>
                <a:cubicBezTo>
                  <a:pt x="853858" y="58299"/>
                  <a:pt x="854124" y="57718"/>
                  <a:pt x="854124" y="56742"/>
                </a:cubicBezTo>
                <a:cubicBezTo>
                  <a:pt x="854124" y="51398"/>
                  <a:pt x="853347" y="47645"/>
                  <a:pt x="851792" y="45486"/>
                </a:cubicBezTo>
                <a:cubicBezTo>
                  <a:pt x="850238" y="43324"/>
                  <a:pt x="847883" y="42244"/>
                  <a:pt x="844730" y="42244"/>
                </a:cubicBezTo>
                <a:cubicBezTo>
                  <a:pt x="838466" y="42244"/>
                  <a:pt x="832869" y="45871"/>
                  <a:pt x="827939" y="53127"/>
                </a:cubicBezTo>
                <a:lnTo>
                  <a:pt x="823408" y="52992"/>
                </a:lnTo>
                <a:lnTo>
                  <a:pt x="820676" y="42650"/>
                </a:lnTo>
                <a:lnTo>
                  <a:pt x="821076" y="42096"/>
                </a:lnTo>
                <a:cubicBezTo>
                  <a:pt x="822897" y="40577"/>
                  <a:pt x="826362" y="39090"/>
                  <a:pt x="831470" y="37634"/>
                </a:cubicBezTo>
                <a:cubicBezTo>
                  <a:pt x="836578" y="36176"/>
                  <a:pt x="841398" y="35447"/>
                  <a:pt x="845929" y="35447"/>
                </a:cubicBezTo>
                <a:cubicBezTo>
                  <a:pt x="849616" y="35403"/>
                  <a:pt x="853447" y="35839"/>
                  <a:pt x="857423" y="36757"/>
                </a:cubicBezTo>
                <a:cubicBezTo>
                  <a:pt x="861398" y="37673"/>
                  <a:pt x="864385" y="39026"/>
                  <a:pt x="866384" y="40815"/>
                </a:cubicBezTo>
                <a:cubicBezTo>
                  <a:pt x="870027" y="44045"/>
                  <a:pt x="871848" y="49501"/>
                  <a:pt x="871848" y="57183"/>
                </a:cubicBezTo>
                <a:cubicBezTo>
                  <a:pt x="871848" y="57454"/>
                  <a:pt x="871759" y="61668"/>
                  <a:pt x="871582" y="69826"/>
                </a:cubicBezTo>
                <a:cubicBezTo>
                  <a:pt x="871404" y="77983"/>
                  <a:pt x="871315" y="82850"/>
                  <a:pt x="871315" y="84427"/>
                </a:cubicBezTo>
                <a:close/>
                <a:moveTo>
                  <a:pt x="885359" y="43576"/>
                </a:moveTo>
                <a:cubicBezTo>
                  <a:pt x="884160" y="43576"/>
                  <a:pt x="883582" y="42850"/>
                  <a:pt x="883626" y="41398"/>
                </a:cubicBezTo>
                <a:cubicBezTo>
                  <a:pt x="883626" y="40386"/>
                  <a:pt x="883937" y="39364"/>
                  <a:pt x="884559" y="38331"/>
                </a:cubicBezTo>
                <a:cubicBezTo>
                  <a:pt x="885181" y="37297"/>
                  <a:pt x="885825" y="36780"/>
                  <a:pt x="886492" y="36780"/>
                </a:cubicBezTo>
                <a:lnTo>
                  <a:pt x="894354" y="36780"/>
                </a:lnTo>
                <a:cubicBezTo>
                  <a:pt x="894354" y="31405"/>
                  <a:pt x="894043" y="26830"/>
                  <a:pt x="893421" y="23054"/>
                </a:cubicBezTo>
                <a:lnTo>
                  <a:pt x="893688" y="22588"/>
                </a:lnTo>
                <a:cubicBezTo>
                  <a:pt x="897330" y="21788"/>
                  <a:pt x="903238" y="19745"/>
                  <a:pt x="911411" y="16458"/>
                </a:cubicBezTo>
                <a:cubicBezTo>
                  <a:pt x="912211" y="16458"/>
                  <a:pt x="912633" y="16924"/>
                  <a:pt x="912677" y="17857"/>
                </a:cubicBezTo>
                <a:cubicBezTo>
                  <a:pt x="912233" y="24520"/>
                  <a:pt x="912011" y="30828"/>
                  <a:pt x="912011" y="36780"/>
                </a:cubicBezTo>
                <a:lnTo>
                  <a:pt x="926603" y="36780"/>
                </a:lnTo>
                <a:cubicBezTo>
                  <a:pt x="927314" y="36780"/>
                  <a:pt x="927669" y="37066"/>
                  <a:pt x="927669" y="37638"/>
                </a:cubicBezTo>
                <a:lnTo>
                  <a:pt x="927669" y="41794"/>
                </a:lnTo>
                <a:cubicBezTo>
                  <a:pt x="927669" y="42982"/>
                  <a:pt x="926581" y="43576"/>
                  <a:pt x="924404" y="43576"/>
                </a:cubicBezTo>
                <a:lnTo>
                  <a:pt x="912011" y="43576"/>
                </a:lnTo>
                <a:lnTo>
                  <a:pt x="911678" y="58191"/>
                </a:lnTo>
                <a:cubicBezTo>
                  <a:pt x="911589" y="63173"/>
                  <a:pt x="911545" y="69601"/>
                  <a:pt x="911545" y="77474"/>
                </a:cubicBezTo>
                <a:cubicBezTo>
                  <a:pt x="911545" y="78186"/>
                  <a:pt x="911567" y="78865"/>
                  <a:pt x="911611" y="79511"/>
                </a:cubicBezTo>
                <a:cubicBezTo>
                  <a:pt x="911656" y="80156"/>
                  <a:pt x="911722" y="80802"/>
                  <a:pt x="911811" y="81447"/>
                </a:cubicBezTo>
                <a:cubicBezTo>
                  <a:pt x="911900" y="82091"/>
                  <a:pt x="912022" y="82692"/>
                  <a:pt x="912178" y="83248"/>
                </a:cubicBezTo>
                <a:cubicBezTo>
                  <a:pt x="912333" y="83803"/>
                  <a:pt x="912511" y="84326"/>
                  <a:pt x="912711" y="84816"/>
                </a:cubicBezTo>
                <a:cubicBezTo>
                  <a:pt x="912910" y="85305"/>
                  <a:pt x="913144" y="85739"/>
                  <a:pt x="913410" y="86118"/>
                </a:cubicBezTo>
                <a:cubicBezTo>
                  <a:pt x="913677" y="86495"/>
                  <a:pt x="913965" y="86829"/>
                  <a:pt x="914276" y="87119"/>
                </a:cubicBezTo>
                <a:cubicBezTo>
                  <a:pt x="914587" y="87408"/>
                  <a:pt x="914943" y="87619"/>
                  <a:pt x="915342" y="87752"/>
                </a:cubicBezTo>
                <a:cubicBezTo>
                  <a:pt x="915742" y="87885"/>
                  <a:pt x="916164" y="87952"/>
                  <a:pt x="916608" y="87952"/>
                </a:cubicBezTo>
                <a:cubicBezTo>
                  <a:pt x="919718" y="87952"/>
                  <a:pt x="922361" y="87418"/>
                  <a:pt x="924537" y="86351"/>
                </a:cubicBezTo>
                <a:cubicBezTo>
                  <a:pt x="926092" y="87334"/>
                  <a:pt x="926870" y="89210"/>
                  <a:pt x="926870" y="91981"/>
                </a:cubicBezTo>
                <a:cubicBezTo>
                  <a:pt x="921584" y="95203"/>
                  <a:pt x="914898" y="96792"/>
                  <a:pt x="906814" y="96747"/>
                </a:cubicBezTo>
                <a:cubicBezTo>
                  <a:pt x="902727" y="96747"/>
                  <a:pt x="899496" y="95396"/>
                  <a:pt x="897119" y="92695"/>
                </a:cubicBezTo>
                <a:cubicBezTo>
                  <a:pt x="894743" y="89992"/>
                  <a:pt x="893554" y="86877"/>
                  <a:pt x="893554" y="83348"/>
                </a:cubicBezTo>
                <a:cubicBezTo>
                  <a:pt x="893554" y="78499"/>
                  <a:pt x="893688" y="70603"/>
                  <a:pt x="893954" y="59659"/>
                </a:cubicBezTo>
                <a:lnTo>
                  <a:pt x="894354" y="43576"/>
                </a:lnTo>
                <a:lnTo>
                  <a:pt x="885359" y="43576"/>
                </a:lnTo>
                <a:close/>
                <a:moveTo>
                  <a:pt x="943846" y="19448"/>
                </a:moveTo>
                <a:cubicBezTo>
                  <a:pt x="941892" y="17575"/>
                  <a:pt x="940914" y="15268"/>
                  <a:pt x="940914" y="12526"/>
                </a:cubicBezTo>
                <a:cubicBezTo>
                  <a:pt x="940914" y="9785"/>
                  <a:pt x="941892" y="7479"/>
                  <a:pt x="943846" y="5607"/>
                </a:cubicBezTo>
                <a:cubicBezTo>
                  <a:pt x="945801" y="3735"/>
                  <a:pt x="948233" y="2798"/>
                  <a:pt x="951142" y="2798"/>
                </a:cubicBezTo>
                <a:cubicBezTo>
                  <a:pt x="954052" y="2798"/>
                  <a:pt x="956484" y="3735"/>
                  <a:pt x="958438" y="5607"/>
                </a:cubicBezTo>
                <a:cubicBezTo>
                  <a:pt x="960393" y="7479"/>
                  <a:pt x="961370" y="9785"/>
                  <a:pt x="961370" y="12526"/>
                </a:cubicBezTo>
                <a:cubicBezTo>
                  <a:pt x="961370" y="15268"/>
                  <a:pt x="960393" y="17575"/>
                  <a:pt x="958438" y="19448"/>
                </a:cubicBezTo>
                <a:cubicBezTo>
                  <a:pt x="956484" y="21319"/>
                  <a:pt x="954052" y="22255"/>
                  <a:pt x="951142" y="22255"/>
                </a:cubicBezTo>
                <a:cubicBezTo>
                  <a:pt x="948233" y="22255"/>
                  <a:pt x="945801" y="21319"/>
                  <a:pt x="943846" y="19448"/>
                </a:cubicBezTo>
                <a:moveTo>
                  <a:pt x="942114" y="63328"/>
                </a:moveTo>
                <a:cubicBezTo>
                  <a:pt x="942114" y="50654"/>
                  <a:pt x="941669" y="41849"/>
                  <a:pt x="940781" y="36913"/>
                </a:cubicBezTo>
                <a:lnTo>
                  <a:pt x="941181" y="36380"/>
                </a:lnTo>
                <a:cubicBezTo>
                  <a:pt x="941625" y="36380"/>
                  <a:pt x="943013" y="36447"/>
                  <a:pt x="945345" y="36580"/>
                </a:cubicBezTo>
                <a:cubicBezTo>
                  <a:pt x="947677" y="36713"/>
                  <a:pt x="949510" y="36780"/>
                  <a:pt x="950842" y="36780"/>
                </a:cubicBezTo>
                <a:cubicBezTo>
                  <a:pt x="953108" y="36780"/>
                  <a:pt x="956261" y="36558"/>
                  <a:pt x="960304" y="36114"/>
                </a:cubicBezTo>
                <a:cubicBezTo>
                  <a:pt x="961103" y="36114"/>
                  <a:pt x="961503" y="36580"/>
                  <a:pt x="961503" y="37513"/>
                </a:cubicBezTo>
                <a:cubicBezTo>
                  <a:pt x="960615" y="48630"/>
                  <a:pt x="960170" y="56724"/>
                  <a:pt x="960170" y="61793"/>
                </a:cubicBezTo>
                <a:lnTo>
                  <a:pt x="960170" y="70799"/>
                </a:lnTo>
                <a:cubicBezTo>
                  <a:pt x="960170" y="80716"/>
                  <a:pt x="960615" y="88921"/>
                  <a:pt x="961503" y="95415"/>
                </a:cubicBezTo>
                <a:lnTo>
                  <a:pt x="961237" y="95814"/>
                </a:lnTo>
                <a:cubicBezTo>
                  <a:pt x="957150" y="95548"/>
                  <a:pt x="953785" y="95415"/>
                  <a:pt x="951142" y="95415"/>
                </a:cubicBezTo>
                <a:cubicBezTo>
                  <a:pt x="948499" y="95415"/>
                  <a:pt x="945134" y="95548"/>
                  <a:pt x="941048" y="95814"/>
                </a:cubicBezTo>
                <a:lnTo>
                  <a:pt x="940781" y="95415"/>
                </a:lnTo>
                <a:cubicBezTo>
                  <a:pt x="941669" y="89233"/>
                  <a:pt x="942114" y="81028"/>
                  <a:pt x="942114" y="70799"/>
                </a:cubicBezTo>
                <a:lnTo>
                  <a:pt x="942114" y="63328"/>
                </a:lnTo>
                <a:close/>
                <a:moveTo>
                  <a:pt x="977207" y="67399"/>
                </a:moveTo>
                <a:cubicBezTo>
                  <a:pt x="977207" y="57126"/>
                  <a:pt x="980227" y="49211"/>
                  <a:pt x="986268" y="43653"/>
                </a:cubicBezTo>
                <a:cubicBezTo>
                  <a:pt x="992310" y="38094"/>
                  <a:pt x="1000394" y="35358"/>
                  <a:pt x="1010522" y="35447"/>
                </a:cubicBezTo>
                <a:cubicBezTo>
                  <a:pt x="1021538" y="35447"/>
                  <a:pt x="1029745" y="38271"/>
                  <a:pt x="1035142" y="43920"/>
                </a:cubicBezTo>
                <a:cubicBezTo>
                  <a:pt x="1040539" y="49567"/>
                  <a:pt x="1043237" y="56992"/>
                  <a:pt x="1043237" y="66197"/>
                </a:cubicBezTo>
                <a:cubicBezTo>
                  <a:pt x="1043237" y="75668"/>
                  <a:pt x="1040328" y="83128"/>
                  <a:pt x="1034509" y="88577"/>
                </a:cubicBezTo>
                <a:cubicBezTo>
                  <a:pt x="1028690" y="94024"/>
                  <a:pt x="1020605" y="96747"/>
                  <a:pt x="1010255" y="96747"/>
                </a:cubicBezTo>
                <a:cubicBezTo>
                  <a:pt x="1000083" y="96747"/>
                  <a:pt x="992032" y="94135"/>
                  <a:pt x="986102" y="88910"/>
                </a:cubicBezTo>
                <a:cubicBezTo>
                  <a:pt x="980172" y="83685"/>
                  <a:pt x="977207" y="76514"/>
                  <a:pt x="977207" y="67399"/>
                </a:cubicBezTo>
                <a:moveTo>
                  <a:pt x="1009522" y="42244"/>
                </a:moveTo>
                <a:cubicBezTo>
                  <a:pt x="1005791" y="42244"/>
                  <a:pt x="1002926" y="43344"/>
                  <a:pt x="1000927" y="45546"/>
                </a:cubicBezTo>
                <a:cubicBezTo>
                  <a:pt x="998928" y="47748"/>
                  <a:pt x="997707" y="50261"/>
                  <a:pt x="997262" y="53086"/>
                </a:cubicBezTo>
                <a:cubicBezTo>
                  <a:pt x="996818" y="55910"/>
                  <a:pt x="996596" y="59636"/>
                  <a:pt x="996596" y="64263"/>
                </a:cubicBezTo>
                <a:cubicBezTo>
                  <a:pt x="996596" y="81388"/>
                  <a:pt x="1001771" y="89951"/>
                  <a:pt x="1012121" y="89951"/>
                </a:cubicBezTo>
                <a:cubicBezTo>
                  <a:pt x="1019939" y="89951"/>
                  <a:pt x="1023848" y="83257"/>
                  <a:pt x="1023848" y="69868"/>
                </a:cubicBezTo>
                <a:cubicBezTo>
                  <a:pt x="1023848" y="59948"/>
                  <a:pt x="1022848" y="52865"/>
                  <a:pt x="1020850" y="48617"/>
                </a:cubicBezTo>
                <a:cubicBezTo>
                  <a:pt x="1018851" y="44368"/>
                  <a:pt x="1015075" y="42244"/>
                  <a:pt x="1009522" y="42244"/>
                </a:cubicBezTo>
                <a:close/>
                <a:moveTo>
                  <a:pt x="1118740" y="70795"/>
                </a:moveTo>
                <a:cubicBezTo>
                  <a:pt x="1118740" y="80803"/>
                  <a:pt x="1119228" y="89010"/>
                  <a:pt x="1120206" y="95415"/>
                </a:cubicBezTo>
                <a:lnTo>
                  <a:pt x="1119939" y="95814"/>
                </a:lnTo>
                <a:cubicBezTo>
                  <a:pt x="1115941" y="95548"/>
                  <a:pt x="1112388" y="95415"/>
                  <a:pt x="1109278" y="95415"/>
                </a:cubicBezTo>
                <a:lnTo>
                  <a:pt x="1100150" y="95814"/>
                </a:lnTo>
                <a:lnTo>
                  <a:pt x="1099883" y="95415"/>
                </a:lnTo>
                <a:cubicBezTo>
                  <a:pt x="1100416" y="90566"/>
                  <a:pt x="1100683" y="82359"/>
                  <a:pt x="1100683" y="70795"/>
                </a:cubicBezTo>
                <a:lnTo>
                  <a:pt x="1100683" y="58651"/>
                </a:lnTo>
                <a:cubicBezTo>
                  <a:pt x="1100683" y="50200"/>
                  <a:pt x="1098329" y="45975"/>
                  <a:pt x="1093620" y="45975"/>
                </a:cubicBezTo>
                <a:cubicBezTo>
                  <a:pt x="1088601" y="45975"/>
                  <a:pt x="1083315" y="49600"/>
                  <a:pt x="1077762" y="56850"/>
                </a:cubicBezTo>
                <a:lnTo>
                  <a:pt x="1077762" y="70795"/>
                </a:lnTo>
                <a:cubicBezTo>
                  <a:pt x="1077762" y="80981"/>
                  <a:pt x="1078029" y="89187"/>
                  <a:pt x="1078562" y="95415"/>
                </a:cubicBezTo>
                <a:lnTo>
                  <a:pt x="1078162" y="95814"/>
                </a:lnTo>
                <a:cubicBezTo>
                  <a:pt x="1075630" y="95548"/>
                  <a:pt x="1072809" y="95415"/>
                  <a:pt x="1069700" y="95415"/>
                </a:cubicBezTo>
                <a:lnTo>
                  <a:pt x="1058506" y="95814"/>
                </a:lnTo>
                <a:lnTo>
                  <a:pt x="1058239" y="95415"/>
                </a:lnTo>
                <a:cubicBezTo>
                  <a:pt x="1059261" y="89144"/>
                  <a:pt x="1059772" y="80939"/>
                  <a:pt x="1059772" y="70799"/>
                </a:cubicBezTo>
                <a:lnTo>
                  <a:pt x="1059772" y="63328"/>
                </a:lnTo>
                <a:cubicBezTo>
                  <a:pt x="1059772" y="51233"/>
                  <a:pt x="1059261" y="42384"/>
                  <a:pt x="1058239" y="36780"/>
                </a:cubicBezTo>
                <a:lnTo>
                  <a:pt x="1058506" y="36380"/>
                </a:lnTo>
                <a:cubicBezTo>
                  <a:pt x="1066324" y="36735"/>
                  <a:pt x="1072254" y="36602"/>
                  <a:pt x="1076296" y="35980"/>
                </a:cubicBezTo>
                <a:cubicBezTo>
                  <a:pt x="1076918" y="35980"/>
                  <a:pt x="1077318" y="36436"/>
                  <a:pt x="1077496" y="37346"/>
                </a:cubicBezTo>
                <a:cubicBezTo>
                  <a:pt x="1077673" y="38257"/>
                  <a:pt x="1077762" y="41578"/>
                  <a:pt x="1077762" y="47310"/>
                </a:cubicBezTo>
                <a:lnTo>
                  <a:pt x="1078295" y="47709"/>
                </a:lnTo>
                <a:cubicBezTo>
                  <a:pt x="1081405" y="43800"/>
                  <a:pt x="1084869" y="40780"/>
                  <a:pt x="1088689" y="38648"/>
                </a:cubicBezTo>
                <a:cubicBezTo>
                  <a:pt x="1092510" y="36514"/>
                  <a:pt x="1096196" y="35447"/>
                  <a:pt x="1099750" y="35447"/>
                </a:cubicBezTo>
                <a:cubicBezTo>
                  <a:pt x="1106013" y="35447"/>
                  <a:pt x="1110744" y="37059"/>
                  <a:pt x="1113942" y="40282"/>
                </a:cubicBezTo>
                <a:cubicBezTo>
                  <a:pt x="1117141" y="43504"/>
                  <a:pt x="1118740" y="48626"/>
                  <a:pt x="1118740" y="55649"/>
                </a:cubicBezTo>
                <a:lnTo>
                  <a:pt x="1118740" y="707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C3F9E-87BB-461A-822C-3CB6790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311758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823"/>
                </a:moveTo>
                <a:cubicBezTo>
                  <a:pt x="0" y="17792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06" y="548212"/>
                  <a:pt x="1475350" y="548212"/>
                </a:cubicBezTo>
                <a:lnTo>
                  <a:pt x="39823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D76BE-27AA-4348-939B-09C07F0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311758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823"/>
                </a:moveTo>
                <a:cubicBezTo>
                  <a:pt x="0" y="17792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06" y="548212"/>
                  <a:pt x="1475350" y="548212"/>
                </a:cubicBezTo>
                <a:lnTo>
                  <a:pt x="39823" y="548212"/>
                </a:lnTo>
                <a:cubicBezTo>
                  <a:pt x="17792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315" name="Text IssueReport+">
            <a:extLst xmlns:a="http://schemas.openxmlformats.org/drawingml/2006/main">
              <a:ext uri="{FF2B5EF4-FFF2-40B4-BE49-F238E27FC236}">
                <a16:creationId xmlns:a16="http://schemas.microsoft.com/office/drawing/2014/main" id="{DD3960D3-8525-483A-95C0-CFEEFE15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525" y="2540592"/>
            <a:ext cx="927591" cy="124433"/>
          </a:xfrm>
          <a:custGeom xmlns:a="http://schemas.openxmlformats.org/drawingml/2006/main">
            <a:pathLst>
              <a:path w="927591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6" y="78142"/>
                  <a:pt x="52945" y="80887"/>
                  <a:pt x="55385" y="82761"/>
                </a:cubicBezTo>
                <a:cubicBezTo>
                  <a:pt x="57825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5" y="82915"/>
                </a:cubicBezTo>
                <a:cubicBezTo>
                  <a:pt x="78187" y="81674"/>
                  <a:pt x="79007" y="80013"/>
                  <a:pt x="79007" y="77931"/>
                </a:cubicBezTo>
                <a:cubicBezTo>
                  <a:pt x="79007" y="76512"/>
                  <a:pt x="78564" y="75338"/>
                  <a:pt x="77677" y="74408"/>
                </a:cubicBezTo>
                <a:cubicBezTo>
                  <a:pt x="76745" y="73522"/>
                  <a:pt x="74660" y="72703"/>
                  <a:pt x="71422" y="71950"/>
                </a:cubicBezTo>
                <a:cubicBezTo>
                  <a:pt x="56339" y="68629"/>
                  <a:pt x="46779" y="65594"/>
                  <a:pt x="42742" y="62846"/>
                </a:cubicBezTo>
                <a:cubicBezTo>
                  <a:pt x="37153" y="59034"/>
                  <a:pt x="34358" y="53738"/>
                  <a:pt x="34358" y="46958"/>
                </a:cubicBezTo>
                <a:cubicBezTo>
                  <a:pt x="34358" y="40841"/>
                  <a:pt x="36776" y="35700"/>
                  <a:pt x="41611" y="31534"/>
                </a:cubicBezTo>
                <a:cubicBezTo>
                  <a:pt x="46446" y="27369"/>
                  <a:pt x="53943" y="25286"/>
                  <a:pt x="64102" y="25286"/>
                </a:cubicBezTo>
                <a:cubicBezTo>
                  <a:pt x="73773" y="25286"/>
                  <a:pt x="80959" y="26855"/>
                  <a:pt x="85662" y="29994"/>
                </a:cubicBezTo>
                <a:cubicBezTo>
                  <a:pt x="90364" y="33132"/>
                  <a:pt x="93602" y="37773"/>
                  <a:pt x="95377" y="43917"/>
                </a:cubicBezTo>
                <a:lnTo>
                  <a:pt x="77743" y="47244"/>
                </a:lnTo>
                <a:cubicBezTo>
                  <a:pt x="76989" y="44494"/>
                  <a:pt x="75558" y="42387"/>
                  <a:pt x="73451" y="40923"/>
                </a:cubicBezTo>
                <a:cubicBezTo>
                  <a:pt x="71344" y="39459"/>
                  <a:pt x="68339" y="38727"/>
                  <a:pt x="64435" y="38727"/>
                </a:cubicBezTo>
                <a:cubicBezTo>
                  <a:pt x="59511" y="38727"/>
                  <a:pt x="55984" y="39414"/>
                  <a:pt x="53855" y="40788"/>
                </a:cubicBezTo>
                <a:cubicBezTo>
                  <a:pt x="52435" y="41761"/>
                  <a:pt x="51725" y="43023"/>
                  <a:pt x="51725" y="44575"/>
                </a:cubicBezTo>
                <a:cubicBezTo>
                  <a:pt x="51725" y="45903"/>
                  <a:pt x="52346" y="47032"/>
                  <a:pt x="53589" y="47962"/>
                </a:cubicBezTo>
                <a:cubicBezTo>
                  <a:pt x="55274" y="49203"/>
                  <a:pt x="61097" y="50953"/>
                  <a:pt x="71056" y="53212"/>
                </a:cubicBezTo>
                <a:cubicBezTo>
                  <a:pt x="81015" y="55472"/>
                  <a:pt x="87968" y="58244"/>
                  <a:pt x="91916" y="61528"/>
                </a:cubicBezTo>
                <a:cubicBezTo>
                  <a:pt x="95820" y="64858"/>
                  <a:pt x="97772" y="69496"/>
                  <a:pt x="97772" y="75444"/>
                </a:cubicBezTo>
                <a:cubicBezTo>
                  <a:pt x="97772" y="81924"/>
                  <a:pt x="95066" y="87495"/>
                  <a:pt x="89654" y="92156"/>
                </a:cubicBezTo>
                <a:cubicBezTo>
                  <a:pt x="84242" y="96817"/>
                  <a:pt x="76235" y="99147"/>
                  <a:pt x="65633" y="99147"/>
                </a:cubicBezTo>
                <a:cubicBezTo>
                  <a:pt x="56006" y="99147"/>
                  <a:pt x="48387" y="97201"/>
                  <a:pt x="42776" y="93310"/>
                </a:cubicBezTo>
                <a:cubicBezTo>
                  <a:pt x="37164" y="89417"/>
                  <a:pt x="33493" y="84132"/>
                  <a:pt x="31763" y="77454"/>
                </a:cubicBezTo>
                <a:close/>
                <a:moveTo>
                  <a:pt x="107533" y="77454"/>
                </a:moveTo>
                <a:lnTo>
                  <a:pt x="126298" y="74527"/>
                </a:lnTo>
                <a:cubicBezTo>
                  <a:pt x="127096" y="78142"/>
                  <a:pt x="128716" y="80887"/>
                  <a:pt x="131155" y="82761"/>
                </a:cubicBezTo>
                <a:cubicBezTo>
                  <a:pt x="133595" y="84635"/>
                  <a:pt x="137011" y="85572"/>
                  <a:pt x="141403" y="85572"/>
                </a:cubicBezTo>
                <a:cubicBezTo>
                  <a:pt x="146238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5" y="73522"/>
                  <a:pt x="150430" y="72703"/>
                  <a:pt x="147192" y="71950"/>
                </a:cubicBezTo>
                <a:cubicBezTo>
                  <a:pt x="132109" y="68629"/>
                  <a:pt x="122549" y="65594"/>
                  <a:pt x="118513" y="62846"/>
                </a:cubicBezTo>
                <a:cubicBezTo>
                  <a:pt x="112923" y="59034"/>
                  <a:pt x="110128" y="53738"/>
                  <a:pt x="110128" y="46958"/>
                </a:cubicBezTo>
                <a:cubicBezTo>
                  <a:pt x="110128" y="40841"/>
                  <a:pt x="112546" y="35700"/>
                  <a:pt x="117381" y="31534"/>
                </a:cubicBezTo>
                <a:cubicBezTo>
                  <a:pt x="122217" y="27369"/>
                  <a:pt x="129714" y="25286"/>
                  <a:pt x="139872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2" y="37773"/>
                  <a:pt x="171147" y="43917"/>
                </a:cubicBezTo>
                <a:lnTo>
                  <a:pt x="153513" y="47244"/>
                </a:lnTo>
                <a:cubicBezTo>
                  <a:pt x="152759" y="44494"/>
                  <a:pt x="151329" y="42387"/>
                  <a:pt x="149222" y="40923"/>
                </a:cubicBezTo>
                <a:cubicBezTo>
                  <a:pt x="147114" y="39459"/>
                  <a:pt x="144109" y="38727"/>
                  <a:pt x="140205" y="38727"/>
                </a:cubicBezTo>
                <a:cubicBezTo>
                  <a:pt x="135281" y="38727"/>
                  <a:pt x="131754" y="39414"/>
                  <a:pt x="129625" y="40788"/>
                </a:cubicBezTo>
                <a:cubicBezTo>
                  <a:pt x="128205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2" y="69496"/>
                  <a:pt x="173542" y="75444"/>
                </a:cubicBezTo>
                <a:cubicBezTo>
                  <a:pt x="173542" y="81924"/>
                  <a:pt x="170836" y="87495"/>
                  <a:pt x="165424" y="92156"/>
                </a:cubicBezTo>
                <a:cubicBezTo>
                  <a:pt x="160012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3" y="84132"/>
                  <a:pt x="107533" y="77454"/>
                </a:cubicBezTo>
                <a:close/>
                <a:moveTo>
                  <a:pt x="235996" y="97550"/>
                </a:moveTo>
                <a:lnTo>
                  <a:pt x="235996" y="86970"/>
                </a:lnTo>
                <a:cubicBezTo>
                  <a:pt x="233423" y="90740"/>
                  <a:pt x="230041" y="93713"/>
                  <a:pt x="225849" y="95886"/>
                </a:cubicBezTo>
                <a:cubicBezTo>
                  <a:pt x="221657" y="98060"/>
                  <a:pt x="217232" y="99147"/>
                  <a:pt x="212574" y="99147"/>
                </a:cubicBezTo>
                <a:cubicBezTo>
                  <a:pt x="207827" y="99147"/>
                  <a:pt x="203568" y="98104"/>
                  <a:pt x="199798" y="96019"/>
                </a:cubicBezTo>
                <a:cubicBezTo>
                  <a:pt x="196027" y="93934"/>
                  <a:pt x="193299" y="91007"/>
                  <a:pt x="191613" y="87236"/>
                </a:cubicBezTo>
                <a:cubicBezTo>
                  <a:pt x="189927" y="83465"/>
                  <a:pt x="189084" y="78253"/>
                  <a:pt x="189084" y="71599"/>
                </a:cubicBezTo>
                <a:lnTo>
                  <a:pt x="189084" y="26883"/>
                </a:lnTo>
                <a:lnTo>
                  <a:pt x="207783" y="26883"/>
                </a:lnTo>
                <a:lnTo>
                  <a:pt x="207783" y="59280"/>
                </a:lnTo>
                <a:cubicBezTo>
                  <a:pt x="207783" y="69195"/>
                  <a:pt x="208126" y="75270"/>
                  <a:pt x="208814" y="77504"/>
                </a:cubicBezTo>
                <a:cubicBezTo>
                  <a:pt x="209502" y="79739"/>
                  <a:pt x="210755" y="81509"/>
                  <a:pt x="212574" y="82815"/>
                </a:cubicBezTo>
                <a:cubicBezTo>
                  <a:pt x="214392" y="84121"/>
                  <a:pt x="216699" y="84774"/>
                  <a:pt x="219494" y="84774"/>
                </a:cubicBezTo>
                <a:cubicBezTo>
                  <a:pt x="222688" y="84774"/>
                  <a:pt x="225549" y="83900"/>
                  <a:pt x="228078" y="82152"/>
                </a:cubicBezTo>
                <a:cubicBezTo>
                  <a:pt x="230606" y="80404"/>
                  <a:pt x="232336" y="78235"/>
                  <a:pt x="233268" y="75645"/>
                </a:cubicBezTo>
                <a:cubicBezTo>
                  <a:pt x="234200" y="73056"/>
                  <a:pt x="234665" y="66715"/>
                  <a:pt x="234665" y="56625"/>
                </a:cubicBezTo>
                <a:lnTo>
                  <a:pt x="234665" y="26883"/>
                </a:lnTo>
                <a:lnTo>
                  <a:pt x="253364" y="26883"/>
                </a:lnTo>
                <a:lnTo>
                  <a:pt x="253364" y="97550"/>
                </a:lnTo>
                <a:lnTo>
                  <a:pt x="235996" y="97550"/>
                </a:lnTo>
                <a:close/>
                <a:moveTo>
                  <a:pt x="313672" y="75059"/>
                </a:moveTo>
                <a:lnTo>
                  <a:pt x="332303" y="78253"/>
                </a:lnTo>
                <a:cubicBezTo>
                  <a:pt x="329908" y="85062"/>
                  <a:pt x="326126" y="90247"/>
                  <a:pt x="320958" y="93807"/>
                </a:cubicBezTo>
                <a:cubicBezTo>
                  <a:pt x="315790" y="97367"/>
                  <a:pt x="309324" y="99147"/>
                  <a:pt x="301561" y="99147"/>
                </a:cubicBezTo>
                <a:cubicBezTo>
                  <a:pt x="289273" y="99147"/>
                  <a:pt x="280179" y="95132"/>
                  <a:pt x="274279" y="87103"/>
                </a:cubicBezTo>
                <a:cubicBezTo>
                  <a:pt x="269621" y="80671"/>
                  <a:pt x="267292" y="72552"/>
                  <a:pt x="267292" y="62749"/>
                </a:cubicBezTo>
                <a:cubicBezTo>
                  <a:pt x="267292" y="51037"/>
                  <a:pt x="270353" y="41866"/>
                  <a:pt x="276475" y="35234"/>
                </a:cubicBezTo>
                <a:cubicBezTo>
                  <a:pt x="282597" y="28602"/>
                  <a:pt x="290338" y="25286"/>
                  <a:pt x="299698" y="25286"/>
                </a:cubicBezTo>
                <a:cubicBezTo>
                  <a:pt x="310212" y="25286"/>
                  <a:pt x="318507" y="28757"/>
                  <a:pt x="324585" y="35700"/>
                </a:cubicBezTo>
                <a:cubicBezTo>
                  <a:pt x="330662" y="42642"/>
                  <a:pt x="333568" y="53278"/>
                  <a:pt x="333301" y="67606"/>
                </a:cubicBezTo>
                <a:lnTo>
                  <a:pt x="286456" y="67606"/>
                </a:lnTo>
                <a:cubicBezTo>
                  <a:pt x="286589" y="73151"/>
                  <a:pt x="288098" y="77465"/>
                  <a:pt x="290981" y="80549"/>
                </a:cubicBezTo>
                <a:cubicBezTo>
                  <a:pt x="293865" y="83632"/>
                  <a:pt x="297458" y="85173"/>
                  <a:pt x="301761" y="85173"/>
                </a:cubicBezTo>
                <a:cubicBezTo>
                  <a:pt x="304689" y="85173"/>
                  <a:pt x="307151" y="84375"/>
                  <a:pt x="309147" y="82778"/>
                </a:cubicBezTo>
                <a:cubicBezTo>
                  <a:pt x="311143" y="81181"/>
                  <a:pt x="312651" y="78608"/>
                  <a:pt x="313672" y="75059"/>
                </a:cubicBezTo>
                <a:moveTo>
                  <a:pt x="314736" y="56161"/>
                </a:moveTo>
                <a:cubicBezTo>
                  <a:pt x="314603" y="50771"/>
                  <a:pt x="313206" y="46673"/>
                  <a:pt x="310544" y="43867"/>
                </a:cubicBezTo>
                <a:cubicBezTo>
                  <a:pt x="307883" y="41062"/>
                  <a:pt x="304644" y="39659"/>
                  <a:pt x="300829" y="39659"/>
                </a:cubicBezTo>
                <a:cubicBezTo>
                  <a:pt x="296748" y="39659"/>
                  <a:pt x="293377" y="41139"/>
                  <a:pt x="290715" y="44098"/>
                </a:cubicBezTo>
                <a:cubicBezTo>
                  <a:pt x="288053" y="47059"/>
                  <a:pt x="286745" y="51080"/>
                  <a:pt x="286789" y="56161"/>
                </a:cubicBezTo>
                <a:lnTo>
                  <a:pt x="314736" y="56161"/>
                </a:lnTo>
                <a:close/>
                <a:moveTo>
                  <a:pt x="386604" y="97550"/>
                </a:moveTo>
                <a:lnTo>
                  <a:pt x="386604" y="0"/>
                </a:lnTo>
                <a:lnTo>
                  <a:pt x="428059" y="0"/>
                </a:lnTo>
                <a:cubicBezTo>
                  <a:pt x="438484" y="0"/>
                  <a:pt x="446059" y="876"/>
                  <a:pt x="450783" y="2628"/>
                </a:cubicBezTo>
                <a:cubicBezTo>
                  <a:pt x="455508" y="4381"/>
                  <a:pt x="459289" y="7497"/>
                  <a:pt x="462129" y="11977"/>
                </a:cubicBezTo>
                <a:cubicBezTo>
                  <a:pt x="464968" y="16458"/>
                  <a:pt x="466387" y="21582"/>
                  <a:pt x="466387" y="27349"/>
                </a:cubicBezTo>
                <a:cubicBezTo>
                  <a:pt x="466387" y="34668"/>
                  <a:pt x="464236" y="40712"/>
                  <a:pt x="459933" y="45481"/>
                </a:cubicBezTo>
                <a:cubicBezTo>
                  <a:pt x="455630" y="50250"/>
                  <a:pt x="449197" y="53255"/>
                  <a:pt x="440636" y="54498"/>
                </a:cubicBezTo>
                <a:cubicBezTo>
                  <a:pt x="444894" y="56982"/>
                  <a:pt x="448410" y="59710"/>
                  <a:pt x="451182" y="62682"/>
                </a:cubicBezTo>
                <a:cubicBezTo>
                  <a:pt x="453955" y="65654"/>
                  <a:pt x="457692" y="70933"/>
                  <a:pt x="462395" y="78519"/>
                </a:cubicBezTo>
                <a:lnTo>
                  <a:pt x="474306" y="97550"/>
                </a:lnTo>
                <a:lnTo>
                  <a:pt x="450750" y="97550"/>
                </a:lnTo>
                <a:lnTo>
                  <a:pt x="436510" y="76317"/>
                </a:lnTo>
                <a:cubicBezTo>
                  <a:pt x="431453" y="68734"/>
                  <a:pt x="427993" y="63956"/>
                  <a:pt x="426130" y="61983"/>
                </a:cubicBezTo>
                <a:cubicBezTo>
                  <a:pt x="424266" y="60009"/>
                  <a:pt x="422292" y="58656"/>
                  <a:pt x="420207" y="57924"/>
                </a:cubicBezTo>
                <a:cubicBezTo>
                  <a:pt x="418122" y="57192"/>
                  <a:pt x="414818" y="56826"/>
                  <a:pt x="410293" y="56826"/>
                </a:cubicBezTo>
                <a:lnTo>
                  <a:pt x="406300" y="56826"/>
                </a:lnTo>
                <a:lnTo>
                  <a:pt x="406300" y="97550"/>
                </a:lnTo>
                <a:lnTo>
                  <a:pt x="386604" y="97550"/>
                </a:lnTo>
                <a:moveTo>
                  <a:pt x="406300" y="41256"/>
                </a:moveTo>
                <a:lnTo>
                  <a:pt x="420873" y="41256"/>
                </a:lnTo>
                <a:cubicBezTo>
                  <a:pt x="430322" y="41256"/>
                  <a:pt x="436222" y="40856"/>
                  <a:pt x="438573" y="40058"/>
                </a:cubicBezTo>
                <a:cubicBezTo>
                  <a:pt x="440924" y="39259"/>
                  <a:pt x="442765" y="37884"/>
                  <a:pt x="444096" y="35932"/>
                </a:cubicBezTo>
                <a:cubicBezTo>
                  <a:pt x="445427" y="33981"/>
                  <a:pt x="446092" y="31541"/>
                  <a:pt x="446092" y="28613"/>
                </a:cubicBezTo>
                <a:cubicBezTo>
                  <a:pt x="446092" y="25330"/>
                  <a:pt x="445216" y="22680"/>
                  <a:pt x="443464" y="20661"/>
                </a:cubicBezTo>
                <a:cubicBezTo>
                  <a:pt x="441711" y="18643"/>
                  <a:pt x="439238" y="17367"/>
                  <a:pt x="436044" y="16835"/>
                </a:cubicBezTo>
                <a:cubicBezTo>
                  <a:pt x="434447" y="16613"/>
                  <a:pt x="429656" y="16502"/>
                  <a:pt x="421671" y="16502"/>
                </a:cubicBezTo>
                <a:lnTo>
                  <a:pt x="406300" y="16502"/>
                </a:lnTo>
                <a:lnTo>
                  <a:pt x="406300" y="41256"/>
                </a:lnTo>
                <a:close/>
                <a:moveTo>
                  <a:pt x="525720" y="75059"/>
                </a:moveTo>
                <a:lnTo>
                  <a:pt x="544351" y="78253"/>
                </a:lnTo>
                <a:cubicBezTo>
                  <a:pt x="541956" y="85062"/>
                  <a:pt x="538174" y="90247"/>
                  <a:pt x="533006" y="93807"/>
                </a:cubicBezTo>
                <a:cubicBezTo>
                  <a:pt x="527838" y="97367"/>
                  <a:pt x="521372" y="99147"/>
                  <a:pt x="513609" y="99147"/>
                </a:cubicBezTo>
                <a:cubicBezTo>
                  <a:pt x="501321" y="99147"/>
                  <a:pt x="492227" y="95132"/>
                  <a:pt x="486327" y="87103"/>
                </a:cubicBezTo>
                <a:cubicBezTo>
                  <a:pt x="481669" y="80671"/>
                  <a:pt x="479340" y="72552"/>
                  <a:pt x="479340" y="62749"/>
                </a:cubicBezTo>
                <a:cubicBezTo>
                  <a:pt x="479340" y="51037"/>
                  <a:pt x="482401" y="41866"/>
                  <a:pt x="488523" y="35234"/>
                </a:cubicBezTo>
                <a:cubicBezTo>
                  <a:pt x="494645" y="28602"/>
                  <a:pt x="502386" y="25286"/>
                  <a:pt x="511746" y="25286"/>
                </a:cubicBezTo>
                <a:cubicBezTo>
                  <a:pt x="522259" y="25286"/>
                  <a:pt x="530555" y="28757"/>
                  <a:pt x="536632" y="35700"/>
                </a:cubicBezTo>
                <a:cubicBezTo>
                  <a:pt x="542710" y="42642"/>
                  <a:pt x="545616" y="53278"/>
                  <a:pt x="545349" y="67606"/>
                </a:cubicBezTo>
                <a:lnTo>
                  <a:pt x="498504" y="67606"/>
                </a:lnTo>
                <a:cubicBezTo>
                  <a:pt x="498637" y="73151"/>
                  <a:pt x="500146" y="77465"/>
                  <a:pt x="503029" y="80549"/>
                </a:cubicBezTo>
                <a:cubicBezTo>
                  <a:pt x="505912" y="83632"/>
                  <a:pt x="509506" y="85173"/>
                  <a:pt x="513809" y="85173"/>
                </a:cubicBezTo>
                <a:cubicBezTo>
                  <a:pt x="516737" y="85173"/>
                  <a:pt x="519199" y="84375"/>
                  <a:pt x="521195" y="82778"/>
                </a:cubicBezTo>
                <a:cubicBezTo>
                  <a:pt x="523191" y="81181"/>
                  <a:pt x="524699" y="78608"/>
                  <a:pt x="525720" y="75059"/>
                </a:cubicBezTo>
                <a:moveTo>
                  <a:pt x="526784" y="56161"/>
                </a:moveTo>
                <a:cubicBezTo>
                  <a:pt x="526651" y="50771"/>
                  <a:pt x="525254" y="46673"/>
                  <a:pt x="522592" y="43867"/>
                </a:cubicBezTo>
                <a:cubicBezTo>
                  <a:pt x="519931" y="41062"/>
                  <a:pt x="516692" y="39659"/>
                  <a:pt x="512877" y="39659"/>
                </a:cubicBezTo>
                <a:cubicBezTo>
                  <a:pt x="508796" y="39659"/>
                  <a:pt x="505424" y="41139"/>
                  <a:pt x="502763" y="44098"/>
                </a:cubicBezTo>
                <a:cubicBezTo>
                  <a:pt x="500101" y="47059"/>
                  <a:pt x="498793" y="51080"/>
                  <a:pt x="498837" y="56161"/>
                </a:cubicBezTo>
                <a:lnTo>
                  <a:pt x="526784" y="56161"/>
                </a:lnTo>
                <a:close/>
                <a:moveTo>
                  <a:pt x="559626" y="26883"/>
                </a:moveTo>
                <a:lnTo>
                  <a:pt x="577060" y="26883"/>
                </a:lnTo>
                <a:lnTo>
                  <a:pt x="577060" y="37263"/>
                </a:lnTo>
                <a:cubicBezTo>
                  <a:pt x="579322" y="33714"/>
                  <a:pt x="582383" y="30831"/>
                  <a:pt x="586243" y="28613"/>
                </a:cubicBezTo>
                <a:cubicBezTo>
                  <a:pt x="590102" y="26395"/>
                  <a:pt x="594383" y="25286"/>
                  <a:pt x="599085" y="25286"/>
                </a:cubicBezTo>
                <a:cubicBezTo>
                  <a:pt x="607292" y="25286"/>
                  <a:pt x="614257" y="28502"/>
                  <a:pt x="619979" y="34934"/>
                </a:cubicBezTo>
                <a:cubicBezTo>
                  <a:pt x="625702" y="41367"/>
                  <a:pt x="628563" y="50328"/>
                  <a:pt x="628563" y="61817"/>
                </a:cubicBezTo>
                <a:cubicBezTo>
                  <a:pt x="628563" y="73617"/>
                  <a:pt x="625680" y="82789"/>
                  <a:pt x="619913" y="89332"/>
                </a:cubicBezTo>
                <a:cubicBezTo>
                  <a:pt x="614146" y="95875"/>
                  <a:pt x="607159" y="99147"/>
                  <a:pt x="598952" y="99147"/>
                </a:cubicBezTo>
                <a:cubicBezTo>
                  <a:pt x="595048" y="99147"/>
                  <a:pt x="591510" y="98371"/>
                  <a:pt x="588339" y="96818"/>
                </a:cubicBezTo>
                <a:cubicBezTo>
                  <a:pt x="585167" y="95265"/>
                  <a:pt x="581829" y="92604"/>
                  <a:pt x="578324" y="88833"/>
                </a:cubicBezTo>
                <a:lnTo>
                  <a:pt x="578324" y="124433"/>
                </a:lnTo>
                <a:lnTo>
                  <a:pt x="559626" y="124433"/>
                </a:lnTo>
                <a:lnTo>
                  <a:pt x="559626" y="26883"/>
                </a:lnTo>
                <a:moveTo>
                  <a:pt x="578125" y="60987"/>
                </a:moveTo>
                <a:cubicBezTo>
                  <a:pt x="578125" y="68916"/>
                  <a:pt x="579699" y="74773"/>
                  <a:pt x="582849" y="78561"/>
                </a:cubicBezTo>
                <a:cubicBezTo>
                  <a:pt x="585999" y="82348"/>
                  <a:pt x="589836" y="84242"/>
                  <a:pt x="594361" y="84242"/>
                </a:cubicBezTo>
                <a:cubicBezTo>
                  <a:pt x="598708" y="84242"/>
                  <a:pt x="602323" y="82503"/>
                  <a:pt x="605207" y="79026"/>
                </a:cubicBezTo>
                <a:cubicBezTo>
                  <a:pt x="608090" y="75550"/>
                  <a:pt x="609532" y="69846"/>
                  <a:pt x="609532" y="61917"/>
                </a:cubicBezTo>
                <a:cubicBezTo>
                  <a:pt x="609532" y="54520"/>
                  <a:pt x="608046" y="49027"/>
                  <a:pt x="605074" y="45440"/>
                </a:cubicBezTo>
                <a:cubicBezTo>
                  <a:pt x="602102" y="41852"/>
                  <a:pt x="598420" y="40058"/>
                  <a:pt x="594028" y="40058"/>
                </a:cubicBezTo>
                <a:cubicBezTo>
                  <a:pt x="589459" y="40058"/>
                  <a:pt x="585666" y="41819"/>
                  <a:pt x="582649" y="45340"/>
                </a:cubicBezTo>
                <a:cubicBezTo>
                  <a:pt x="579633" y="48861"/>
                  <a:pt x="578125" y="54077"/>
                  <a:pt x="578125" y="60987"/>
                </a:cubicBezTo>
                <a:close/>
                <a:moveTo>
                  <a:pt x="639099" y="61218"/>
                </a:moveTo>
                <a:cubicBezTo>
                  <a:pt x="639099" y="55008"/>
                  <a:pt x="640629" y="48997"/>
                  <a:pt x="643690" y="43185"/>
                </a:cubicBezTo>
                <a:cubicBezTo>
                  <a:pt x="646751" y="37374"/>
                  <a:pt x="651088" y="32938"/>
                  <a:pt x="656699" y="29877"/>
                </a:cubicBezTo>
                <a:cubicBezTo>
                  <a:pt x="662311" y="26816"/>
                  <a:pt x="668577" y="25286"/>
                  <a:pt x="675497" y="25286"/>
                </a:cubicBezTo>
                <a:cubicBezTo>
                  <a:pt x="686188" y="25286"/>
                  <a:pt x="694949" y="28757"/>
                  <a:pt x="701781" y="35700"/>
                </a:cubicBezTo>
                <a:cubicBezTo>
                  <a:pt x="708613" y="42642"/>
                  <a:pt x="712028" y="51414"/>
                  <a:pt x="712028" y="62017"/>
                </a:cubicBezTo>
                <a:cubicBezTo>
                  <a:pt x="712028" y="72708"/>
                  <a:pt x="708579" y="81569"/>
                  <a:pt x="701681" y="88600"/>
                </a:cubicBezTo>
                <a:cubicBezTo>
                  <a:pt x="694783" y="95631"/>
                  <a:pt x="686099" y="99147"/>
                  <a:pt x="675630" y="99147"/>
                </a:cubicBezTo>
                <a:cubicBezTo>
                  <a:pt x="669154" y="99147"/>
                  <a:pt x="662976" y="97683"/>
                  <a:pt x="657098" y="94755"/>
                </a:cubicBezTo>
                <a:cubicBezTo>
                  <a:pt x="651221" y="91827"/>
                  <a:pt x="646751" y="87535"/>
                  <a:pt x="643690" y="81879"/>
                </a:cubicBezTo>
                <a:cubicBezTo>
                  <a:pt x="640629" y="76223"/>
                  <a:pt x="639099" y="69336"/>
                  <a:pt x="639099" y="61218"/>
                </a:cubicBezTo>
                <a:moveTo>
                  <a:pt x="658263" y="62216"/>
                </a:moveTo>
                <a:cubicBezTo>
                  <a:pt x="658263" y="69203"/>
                  <a:pt x="659926" y="74554"/>
                  <a:pt x="663254" y="78269"/>
                </a:cubicBezTo>
                <a:cubicBezTo>
                  <a:pt x="666581" y="81985"/>
                  <a:pt x="670684" y="83842"/>
                  <a:pt x="675564" y="83842"/>
                </a:cubicBezTo>
                <a:cubicBezTo>
                  <a:pt x="680443" y="83842"/>
                  <a:pt x="684536" y="81985"/>
                  <a:pt x="687841" y="78269"/>
                </a:cubicBezTo>
                <a:cubicBezTo>
                  <a:pt x="691146" y="74554"/>
                  <a:pt x="692798" y="69159"/>
                  <a:pt x="692798" y="62083"/>
                </a:cubicBezTo>
                <a:cubicBezTo>
                  <a:pt x="692798" y="55185"/>
                  <a:pt x="691146" y="49878"/>
                  <a:pt x="687841" y="46163"/>
                </a:cubicBezTo>
                <a:cubicBezTo>
                  <a:pt x="684536" y="42448"/>
                  <a:pt x="680443" y="40590"/>
                  <a:pt x="675564" y="40590"/>
                </a:cubicBezTo>
                <a:cubicBezTo>
                  <a:pt x="670684" y="40590"/>
                  <a:pt x="666581" y="42448"/>
                  <a:pt x="663254" y="46163"/>
                </a:cubicBezTo>
                <a:cubicBezTo>
                  <a:pt x="659926" y="49878"/>
                  <a:pt x="658263" y="55229"/>
                  <a:pt x="658263" y="62216"/>
                </a:cubicBezTo>
                <a:close/>
                <a:moveTo>
                  <a:pt x="745134" y="97550"/>
                </a:moveTo>
                <a:lnTo>
                  <a:pt x="726436" y="97550"/>
                </a:lnTo>
                <a:lnTo>
                  <a:pt x="726436" y="26883"/>
                </a:lnTo>
                <a:lnTo>
                  <a:pt x="743803" y="26883"/>
                </a:lnTo>
                <a:lnTo>
                  <a:pt x="743803" y="36931"/>
                </a:lnTo>
                <a:cubicBezTo>
                  <a:pt x="746776" y="32184"/>
                  <a:pt x="749448" y="29056"/>
                  <a:pt x="751822" y="27548"/>
                </a:cubicBezTo>
                <a:cubicBezTo>
                  <a:pt x="754195" y="26040"/>
                  <a:pt x="756890" y="25286"/>
                  <a:pt x="759907" y="25286"/>
                </a:cubicBezTo>
                <a:cubicBezTo>
                  <a:pt x="764165" y="25286"/>
                  <a:pt x="768269" y="26461"/>
                  <a:pt x="772217" y="28812"/>
                </a:cubicBezTo>
                <a:lnTo>
                  <a:pt x="766428" y="45115"/>
                </a:lnTo>
                <a:cubicBezTo>
                  <a:pt x="763278" y="43075"/>
                  <a:pt x="760350" y="42054"/>
                  <a:pt x="757644" y="42054"/>
                </a:cubicBezTo>
                <a:cubicBezTo>
                  <a:pt x="755027" y="42054"/>
                  <a:pt x="752809" y="42775"/>
                  <a:pt x="750990" y="44217"/>
                </a:cubicBezTo>
                <a:cubicBezTo>
                  <a:pt x="749171" y="45659"/>
                  <a:pt x="747741" y="48265"/>
                  <a:pt x="746698" y="52035"/>
                </a:cubicBezTo>
                <a:cubicBezTo>
                  <a:pt x="745656" y="55806"/>
                  <a:pt x="745134" y="63702"/>
                  <a:pt x="745134" y="75724"/>
                </a:cubicBezTo>
                <a:lnTo>
                  <a:pt x="745134" y="97550"/>
                </a:lnTo>
                <a:close/>
                <a:moveTo>
                  <a:pt x="812652" y="26883"/>
                </a:moveTo>
                <a:lnTo>
                  <a:pt x="812652" y="41788"/>
                </a:lnTo>
                <a:lnTo>
                  <a:pt x="799876" y="41788"/>
                </a:lnTo>
                <a:lnTo>
                  <a:pt x="799876" y="70222"/>
                </a:lnTo>
                <a:cubicBezTo>
                  <a:pt x="799876" y="75981"/>
                  <a:pt x="799998" y="79336"/>
                  <a:pt x="800242" y="80289"/>
                </a:cubicBezTo>
                <a:cubicBezTo>
                  <a:pt x="800486" y="81240"/>
                  <a:pt x="801041" y="82026"/>
                  <a:pt x="801906" y="82647"/>
                </a:cubicBezTo>
                <a:cubicBezTo>
                  <a:pt x="802771" y="83266"/>
                  <a:pt x="803824" y="83576"/>
                  <a:pt x="805066" y="83576"/>
                </a:cubicBezTo>
                <a:cubicBezTo>
                  <a:pt x="806796" y="83576"/>
                  <a:pt x="809303" y="82977"/>
                  <a:pt x="812586" y="81780"/>
                </a:cubicBezTo>
                <a:lnTo>
                  <a:pt x="814183" y="96340"/>
                </a:lnTo>
                <a:cubicBezTo>
                  <a:pt x="809835" y="98211"/>
                  <a:pt x="804911" y="99147"/>
                  <a:pt x="799410" y="99147"/>
                </a:cubicBezTo>
                <a:cubicBezTo>
                  <a:pt x="796039" y="99147"/>
                  <a:pt x="793000" y="98581"/>
                  <a:pt x="790294" y="97450"/>
                </a:cubicBezTo>
                <a:cubicBezTo>
                  <a:pt x="787588" y="96319"/>
                  <a:pt x="785603" y="94855"/>
                  <a:pt x="784339" y="93058"/>
                </a:cubicBezTo>
                <a:cubicBezTo>
                  <a:pt x="783074" y="91262"/>
                  <a:pt x="782198" y="88833"/>
                  <a:pt x="781710" y="85772"/>
                </a:cubicBezTo>
                <a:cubicBezTo>
                  <a:pt x="781311" y="83598"/>
                  <a:pt x="781111" y="79207"/>
                  <a:pt x="781111" y="72597"/>
                </a:cubicBezTo>
                <a:lnTo>
                  <a:pt x="781111" y="41788"/>
                </a:lnTo>
                <a:lnTo>
                  <a:pt x="772528" y="41788"/>
                </a:lnTo>
                <a:lnTo>
                  <a:pt x="772528" y="26883"/>
                </a:lnTo>
                <a:lnTo>
                  <a:pt x="781111" y="26883"/>
                </a:lnTo>
                <a:lnTo>
                  <a:pt x="781111" y="12776"/>
                </a:lnTo>
                <a:lnTo>
                  <a:pt x="799876" y="1730"/>
                </a:lnTo>
                <a:lnTo>
                  <a:pt x="799876" y="26883"/>
                </a:lnTo>
                <a:lnTo>
                  <a:pt x="812652" y="26883"/>
                </a:lnTo>
                <a:close/>
                <a:moveTo>
                  <a:pt x="884938" y="83443"/>
                </a:moveTo>
                <a:lnTo>
                  <a:pt x="884938" y="58157"/>
                </a:lnTo>
                <a:lnTo>
                  <a:pt x="859386" y="58157"/>
                </a:lnTo>
                <a:lnTo>
                  <a:pt x="859386" y="40590"/>
                </a:lnTo>
                <a:lnTo>
                  <a:pt x="884938" y="40590"/>
                </a:lnTo>
                <a:lnTo>
                  <a:pt x="884938" y="15305"/>
                </a:lnTo>
                <a:lnTo>
                  <a:pt x="901973" y="15305"/>
                </a:lnTo>
                <a:lnTo>
                  <a:pt x="901973" y="40590"/>
                </a:lnTo>
                <a:lnTo>
                  <a:pt x="927591" y="40590"/>
                </a:lnTo>
                <a:lnTo>
                  <a:pt x="927591" y="58157"/>
                </a:lnTo>
                <a:lnTo>
                  <a:pt x="901973" y="58157"/>
                </a:lnTo>
                <a:lnTo>
                  <a:pt x="901973" y="83443"/>
                </a:lnTo>
                <a:lnTo>
                  <a:pt x="884938" y="8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196F8-BE9A-4223-9F43-50E7CA2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37" y="2499224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2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9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1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1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PatchGeneration">
            <a:extLst xmlns:a="http://schemas.openxmlformats.org/drawingml/2006/main">
              <a:ext uri="{FF2B5EF4-FFF2-40B4-BE49-F238E27FC236}">
                <a16:creationId xmlns:a16="http://schemas.microsoft.com/office/drawing/2014/main" id="{1E611B4A-BA72-4358-A6F5-436AAF0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004" y="3849321"/>
            <a:ext cx="1056039" cy="96792"/>
          </a:xfrm>
          <a:custGeom xmlns:a="http://schemas.openxmlformats.org/drawingml/2006/main">
            <a:pathLst>
              <a:path w="1056039" h="96792">
                <a:moveTo>
                  <a:pt x="20989" y="18933"/>
                </a:moveTo>
                <a:lnTo>
                  <a:pt x="20989" y="49704"/>
                </a:lnTo>
                <a:cubicBezTo>
                  <a:pt x="22721" y="50594"/>
                  <a:pt x="26319" y="51039"/>
                  <a:pt x="31783" y="51039"/>
                </a:cubicBezTo>
                <a:cubicBezTo>
                  <a:pt x="36313" y="51039"/>
                  <a:pt x="39900" y="49448"/>
                  <a:pt x="42543" y="46266"/>
                </a:cubicBezTo>
                <a:cubicBezTo>
                  <a:pt x="45186" y="43085"/>
                  <a:pt x="46508" y="38179"/>
                  <a:pt x="46508" y="31549"/>
                </a:cubicBezTo>
                <a:cubicBezTo>
                  <a:pt x="46508" y="24073"/>
                  <a:pt x="45264" y="19100"/>
                  <a:pt x="42777" y="16630"/>
                </a:cubicBezTo>
                <a:cubicBezTo>
                  <a:pt x="40289" y="14161"/>
                  <a:pt x="36669" y="12926"/>
                  <a:pt x="31916" y="12926"/>
                </a:cubicBezTo>
                <a:cubicBezTo>
                  <a:pt x="27385" y="12926"/>
                  <a:pt x="24431" y="13382"/>
                  <a:pt x="23054" y="14294"/>
                </a:cubicBezTo>
                <a:cubicBezTo>
                  <a:pt x="21677" y="15206"/>
                  <a:pt x="20989" y="16753"/>
                  <a:pt x="20989" y="18933"/>
                </a:cubicBezTo>
                <a:moveTo>
                  <a:pt x="1599" y="34669"/>
                </a:moveTo>
                <a:cubicBezTo>
                  <a:pt x="1599" y="24177"/>
                  <a:pt x="1066" y="15064"/>
                  <a:pt x="0" y="7329"/>
                </a:cubicBezTo>
                <a:lnTo>
                  <a:pt x="267" y="6930"/>
                </a:lnTo>
                <a:cubicBezTo>
                  <a:pt x="4620" y="7196"/>
                  <a:pt x="8351" y="7329"/>
                  <a:pt x="11460" y="7329"/>
                </a:cubicBezTo>
                <a:cubicBezTo>
                  <a:pt x="12837" y="7329"/>
                  <a:pt x="16935" y="7174"/>
                  <a:pt x="23754" y="6863"/>
                </a:cubicBezTo>
                <a:cubicBezTo>
                  <a:pt x="30572" y="6552"/>
                  <a:pt x="34514" y="6397"/>
                  <a:pt x="35581" y="6397"/>
                </a:cubicBezTo>
                <a:cubicBezTo>
                  <a:pt x="45753" y="6397"/>
                  <a:pt x="53082" y="7925"/>
                  <a:pt x="57569" y="10981"/>
                </a:cubicBezTo>
                <a:cubicBezTo>
                  <a:pt x="63921" y="15412"/>
                  <a:pt x="67119" y="21416"/>
                  <a:pt x="67163" y="28992"/>
                </a:cubicBezTo>
                <a:cubicBezTo>
                  <a:pt x="67163" y="32094"/>
                  <a:pt x="66541" y="35250"/>
                  <a:pt x="65298" y="38462"/>
                </a:cubicBezTo>
                <a:cubicBezTo>
                  <a:pt x="64054" y="41674"/>
                  <a:pt x="62166" y="44754"/>
                  <a:pt x="59634" y="47701"/>
                </a:cubicBezTo>
                <a:cubicBezTo>
                  <a:pt x="57102" y="50647"/>
                  <a:pt x="53560" y="53072"/>
                  <a:pt x="49007" y="54978"/>
                </a:cubicBezTo>
                <a:cubicBezTo>
                  <a:pt x="44453" y="56883"/>
                  <a:pt x="39223" y="57835"/>
                  <a:pt x="33315" y="57835"/>
                </a:cubicBezTo>
                <a:cubicBezTo>
                  <a:pt x="27940" y="57835"/>
                  <a:pt x="23831" y="57382"/>
                  <a:pt x="20989" y="56475"/>
                </a:cubicBezTo>
                <a:lnTo>
                  <a:pt x="20989" y="67984"/>
                </a:lnTo>
                <a:cubicBezTo>
                  <a:pt x="20989" y="78375"/>
                  <a:pt x="21544" y="87518"/>
                  <a:pt x="22654" y="95412"/>
                </a:cubicBezTo>
                <a:lnTo>
                  <a:pt x="22388" y="95814"/>
                </a:lnTo>
                <a:cubicBezTo>
                  <a:pt x="18212" y="95546"/>
                  <a:pt x="14570" y="95412"/>
                  <a:pt x="11460" y="95412"/>
                </a:cubicBezTo>
                <a:lnTo>
                  <a:pt x="133" y="95814"/>
                </a:lnTo>
                <a:lnTo>
                  <a:pt x="0" y="95415"/>
                </a:lnTo>
                <a:cubicBezTo>
                  <a:pt x="1111" y="88035"/>
                  <a:pt x="1644" y="78922"/>
                  <a:pt x="1599" y="68075"/>
                </a:cubicBezTo>
                <a:lnTo>
                  <a:pt x="1599" y="34669"/>
                </a:lnTo>
                <a:close/>
                <a:moveTo>
                  <a:pt x="112986" y="65098"/>
                </a:moveTo>
                <a:lnTo>
                  <a:pt x="102058" y="67963"/>
                </a:lnTo>
                <a:cubicBezTo>
                  <a:pt x="96328" y="69518"/>
                  <a:pt x="93463" y="73804"/>
                  <a:pt x="93463" y="80822"/>
                </a:cubicBezTo>
                <a:cubicBezTo>
                  <a:pt x="93463" y="82733"/>
                  <a:pt x="94151" y="84509"/>
                  <a:pt x="95528" y="86153"/>
                </a:cubicBezTo>
                <a:cubicBezTo>
                  <a:pt x="96906" y="87796"/>
                  <a:pt x="98593" y="88618"/>
                  <a:pt x="100592" y="88618"/>
                </a:cubicBezTo>
                <a:cubicBezTo>
                  <a:pt x="104235" y="88618"/>
                  <a:pt x="107589" y="87064"/>
                  <a:pt x="110654" y="83954"/>
                </a:cubicBezTo>
                <a:cubicBezTo>
                  <a:pt x="111098" y="83510"/>
                  <a:pt x="111553" y="82599"/>
                  <a:pt x="112019" y="81222"/>
                </a:cubicBezTo>
                <a:cubicBezTo>
                  <a:pt x="112486" y="79845"/>
                  <a:pt x="112719" y="78713"/>
                  <a:pt x="112719" y="77824"/>
                </a:cubicBezTo>
                <a:lnTo>
                  <a:pt x="112986" y="65098"/>
                </a:lnTo>
                <a:moveTo>
                  <a:pt x="130176" y="84427"/>
                </a:moveTo>
                <a:cubicBezTo>
                  <a:pt x="130176" y="86540"/>
                  <a:pt x="130787" y="87900"/>
                  <a:pt x="132009" y="88508"/>
                </a:cubicBezTo>
                <a:cubicBezTo>
                  <a:pt x="133230" y="89114"/>
                  <a:pt x="135396" y="89418"/>
                  <a:pt x="138505" y="89418"/>
                </a:cubicBezTo>
                <a:cubicBezTo>
                  <a:pt x="139216" y="90040"/>
                  <a:pt x="139660" y="90995"/>
                  <a:pt x="139838" y="92283"/>
                </a:cubicBezTo>
                <a:cubicBezTo>
                  <a:pt x="135929" y="95303"/>
                  <a:pt x="130532" y="96792"/>
                  <a:pt x="123646" y="96747"/>
                </a:cubicBezTo>
                <a:cubicBezTo>
                  <a:pt x="120715" y="96747"/>
                  <a:pt x="118427" y="96136"/>
                  <a:pt x="116784" y="94915"/>
                </a:cubicBezTo>
                <a:cubicBezTo>
                  <a:pt x="115140" y="93693"/>
                  <a:pt x="113830" y="91683"/>
                  <a:pt x="112852" y="88885"/>
                </a:cubicBezTo>
                <a:lnTo>
                  <a:pt x="112586" y="88885"/>
                </a:lnTo>
                <a:cubicBezTo>
                  <a:pt x="107300" y="94171"/>
                  <a:pt x="101059" y="96792"/>
                  <a:pt x="93863" y="96747"/>
                </a:cubicBezTo>
                <a:cubicBezTo>
                  <a:pt x="88754" y="96747"/>
                  <a:pt x="84368" y="95406"/>
                  <a:pt x="80703" y="92724"/>
                </a:cubicBezTo>
                <a:cubicBezTo>
                  <a:pt x="77039" y="90041"/>
                  <a:pt x="75206" y="86442"/>
                  <a:pt x="75206" y="81926"/>
                </a:cubicBezTo>
                <a:cubicBezTo>
                  <a:pt x="75206" y="77342"/>
                  <a:pt x="77050" y="73376"/>
                  <a:pt x="80737" y="70026"/>
                </a:cubicBezTo>
                <a:cubicBezTo>
                  <a:pt x="84423" y="66677"/>
                  <a:pt x="89576" y="64175"/>
                  <a:pt x="96195" y="62522"/>
                </a:cubicBezTo>
                <a:lnTo>
                  <a:pt x="112186" y="58485"/>
                </a:lnTo>
                <a:cubicBezTo>
                  <a:pt x="112719" y="58299"/>
                  <a:pt x="112986" y="57718"/>
                  <a:pt x="112986" y="56742"/>
                </a:cubicBezTo>
                <a:cubicBezTo>
                  <a:pt x="112986" y="51398"/>
                  <a:pt x="112208" y="47645"/>
                  <a:pt x="110654" y="45486"/>
                </a:cubicBezTo>
                <a:cubicBezTo>
                  <a:pt x="109099" y="43324"/>
                  <a:pt x="106745" y="42244"/>
                  <a:pt x="103591" y="42244"/>
                </a:cubicBezTo>
                <a:cubicBezTo>
                  <a:pt x="97328" y="42244"/>
                  <a:pt x="91731" y="45871"/>
                  <a:pt x="86800" y="53127"/>
                </a:cubicBezTo>
                <a:lnTo>
                  <a:pt x="82269" y="52992"/>
                </a:lnTo>
                <a:lnTo>
                  <a:pt x="79537" y="42650"/>
                </a:lnTo>
                <a:lnTo>
                  <a:pt x="79937" y="42096"/>
                </a:lnTo>
                <a:cubicBezTo>
                  <a:pt x="81758" y="40577"/>
                  <a:pt x="85223" y="39090"/>
                  <a:pt x="90331" y="37634"/>
                </a:cubicBezTo>
                <a:cubicBezTo>
                  <a:pt x="95440" y="36176"/>
                  <a:pt x="100259" y="35447"/>
                  <a:pt x="104790" y="35447"/>
                </a:cubicBezTo>
                <a:cubicBezTo>
                  <a:pt x="108477" y="35403"/>
                  <a:pt x="112308" y="35839"/>
                  <a:pt x="116284" y="36757"/>
                </a:cubicBezTo>
                <a:cubicBezTo>
                  <a:pt x="120259" y="37673"/>
                  <a:pt x="123247" y="39026"/>
                  <a:pt x="125246" y="40815"/>
                </a:cubicBezTo>
                <a:cubicBezTo>
                  <a:pt x="128888" y="44045"/>
                  <a:pt x="130709" y="49501"/>
                  <a:pt x="130709" y="57183"/>
                </a:cubicBezTo>
                <a:cubicBezTo>
                  <a:pt x="130709" y="57454"/>
                  <a:pt x="130620" y="61668"/>
                  <a:pt x="130443" y="69826"/>
                </a:cubicBezTo>
                <a:cubicBezTo>
                  <a:pt x="130265" y="77983"/>
                  <a:pt x="130176" y="82850"/>
                  <a:pt x="130176" y="84427"/>
                </a:cubicBezTo>
                <a:close/>
                <a:moveTo>
                  <a:pt x="144220" y="43576"/>
                </a:moveTo>
                <a:cubicBezTo>
                  <a:pt x="143020" y="43576"/>
                  <a:pt x="142443" y="42850"/>
                  <a:pt x="142487" y="41398"/>
                </a:cubicBezTo>
                <a:cubicBezTo>
                  <a:pt x="142487" y="40386"/>
                  <a:pt x="142798" y="39364"/>
                  <a:pt x="143420" y="38331"/>
                </a:cubicBezTo>
                <a:cubicBezTo>
                  <a:pt x="144042" y="37297"/>
                  <a:pt x="144686" y="36780"/>
                  <a:pt x="145353" y="36780"/>
                </a:cubicBezTo>
                <a:lnTo>
                  <a:pt x="153215" y="36780"/>
                </a:lnTo>
                <a:cubicBezTo>
                  <a:pt x="153215" y="31405"/>
                  <a:pt x="152904" y="26830"/>
                  <a:pt x="152282" y="23054"/>
                </a:cubicBezTo>
                <a:lnTo>
                  <a:pt x="152549" y="22588"/>
                </a:lnTo>
                <a:cubicBezTo>
                  <a:pt x="156191" y="21788"/>
                  <a:pt x="162099" y="19745"/>
                  <a:pt x="170272" y="16458"/>
                </a:cubicBezTo>
                <a:cubicBezTo>
                  <a:pt x="171072" y="16458"/>
                  <a:pt x="171494" y="16924"/>
                  <a:pt x="171538" y="17857"/>
                </a:cubicBezTo>
                <a:cubicBezTo>
                  <a:pt x="171094" y="24520"/>
                  <a:pt x="170872" y="30828"/>
                  <a:pt x="170872" y="36780"/>
                </a:cubicBezTo>
                <a:lnTo>
                  <a:pt x="185464" y="36780"/>
                </a:lnTo>
                <a:cubicBezTo>
                  <a:pt x="186175" y="36780"/>
                  <a:pt x="186530" y="37066"/>
                  <a:pt x="186530" y="37638"/>
                </a:cubicBezTo>
                <a:lnTo>
                  <a:pt x="186530" y="41794"/>
                </a:lnTo>
                <a:cubicBezTo>
                  <a:pt x="186530" y="42982"/>
                  <a:pt x="185442" y="43576"/>
                  <a:pt x="183265" y="43576"/>
                </a:cubicBezTo>
                <a:lnTo>
                  <a:pt x="170872" y="43576"/>
                </a:lnTo>
                <a:lnTo>
                  <a:pt x="170539" y="58191"/>
                </a:lnTo>
                <a:cubicBezTo>
                  <a:pt x="170450" y="63173"/>
                  <a:pt x="170406" y="69601"/>
                  <a:pt x="170406" y="77474"/>
                </a:cubicBezTo>
                <a:cubicBezTo>
                  <a:pt x="170406" y="78186"/>
                  <a:pt x="170428" y="78865"/>
                  <a:pt x="170472" y="79511"/>
                </a:cubicBezTo>
                <a:cubicBezTo>
                  <a:pt x="170517" y="80156"/>
                  <a:pt x="170583" y="80802"/>
                  <a:pt x="170672" y="81447"/>
                </a:cubicBezTo>
                <a:cubicBezTo>
                  <a:pt x="170761" y="82091"/>
                  <a:pt x="170883" y="82692"/>
                  <a:pt x="171039" y="83248"/>
                </a:cubicBezTo>
                <a:cubicBezTo>
                  <a:pt x="171194" y="83803"/>
                  <a:pt x="171372" y="84326"/>
                  <a:pt x="171572" y="84816"/>
                </a:cubicBezTo>
                <a:cubicBezTo>
                  <a:pt x="171771" y="85305"/>
                  <a:pt x="172005" y="85739"/>
                  <a:pt x="172271" y="86118"/>
                </a:cubicBezTo>
                <a:cubicBezTo>
                  <a:pt x="172538" y="86495"/>
                  <a:pt x="172826" y="86829"/>
                  <a:pt x="173137" y="87119"/>
                </a:cubicBezTo>
                <a:cubicBezTo>
                  <a:pt x="173448" y="87408"/>
                  <a:pt x="173804" y="87619"/>
                  <a:pt x="174203" y="87752"/>
                </a:cubicBezTo>
                <a:cubicBezTo>
                  <a:pt x="174603" y="87885"/>
                  <a:pt x="175025" y="87952"/>
                  <a:pt x="175469" y="87952"/>
                </a:cubicBezTo>
                <a:cubicBezTo>
                  <a:pt x="178579" y="87952"/>
                  <a:pt x="181222" y="87418"/>
                  <a:pt x="183398" y="86351"/>
                </a:cubicBezTo>
                <a:cubicBezTo>
                  <a:pt x="184953" y="87334"/>
                  <a:pt x="185730" y="89210"/>
                  <a:pt x="185730" y="91981"/>
                </a:cubicBezTo>
                <a:cubicBezTo>
                  <a:pt x="180444" y="95203"/>
                  <a:pt x="173759" y="96792"/>
                  <a:pt x="165675" y="96747"/>
                </a:cubicBezTo>
                <a:cubicBezTo>
                  <a:pt x="161588" y="96747"/>
                  <a:pt x="158357" y="95396"/>
                  <a:pt x="155980" y="92695"/>
                </a:cubicBezTo>
                <a:cubicBezTo>
                  <a:pt x="153604" y="89992"/>
                  <a:pt x="152415" y="86877"/>
                  <a:pt x="152415" y="83348"/>
                </a:cubicBezTo>
                <a:cubicBezTo>
                  <a:pt x="152415" y="78499"/>
                  <a:pt x="152549" y="70603"/>
                  <a:pt x="152815" y="59659"/>
                </a:cubicBezTo>
                <a:lnTo>
                  <a:pt x="153215" y="43576"/>
                </a:lnTo>
                <a:lnTo>
                  <a:pt x="144220" y="43576"/>
                </a:lnTo>
                <a:close/>
                <a:moveTo>
                  <a:pt x="228963" y="42244"/>
                </a:moveTo>
                <a:cubicBezTo>
                  <a:pt x="226520" y="42244"/>
                  <a:pt x="224221" y="42822"/>
                  <a:pt x="222067" y="43978"/>
                </a:cubicBezTo>
                <a:cubicBezTo>
                  <a:pt x="219913" y="45133"/>
                  <a:pt x="218191" y="46756"/>
                  <a:pt x="216903" y="48846"/>
                </a:cubicBezTo>
                <a:cubicBezTo>
                  <a:pt x="215748" y="50669"/>
                  <a:pt x="214904" y="52870"/>
                  <a:pt x="214371" y="55449"/>
                </a:cubicBezTo>
                <a:cubicBezTo>
                  <a:pt x="213838" y="58027"/>
                  <a:pt x="213572" y="60960"/>
                  <a:pt x="213572" y="64250"/>
                </a:cubicBezTo>
                <a:cubicBezTo>
                  <a:pt x="213572" y="72084"/>
                  <a:pt x="214926" y="78180"/>
                  <a:pt x="217636" y="82540"/>
                </a:cubicBezTo>
                <a:cubicBezTo>
                  <a:pt x="218924" y="84543"/>
                  <a:pt x="220723" y="86279"/>
                  <a:pt x="223033" y="87748"/>
                </a:cubicBezTo>
                <a:cubicBezTo>
                  <a:pt x="225343" y="89217"/>
                  <a:pt x="227497" y="89951"/>
                  <a:pt x="229496" y="89951"/>
                </a:cubicBezTo>
                <a:cubicBezTo>
                  <a:pt x="236515" y="89951"/>
                  <a:pt x="241845" y="87770"/>
                  <a:pt x="245488" y="83409"/>
                </a:cubicBezTo>
                <a:lnTo>
                  <a:pt x="247686" y="84077"/>
                </a:lnTo>
                <a:cubicBezTo>
                  <a:pt x="247686" y="85634"/>
                  <a:pt x="247908" y="87415"/>
                  <a:pt x="248353" y="89418"/>
                </a:cubicBezTo>
                <a:cubicBezTo>
                  <a:pt x="245243" y="92039"/>
                  <a:pt x="241989" y="93915"/>
                  <a:pt x="238591" y="95048"/>
                </a:cubicBezTo>
                <a:cubicBezTo>
                  <a:pt x="235193" y="96181"/>
                  <a:pt x="230940" y="96747"/>
                  <a:pt x="225832" y="96747"/>
                </a:cubicBezTo>
                <a:cubicBezTo>
                  <a:pt x="215260" y="96747"/>
                  <a:pt x="207308" y="93833"/>
                  <a:pt x="201978" y="88006"/>
                </a:cubicBezTo>
                <a:cubicBezTo>
                  <a:pt x="197047" y="82624"/>
                  <a:pt x="194582" y="75886"/>
                  <a:pt x="194582" y="67790"/>
                </a:cubicBezTo>
                <a:cubicBezTo>
                  <a:pt x="194582" y="57521"/>
                  <a:pt x="197703" y="49563"/>
                  <a:pt x="203944" y="43918"/>
                </a:cubicBezTo>
                <a:cubicBezTo>
                  <a:pt x="210185" y="38271"/>
                  <a:pt x="218125" y="35447"/>
                  <a:pt x="227764" y="35447"/>
                </a:cubicBezTo>
                <a:cubicBezTo>
                  <a:pt x="231051" y="35447"/>
                  <a:pt x="234716" y="35903"/>
                  <a:pt x="238758" y="36813"/>
                </a:cubicBezTo>
                <a:cubicBezTo>
                  <a:pt x="242800" y="37724"/>
                  <a:pt x="245909" y="38779"/>
                  <a:pt x="248086" y="39978"/>
                </a:cubicBezTo>
                <a:lnTo>
                  <a:pt x="248353" y="40378"/>
                </a:lnTo>
                <a:lnTo>
                  <a:pt x="245088" y="53571"/>
                </a:lnTo>
                <a:lnTo>
                  <a:pt x="241223" y="53704"/>
                </a:lnTo>
                <a:cubicBezTo>
                  <a:pt x="238158" y="46064"/>
                  <a:pt x="234072" y="42244"/>
                  <a:pt x="228963" y="42244"/>
                </a:cubicBezTo>
                <a:close/>
                <a:moveTo>
                  <a:pt x="264578" y="30627"/>
                </a:moveTo>
                <a:cubicBezTo>
                  <a:pt x="264578" y="19596"/>
                  <a:pt x="264045" y="11033"/>
                  <a:pt x="262979" y="4939"/>
                </a:cubicBezTo>
                <a:lnTo>
                  <a:pt x="263245" y="4539"/>
                </a:lnTo>
                <a:cubicBezTo>
                  <a:pt x="265777" y="4360"/>
                  <a:pt x="269186" y="3748"/>
                  <a:pt x="273473" y="2703"/>
                </a:cubicBezTo>
                <a:cubicBezTo>
                  <a:pt x="277760" y="1657"/>
                  <a:pt x="280858" y="757"/>
                  <a:pt x="282768" y="0"/>
                </a:cubicBezTo>
                <a:cubicBezTo>
                  <a:pt x="283567" y="0"/>
                  <a:pt x="283967" y="467"/>
                  <a:pt x="283967" y="1401"/>
                </a:cubicBezTo>
                <a:cubicBezTo>
                  <a:pt x="283079" y="8700"/>
                  <a:pt x="282612" y="17264"/>
                  <a:pt x="282568" y="27094"/>
                </a:cubicBezTo>
                <a:lnTo>
                  <a:pt x="282568" y="35568"/>
                </a:lnTo>
                <a:lnTo>
                  <a:pt x="282035" y="47443"/>
                </a:lnTo>
                <a:lnTo>
                  <a:pt x="282568" y="47709"/>
                </a:lnTo>
                <a:cubicBezTo>
                  <a:pt x="285589" y="43889"/>
                  <a:pt x="289309" y="40891"/>
                  <a:pt x="293729" y="38714"/>
                </a:cubicBezTo>
                <a:cubicBezTo>
                  <a:pt x="298148" y="36536"/>
                  <a:pt x="302224" y="35447"/>
                  <a:pt x="305955" y="35447"/>
                </a:cubicBezTo>
                <a:cubicBezTo>
                  <a:pt x="317682" y="35447"/>
                  <a:pt x="323546" y="42181"/>
                  <a:pt x="323546" y="55649"/>
                </a:cubicBezTo>
                <a:lnTo>
                  <a:pt x="323546" y="70795"/>
                </a:lnTo>
                <a:cubicBezTo>
                  <a:pt x="323546" y="81469"/>
                  <a:pt x="323990" y="89676"/>
                  <a:pt x="324878" y="95415"/>
                </a:cubicBezTo>
                <a:lnTo>
                  <a:pt x="324612" y="95814"/>
                </a:lnTo>
                <a:cubicBezTo>
                  <a:pt x="322169" y="95548"/>
                  <a:pt x="319392" y="95415"/>
                  <a:pt x="316283" y="95415"/>
                </a:cubicBezTo>
                <a:lnTo>
                  <a:pt x="304823" y="95814"/>
                </a:lnTo>
                <a:lnTo>
                  <a:pt x="304689" y="95415"/>
                </a:lnTo>
                <a:cubicBezTo>
                  <a:pt x="305222" y="90566"/>
                  <a:pt x="305511" y="82359"/>
                  <a:pt x="305555" y="70795"/>
                </a:cubicBezTo>
                <a:lnTo>
                  <a:pt x="305555" y="58651"/>
                </a:lnTo>
                <a:cubicBezTo>
                  <a:pt x="305555" y="50200"/>
                  <a:pt x="303179" y="45975"/>
                  <a:pt x="298426" y="45975"/>
                </a:cubicBezTo>
                <a:cubicBezTo>
                  <a:pt x="293407" y="45975"/>
                  <a:pt x="288121" y="49600"/>
                  <a:pt x="282568" y="56850"/>
                </a:cubicBezTo>
                <a:lnTo>
                  <a:pt x="282568" y="70795"/>
                </a:lnTo>
                <a:cubicBezTo>
                  <a:pt x="282568" y="80981"/>
                  <a:pt x="282857" y="89187"/>
                  <a:pt x="283434" y="95415"/>
                </a:cubicBezTo>
                <a:lnTo>
                  <a:pt x="283168" y="95814"/>
                </a:lnTo>
                <a:cubicBezTo>
                  <a:pt x="280147" y="95548"/>
                  <a:pt x="277082" y="95415"/>
                  <a:pt x="273973" y="95415"/>
                </a:cubicBezTo>
                <a:lnTo>
                  <a:pt x="263112" y="95814"/>
                </a:lnTo>
                <a:lnTo>
                  <a:pt x="262979" y="95415"/>
                </a:lnTo>
                <a:cubicBezTo>
                  <a:pt x="264089" y="88475"/>
                  <a:pt x="264622" y="80268"/>
                  <a:pt x="264578" y="70793"/>
                </a:cubicBezTo>
                <a:lnTo>
                  <a:pt x="264578" y="30627"/>
                </a:lnTo>
                <a:close/>
                <a:moveTo>
                  <a:pt x="443742" y="79994"/>
                </a:moveTo>
                <a:cubicBezTo>
                  <a:pt x="443742" y="69051"/>
                  <a:pt x="443298" y="60328"/>
                  <a:pt x="442410" y="53825"/>
                </a:cubicBezTo>
                <a:lnTo>
                  <a:pt x="442676" y="53421"/>
                </a:lnTo>
                <a:cubicBezTo>
                  <a:pt x="447029" y="53690"/>
                  <a:pt x="450761" y="53825"/>
                  <a:pt x="453870" y="53825"/>
                </a:cubicBezTo>
                <a:lnTo>
                  <a:pt x="463798" y="53421"/>
                </a:lnTo>
                <a:lnTo>
                  <a:pt x="463931" y="53825"/>
                </a:lnTo>
                <a:cubicBezTo>
                  <a:pt x="463043" y="59880"/>
                  <a:pt x="462599" y="67684"/>
                  <a:pt x="462599" y="77237"/>
                </a:cubicBezTo>
                <a:cubicBezTo>
                  <a:pt x="462599" y="81093"/>
                  <a:pt x="463043" y="83582"/>
                  <a:pt x="463931" y="84704"/>
                </a:cubicBezTo>
                <a:lnTo>
                  <a:pt x="463931" y="85108"/>
                </a:lnTo>
                <a:cubicBezTo>
                  <a:pt x="459400" y="88735"/>
                  <a:pt x="453515" y="91582"/>
                  <a:pt x="446274" y="93649"/>
                </a:cubicBezTo>
                <a:cubicBezTo>
                  <a:pt x="439034" y="95714"/>
                  <a:pt x="431416" y="96747"/>
                  <a:pt x="423420" y="96747"/>
                </a:cubicBezTo>
                <a:cubicBezTo>
                  <a:pt x="411338" y="96747"/>
                  <a:pt x="401388" y="94146"/>
                  <a:pt x="393570" y="88943"/>
                </a:cubicBezTo>
                <a:cubicBezTo>
                  <a:pt x="387662" y="84974"/>
                  <a:pt x="383020" y="79871"/>
                  <a:pt x="379644" y="73633"/>
                </a:cubicBezTo>
                <a:cubicBezTo>
                  <a:pt x="376268" y="67394"/>
                  <a:pt x="374580" y="60792"/>
                  <a:pt x="374580" y="53825"/>
                </a:cubicBezTo>
                <a:cubicBezTo>
                  <a:pt x="374580" y="37771"/>
                  <a:pt x="379844" y="25462"/>
                  <a:pt x="390372" y="16899"/>
                </a:cubicBezTo>
                <a:cubicBezTo>
                  <a:pt x="399833" y="9275"/>
                  <a:pt x="411538" y="5464"/>
                  <a:pt x="425486" y="5464"/>
                </a:cubicBezTo>
                <a:cubicBezTo>
                  <a:pt x="430416" y="5464"/>
                  <a:pt x="435602" y="5968"/>
                  <a:pt x="441044" y="6977"/>
                </a:cubicBezTo>
                <a:cubicBezTo>
                  <a:pt x="446485" y="7985"/>
                  <a:pt x="450694" y="9027"/>
                  <a:pt x="453670" y="10103"/>
                </a:cubicBezTo>
                <a:lnTo>
                  <a:pt x="458068" y="11714"/>
                </a:lnTo>
                <a:lnTo>
                  <a:pt x="458334" y="12118"/>
                </a:lnTo>
                <a:cubicBezTo>
                  <a:pt x="456957" y="17993"/>
                  <a:pt x="456047" y="23957"/>
                  <a:pt x="455603" y="30011"/>
                </a:cubicBezTo>
                <a:lnTo>
                  <a:pt x="451538" y="30146"/>
                </a:lnTo>
                <a:cubicBezTo>
                  <a:pt x="448917" y="24720"/>
                  <a:pt x="445008" y="20538"/>
                  <a:pt x="439811" y="17601"/>
                </a:cubicBezTo>
                <a:cubicBezTo>
                  <a:pt x="434614" y="14662"/>
                  <a:pt x="429195" y="13193"/>
                  <a:pt x="423553" y="13193"/>
                </a:cubicBezTo>
                <a:cubicBezTo>
                  <a:pt x="414625" y="13193"/>
                  <a:pt x="407818" y="16635"/>
                  <a:pt x="403131" y="23520"/>
                </a:cubicBezTo>
                <a:cubicBezTo>
                  <a:pt x="398445" y="30404"/>
                  <a:pt x="396102" y="39587"/>
                  <a:pt x="396102" y="51068"/>
                </a:cubicBezTo>
                <a:cubicBezTo>
                  <a:pt x="396102" y="60800"/>
                  <a:pt x="398978" y="69714"/>
                  <a:pt x="404730" y="77810"/>
                </a:cubicBezTo>
                <a:cubicBezTo>
                  <a:pt x="410483" y="85904"/>
                  <a:pt x="417757" y="89951"/>
                  <a:pt x="426552" y="89951"/>
                </a:cubicBezTo>
                <a:cubicBezTo>
                  <a:pt x="434370" y="89951"/>
                  <a:pt x="440100" y="88202"/>
                  <a:pt x="443742" y="84704"/>
                </a:cubicBezTo>
                <a:lnTo>
                  <a:pt x="443742" y="79994"/>
                </a:lnTo>
                <a:close/>
                <a:moveTo>
                  <a:pt x="495593" y="57169"/>
                </a:moveTo>
                <a:lnTo>
                  <a:pt x="516382" y="57169"/>
                </a:lnTo>
                <a:cubicBezTo>
                  <a:pt x="516559" y="56998"/>
                  <a:pt x="516648" y="56082"/>
                  <a:pt x="516648" y="54420"/>
                </a:cubicBezTo>
                <a:cubicBezTo>
                  <a:pt x="516648" y="49692"/>
                  <a:pt x="515671" y="46370"/>
                  <a:pt x="513716" y="44453"/>
                </a:cubicBezTo>
                <a:cubicBezTo>
                  <a:pt x="511762" y="42536"/>
                  <a:pt x="509585" y="41577"/>
                  <a:pt x="507187" y="41577"/>
                </a:cubicBezTo>
                <a:cubicBezTo>
                  <a:pt x="503988" y="41577"/>
                  <a:pt x="501545" y="42834"/>
                  <a:pt x="499857" y="45348"/>
                </a:cubicBezTo>
                <a:cubicBezTo>
                  <a:pt x="497103" y="49224"/>
                  <a:pt x="495682" y="53164"/>
                  <a:pt x="495593" y="57169"/>
                </a:cubicBezTo>
                <a:moveTo>
                  <a:pt x="532440" y="77757"/>
                </a:moveTo>
                <a:cubicBezTo>
                  <a:pt x="533817" y="77757"/>
                  <a:pt x="534505" y="79157"/>
                  <a:pt x="534505" y="81955"/>
                </a:cubicBezTo>
                <a:cubicBezTo>
                  <a:pt x="527753" y="91816"/>
                  <a:pt x="519247" y="96747"/>
                  <a:pt x="508986" y="96747"/>
                </a:cubicBezTo>
                <a:cubicBezTo>
                  <a:pt x="499169" y="96747"/>
                  <a:pt x="491751" y="94476"/>
                  <a:pt x="486731" y="89934"/>
                </a:cubicBezTo>
                <a:cubicBezTo>
                  <a:pt x="483933" y="87397"/>
                  <a:pt x="481712" y="84092"/>
                  <a:pt x="480068" y="80019"/>
                </a:cubicBezTo>
                <a:cubicBezTo>
                  <a:pt x="478425" y="75945"/>
                  <a:pt x="477603" y="71859"/>
                  <a:pt x="477603" y="67763"/>
                </a:cubicBezTo>
                <a:cubicBezTo>
                  <a:pt x="477603" y="57768"/>
                  <a:pt x="480623" y="49773"/>
                  <a:pt x="486665" y="43776"/>
                </a:cubicBezTo>
                <a:cubicBezTo>
                  <a:pt x="492706" y="37779"/>
                  <a:pt x="499835" y="34781"/>
                  <a:pt x="508053" y="34781"/>
                </a:cubicBezTo>
                <a:cubicBezTo>
                  <a:pt x="517248" y="34781"/>
                  <a:pt x="523866" y="37094"/>
                  <a:pt x="527909" y="41721"/>
                </a:cubicBezTo>
                <a:cubicBezTo>
                  <a:pt x="531951" y="46348"/>
                  <a:pt x="533972" y="51940"/>
                  <a:pt x="533972" y="58499"/>
                </a:cubicBezTo>
                <a:cubicBezTo>
                  <a:pt x="533972" y="62143"/>
                  <a:pt x="532639" y="63965"/>
                  <a:pt x="529974" y="63965"/>
                </a:cubicBezTo>
                <a:lnTo>
                  <a:pt x="495060" y="63965"/>
                </a:lnTo>
                <a:lnTo>
                  <a:pt x="495060" y="66164"/>
                </a:lnTo>
                <a:cubicBezTo>
                  <a:pt x="495060" y="73893"/>
                  <a:pt x="496748" y="79190"/>
                  <a:pt x="500124" y="82055"/>
                </a:cubicBezTo>
                <a:cubicBezTo>
                  <a:pt x="503500" y="84920"/>
                  <a:pt x="508231" y="86353"/>
                  <a:pt x="514316" y="86353"/>
                </a:cubicBezTo>
                <a:cubicBezTo>
                  <a:pt x="517026" y="86353"/>
                  <a:pt x="520069" y="85598"/>
                  <a:pt x="523444" y="84087"/>
                </a:cubicBezTo>
                <a:cubicBezTo>
                  <a:pt x="526820" y="82577"/>
                  <a:pt x="529819" y="80467"/>
                  <a:pt x="532440" y="77757"/>
                </a:cubicBezTo>
                <a:close/>
                <a:moveTo>
                  <a:pt x="610537" y="70795"/>
                </a:moveTo>
                <a:cubicBezTo>
                  <a:pt x="610537" y="80803"/>
                  <a:pt x="611026" y="89010"/>
                  <a:pt x="612003" y="95415"/>
                </a:cubicBezTo>
                <a:lnTo>
                  <a:pt x="611737" y="95814"/>
                </a:lnTo>
                <a:cubicBezTo>
                  <a:pt x="607739" y="95548"/>
                  <a:pt x="604185" y="95415"/>
                  <a:pt x="601076" y="95415"/>
                </a:cubicBezTo>
                <a:lnTo>
                  <a:pt x="591948" y="95814"/>
                </a:lnTo>
                <a:lnTo>
                  <a:pt x="591681" y="95415"/>
                </a:lnTo>
                <a:cubicBezTo>
                  <a:pt x="592214" y="90566"/>
                  <a:pt x="592481" y="82359"/>
                  <a:pt x="592481" y="70795"/>
                </a:cubicBezTo>
                <a:lnTo>
                  <a:pt x="592481" y="58651"/>
                </a:lnTo>
                <a:cubicBezTo>
                  <a:pt x="592481" y="50200"/>
                  <a:pt x="590126" y="45975"/>
                  <a:pt x="585418" y="45975"/>
                </a:cubicBezTo>
                <a:cubicBezTo>
                  <a:pt x="580398" y="45975"/>
                  <a:pt x="575112" y="49600"/>
                  <a:pt x="569560" y="56850"/>
                </a:cubicBezTo>
                <a:lnTo>
                  <a:pt x="569560" y="70795"/>
                </a:lnTo>
                <a:cubicBezTo>
                  <a:pt x="569560" y="80981"/>
                  <a:pt x="569826" y="89187"/>
                  <a:pt x="570359" y="95415"/>
                </a:cubicBezTo>
                <a:lnTo>
                  <a:pt x="569960" y="95814"/>
                </a:lnTo>
                <a:cubicBezTo>
                  <a:pt x="567428" y="95548"/>
                  <a:pt x="564607" y="95415"/>
                  <a:pt x="561498" y="95415"/>
                </a:cubicBezTo>
                <a:lnTo>
                  <a:pt x="550304" y="95814"/>
                </a:lnTo>
                <a:lnTo>
                  <a:pt x="550037" y="95415"/>
                </a:lnTo>
                <a:cubicBezTo>
                  <a:pt x="551059" y="89144"/>
                  <a:pt x="551570" y="80939"/>
                  <a:pt x="551570" y="70799"/>
                </a:cubicBezTo>
                <a:lnTo>
                  <a:pt x="551570" y="63328"/>
                </a:lnTo>
                <a:cubicBezTo>
                  <a:pt x="551570" y="51233"/>
                  <a:pt x="551059" y="42384"/>
                  <a:pt x="550037" y="36780"/>
                </a:cubicBezTo>
                <a:lnTo>
                  <a:pt x="550304" y="36380"/>
                </a:lnTo>
                <a:cubicBezTo>
                  <a:pt x="558122" y="36735"/>
                  <a:pt x="564052" y="36602"/>
                  <a:pt x="568094" y="35980"/>
                </a:cubicBezTo>
                <a:cubicBezTo>
                  <a:pt x="568716" y="35980"/>
                  <a:pt x="569116" y="36436"/>
                  <a:pt x="569293" y="37346"/>
                </a:cubicBezTo>
                <a:cubicBezTo>
                  <a:pt x="569471" y="38257"/>
                  <a:pt x="569560" y="41578"/>
                  <a:pt x="569560" y="47310"/>
                </a:cubicBezTo>
                <a:lnTo>
                  <a:pt x="570093" y="47709"/>
                </a:lnTo>
                <a:cubicBezTo>
                  <a:pt x="573202" y="43800"/>
                  <a:pt x="576667" y="40780"/>
                  <a:pt x="580487" y="38648"/>
                </a:cubicBezTo>
                <a:cubicBezTo>
                  <a:pt x="584307" y="36514"/>
                  <a:pt x="587994" y="35447"/>
                  <a:pt x="591548" y="35447"/>
                </a:cubicBezTo>
                <a:cubicBezTo>
                  <a:pt x="597811" y="35447"/>
                  <a:pt x="602542" y="37059"/>
                  <a:pt x="605740" y="40282"/>
                </a:cubicBezTo>
                <a:cubicBezTo>
                  <a:pt x="608938" y="43504"/>
                  <a:pt x="610537" y="48626"/>
                  <a:pt x="610537" y="55649"/>
                </a:cubicBezTo>
                <a:lnTo>
                  <a:pt x="610537" y="70795"/>
                </a:lnTo>
                <a:close/>
                <a:moveTo>
                  <a:pt x="645562" y="57169"/>
                </a:moveTo>
                <a:lnTo>
                  <a:pt x="666351" y="57169"/>
                </a:lnTo>
                <a:cubicBezTo>
                  <a:pt x="666528" y="56998"/>
                  <a:pt x="666617" y="56082"/>
                  <a:pt x="666617" y="54420"/>
                </a:cubicBezTo>
                <a:cubicBezTo>
                  <a:pt x="666617" y="49692"/>
                  <a:pt x="665640" y="46370"/>
                  <a:pt x="663686" y="44453"/>
                </a:cubicBezTo>
                <a:cubicBezTo>
                  <a:pt x="661731" y="42536"/>
                  <a:pt x="659554" y="41577"/>
                  <a:pt x="657156" y="41577"/>
                </a:cubicBezTo>
                <a:cubicBezTo>
                  <a:pt x="653957" y="41577"/>
                  <a:pt x="651514" y="42834"/>
                  <a:pt x="649826" y="45348"/>
                </a:cubicBezTo>
                <a:cubicBezTo>
                  <a:pt x="647072" y="49224"/>
                  <a:pt x="645651" y="53164"/>
                  <a:pt x="645562" y="57169"/>
                </a:cubicBezTo>
                <a:moveTo>
                  <a:pt x="682409" y="77757"/>
                </a:moveTo>
                <a:cubicBezTo>
                  <a:pt x="683786" y="77757"/>
                  <a:pt x="684474" y="79157"/>
                  <a:pt x="684474" y="81955"/>
                </a:cubicBezTo>
                <a:cubicBezTo>
                  <a:pt x="677722" y="91816"/>
                  <a:pt x="669216" y="96747"/>
                  <a:pt x="658955" y="96747"/>
                </a:cubicBezTo>
                <a:cubicBezTo>
                  <a:pt x="649138" y="96747"/>
                  <a:pt x="641720" y="94476"/>
                  <a:pt x="636700" y="89934"/>
                </a:cubicBezTo>
                <a:cubicBezTo>
                  <a:pt x="633902" y="87397"/>
                  <a:pt x="631681" y="84092"/>
                  <a:pt x="630037" y="80019"/>
                </a:cubicBezTo>
                <a:cubicBezTo>
                  <a:pt x="628394" y="75945"/>
                  <a:pt x="627572" y="71859"/>
                  <a:pt x="627572" y="67763"/>
                </a:cubicBezTo>
                <a:cubicBezTo>
                  <a:pt x="627572" y="57768"/>
                  <a:pt x="630592" y="49773"/>
                  <a:pt x="636634" y="43776"/>
                </a:cubicBezTo>
                <a:cubicBezTo>
                  <a:pt x="642675" y="37779"/>
                  <a:pt x="649804" y="34781"/>
                  <a:pt x="658022" y="34781"/>
                </a:cubicBezTo>
                <a:cubicBezTo>
                  <a:pt x="667217" y="34781"/>
                  <a:pt x="673836" y="37094"/>
                  <a:pt x="677878" y="41721"/>
                </a:cubicBezTo>
                <a:cubicBezTo>
                  <a:pt x="681920" y="46348"/>
                  <a:pt x="683941" y="51940"/>
                  <a:pt x="683941" y="58499"/>
                </a:cubicBezTo>
                <a:cubicBezTo>
                  <a:pt x="683941" y="62143"/>
                  <a:pt x="682608" y="63965"/>
                  <a:pt x="679943" y="63965"/>
                </a:cubicBezTo>
                <a:lnTo>
                  <a:pt x="645029" y="63965"/>
                </a:lnTo>
                <a:lnTo>
                  <a:pt x="645029" y="66164"/>
                </a:lnTo>
                <a:cubicBezTo>
                  <a:pt x="645029" y="73893"/>
                  <a:pt x="646717" y="79190"/>
                  <a:pt x="650093" y="82055"/>
                </a:cubicBezTo>
                <a:cubicBezTo>
                  <a:pt x="653469" y="84920"/>
                  <a:pt x="658200" y="86353"/>
                  <a:pt x="664285" y="86353"/>
                </a:cubicBezTo>
                <a:cubicBezTo>
                  <a:pt x="666995" y="86353"/>
                  <a:pt x="670038" y="85598"/>
                  <a:pt x="673414" y="84087"/>
                </a:cubicBezTo>
                <a:cubicBezTo>
                  <a:pt x="676789" y="82577"/>
                  <a:pt x="679788" y="80467"/>
                  <a:pt x="682409" y="77757"/>
                </a:cubicBezTo>
                <a:close/>
                <a:moveTo>
                  <a:pt x="721327" y="47770"/>
                </a:moveTo>
                <a:cubicBezTo>
                  <a:pt x="723503" y="44555"/>
                  <a:pt x="726069" y="41697"/>
                  <a:pt x="729023" y="39197"/>
                </a:cubicBezTo>
                <a:cubicBezTo>
                  <a:pt x="731976" y="36697"/>
                  <a:pt x="734919" y="35447"/>
                  <a:pt x="737851" y="35447"/>
                </a:cubicBezTo>
                <a:cubicBezTo>
                  <a:pt x="740294" y="35447"/>
                  <a:pt x="742604" y="35760"/>
                  <a:pt x="744781" y="36386"/>
                </a:cubicBezTo>
                <a:lnTo>
                  <a:pt x="745314" y="36921"/>
                </a:lnTo>
                <a:lnTo>
                  <a:pt x="742582" y="51039"/>
                </a:lnTo>
                <a:lnTo>
                  <a:pt x="740116" y="51305"/>
                </a:lnTo>
                <a:cubicBezTo>
                  <a:pt x="737940" y="49573"/>
                  <a:pt x="735319" y="48729"/>
                  <a:pt x="732254" y="48773"/>
                </a:cubicBezTo>
                <a:cubicBezTo>
                  <a:pt x="731055" y="48773"/>
                  <a:pt x="729700" y="48995"/>
                  <a:pt x="728190" y="49440"/>
                </a:cubicBezTo>
                <a:cubicBezTo>
                  <a:pt x="726679" y="49884"/>
                  <a:pt x="725069" y="51105"/>
                  <a:pt x="723359" y="53104"/>
                </a:cubicBezTo>
                <a:cubicBezTo>
                  <a:pt x="721649" y="55103"/>
                  <a:pt x="720794" y="57702"/>
                  <a:pt x="720794" y="60900"/>
                </a:cubicBezTo>
                <a:lnTo>
                  <a:pt x="720794" y="70828"/>
                </a:lnTo>
                <a:cubicBezTo>
                  <a:pt x="720794" y="80734"/>
                  <a:pt x="721238" y="88929"/>
                  <a:pt x="722126" y="95415"/>
                </a:cubicBezTo>
                <a:lnTo>
                  <a:pt x="721860" y="95814"/>
                </a:lnTo>
                <a:cubicBezTo>
                  <a:pt x="717507" y="95548"/>
                  <a:pt x="713775" y="95415"/>
                  <a:pt x="710666" y="95415"/>
                </a:cubicBezTo>
                <a:lnTo>
                  <a:pt x="701538" y="95814"/>
                </a:lnTo>
                <a:lnTo>
                  <a:pt x="701404" y="95415"/>
                </a:lnTo>
                <a:cubicBezTo>
                  <a:pt x="702293" y="89233"/>
                  <a:pt x="702737" y="81028"/>
                  <a:pt x="702737" y="70799"/>
                </a:cubicBezTo>
                <a:lnTo>
                  <a:pt x="702737" y="63328"/>
                </a:lnTo>
                <a:cubicBezTo>
                  <a:pt x="702737" y="51233"/>
                  <a:pt x="702248" y="42384"/>
                  <a:pt x="701271" y="36780"/>
                </a:cubicBezTo>
                <a:lnTo>
                  <a:pt x="701538" y="36380"/>
                </a:lnTo>
                <a:cubicBezTo>
                  <a:pt x="709356" y="36741"/>
                  <a:pt x="715263" y="36608"/>
                  <a:pt x="719261" y="35980"/>
                </a:cubicBezTo>
                <a:cubicBezTo>
                  <a:pt x="719883" y="35980"/>
                  <a:pt x="720283" y="36438"/>
                  <a:pt x="720461" y="37355"/>
                </a:cubicBezTo>
                <a:cubicBezTo>
                  <a:pt x="720638" y="38269"/>
                  <a:pt x="720727" y="41607"/>
                  <a:pt x="720727" y="47368"/>
                </a:cubicBezTo>
                <a:lnTo>
                  <a:pt x="721327" y="47770"/>
                </a:lnTo>
                <a:close/>
                <a:moveTo>
                  <a:pt x="789957" y="65098"/>
                </a:moveTo>
                <a:lnTo>
                  <a:pt x="779030" y="67963"/>
                </a:lnTo>
                <a:cubicBezTo>
                  <a:pt x="773300" y="69518"/>
                  <a:pt x="770434" y="73804"/>
                  <a:pt x="770434" y="80822"/>
                </a:cubicBezTo>
                <a:cubicBezTo>
                  <a:pt x="770434" y="82733"/>
                  <a:pt x="771123" y="84509"/>
                  <a:pt x="772500" y="86153"/>
                </a:cubicBezTo>
                <a:cubicBezTo>
                  <a:pt x="773877" y="87796"/>
                  <a:pt x="775565" y="88618"/>
                  <a:pt x="777564" y="88618"/>
                </a:cubicBezTo>
                <a:cubicBezTo>
                  <a:pt x="781206" y="88618"/>
                  <a:pt x="784560" y="87064"/>
                  <a:pt x="787625" y="83954"/>
                </a:cubicBezTo>
                <a:cubicBezTo>
                  <a:pt x="788069" y="83510"/>
                  <a:pt x="788525" y="82599"/>
                  <a:pt x="788991" y="81222"/>
                </a:cubicBezTo>
                <a:cubicBezTo>
                  <a:pt x="789457" y="79845"/>
                  <a:pt x="789691" y="78713"/>
                  <a:pt x="789691" y="77824"/>
                </a:cubicBezTo>
                <a:lnTo>
                  <a:pt x="789957" y="65098"/>
                </a:lnTo>
                <a:moveTo>
                  <a:pt x="807148" y="84427"/>
                </a:moveTo>
                <a:cubicBezTo>
                  <a:pt x="807148" y="86540"/>
                  <a:pt x="807758" y="87900"/>
                  <a:pt x="808980" y="88508"/>
                </a:cubicBezTo>
                <a:cubicBezTo>
                  <a:pt x="810202" y="89114"/>
                  <a:pt x="812367" y="89418"/>
                  <a:pt x="815476" y="89418"/>
                </a:cubicBezTo>
                <a:cubicBezTo>
                  <a:pt x="816187" y="90040"/>
                  <a:pt x="816631" y="90995"/>
                  <a:pt x="816809" y="92283"/>
                </a:cubicBezTo>
                <a:cubicBezTo>
                  <a:pt x="812900" y="95303"/>
                  <a:pt x="807503" y="96792"/>
                  <a:pt x="800618" y="96747"/>
                </a:cubicBezTo>
                <a:cubicBezTo>
                  <a:pt x="797686" y="96747"/>
                  <a:pt x="795399" y="96136"/>
                  <a:pt x="793755" y="94915"/>
                </a:cubicBezTo>
                <a:cubicBezTo>
                  <a:pt x="792111" y="93693"/>
                  <a:pt x="790801" y="91683"/>
                  <a:pt x="789824" y="88885"/>
                </a:cubicBezTo>
                <a:lnTo>
                  <a:pt x="789557" y="88885"/>
                </a:lnTo>
                <a:cubicBezTo>
                  <a:pt x="784271" y="94171"/>
                  <a:pt x="778030" y="96792"/>
                  <a:pt x="770834" y="96747"/>
                </a:cubicBezTo>
                <a:cubicBezTo>
                  <a:pt x="765726" y="96747"/>
                  <a:pt x="761339" y="95406"/>
                  <a:pt x="757675" y="92724"/>
                </a:cubicBezTo>
                <a:cubicBezTo>
                  <a:pt x="754010" y="90041"/>
                  <a:pt x="752178" y="86442"/>
                  <a:pt x="752178" y="81926"/>
                </a:cubicBezTo>
                <a:cubicBezTo>
                  <a:pt x="752178" y="77342"/>
                  <a:pt x="754021" y="73376"/>
                  <a:pt x="757708" y="70026"/>
                </a:cubicBezTo>
                <a:cubicBezTo>
                  <a:pt x="761395" y="66677"/>
                  <a:pt x="766548" y="64175"/>
                  <a:pt x="773166" y="62522"/>
                </a:cubicBezTo>
                <a:lnTo>
                  <a:pt x="789158" y="58485"/>
                </a:lnTo>
                <a:cubicBezTo>
                  <a:pt x="789691" y="58299"/>
                  <a:pt x="789957" y="57718"/>
                  <a:pt x="789957" y="56742"/>
                </a:cubicBezTo>
                <a:cubicBezTo>
                  <a:pt x="789957" y="51398"/>
                  <a:pt x="789180" y="47645"/>
                  <a:pt x="787625" y="45486"/>
                </a:cubicBezTo>
                <a:cubicBezTo>
                  <a:pt x="786070" y="43324"/>
                  <a:pt x="783716" y="42244"/>
                  <a:pt x="780562" y="42244"/>
                </a:cubicBezTo>
                <a:cubicBezTo>
                  <a:pt x="774299" y="42244"/>
                  <a:pt x="768702" y="45871"/>
                  <a:pt x="763771" y="53127"/>
                </a:cubicBezTo>
                <a:lnTo>
                  <a:pt x="759241" y="52992"/>
                </a:lnTo>
                <a:lnTo>
                  <a:pt x="756509" y="42650"/>
                </a:lnTo>
                <a:lnTo>
                  <a:pt x="756908" y="42096"/>
                </a:lnTo>
                <a:cubicBezTo>
                  <a:pt x="758730" y="40577"/>
                  <a:pt x="762194" y="39090"/>
                  <a:pt x="767303" y="37634"/>
                </a:cubicBezTo>
                <a:cubicBezTo>
                  <a:pt x="772411" y="36176"/>
                  <a:pt x="777231" y="35447"/>
                  <a:pt x="781762" y="35447"/>
                </a:cubicBezTo>
                <a:cubicBezTo>
                  <a:pt x="785448" y="35403"/>
                  <a:pt x="789280" y="35839"/>
                  <a:pt x="793255" y="36757"/>
                </a:cubicBezTo>
                <a:cubicBezTo>
                  <a:pt x="797231" y="37673"/>
                  <a:pt x="800218" y="39026"/>
                  <a:pt x="802217" y="40815"/>
                </a:cubicBezTo>
                <a:cubicBezTo>
                  <a:pt x="805860" y="44045"/>
                  <a:pt x="807681" y="49501"/>
                  <a:pt x="807681" y="57183"/>
                </a:cubicBezTo>
                <a:cubicBezTo>
                  <a:pt x="807681" y="57454"/>
                  <a:pt x="807592" y="61668"/>
                  <a:pt x="807414" y="69826"/>
                </a:cubicBezTo>
                <a:cubicBezTo>
                  <a:pt x="807237" y="77983"/>
                  <a:pt x="807148" y="82850"/>
                  <a:pt x="807148" y="84427"/>
                </a:cubicBezTo>
                <a:close/>
                <a:moveTo>
                  <a:pt x="820782" y="43576"/>
                </a:moveTo>
                <a:cubicBezTo>
                  <a:pt x="819583" y="43576"/>
                  <a:pt x="819006" y="42850"/>
                  <a:pt x="819050" y="41398"/>
                </a:cubicBezTo>
                <a:cubicBezTo>
                  <a:pt x="819050" y="40386"/>
                  <a:pt x="819361" y="39364"/>
                  <a:pt x="819983" y="38331"/>
                </a:cubicBezTo>
                <a:cubicBezTo>
                  <a:pt x="820605" y="37297"/>
                  <a:pt x="821249" y="36780"/>
                  <a:pt x="821915" y="36780"/>
                </a:cubicBezTo>
                <a:lnTo>
                  <a:pt x="829777" y="36780"/>
                </a:lnTo>
                <a:cubicBezTo>
                  <a:pt x="829777" y="31405"/>
                  <a:pt x="829467" y="26830"/>
                  <a:pt x="828845" y="23054"/>
                </a:cubicBezTo>
                <a:lnTo>
                  <a:pt x="829111" y="22588"/>
                </a:lnTo>
                <a:cubicBezTo>
                  <a:pt x="832754" y="21788"/>
                  <a:pt x="838662" y="19745"/>
                  <a:pt x="846835" y="16458"/>
                </a:cubicBezTo>
                <a:cubicBezTo>
                  <a:pt x="847634" y="16458"/>
                  <a:pt x="848056" y="16924"/>
                  <a:pt x="848101" y="17857"/>
                </a:cubicBezTo>
                <a:cubicBezTo>
                  <a:pt x="847657" y="24520"/>
                  <a:pt x="847434" y="30828"/>
                  <a:pt x="847434" y="36780"/>
                </a:cubicBezTo>
                <a:lnTo>
                  <a:pt x="862027" y="36780"/>
                </a:lnTo>
                <a:cubicBezTo>
                  <a:pt x="862737" y="36780"/>
                  <a:pt x="863093" y="37066"/>
                  <a:pt x="863093" y="37638"/>
                </a:cubicBezTo>
                <a:lnTo>
                  <a:pt x="863093" y="41794"/>
                </a:lnTo>
                <a:cubicBezTo>
                  <a:pt x="863093" y="42982"/>
                  <a:pt x="862004" y="43576"/>
                  <a:pt x="859828" y="43576"/>
                </a:cubicBezTo>
                <a:lnTo>
                  <a:pt x="847434" y="43576"/>
                </a:lnTo>
                <a:lnTo>
                  <a:pt x="847101" y="58191"/>
                </a:lnTo>
                <a:cubicBezTo>
                  <a:pt x="847012" y="63173"/>
                  <a:pt x="846968" y="69601"/>
                  <a:pt x="846968" y="77474"/>
                </a:cubicBezTo>
                <a:cubicBezTo>
                  <a:pt x="846968" y="78186"/>
                  <a:pt x="846990" y="78865"/>
                  <a:pt x="847035" y="79511"/>
                </a:cubicBezTo>
                <a:cubicBezTo>
                  <a:pt x="847079" y="80156"/>
                  <a:pt x="847146" y="80802"/>
                  <a:pt x="847235" y="81447"/>
                </a:cubicBezTo>
                <a:cubicBezTo>
                  <a:pt x="847323" y="82091"/>
                  <a:pt x="847446" y="82692"/>
                  <a:pt x="847601" y="83248"/>
                </a:cubicBezTo>
                <a:cubicBezTo>
                  <a:pt x="847757" y="83803"/>
                  <a:pt x="847934" y="84326"/>
                  <a:pt x="848134" y="84816"/>
                </a:cubicBezTo>
                <a:cubicBezTo>
                  <a:pt x="848334" y="85305"/>
                  <a:pt x="848567" y="85739"/>
                  <a:pt x="848834" y="86118"/>
                </a:cubicBezTo>
                <a:cubicBezTo>
                  <a:pt x="849100" y="86495"/>
                  <a:pt x="849389" y="86829"/>
                  <a:pt x="849700" y="87119"/>
                </a:cubicBezTo>
                <a:cubicBezTo>
                  <a:pt x="850011" y="87408"/>
                  <a:pt x="850366" y="87619"/>
                  <a:pt x="850766" y="87752"/>
                </a:cubicBezTo>
                <a:cubicBezTo>
                  <a:pt x="851166" y="87885"/>
                  <a:pt x="851588" y="87952"/>
                  <a:pt x="852032" y="87952"/>
                </a:cubicBezTo>
                <a:cubicBezTo>
                  <a:pt x="855141" y="87952"/>
                  <a:pt x="857784" y="87418"/>
                  <a:pt x="859961" y="86351"/>
                </a:cubicBezTo>
                <a:cubicBezTo>
                  <a:pt x="861516" y="87334"/>
                  <a:pt x="862293" y="89210"/>
                  <a:pt x="862293" y="91981"/>
                </a:cubicBezTo>
                <a:cubicBezTo>
                  <a:pt x="857007" y="95203"/>
                  <a:pt x="850322" y="96792"/>
                  <a:pt x="842237" y="96747"/>
                </a:cubicBezTo>
                <a:cubicBezTo>
                  <a:pt x="838151" y="96747"/>
                  <a:pt x="834919" y="95396"/>
                  <a:pt x="832543" y="92695"/>
                </a:cubicBezTo>
                <a:cubicBezTo>
                  <a:pt x="830166" y="89992"/>
                  <a:pt x="828978" y="86877"/>
                  <a:pt x="828978" y="83348"/>
                </a:cubicBezTo>
                <a:cubicBezTo>
                  <a:pt x="828978" y="78499"/>
                  <a:pt x="829111" y="70603"/>
                  <a:pt x="829378" y="59659"/>
                </a:cubicBezTo>
                <a:lnTo>
                  <a:pt x="829777" y="43576"/>
                </a:lnTo>
                <a:lnTo>
                  <a:pt x="820782" y="43576"/>
                </a:lnTo>
                <a:close/>
                <a:moveTo>
                  <a:pt x="879816" y="19448"/>
                </a:moveTo>
                <a:cubicBezTo>
                  <a:pt x="877861" y="17575"/>
                  <a:pt x="876884" y="15268"/>
                  <a:pt x="876884" y="12526"/>
                </a:cubicBezTo>
                <a:cubicBezTo>
                  <a:pt x="876884" y="9785"/>
                  <a:pt x="877861" y="7479"/>
                  <a:pt x="879816" y="5607"/>
                </a:cubicBezTo>
                <a:cubicBezTo>
                  <a:pt x="881770" y="3735"/>
                  <a:pt x="884202" y="2798"/>
                  <a:pt x="887112" y="2798"/>
                </a:cubicBezTo>
                <a:cubicBezTo>
                  <a:pt x="890021" y="2798"/>
                  <a:pt x="892453" y="3735"/>
                  <a:pt x="894408" y="5607"/>
                </a:cubicBezTo>
                <a:cubicBezTo>
                  <a:pt x="896362" y="7479"/>
                  <a:pt x="897340" y="9785"/>
                  <a:pt x="897340" y="12526"/>
                </a:cubicBezTo>
                <a:cubicBezTo>
                  <a:pt x="897340" y="15268"/>
                  <a:pt x="896362" y="17575"/>
                  <a:pt x="894408" y="19448"/>
                </a:cubicBezTo>
                <a:cubicBezTo>
                  <a:pt x="892453" y="21319"/>
                  <a:pt x="890021" y="22255"/>
                  <a:pt x="887112" y="22255"/>
                </a:cubicBezTo>
                <a:cubicBezTo>
                  <a:pt x="884202" y="22255"/>
                  <a:pt x="881770" y="21319"/>
                  <a:pt x="879816" y="19448"/>
                </a:cubicBezTo>
                <a:moveTo>
                  <a:pt x="878084" y="63328"/>
                </a:moveTo>
                <a:cubicBezTo>
                  <a:pt x="878084" y="50654"/>
                  <a:pt x="877639" y="41849"/>
                  <a:pt x="876751" y="36913"/>
                </a:cubicBezTo>
                <a:lnTo>
                  <a:pt x="877151" y="36380"/>
                </a:lnTo>
                <a:cubicBezTo>
                  <a:pt x="877595" y="36380"/>
                  <a:pt x="878983" y="36447"/>
                  <a:pt x="881315" y="36580"/>
                </a:cubicBezTo>
                <a:cubicBezTo>
                  <a:pt x="883647" y="36713"/>
                  <a:pt x="885479" y="36780"/>
                  <a:pt x="886812" y="36780"/>
                </a:cubicBezTo>
                <a:cubicBezTo>
                  <a:pt x="889078" y="36780"/>
                  <a:pt x="892231" y="36558"/>
                  <a:pt x="896274" y="36114"/>
                </a:cubicBezTo>
                <a:cubicBezTo>
                  <a:pt x="897073" y="36114"/>
                  <a:pt x="897473" y="36580"/>
                  <a:pt x="897473" y="37513"/>
                </a:cubicBezTo>
                <a:cubicBezTo>
                  <a:pt x="896585" y="48630"/>
                  <a:pt x="896140" y="56724"/>
                  <a:pt x="896140" y="61793"/>
                </a:cubicBezTo>
                <a:lnTo>
                  <a:pt x="896140" y="70799"/>
                </a:lnTo>
                <a:cubicBezTo>
                  <a:pt x="896140" y="80716"/>
                  <a:pt x="896585" y="88921"/>
                  <a:pt x="897473" y="95415"/>
                </a:cubicBezTo>
                <a:lnTo>
                  <a:pt x="897206" y="95814"/>
                </a:lnTo>
                <a:cubicBezTo>
                  <a:pt x="893120" y="95548"/>
                  <a:pt x="889755" y="95415"/>
                  <a:pt x="887112" y="95415"/>
                </a:cubicBezTo>
                <a:cubicBezTo>
                  <a:pt x="884469" y="95415"/>
                  <a:pt x="881104" y="95548"/>
                  <a:pt x="877017" y="95814"/>
                </a:cubicBezTo>
                <a:lnTo>
                  <a:pt x="876751" y="95415"/>
                </a:lnTo>
                <a:cubicBezTo>
                  <a:pt x="877639" y="89233"/>
                  <a:pt x="878084" y="81028"/>
                  <a:pt x="878084" y="70799"/>
                </a:cubicBezTo>
                <a:lnTo>
                  <a:pt x="878084" y="63328"/>
                </a:lnTo>
                <a:close/>
                <a:moveTo>
                  <a:pt x="913041" y="67399"/>
                </a:moveTo>
                <a:cubicBezTo>
                  <a:pt x="913041" y="57126"/>
                  <a:pt x="916062" y="49211"/>
                  <a:pt x="922103" y="43653"/>
                </a:cubicBezTo>
                <a:cubicBezTo>
                  <a:pt x="928144" y="38094"/>
                  <a:pt x="936228" y="35358"/>
                  <a:pt x="946356" y="35447"/>
                </a:cubicBezTo>
                <a:cubicBezTo>
                  <a:pt x="957372" y="35447"/>
                  <a:pt x="965579" y="38271"/>
                  <a:pt x="970976" y="43920"/>
                </a:cubicBezTo>
                <a:cubicBezTo>
                  <a:pt x="976373" y="49567"/>
                  <a:pt x="979072" y="56992"/>
                  <a:pt x="979072" y="66197"/>
                </a:cubicBezTo>
                <a:cubicBezTo>
                  <a:pt x="979072" y="75668"/>
                  <a:pt x="976162" y="83128"/>
                  <a:pt x="970343" y="88577"/>
                </a:cubicBezTo>
                <a:cubicBezTo>
                  <a:pt x="964524" y="94024"/>
                  <a:pt x="956440" y="96747"/>
                  <a:pt x="946090" y="96747"/>
                </a:cubicBezTo>
                <a:cubicBezTo>
                  <a:pt x="935918" y="96747"/>
                  <a:pt x="927866" y="94135"/>
                  <a:pt x="921936" y="88910"/>
                </a:cubicBezTo>
                <a:cubicBezTo>
                  <a:pt x="916006" y="83685"/>
                  <a:pt x="913041" y="76514"/>
                  <a:pt x="913041" y="67399"/>
                </a:cubicBezTo>
                <a:moveTo>
                  <a:pt x="945357" y="42244"/>
                </a:moveTo>
                <a:cubicBezTo>
                  <a:pt x="941625" y="42244"/>
                  <a:pt x="938760" y="43344"/>
                  <a:pt x="936761" y="45546"/>
                </a:cubicBezTo>
                <a:cubicBezTo>
                  <a:pt x="934763" y="47748"/>
                  <a:pt x="933541" y="50261"/>
                  <a:pt x="933097" y="53086"/>
                </a:cubicBezTo>
                <a:cubicBezTo>
                  <a:pt x="932653" y="55910"/>
                  <a:pt x="932431" y="59636"/>
                  <a:pt x="932431" y="64263"/>
                </a:cubicBezTo>
                <a:cubicBezTo>
                  <a:pt x="932431" y="81388"/>
                  <a:pt x="937605" y="89951"/>
                  <a:pt x="947955" y="89951"/>
                </a:cubicBezTo>
                <a:cubicBezTo>
                  <a:pt x="955773" y="89951"/>
                  <a:pt x="959682" y="83257"/>
                  <a:pt x="959682" y="69868"/>
                </a:cubicBezTo>
                <a:cubicBezTo>
                  <a:pt x="959682" y="59948"/>
                  <a:pt x="958683" y="52865"/>
                  <a:pt x="956684" y="48617"/>
                </a:cubicBezTo>
                <a:cubicBezTo>
                  <a:pt x="954685" y="44368"/>
                  <a:pt x="950909" y="42244"/>
                  <a:pt x="945357" y="42244"/>
                </a:cubicBezTo>
                <a:close/>
                <a:moveTo>
                  <a:pt x="1054574" y="70795"/>
                </a:moveTo>
                <a:cubicBezTo>
                  <a:pt x="1054574" y="80803"/>
                  <a:pt x="1055062" y="89010"/>
                  <a:pt x="1056039" y="95415"/>
                </a:cubicBezTo>
                <a:lnTo>
                  <a:pt x="1055773" y="95814"/>
                </a:lnTo>
                <a:cubicBezTo>
                  <a:pt x="1051775" y="95548"/>
                  <a:pt x="1048221" y="95415"/>
                  <a:pt x="1045112" y="95415"/>
                </a:cubicBezTo>
                <a:lnTo>
                  <a:pt x="1035984" y="95814"/>
                </a:lnTo>
                <a:lnTo>
                  <a:pt x="1035717" y="95415"/>
                </a:lnTo>
                <a:cubicBezTo>
                  <a:pt x="1036250" y="90566"/>
                  <a:pt x="1036517" y="82359"/>
                  <a:pt x="1036517" y="70795"/>
                </a:cubicBezTo>
                <a:lnTo>
                  <a:pt x="1036517" y="58651"/>
                </a:lnTo>
                <a:cubicBezTo>
                  <a:pt x="1036517" y="50200"/>
                  <a:pt x="1034162" y="45975"/>
                  <a:pt x="1029454" y="45975"/>
                </a:cubicBezTo>
                <a:cubicBezTo>
                  <a:pt x="1024434" y="45975"/>
                  <a:pt x="1019148" y="49600"/>
                  <a:pt x="1013596" y="56850"/>
                </a:cubicBezTo>
                <a:lnTo>
                  <a:pt x="1013596" y="70795"/>
                </a:lnTo>
                <a:cubicBezTo>
                  <a:pt x="1013596" y="80981"/>
                  <a:pt x="1013862" y="89187"/>
                  <a:pt x="1014395" y="95415"/>
                </a:cubicBezTo>
                <a:lnTo>
                  <a:pt x="1013996" y="95814"/>
                </a:lnTo>
                <a:cubicBezTo>
                  <a:pt x="1011464" y="95548"/>
                  <a:pt x="1008643" y="95415"/>
                  <a:pt x="1005534" y="95415"/>
                </a:cubicBezTo>
                <a:lnTo>
                  <a:pt x="994340" y="95814"/>
                </a:lnTo>
                <a:lnTo>
                  <a:pt x="994073" y="95415"/>
                </a:lnTo>
                <a:cubicBezTo>
                  <a:pt x="995095" y="89144"/>
                  <a:pt x="995606" y="80939"/>
                  <a:pt x="995606" y="70799"/>
                </a:cubicBezTo>
                <a:lnTo>
                  <a:pt x="995606" y="63328"/>
                </a:lnTo>
                <a:cubicBezTo>
                  <a:pt x="995606" y="51233"/>
                  <a:pt x="995095" y="42384"/>
                  <a:pt x="994073" y="36780"/>
                </a:cubicBezTo>
                <a:lnTo>
                  <a:pt x="994340" y="36380"/>
                </a:lnTo>
                <a:cubicBezTo>
                  <a:pt x="1002158" y="36735"/>
                  <a:pt x="1008088" y="36602"/>
                  <a:pt x="1012130" y="35980"/>
                </a:cubicBezTo>
                <a:cubicBezTo>
                  <a:pt x="1012752" y="35980"/>
                  <a:pt x="1013152" y="36436"/>
                  <a:pt x="1013329" y="37346"/>
                </a:cubicBezTo>
                <a:cubicBezTo>
                  <a:pt x="1013507" y="38257"/>
                  <a:pt x="1013596" y="41578"/>
                  <a:pt x="1013596" y="47310"/>
                </a:cubicBezTo>
                <a:lnTo>
                  <a:pt x="1014129" y="47709"/>
                </a:lnTo>
                <a:cubicBezTo>
                  <a:pt x="1017238" y="43800"/>
                  <a:pt x="1020703" y="40780"/>
                  <a:pt x="1024523" y="38648"/>
                </a:cubicBezTo>
                <a:cubicBezTo>
                  <a:pt x="1028343" y="36514"/>
                  <a:pt x="1032030" y="35447"/>
                  <a:pt x="1035584" y="35447"/>
                </a:cubicBezTo>
                <a:cubicBezTo>
                  <a:pt x="1041847" y="35447"/>
                  <a:pt x="1046578" y="37059"/>
                  <a:pt x="1049776" y="40282"/>
                </a:cubicBezTo>
                <a:cubicBezTo>
                  <a:pt x="1052974" y="43504"/>
                  <a:pt x="1054574" y="48626"/>
                  <a:pt x="1054574" y="55649"/>
                </a:cubicBezTo>
                <a:lnTo>
                  <a:pt x="1054574" y="707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CD3B6-07F1-4D01-8E48-B8C382A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86" y="2311758"/>
            <a:ext cx="1071062" cy="1695362"/>
          </a:xfrm>
          <a:custGeom xmlns:a="http://schemas.openxmlformats.org/drawingml/2006/main">
            <a:pathLst>
              <a:path w="1071062" h="1695362">
                <a:moveTo>
                  <a:pt x="0" y="37022"/>
                </a:moveTo>
                <a:cubicBezTo>
                  <a:pt x="0" y="16580"/>
                  <a:pt x="16580" y="0"/>
                  <a:pt x="37098" y="0"/>
                </a:cubicBezTo>
                <a:lnTo>
                  <a:pt x="1033964" y="0"/>
                </a:lnTo>
                <a:cubicBezTo>
                  <a:pt x="1054481" y="0"/>
                  <a:pt x="1071062" y="16580"/>
                  <a:pt x="1071062" y="37022"/>
                </a:cubicBezTo>
                <a:lnTo>
                  <a:pt x="1071062" y="1658340"/>
                </a:lnTo>
                <a:cubicBezTo>
                  <a:pt x="1071062" y="1678782"/>
                  <a:pt x="1054481" y="1695362"/>
                  <a:pt x="1033964" y="1695362"/>
                </a:cubicBezTo>
                <a:lnTo>
                  <a:pt x="37098" y="1695362"/>
                </a:lnTo>
                <a:cubicBezTo>
                  <a:pt x="16580" y="1695362"/>
                  <a:pt x="0" y="1678782"/>
                  <a:pt x="0" y="1658340"/>
                </a:cubicBezTo>
                <a:lnTo>
                  <a:pt x="0" y="3702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470F6-7BFD-451D-AD7C-FFC42BE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86" y="2311758"/>
            <a:ext cx="1071062" cy="1695362"/>
          </a:xfrm>
          <a:custGeom xmlns:a="http://schemas.openxmlformats.org/drawingml/2006/main">
            <a:pathLst>
              <a:path w="1071062" h="1695362" fill="none">
                <a:moveTo>
                  <a:pt x="0" y="37022"/>
                </a:moveTo>
                <a:cubicBezTo>
                  <a:pt x="0" y="16580"/>
                  <a:pt x="16580" y="0"/>
                  <a:pt x="37098" y="0"/>
                </a:cubicBezTo>
                <a:lnTo>
                  <a:pt x="1033964" y="0"/>
                </a:lnTo>
                <a:cubicBezTo>
                  <a:pt x="1054481" y="0"/>
                  <a:pt x="1071062" y="16580"/>
                  <a:pt x="1071062" y="37022"/>
                </a:cubicBezTo>
                <a:lnTo>
                  <a:pt x="1071062" y="1658340"/>
                </a:lnTo>
                <a:cubicBezTo>
                  <a:pt x="1071062" y="1678782"/>
                  <a:pt x="1054481" y="1695362"/>
                  <a:pt x="1033964" y="1695362"/>
                </a:cubicBezTo>
                <a:lnTo>
                  <a:pt x="37098" y="1695362"/>
                </a:lnTo>
                <a:cubicBezTo>
                  <a:pt x="16580" y="1695362"/>
                  <a:pt x="0" y="1678782"/>
                  <a:pt x="0" y="1658340"/>
                </a:cubicBezTo>
                <a:lnTo>
                  <a:pt x="0" y="37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320" name="Text Patches">
            <a:extLst xmlns:a="http://schemas.openxmlformats.org/drawingml/2006/main">
              <a:ext uri="{FF2B5EF4-FFF2-40B4-BE49-F238E27FC236}">
                <a16:creationId xmlns:a16="http://schemas.microsoft.com/office/drawing/2014/main" id="{56E8EDE0-CE75-4C06-B666-33171C5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6020" y="2535519"/>
            <a:ext cx="505733" cy="99147"/>
          </a:xfrm>
          <a:custGeom xmlns:a="http://schemas.openxmlformats.org/drawingml/2006/main">
            <a:pathLst>
              <a:path w="505733" h="99147">
                <a:moveTo>
                  <a:pt x="0" y="97550"/>
                </a:moveTo>
                <a:lnTo>
                  <a:pt x="0" y="0"/>
                </a:lnTo>
                <a:lnTo>
                  <a:pt x="31607" y="0"/>
                </a:lnTo>
                <a:cubicBezTo>
                  <a:pt x="43585" y="0"/>
                  <a:pt x="51392" y="487"/>
                  <a:pt x="55030" y="1462"/>
                </a:cubicBezTo>
                <a:cubicBezTo>
                  <a:pt x="60619" y="2924"/>
                  <a:pt x="65299" y="6104"/>
                  <a:pt x="69070" y="11000"/>
                </a:cubicBezTo>
                <a:cubicBezTo>
                  <a:pt x="72841" y="15896"/>
                  <a:pt x="74726" y="22222"/>
                  <a:pt x="74726" y="29977"/>
                </a:cubicBezTo>
                <a:cubicBezTo>
                  <a:pt x="74726" y="35959"/>
                  <a:pt x="73639" y="40988"/>
                  <a:pt x="71466" y="45065"/>
                </a:cubicBezTo>
                <a:cubicBezTo>
                  <a:pt x="69292" y="49142"/>
                  <a:pt x="66530" y="52344"/>
                  <a:pt x="63181" y="54670"/>
                </a:cubicBezTo>
                <a:cubicBezTo>
                  <a:pt x="59832" y="56996"/>
                  <a:pt x="56427" y="58536"/>
                  <a:pt x="52967" y="59291"/>
                </a:cubicBezTo>
                <a:cubicBezTo>
                  <a:pt x="48265" y="60221"/>
                  <a:pt x="41455" y="60686"/>
                  <a:pt x="32539" y="60686"/>
                </a:cubicBezTo>
                <a:lnTo>
                  <a:pt x="19696" y="60686"/>
                </a:lnTo>
                <a:lnTo>
                  <a:pt x="19696" y="97550"/>
                </a:lnTo>
                <a:lnTo>
                  <a:pt x="0" y="97550"/>
                </a:lnTo>
                <a:moveTo>
                  <a:pt x="19696" y="16502"/>
                </a:moveTo>
                <a:lnTo>
                  <a:pt x="19696" y="44184"/>
                </a:lnTo>
                <a:lnTo>
                  <a:pt x="30476" y="44184"/>
                </a:lnTo>
                <a:cubicBezTo>
                  <a:pt x="38239" y="44184"/>
                  <a:pt x="43429" y="43673"/>
                  <a:pt x="46047" y="42653"/>
                </a:cubicBezTo>
                <a:cubicBezTo>
                  <a:pt x="48664" y="41633"/>
                  <a:pt x="50716" y="40036"/>
                  <a:pt x="52202" y="37862"/>
                </a:cubicBezTo>
                <a:cubicBezTo>
                  <a:pt x="53688" y="35688"/>
                  <a:pt x="54431" y="33160"/>
                  <a:pt x="54431" y="30276"/>
                </a:cubicBezTo>
                <a:cubicBezTo>
                  <a:pt x="54431" y="26728"/>
                  <a:pt x="53388" y="23800"/>
                  <a:pt x="51304" y="21493"/>
                </a:cubicBezTo>
                <a:cubicBezTo>
                  <a:pt x="49219" y="19186"/>
                  <a:pt x="46579" y="17744"/>
                  <a:pt x="43385" y="17168"/>
                </a:cubicBezTo>
                <a:cubicBezTo>
                  <a:pt x="41034" y="16724"/>
                  <a:pt x="36309" y="16502"/>
                  <a:pt x="29212" y="16502"/>
                </a:cubicBezTo>
                <a:lnTo>
                  <a:pt x="19696" y="16502"/>
                </a:lnTo>
                <a:close/>
                <a:moveTo>
                  <a:pt x="104737" y="48708"/>
                </a:moveTo>
                <a:lnTo>
                  <a:pt x="87768" y="45647"/>
                </a:lnTo>
                <a:cubicBezTo>
                  <a:pt x="89676" y="38726"/>
                  <a:pt x="92959" y="33602"/>
                  <a:pt x="97617" y="30276"/>
                </a:cubicBezTo>
                <a:cubicBezTo>
                  <a:pt x="102275" y="26949"/>
                  <a:pt x="109195" y="25286"/>
                  <a:pt x="118378" y="25286"/>
                </a:cubicBezTo>
                <a:cubicBezTo>
                  <a:pt x="126717" y="25286"/>
                  <a:pt x="132928" y="26273"/>
                  <a:pt x="137009" y="28247"/>
                </a:cubicBezTo>
                <a:cubicBezTo>
                  <a:pt x="141090" y="30221"/>
                  <a:pt x="143963" y="32727"/>
                  <a:pt x="145626" y="35766"/>
                </a:cubicBezTo>
                <a:cubicBezTo>
                  <a:pt x="147290" y="38805"/>
                  <a:pt x="148122" y="44383"/>
                  <a:pt x="148122" y="52501"/>
                </a:cubicBezTo>
                <a:lnTo>
                  <a:pt x="147922" y="74327"/>
                </a:lnTo>
                <a:cubicBezTo>
                  <a:pt x="147922" y="80537"/>
                  <a:pt x="148221" y="85118"/>
                  <a:pt x="148820" y="88068"/>
                </a:cubicBezTo>
                <a:cubicBezTo>
                  <a:pt x="149419" y="91018"/>
                  <a:pt x="150539" y="94178"/>
                  <a:pt x="152181" y="97550"/>
                </a:cubicBezTo>
                <a:lnTo>
                  <a:pt x="133682" y="97550"/>
                </a:lnTo>
                <a:cubicBezTo>
                  <a:pt x="133194" y="96308"/>
                  <a:pt x="132595" y="94467"/>
                  <a:pt x="131886" y="92027"/>
                </a:cubicBezTo>
                <a:cubicBezTo>
                  <a:pt x="131575" y="90918"/>
                  <a:pt x="131353" y="90186"/>
                  <a:pt x="131220" y="89831"/>
                </a:cubicBezTo>
                <a:cubicBezTo>
                  <a:pt x="128026" y="92936"/>
                  <a:pt x="124610" y="95265"/>
                  <a:pt x="120973" y="96818"/>
                </a:cubicBezTo>
                <a:cubicBezTo>
                  <a:pt x="117335" y="98371"/>
                  <a:pt x="113454" y="99147"/>
                  <a:pt x="109328" y="99147"/>
                </a:cubicBezTo>
                <a:cubicBezTo>
                  <a:pt x="102053" y="99147"/>
                  <a:pt x="96319" y="97181"/>
                  <a:pt x="92127" y="93250"/>
                </a:cubicBezTo>
                <a:cubicBezTo>
                  <a:pt x="87935" y="89318"/>
                  <a:pt x="85839" y="84348"/>
                  <a:pt x="85839" y="78340"/>
                </a:cubicBezTo>
                <a:cubicBezTo>
                  <a:pt x="85839" y="74364"/>
                  <a:pt x="86793" y="70820"/>
                  <a:pt x="88700" y="67706"/>
                </a:cubicBezTo>
                <a:cubicBezTo>
                  <a:pt x="90608" y="64591"/>
                  <a:pt x="93280" y="62205"/>
                  <a:pt x="96718" y="60549"/>
                </a:cubicBezTo>
                <a:cubicBezTo>
                  <a:pt x="100156" y="58892"/>
                  <a:pt x="105114" y="57445"/>
                  <a:pt x="111590" y="56209"/>
                </a:cubicBezTo>
                <a:cubicBezTo>
                  <a:pt x="120329" y="54574"/>
                  <a:pt x="126385" y="53050"/>
                  <a:pt x="129756" y="51636"/>
                </a:cubicBezTo>
                <a:lnTo>
                  <a:pt x="129756" y="49752"/>
                </a:lnTo>
                <a:cubicBezTo>
                  <a:pt x="129756" y="46119"/>
                  <a:pt x="128869" y="43529"/>
                  <a:pt x="127095" y="41981"/>
                </a:cubicBezTo>
                <a:cubicBezTo>
                  <a:pt x="125320" y="40433"/>
                  <a:pt x="121971" y="39659"/>
                  <a:pt x="117047" y="39659"/>
                </a:cubicBezTo>
                <a:cubicBezTo>
                  <a:pt x="113720" y="39659"/>
                  <a:pt x="111125" y="40328"/>
                  <a:pt x="109261" y="41667"/>
                </a:cubicBezTo>
                <a:cubicBezTo>
                  <a:pt x="107398" y="43005"/>
                  <a:pt x="105890" y="45352"/>
                  <a:pt x="104737" y="48708"/>
                </a:cubicBezTo>
                <a:moveTo>
                  <a:pt x="129756" y="63880"/>
                </a:moveTo>
                <a:cubicBezTo>
                  <a:pt x="127361" y="64669"/>
                  <a:pt x="123568" y="65611"/>
                  <a:pt x="118378" y="66708"/>
                </a:cubicBezTo>
                <a:cubicBezTo>
                  <a:pt x="113187" y="67803"/>
                  <a:pt x="109794" y="68877"/>
                  <a:pt x="108197" y="69929"/>
                </a:cubicBezTo>
                <a:cubicBezTo>
                  <a:pt x="105757" y="71638"/>
                  <a:pt x="104537" y="73808"/>
                  <a:pt x="104537" y="76437"/>
                </a:cubicBezTo>
                <a:cubicBezTo>
                  <a:pt x="104537" y="79024"/>
                  <a:pt x="105513" y="81260"/>
                  <a:pt x="107465" y="83146"/>
                </a:cubicBezTo>
                <a:cubicBezTo>
                  <a:pt x="109417" y="85030"/>
                  <a:pt x="111901" y="85972"/>
                  <a:pt x="114917" y="85972"/>
                </a:cubicBezTo>
                <a:cubicBezTo>
                  <a:pt x="118289" y="85972"/>
                  <a:pt x="121505" y="84876"/>
                  <a:pt x="124566" y="82684"/>
                </a:cubicBezTo>
                <a:cubicBezTo>
                  <a:pt x="126828" y="81019"/>
                  <a:pt x="128314" y="78981"/>
                  <a:pt x="129024" y="76568"/>
                </a:cubicBezTo>
                <a:cubicBezTo>
                  <a:pt x="129512" y="74991"/>
                  <a:pt x="129756" y="71989"/>
                  <a:pt x="129756" y="67563"/>
                </a:cubicBezTo>
                <a:lnTo>
                  <a:pt x="129756" y="63880"/>
                </a:lnTo>
                <a:close/>
                <a:moveTo>
                  <a:pt x="198531" y="26883"/>
                </a:moveTo>
                <a:lnTo>
                  <a:pt x="198531" y="41788"/>
                </a:lnTo>
                <a:lnTo>
                  <a:pt x="185755" y="41788"/>
                </a:lnTo>
                <a:lnTo>
                  <a:pt x="185755" y="70222"/>
                </a:lnTo>
                <a:cubicBezTo>
                  <a:pt x="185755" y="75981"/>
                  <a:pt x="185877" y="79336"/>
                  <a:pt x="186121" y="80289"/>
                </a:cubicBezTo>
                <a:cubicBezTo>
                  <a:pt x="186365" y="81240"/>
                  <a:pt x="186920" y="82026"/>
                  <a:pt x="187785" y="82647"/>
                </a:cubicBezTo>
                <a:cubicBezTo>
                  <a:pt x="188650" y="83266"/>
                  <a:pt x="189704" y="83576"/>
                  <a:pt x="190946" y="83576"/>
                </a:cubicBezTo>
                <a:cubicBezTo>
                  <a:pt x="192676" y="83576"/>
                  <a:pt x="195182" y="82977"/>
                  <a:pt x="198465" y="81780"/>
                </a:cubicBezTo>
                <a:lnTo>
                  <a:pt x="200062" y="96340"/>
                </a:lnTo>
                <a:cubicBezTo>
                  <a:pt x="195714" y="98211"/>
                  <a:pt x="190790" y="99147"/>
                  <a:pt x="185290" y="99147"/>
                </a:cubicBezTo>
                <a:cubicBezTo>
                  <a:pt x="181918" y="99147"/>
                  <a:pt x="178879" y="98581"/>
                  <a:pt x="176173" y="97450"/>
                </a:cubicBezTo>
                <a:cubicBezTo>
                  <a:pt x="173467" y="96319"/>
                  <a:pt x="171482" y="94855"/>
                  <a:pt x="170218" y="93058"/>
                </a:cubicBezTo>
                <a:cubicBezTo>
                  <a:pt x="168954" y="91262"/>
                  <a:pt x="168078" y="88833"/>
                  <a:pt x="167590" y="85772"/>
                </a:cubicBezTo>
                <a:cubicBezTo>
                  <a:pt x="167190" y="83598"/>
                  <a:pt x="166991" y="79207"/>
                  <a:pt x="166991" y="72597"/>
                </a:cubicBezTo>
                <a:lnTo>
                  <a:pt x="166991" y="41788"/>
                </a:lnTo>
                <a:lnTo>
                  <a:pt x="158407" y="41788"/>
                </a:lnTo>
                <a:lnTo>
                  <a:pt x="158407" y="26883"/>
                </a:lnTo>
                <a:lnTo>
                  <a:pt x="166991" y="26883"/>
                </a:lnTo>
                <a:lnTo>
                  <a:pt x="166991" y="12776"/>
                </a:lnTo>
                <a:lnTo>
                  <a:pt x="185755" y="1730"/>
                </a:lnTo>
                <a:lnTo>
                  <a:pt x="185755" y="26883"/>
                </a:lnTo>
                <a:lnTo>
                  <a:pt x="198531" y="26883"/>
                </a:lnTo>
                <a:close/>
                <a:moveTo>
                  <a:pt x="273123" y="47777"/>
                </a:moveTo>
                <a:lnTo>
                  <a:pt x="254691" y="51104"/>
                </a:lnTo>
                <a:cubicBezTo>
                  <a:pt x="254070" y="47444"/>
                  <a:pt x="252662" y="44688"/>
                  <a:pt x="250466" y="42836"/>
                </a:cubicBezTo>
                <a:cubicBezTo>
                  <a:pt x="248270" y="40984"/>
                  <a:pt x="245420" y="40058"/>
                  <a:pt x="241915" y="40058"/>
                </a:cubicBezTo>
                <a:cubicBezTo>
                  <a:pt x="237257" y="40058"/>
                  <a:pt x="233542" y="41661"/>
                  <a:pt x="230769" y="44868"/>
                </a:cubicBezTo>
                <a:cubicBezTo>
                  <a:pt x="227997" y="48074"/>
                  <a:pt x="226611" y="53436"/>
                  <a:pt x="226611" y="60954"/>
                </a:cubicBezTo>
                <a:cubicBezTo>
                  <a:pt x="226611" y="69313"/>
                  <a:pt x="228019" y="75218"/>
                  <a:pt x="230836" y="78669"/>
                </a:cubicBezTo>
                <a:cubicBezTo>
                  <a:pt x="233653" y="82118"/>
                  <a:pt x="237435" y="83842"/>
                  <a:pt x="242181" y="83842"/>
                </a:cubicBezTo>
                <a:cubicBezTo>
                  <a:pt x="245730" y="83842"/>
                  <a:pt x="248636" y="82833"/>
                  <a:pt x="250898" y="80815"/>
                </a:cubicBezTo>
                <a:cubicBezTo>
                  <a:pt x="253161" y="78796"/>
                  <a:pt x="254758" y="75325"/>
                  <a:pt x="255689" y="70401"/>
                </a:cubicBezTo>
                <a:lnTo>
                  <a:pt x="274055" y="73595"/>
                </a:lnTo>
                <a:cubicBezTo>
                  <a:pt x="272147" y="82024"/>
                  <a:pt x="268487" y="88389"/>
                  <a:pt x="263075" y="92692"/>
                </a:cubicBezTo>
                <a:cubicBezTo>
                  <a:pt x="257663" y="96995"/>
                  <a:pt x="250410" y="99147"/>
                  <a:pt x="241316" y="99147"/>
                </a:cubicBezTo>
                <a:cubicBezTo>
                  <a:pt x="230980" y="99147"/>
                  <a:pt x="222740" y="95886"/>
                  <a:pt x="216596" y="89365"/>
                </a:cubicBezTo>
                <a:cubicBezTo>
                  <a:pt x="210452" y="82844"/>
                  <a:pt x="207380" y="73817"/>
                  <a:pt x="207380" y="62283"/>
                </a:cubicBezTo>
                <a:cubicBezTo>
                  <a:pt x="207380" y="50616"/>
                  <a:pt x="210463" y="41533"/>
                  <a:pt x="216629" y="35034"/>
                </a:cubicBezTo>
                <a:cubicBezTo>
                  <a:pt x="222796" y="28535"/>
                  <a:pt x="231135" y="25286"/>
                  <a:pt x="241649" y="25286"/>
                </a:cubicBezTo>
                <a:cubicBezTo>
                  <a:pt x="250255" y="25286"/>
                  <a:pt x="257098" y="27138"/>
                  <a:pt x="262177" y="30842"/>
                </a:cubicBezTo>
                <a:cubicBezTo>
                  <a:pt x="267256" y="34546"/>
                  <a:pt x="270905" y="40191"/>
                  <a:pt x="273123" y="47777"/>
                </a:cubicBezTo>
                <a:close/>
                <a:moveTo>
                  <a:pt x="305908" y="0"/>
                </a:moveTo>
                <a:lnTo>
                  <a:pt x="305908" y="35916"/>
                </a:lnTo>
                <a:cubicBezTo>
                  <a:pt x="311941" y="28829"/>
                  <a:pt x="319149" y="25286"/>
                  <a:pt x="327534" y="25286"/>
                </a:cubicBezTo>
                <a:cubicBezTo>
                  <a:pt x="331837" y="25286"/>
                  <a:pt x="335718" y="26084"/>
                  <a:pt x="339178" y="27681"/>
                </a:cubicBezTo>
                <a:cubicBezTo>
                  <a:pt x="342639" y="29278"/>
                  <a:pt x="345245" y="31319"/>
                  <a:pt x="346997" y="33803"/>
                </a:cubicBezTo>
                <a:cubicBezTo>
                  <a:pt x="348749" y="36287"/>
                  <a:pt x="349947" y="39038"/>
                  <a:pt x="350590" y="42054"/>
                </a:cubicBezTo>
                <a:cubicBezTo>
                  <a:pt x="351233" y="45071"/>
                  <a:pt x="351555" y="49751"/>
                  <a:pt x="351555" y="56094"/>
                </a:cubicBezTo>
                <a:lnTo>
                  <a:pt x="351555" y="97550"/>
                </a:lnTo>
                <a:lnTo>
                  <a:pt x="332857" y="97550"/>
                </a:lnTo>
                <a:lnTo>
                  <a:pt x="332857" y="60264"/>
                </a:lnTo>
                <a:cubicBezTo>
                  <a:pt x="332857" y="52864"/>
                  <a:pt x="332502" y="48167"/>
                  <a:pt x="331792" y="46174"/>
                </a:cubicBezTo>
                <a:cubicBezTo>
                  <a:pt x="331082" y="44179"/>
                  <a:pt x="329829" y="42594"/>
                  <a:pt x="328033" y="41420"/>
                </a:cubicBezTo>
                <a:cubicBezTo>
                  <a:pt x="326236" y="40246"/>
                  <a:pt x="323985" y="39659"/>
                  <a:pt x="321279" y="39659"/>
                </a:cubicBezTo>
                <a:cubicBezTo>
                  <a:pt x="318173" y="39659"/>
                  <a:pt x="315401" y="40412"/>
                  <a:pt x="312961" y="41919"/>
                </a:cubicBezTo>
                <a:cubicBezTo>
                  <a:pt x="310521" y="43426"/>
                  <a:pt x="308736" y="45697"/>
                  <a:pt x="307604" y="48731"/>
                </a:cubicBezTo>
                <a:cubicBezTo>
                  <a:pt x="306473" y="51766"/>
                  <a:pt x="305908" y="56253"/>
                  <a:pt x="305908" y="62191"/>
                </a:cubicBezTo>
                <a:lnTo>
                  <a:pt x="305908" y="97550"/>
                </a:lnTo>
                <a:lnTo>
                  <a:pt x="287209" y="97550"/>
                </a:lnTo>
                <a:lnTo>
                  <a:pt x="287209" y="0"/>
                </a:lnTo>
                <a:lnTo>
                  <a:pt x="305908" y="0"/>
                </a:lnTo>
                <a:close/>
                <a:moveTo>
                  <a:pt x="411464" y="75059"/>
                </a:moveTo>
                <a:lnTo>
                  <a:pt x="430095" y="78253"/>
                </a:lnTo>
                <a:cubicBezTo>
                  <a:pt x="427700" y="85062"/>
                  <a:pt x="423918" y="90247"/>
                  <a:pt x="418750" y="93807"/>
                </a:cubicBezTo>
                <a:cubicBezTo>
                  <a:pt x="413582" y="97367"/>
                  <a:pt x="407116" y="99147"/>
                  <a:pt x="399353" y="99147"/>
                </a:cubicBezTo>
                <a:cubicBezTo>
                  <a:pt x="387065" y="99147"/>
                  <a:pt x="377971" y="95132"/>
                  <a:pt x="372071" y="87103"/>
                </a:cubicBezTo>
                <a:cubicBezTo>
                  <a:pt x="367413" y="80671"/>
                  <a:pt x="365084" y="72552"/>
                  <a:pt x="365084" y="62749"/>
                </a:cubicBezTo>
                <a:cubicBezTo>
                  <a:pt x="365084" y="51037"/>
                  <a:pt x="368145" y="41866"/>
                  <a:pt x="374267" y="35234"/>
                </a:cubicBezTo>
                <a:cubicBezTo>
                  <a:pt x="380389" y="28602"/>
                  <a:pt x="388130" y="25286"/>
                  <a:pt x="397490" y="25286"/>
                </a:cubicBezTo>
                <a:cubicBezTo>
                  <a:pt x="408004" y="25286"/>
                  <a:pt x="416299" y="28757"/>
                  <a:pt x="422377" y="35700"/>
                </a:cubicBezTo>
                <a:cubicBezTo>
                  <a:pt x="428454" y="42642"/>
                  <a:pt x="431360" y="53278"/>
                  <a:pt x="431093" y="67606"/>
                </a:cubicBezTo>
                <a:lnTo>
                  <a:pt x="384248" y="67606"/>
                </a:lnTo>
                <a:cubicBezTo>
                  <a:pt x="384381" y="73151"/>
                  <a:pt x="385890" y="77465"/>
                  <a:pt x="388773" y="80549"/>
                </a:cubicBezTo>
                <a:cubicBezTo>
                  <a:pt x="391657" y="83632"/>
                  <a:pt x="395250" y="85173"/>
                  <a:pt x="399553" y="85173"/>
                </a:cubicBezTo>
                <a:cubicBezTo>
                  <a:pt x="402481" y="85173"/>
                  <a:pt x="404943" y="84375"/>
                  <a:pt x="406939" y="82778"/>
                </a:cubicBezTo>
                <a:cubicBezTo>
                  <a:pt x="408935" y="81181"/>
                  <a:pt x="410443" y="78608"/>
                  <a:pt x="411464" y="75059"/>
                </a:cubicBezTo>
                <a:moveTo>
                  <a:pt x="412528" y="56161"/>
                </a:moveTo>
                <a:cubicBezTo>
                  <a:pt x="412395" y="50771"/>
                  <a:pt x="410998" y="46673"/>
                  <a:pt x="408336" y="43867"/>
                </a:cubicBezTo>
                <a:cubicBezTo>
                  <a:pt x="405675" y="41062"/>
                  <a:pt x="402436" y="39659"/>
                  <a:pt x="398621" y="39659"/>
                </a:cubicBezTo>
                <a:cubicBezTo>
                  <a:pt x="394540" y="39659"/>
                  <a:pt x="391169" y="41139"/>
                  <a:pt x="388507" y="44098"/>
                </a:cubicBezTo>
                <a:cubicBezTo>
                  <a:pt x="385845" y="47059"/>
                  <a:pt x="384537" y="51080"/>
                  <a:pt x="384581" y="56161"/>
                </a:cubicBezTo>
                <a:lnTo>
                  <a:pt x="412528" y="56161"/>
                </a:lnTo>
                <a:close/>
                <a:moveTo>
                  <a:pt x="439724" y="77454"/>
                </a:moveTo>
                <a:lnTo>
                  <a:pt x="458489" y="74527"/>
                </a:lnTo>
                <a:cubicBezTo>
                  <a:pt x="459287" y="78142"/>
                  <a:pt x="460907" y="80887"/>
                  <a:pt x="463346" y="82761"/>
                </a:cubicBezTo>
                <a:cubicBezTo>
                  <a:pt x="465786" y="84635"/>
                  <a:pt x="469202" y="85572"/>
                  <a:pt x="473594" y="85572"/>
                </a:cubicBezTo>
                <a:cubicBezTo>
                  <a:pt x="478429" y="85572"/>
                  <a:pt x="482067" y="84687"/>
                  <a:pt x="484507" y="82915"/>
                </a:cubicBezTo>
                <a:cubicBezTo>
                  <a:pt x="486148" y="81674"/>
                  <a:pt x="486969" y="80013"/>
                  <a:pt x="486969" y="77931"/>
                </a:cubicBezTo>
                <a:cubicBezTo>
                  <a:pt x="486969" y="76512"/>
                  <a:pt x="486525" y="75338"/>
                  <a:pt x="485638" y="74408"/>
                </a:cubicBezTo>
                <a:cubicBezTo>
                  <a:pt x="484706" y="73522"/>
                  <a:pt x="482621" y="72703"/>
                  <a:pt x="479383" y="71950"/>
                </a:cubicBezTo>
                <a:cubicBezTo>
                  <a:pt x="464300" y="68629"/>
                  <a:pt x="454740" y="65594"/>
                  <a:pt x="450704" y="62846"/>
                </a:cubicBezTo>
                <a:cubicBezTo>
                  <a:pt x="445114" y="59034"/>
                  <a:pt x="442319" y="53738"/>
                  <a:pt x="442319" y="46958"/>
                </a:cubicBezTo>
                <a:cubicBezTo>
                  <a:pt x="442319" y="40841"/>
                  <a:pt x="444737" y="35700"/>
                  <a:pt x="449572" y="31534"/>
                </a:cubicBezTo>
                <a:cubicBezTo>
                  <a:pt x="454408" y="27369"/>
                  <a:pt x="461905" y="25286"/>
                  <a:pt x="472063" y="25286"/>
                </a:cubicBezTo>
                <a:cubicBezTo>
                  <a:pt x="481734" y="25286"/>
                  <a:pt x="488921" y="26855"/>
                  <a:pt x="493623" y="29994"/>
                </a:cubicBezTo>
                <a:cubicBezTo>
                  <a:pt x="498325" y="33132"/>
                  <a:pt x="501563" y="37773"/>
                  <a:pt x="503338" y="43917"/>
                </a:cubicBezTo>
                <a:lnTo>
                  <a:pt x="485704" y="47244"/>
                </a:lnTo>
                <a:cubicBezTo>
                  <a:pt x="484950" y="44494"/>
                  <a:pt x="483520" y="42387"/>
                  <a:pt x="481413" y="40923"/>
                </a:cubicBezTo>
                <a:cubicBezTo>
                  <a:pt x="479305" y="39459"/>
                  <a:pt x="476300" y="38727"/>
                  <a:pt x="472396" y="38727"/>
                </a:cubicBezTo>
                <a:cubicBezTo>
                  <a:pt x="467472" y="38727"/>
                  <a:pt x="463945" y="39414"/>
                  <a:pt x="461816" y="40788"/>
                </a:cubicBezTo>
                <a:cubicBezTo>
                  <a:pt x="460396" y="41761"/>
                  <a:pt x="459687" y="43023"/>
                  <a:pt x="459687" y="44575"/>
                </a:cubicBezTo>
                <a:cubicBezTo>
                  <a:pt x="459687" y="45903"/>
                  <a:pt x="460308" y="47032"/>
                  <a:pt x="461550" y="47962"/>
                </a:cubicBezTo>
                <a:cubicBezTo>
                  <a:pt x="463236" y="49203"/>
                  <a:pt x="469058" y="50953"/>
                  <a:pt x="479017" y="53212"/>
                </a:cubicBezTo>
                <a:cubicBezTo>
                  <a:pt x="488976" y="55472"/>
                  <a:pt x="495930" y="58244"/>
                  <a:pt x="499878" y="61528"/>
                </a:cubicBezTo>
                <a:cubicBezTo>
                  <a:pt x="503782" y="64858"/>
                  <a:pt x="505733" y="69496"/>
                  <a:pt x="505733" y="75444"/>
                </a:cubicBezTo>
                <a:cubicBezTo>
                  <a:pt x="505733" y="81924"/>
                  <a:pt x="503027" y="87495"/>
                  <a:pt x="497615" y="92156"/>
                </a:cubicBezTo>
                <a:cubicBezTo>
                  <a:pt x="492203" y="96817"/>
                  <a:pt x="484196" y="99147"/>
                  <a:pt x="473594" y="99147"/>
                </a:cubicBezTo>
                <a:cubicBezTo>
                  <a:pt x="463968" y="99147"/>
                  <a:pt x="456349" y="97201"/>
                  <a:pt x="450737" y="93310"/>
                </a:cubicBezTo>
                <a:cubicBezTo>
                  <a:pt x="445125" y="89417"/>
                  <a:pt x="441454" y="84132"/>
                  <a:pt x="439724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4b35798c04de3"/>
          <a:stretch xmlns:a="http://schemas.openxmlformats.org/drawingml/2006/main"/>
        </p:blipFill>
        <p:spPr>
          <a:xfrm xmlns:a="http://schemas.openxmlformats.org/drawingml/2006/main">
            <a:off x="12749386" y="3023957"/>
            <a:ext cx="3785" cy="601890"/>
          </a:xfrm>
          <a:prstGeom xmlns:a="http://schemas.openxmlformats.org/drawingml/2006/main" prst="rect">
            <a:avLst/>
          </a:prstGeom>
        </p:spPr>
      </p:pic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99253-ED3A-4859-B002-FBCF6D8B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236" y="2491648"/>
            <a:ext cx="177075" cy="177090"/>
          </a:xfrm>
          <a:custGeom xmlns:a="http://schemas.openxmlformats.org/drawingml/2006/main">
            <a:pathLst>
              <a:path w="177075" h="177090">
                <a:moveTo>
                  <a:pt x="0" y="88544"/>
                </a:move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5"/>
                </a:cubicBezTo>
                <a:cubicBezTo>
                  <a:pt x="177075" y="137448"/>
                  <a:pt x="137435" y="177090"/>
                  <a:pt x="88536" y="177090"/>
                </a:cubicBezTo>
                <a:cubicBezTo>
                  <a:pt x="39641" y="177090"/>
                  <a:pt x="0" y="137447"/>
                  <a:pt x="0" y="88544"/>
                </a:cubicBezTo>
                <a:close/>
                <a:moveTo>
                  <a:pt x="74706" y="116215"/>
                </a:moveTo>
                <a:cubicBezTo>
                  <a:pt x="74706" y="107438"/>
                  <a:pt x="68873" y="100034"/>
                  <a:pt x="60871" y="97643"/>
                </a:cubicBezTo>
                <a:lnTo>
                  <a:pt x="60871" y="76683"/>
                </a:lnTo>
                <a:cubicBezTo>
                  <a:pt x="71115" y="73566"/>
                  <a:pt x="76891" y="62728"/>
                  <a:pt x="73772" y="52481"/>
                </a:cubicBezTo>
                <a:cubicBezTo>
                  <a:pt x="71298" y="44355"/>
                  <a:pt x="63828" y="38794"/>
                  <a:pt x="55337" y="38738"/>
                </a:cubicBezTo>
                <a:cubicBezTo>
                  <a:pt x="44641" y="38720"/>
                  <a:pt x="35953" y="47380"/>
                  <a:pt x="35934" y="58070"/>
                </a:cubicBezTo>
                <a:cubicBezTo>
                  <a:pt x="35918" y="66666"/>
                  <a:pt x="41565" y="74239"/>
                  <a:pt x="49804" y="76683"/>
                </a:cubicBezTo>
                <a:lnTo>
                  <a:pt x="49804" y="97643"/>
                </a:lnTo>
                <a:cubicBezTo>
                  <a:pt x="39559" y="100763"/>
                  <a:pt x="33783" y="111597"/>
                  <a:pt x="36902" y="121842"/>
                </a:cubicBezTo>
                <a:cubicBezTo>
                  <a:pt x="39376" y="129965"/>
                  <a:pt x="46846" y="135535"/>
                  <a:pt x="55338" y="135584"/>
                </a:cubicBezTo>
                <a:cubicBezTo>
                  <a:pt x="66034" y="135584"/>
                  <a:pt x="74706" y="126913"/>
                  <a:pt x="74706" y="116215"/>
                </a:cubicBezTo>
                <a:close/>
                <a:moveTo>
                  <a:pt x="110670" y="60874"/>
                </a:moveTo>
                <a:lnTo>
                  <a:pt x="113437" y="60874"/>
                </a:lnTo>
                <a:cubicBezTo>
                  <a:pt x="116499" y="60874"/>
                  <a:pt x="118970" y="63355"/>
                  <a:pt x="118970" y="66408"/>
                </a:cubicBezTo>
                <a:lnTo>
                  <a:pt x="118971" y="97643"/>
                </a:lnTo>
                <a:cubicBezTo>
                  <a:pt x="108733" y="100764"/>
                  <a:pt x="102951" y="111597"/>
                  <a:pt x="106077" y="121842"/>
                </a:cubicBezTo>
                <a:cubicBezTo>
                  <a:pt x="108549" y="129966"/>
                  <a:pt x="116019" y="135535"/>
                  <a:pt x="124504" y="135585"/>
                </a:cubicBezTo>
                <a:cubicBezTo>
                  <a:pt x="135203" y="135605"/>
                  <a:pt x="143891" y="126949"/>
                  <a:pt x="143909" y="116251"/>
                </a:cubicBezTo>
                <a:cubicBezTo>
                  <a:pt x="143928" y="107659"/>
                  <a:pt x="138283" y="100083"/>
                  <a:pt x="130038" y="97643"/>
                </a:cubicBezTo>
                <a:lnTo>
                  <a:pt x="130038" y="66408"/>
                </a:lnTo>
                <a:cubicBezTo>
                  <a:pt x="130038" y="57240"/>
                  <a:pt x="122613" y="49806"/>
                  <a:pt x="113437" y="49806"/>
                </a:cubicBezTo>
                <a:lnTo>
                  <a:pt x="110670" y="49806"/>
                </a:lnTo>
                <a:lnTo>
                  <a:pt x="110670" y="34634"/>
                </a:lnTo>
                <a:cubicBezTo>
                  <a:pt x="110679" y="33103"/>
                  <a:pt x="109443" y="31867"/>
                  <a:pt x="107912" y="31858"/>
                </a:cubicBezTo>
                <a:cubicBezTo>
                  <a:pt x="107174" y="31858"/>
                  <a:pt x="106464" y="32153"/>
                  <a:pt x="105948" y="32679"/>
                </a:cubicBezTo>
                <a:lnTo>
                  <a:pt x="85242" y="53385"/>
                </a:lnTo>
                <a:cubicBezTo>
                  <a:pt x="84160" y="54464"/>
                  <a:pt x="84157" y="56216"/>
                  <a:pt x="85233" y="57296"/>
                </a:cubicBezTo>
                <a:cubicBezTo>
                  <a:pt x="85233" y="57296"/>
                  <a:pt x="85243" y="57296"/>
                  <a:pt x="85243" y="57305"/>
                </a:cubicBezTo>
                <a:lnTo>
                  <a:pt x="105948" y="78011"/>
                </a:lnTo>
                <a:cubicBezTo>
                  <a:pt x="107027" y="79090"/>
                  <a:pt x="108779" y="79090"/>
                  <a:pt x="109858" y="78011"/>
                </a:cubicBezTo>
                <a:cubicBezTo>
                  <a:pt x="110384" y="77495"/>
                  <a:pt x="110679" y="76785"/>
                  <a:pt x="110670" y="76047"/>
                </a:cubicBezTo>
                <a:lnTo>
                  <a:pt x="110670" y="6087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62015-6387-48F3-9029-7F5B01B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2769140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2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510BF-09EB-4315-95AF-C617AAC5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2756978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2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20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2C24A-A83D-42E6-8605-FC26631C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235586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C8C50-E892-4A12-9654-99FF16C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223424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6C32B-3A7F-4663-8221-00A69F0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142312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76863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7C4A5-8487-45D6-A14F-B5523C1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130150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6863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75C92-8D50-44EE-90EE-A9D7CD3E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049038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679DC-939A-46B3-BEBB-BDD7CA8A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036876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D9114-354E-4F5D-9DAF-D44CA5F1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2955688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8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3ABA6-27CC-463F-B317-98CB1591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2943526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8470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37E2C-7C6A-48ED-B630-FAD2DBB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2862414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2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8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7E7EC-546A-4DF9-A924-C7B51311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2850252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2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20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8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DBC88-2436-44F0-A119-910103E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2751630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PATCH_1">
            <a:extLst xmlns:a="http://schemas.openxmlformats.org/drawingml/2006/main">
              <a:ext uri="{FF2B5EF4-FFF2-40B4-BE49-F238E27FC236}">
                <a16:creationId xmlns:a16="http://schemas.microsoft.com/office/drawing/2014/main" id="{D0DFBE06-FA51-4EAD-B673-49D6263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2772467"/>
            <a:ext cx="163745" cy="37175"/>
          </a:xfrm>
          <a:custGeom xmlns:a="http://schemas.openxmlformats.org/drawingml/2006/main">
            <a:pathLst>
              <a:path w="163745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4" y="28690"/>
                  <a:pt x="45119" y="28842"/>
                  <a:pt x="45001" y="28946"/>
                </a:cubicBezTo>
                <a:cubicBezTo>
                  <a:pt x="44882" y="29049"/>
                  <a:pt x="44686" y="29116"/>
                  <a:pt x="44413" y="29145"/>
                </a:cubicBezTo>
                <a:cubicBezTo>
                  <a:pt x="44139" y="29175"/>
                  <a:pt x="43773" y="29190"/>
                  <a:pt x="43315" y="29190"/>
                </a:cubicBezTo>
                <a:cubicBezTo>
                  <a:pt x="42856" y="29190"/>
                  <a:pt x="42491" y="29178"/>
                  <a:pt x="42217" y="29156"/>
                </a:cubicBezTo>
                <a:cubicBezTo>
                  <a:pt x="41943" y="29134"/>
                  <a:pt x="41736" y="29097"/>
                  <a:pt x="41596" y="29045"/>
                </a:cubicBezTo>
                <a:cubicBezTo>
                  <a:pt x="41455" y="28994"/>
                  <a:pt x="41352" y="28923"/>
                  <a:pt x="41285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1" y="29001"/>
                </a:cubicBezTo>
                <a:cubicBezTo>
                  <a:pt x="23711" y="29068"/>
                  <a:pt x="23511" y="29116"/>
                  <a:pt x="23253" y="29145"/>
                </a:cubicBezTo>
                <a:cubicBezTo>
                  <a:pt x="22994" y="29175"/>
                  <a:pt x="22657" y="29190"/>
                  <a:pt x="22243" y="29190"/>
                </a:cubicBezTo>
                <a:cubicBezTo>
                  <a:pt x="21815" y="29190"/>
                  <a:pt x="21463" y="29171"/>
                  <a:pt x="21190" y="29134"/>
                </a:cubicBezTo>
                <a:cubicBezTo>
                  <a:pt x="20916" y="29097"/>
                  <a:pt x="20724" y="29027"/>
                  <a:pt x="20613" y="28923"/>
                </a:cubicBezTo>
                <a:cubicBezTo>
                  <a:pt x="20502" y="28820"/>
                  <a:pt x="20450" y="28668"/>
                  <a:pt x="20458" y="28469"/>
                </a:cubicBezTo>
                <a:cubicBezTo>
                  <a:pt x="20465" y="28269"/>
                  <a:pt x="20528" y="28007"/>
                  <a:pt x="20646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2" y="436"/>
                  <a:pt x="30927" y="377"/>
                </a:cubicBezTo>
                <a:cubicBezTo>
                  <a:pt x="31112" y="318"/>
                  <a:pt x="31348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0" y="255"/>
                </a:cubicBezTo>
                <a:cubicBezTo>
                  <a:pt x="34221" y="277"/>
                  <a:pt x="34472" y="318"/>
                  <a:pt x="34664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8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5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2" y="1996"/>
                </a:moveTo>
                <a:cubicBezTo>
                  <a:pt x="67912" y="2277"/>
                  <a:pt x="67897" y="2521"/>
                  <a:pt x="67867" y="2728"/>
                </a:cubicBezTo>
                <a:cubicBezTo>
                  <a:pt x="67838" y="2935"/>
                  <a:pt x="67790" y="3102"/>
                  <a:pt x="67723" y="3227"/>
                </a:cubicBezTo>
                <a:cubicBezTo>
                  <a:pt x="67657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8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3" y="28949"/>
                  <a:pt x="58685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2" y="29190"/>
                  <a:pt x="56518" y="29171"/>
                  <a:pt x="56267" y="29134"/>
                </a:cubicBezTo>
                <a:cubicBezTo>
                  <a:pt x="56016" y="29097"/>
                  <a:pt x="55816" y="29053"/>
                  <a:pt x="55668" y="29001"/>
                </a:cubicBezTo>
                <a:cubicBezTo>
                  <a:pt x="55520" y="28949"/>
                  <a:pt x="55417" y="28879"/>
                  <a:pt x="55358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70" y="3564"/>
                  <a:pt x="46874" y="3505"/>
                </a:cubicBezTo>
                <a:cubicBezTo>
                  <a:pt x="46777" y="3445"/>
                  <a:pt x="46700" y="3353"/>
                  <a:pt x="46641" y="3227"/>
                </a:cubicBezTo>
                <a:cubicBezTo>
                  <a:pt x="46582" y="3102"/>
                  <a:pt x="46533" y="2935"/>
                  <a:pt x="46496" y="2728"/>
                </a:cubicBezTo>
                <a:cubicBezTo>
                  <a:pt x="46460" y="2521"/>
                  <a:pt x="46441" y="2277"/>
                  <a:pt x="46441" y="1996"/>
                </a:cubicBezTo>
                <a:cubicBezTo>
                  <a:pt x="46441" y="1715"/>
                  <a:pt x="46460" y="1468"/>
                  <a:pt x="46496" y="1253"/>
                </a:cubicBezTo>
                <a:cubicBezTo>
                  <a:pt x="46533" y="1039"/>
                  <a:pt x="46582" y="865"/>
                  <a:pt x="46641" y="732"/>
                </a:cubicBezTo>
                <a:cubicBezTo>
                  <a:pt x="46700" y="599"/>
                  <a:pt x="46777" y="503"/>
                  <a:pt x="46874" y="444"/>
                </a:cubicBezTo>
                <a:cubicBezTo>
                  <a:pt x="46970" y="384"/>
                  <a:pt x="47077" y="355"/>
                  <a:pt x="47195" y="355"/>
                </a:cubicBezTo>
                <a:lnTo>
                  <a:pt x="67158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7" y="599"/>
                  <a:pt x="67723" y="732"/>
                </a:cubicBezTo>
                <a:cubicBezTo>
                  <a:pt x="67790" y="865"/>
                  <a:pt x="67838" y="1039"/>
                  <a:pt x="67867" y="1253"/>
                </a:cubicBezTo>
                <a:cubicBezTo>
                  <a:pt x="67897" y="1468"/>
                  <a:pt x="67912" y="1715"/>
                  <a:pt x="67912" y="1996"/>
                </a:cubicBezTo>
                <a:close/>
                <a:moveTo>
                  <a:pt x="90892" y="24975"/>
                </a:moveTo>
                <a:cubicBezTo>
                  <a:pt x="90892" y="25212"/>
                  <a:pt x="90884" y="25419"/>
                  <a:pt x="90870" y="25596"/>
                </a:cubicBezTo>
                <a:cubicBezTo>
                  <a:pt x="90855" y="25774"/>
                  <a:pt x="90829" y="25929"/>
                  <a:pt x="90792" y="26062"/>
                </a:cubicBezTo>
                <a:cubicBezTo>
                  <a:pt x="90755" y="26195"/>
                  <a:pt x="90707" y="26313"/>
                  <a:pt x="90648" y="26417"/>
                </a:cubicBezTo>
                <a:cubicBezTo>
                  <a:pt x="90589" y="26520"/>
                  <a:pt x="90485" y="26647"/>
                  <a:pt x="90337" y="26796"/>
                </a:cubicBezTo>
                <a:cubicBezTo>
                  <a:pt x="90189" y="26945"/>
                  <a:pt x="89879" y="27172"/>
                  <a:pt x="89406" y="27477"/>
                </a:cubicBezTo>
                <a:cubicBezTo>
                  <a:pt x="88933" y="27783"/>
                  <a:pt x="88345" y="28081"/>
                  <a:pt x="87642" y="28372"/>
                </a:cubicBezTo>
                <a:cubicBezTo>
                  <a:pt x="86940" y="28662"/>
                  <a:pt x="86134" y="28908"/>
                  <a:pt x="85225" y="29109"/>
                </a:cubicBezTo>
                <a:cubicBezTo>
                  <a:pt x="84315" y="29311"/>
                  <a:pt x="83321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1" y="24517"/>
                  <a:pt x="71488" y="23020"/>
                  <a:pt x="70918" y="21238"/>
                </a:cubicBezTo>
                <a:cubicBezTo>
                  <a:pt x="70349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5" y="8717"/>
                </a:cubicBezTo>
                <a:cubicBezTo>
                  <a:pt x="71598" y="6854"/>
                  <a:pt x="72460" y="5275"/>
                  <a:pt x="73569" y="3981"/>
                </a:cubicBezTo>
                <a:cubicBezTo>
                  <a:pt x="74678" y="2688"/>
                  <a:pt x="76005" y="1701"/>
                  <a:pt x="77550" y="1020"/>
                </a:cubicBezTo>
                <a:cubicBezTo>
                  <a:pt x="79095" y="340"/>
                  <a:pt x="80807" y="0"/>
                  <a:pt x="82685" y="0"/>
                </a:cubicBezTo>
                <a:cubicBezTo>
                  <a:pt x="83513" y="0"/>
                  <a:pt x="84319" y="78"/>
                  <a:pt x="85103" y="235"/>
                </a:cubicBezTo>
                <a:cubicBezTo>
                  <a:pt x="85886" y="392"/>
                  <a:pt x="86611" y="589"/>
                  <a:pt x="87276" y="828"/>
                </a:cubicBezTo>
                <a:cubicBezTo>
                  <a:pt x="87942" y="1066"/>
                  <a:pt x="88533" y="1342"/>
                  <a:pt x="89051" y="1655"/>
                </a:cubicBezTo>
                <a:cubicBezTo>
                  <a:pt x="89568" y="1968"/>
                  <a:pt x="89927" y="2225"/>
                  <a:pt x="90127" y="2427"/>
                </a:cubicBezTo>
                <a:cubicBezTo>
                  <a:pt x="90326" y="2628"/>
                  <a:pt x="90456" y="2780"/>
                  <a:pt x="90515" y="2883"/>
                </a:cubicBezTo>
                <a:cubicBezTo>
                  <a:pt x="90574" y="2987"/>
                  <a:pt x="90622" y="3109"/>
                  <a:pt x="90659" y="3249"/>
                </a:cubicBezTo>
                <a:cubicBezTo>
                  <a:pt x="90696" y="3390"/>
                  <a:pt x="90725" y="3556"/>
                  <a:pt x="90748" y="3749"/>
                </a:cubicBezTo>
                <a:cubicBezTo>
                  <a:pt x="90770" y="3941"/>
                  <a:pt x="90781" y="4170"/>
                  <a:pt x="90781" y="4436"/>
                </a:cubicBezTo>
                <a:cubicBezTo>
                  <a:pt x="90781" y="4732"/>
                  <a:pt x="90766" y="4983"/>
                  <a:pt x="90737" y="5190"/>
                </a:cubicBezTo>
                <a:cubicBezTo>
                  <a:pt x="90707" y="5397"/>
                  <a:pt x="90663" y="5571"/>
                  <a:pt x="90603" y="5711"/>
                </a:cubicBezTo>
                <a:cubicBezTo>
                  <a:pt x="90544" y="5852"/>
                  <a:pt x="90474" y="5955"/>
                  <a:pt x="90393" y="6022"/>
                </a:cubicBezTo>
                <a:cubicBezTo>
                  <a:pt x="90311" y="6089"/>
                  <a:pt x="90212" y="6122"/>
                  <a:pt x="90093" y="6122"/>
                </a:cubicBezTo>
                <a:cubicBezTo>
                  <a:pt x="89886" y="6122"/>
                  <a:pt x="89598" y="5976"/>
                  <a:pt x="89228" y="5686"/>
                </a:cubicBezTo>
                <a:cubicBezTo>
                  <a:pt x="88859" y="5395"/>
                  <a:pt x="88382" y="5075"/>
                  <a:pt x="87798" y="4724"/>
                </a:cubicBezTo>
                <a:cubicBezTo>
                  <a:pt x="87214" y="4374"/>
                  <a:pt x="86504" y="4054"/>
                  <a:pt x="85668" y="3763"/>
                </a:cubicBezTo>
                <a:cubicBezTo>
                  <a:pt x="84833" y="3472"/>
                  <a:pt x="83831" y="3327"/>
                  <a:pt x="82663" y="3327"/>
                </a:cubicBezTo>
                <a:cubicBezTo>
                  <a:pt x="81391" y="3327"/>
                  <a:pt x="80234" y="3582"/>
                  <a:pt x="79192" y="4092"/>
                </a:cubicBezTo>
                <a:cubicBezTo>
                  <a:pt x="78149" y="4602"/>
                  <a:pt x="77258" y="5353"/>
                  <a:pt x="76519" y="6344"/>
                </a:cubicBezTo>
                <a:cubicBezTo>
                  <a:pt x="75779" y="7334"/>
                  <a:pt x="75206" y="8543"/>
                  <a:pt x="74800" y="9970"/>
                </a:cubicBezTo>
                <a:cubicBezTo>
                  <a:pt x="74393" y="11397"/>
                  <a:pt x="74190" y="13027"/>
                  <a:pt x="74190" y="14861"/>
                </a:cubicBezTo>
                <a:cubicBezTo>
                  <a:pt x="74190" y="16680"/>
                  <a:pt x="74386" y="18288"/>
                  <a:pt x="74778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4" y="24838"/>
                  <a:pt x="79158" y="25319"/>
                </a:cubicBezTo>
                <a:cubicBezTo>
                  <a:pt x="80223" y="25800"/>
                  <a:pt x="81428" y="26040"/>
                  <a:pt x="82774" y="26040"/>
                </a:cubicBezTo>
                <a:cubicBezTo>
                  <a:pt x="83912" y="26040"/>
                  <a:pt x="84907" y="25898"/>
                  <a:pt x="85757" y="25615"/>
                </a:cubicBezTo>
                <a:cubicBezTo>
                  <a:pt x="86607" y="25332"/>
                  <a:pt x="87332" y="25015"/>
                  <a:pt x="87931" y="24665"/>
                </a:cubicBezTo>
                <a:cubicBezTo>
                  <a:pt x="88530" y="24314"/>
                  <a:pt x="89021" y="23998"/>
                  <a:pt x="89406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9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9" y="23611"/>
                </a:cubicBezTo>
                <a:cubicBezTo>
                  <a:pt x="90803" y="23737"/>
                  <a:pt x="90836" y="23911"/>
                  <a:pt x="90859" y="24132"/>
                </a:cubicBezTo>
                <a:cubicBezTo>
                  <a:pt x="90881" y="24354"/>
                  <a:pt x="90892" y="24635"/>
                  <a:pt x="90892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6" y="36817"/>
                </a:cubicBezTo>
                <a:cubicBezTo>
                  <a:pt x="142978" y="37055"/>
                  <a:pt x="142793" y="37175"/>
                  <a:pt x="142542" y="37175"/>
                </a:cubicBezTo>
                <a:lnTo>
                  <a:pt x="121182" y="37175"/>
                </a:lnTo>
                <a:cubicBezTo>
                  <a:pt x="120931" y="37175"/>
                  <a:pt x="120739" y="37063"/>
                  <a:pt x="120605" y="36839"/>
                </a:cubicBezTo>
                <a:cubicBezTo>
                  <a:pt x="120472" y="36616"/>
                  <a:pt x="120406" y="36243"/>
                  <a:pt x="120406" y="35722"/>
                </a:cubicBezTo>
                <a:cubicBezTo>
                  <a:pt x="120406" y="35215"/>
                  <a:pt x="120472" y="34835"/>
                  <a:pt x="120605" y="34582"/>
                </a:cubicBezTo>
                <a:cubicBezTo>
                  <a:pt x="120739" y="34329"/>
                  <a:pt x="120931" y="34202"/>
                  <a:pt x="121182" y="34202"/>
                </a:cubicBezTo>
                <a:lnTo>
                  <a:pt x="142542" y="34202"/>
                </a:lnTo>
                <a:cubicBezTo>
                  <a:pt x="142779" y="34202"/>
                  <a:pt x="142960" y="34322"/>
                  <a:pt x="143085" y="34560"/>
                </a:cubicBezTo>
                <a:cubicBezTo>
                  <a:pt x="143211" y="34798"/>
                  <a:pt x="143274" y="35171"/>
                  <a:pt x="143274" y="35677"/>
                </a:cubicBezTo>
                <a:close/>
                <a:moveTo>
                  <a:pt x="163745" y="27548"/>
                </a:moveTo>
                <a:cubicBezTo>
                  <a:pt x="163745" y="27829"/>
                  <a:pt x="163723" y="28066"/>
                  <a:pt x="163678" y="28258"/>
                </a:cubicBezTo>
                <a:cubicBezTo>
                  <a:pt x="163634" y="28450"/>
                  <a:pt x="163575" y="28605"/>
                  <a:pt x="163501" y="28724"/>
                </a:cubicBezTo>
                <a:cubicBezTo>
                  <a:pt x="163427" y="28842"/>
                  <a:pt x="163342" y="28927"/>
                  <a:pt x="163246" y="28979"/>
                </a:cubicBezTo>
                <a:cubicBezTo>
                  <a:pt x="163150" y="29031"/>
                  <a:pt x="163050" y="29056"/>
                  <a:pt x="162946" y="29056"/>
                </a:cubicBezTo>
                <a:lnTo>
                  <a:pt x="147952" y="29056"/>
                </a:lnTo>
                <a:cubicBezTo>
                  <a:pt x="147849" y="29056"/>
                  <a:pt x="147753" y="29031"/>
                  <a:pt x="147664" y="28979"/>
                </a:cubicBezTo>
                <a:cubicBezTo>
                  <a:pt x="147575" y="28927"/>
                  <a:pt x="147490" y="28842"/>
                  <a:pt x="147409" y="28724"/>
                </a:cubicBezTo>
                <a:cubicBezTo>
                  <a:pt x="147328" y="28605"/>
                  <a:pt x="147265" y="28450"/>
                  <a:pt x="147220" y="28258"/>
                </a:cubicBezTo>
                <a:cubicBezTo>
                  <a:pt x="147176" y="28066"/>
                  <a:pt x="147154" y="27829"/>
                  <a:pt x="147154" y="27548"/>
                </a:cubicBezTo>
                <a:cubicBezTo>
                  <a:pt x="147154" y="27282"/>
                  <a:pt x="147176" y="27053"/>
                  <a:pt x="147220" y="26861"/>
                </a:cubicBezTo>
                <a:cubicBezTo>
                  <a:pt x="147265" y="26668"/>
                  <a:pt x="147320" y="26509"/>
                  <a:pt x="147387" y="26384"/>
                </a:cubicBezTo>
                <a:cubicBezTo>
                  <a:pt x="147453" y="26258"/>
                  <a:pt x="147535" y="26162"/>
                  <a:pt x="147631" y="26095"/>
                </a:cubicBezTo>
                <a:cubicBezTo>
                  <a:pt x="147727" y="26029"/>
                  <a:pt x="147834" y="25996"/>
                  <a:pt x="147952" y="25996"/>
                </a:cubicBezTo>
                <a:lnTo>
                  <a:pt x="153941" y="25996"/>
                </a:lnTo>
                <a:lnTo>
                  <a:pt x="153941" y="4148"/>
                </a:lnTo>
                <a:lnTo>
                  <a:pt x="148396" y="7475"/>
                </a:lnTo>
                <a:cubicBezTo>
                  <a:pt x="148115" y="7623"/>
                  <a:pt x="147890" y="7711"/>
                  <a:pt x="147720" y="7741"/>
                </a:cubicBezTo>
                <a:cubicBezTo>
                  <a:pt x="147549" y="7771"/>
                  <a:pt x="147413" y="7737"/>
                  <a:pt x="147309" y="7641"/>
                </a:cubicBezTo>
                <a:cubicBezTo>
                  <a:pt x="147206" y="7545"/>
                  <a:pt x="147135" y="7386"/>
                  <a:pt x="147098" y="7164"/>
                </a:cubicBezTo>
                <a:cubicBezTo>
                  <a:pt x="147062" y="6941"/>
                  <a:pt x="147043" y="6659"/>
                  <a:pt x="147043" y="6318"/>
                </a:cubicBezTo>
                <a:cubicBezTo>
                  <a:pt x="147043" y="6066"/>
                  <a:pt x="147054" y="5851"/>
                  <a:pt x="147076" y="5673"/>
                </a:cubicBezTo>
                <a:cubicBezTo>
                  <a:pt x="147098" y="5495"/>
                  <a:pt x="147132" y="5346"/>
                  <a:pt x="147176" y="5228"/>
                </a:cubicBezTo>
                <a:cubicBezTo>
                  <a:pt x="147220" y="5109"/>
                  <a:pt x="147283" y="5005"/>
                  <a:pt x="147365" y="4916"/>
                </a:cubicBezTo>
                <a:cubicBezTo>
                  <a:pt x="147446" y="4827"/>
                  <a:pt x="147553" y="4738"/>
                  <a:pt x="147686" y="4650"/>
                </a:cubicBezTo>
                <a:lnTo>
                  <a:pt x="154296" y="400"/>
                </a:lnTo>
                <a:cubicBezTo>
                  <a:pt x="154355" y="356"/>
                  <a:pt x="154429" y="319"/>
                  <a:pt x="154518" y="289"/>
                </a:cubicBezTo>
                <a:cubicBezTo>
                  <a:pt x="154607" y="259"/>
                  <a:pt x="154717" y="229"/>
                  <a:pt x="154851" y="200"/>
                </a:cubicBezTo>
                <a:cubicBezTo>
                  <a:pt x="154984" y="170"/>
                  <a:pt x="155139" y="152"/>
                  <a:pt x="155316" y="144"/>
                </a:cubicBezTo>
                <a:cubicBezTo>
                  <a:pt x="155494" y="137"/>
                  <a:pt x="155716" y="133"/>
                  <a:pt x="155982" y="133"/>
                </a:cubicBezTo>
                <a:cubicBezTo>
                  <a:pt x="156337" y="133"/>
                  <a:pt x="156632" y="148"/>
                  <a:pt x="156869" y="177"/>
                </a:cubicBezTo>
                <a:cubicBezTo>
                  <a:pt x="157106" y="207"/>
                  <a:pt x="157290" y="248"/>
                  <a:pt x="157423" y="299"/>
                </a:cubicBezTo>
                <a:cubicBezTo>
                  <a:pt x="157557" y="351"/>
                  <a:pt x="157645" y="418"/>
                  <a:pt x="157690" y="500"/>
                </a:cubicBezTo>
                <a:cubicBezTo>
                  <a:pt x="157734" y="581"/>
                  <a:pt x="157756" y="666"/>
                  <a:pt x="157756" y="755"/>
                </a:cubicBezTo>
                <a:lnTo>
                  <a:pt x="157756" y="25996"/>
                </a:lnTo>
                <a:lnTo>
                  <a:pt x="162946" y="25996"/>
                </a:lnTo>
                <a:cubicBezTo>
                  <a:pt x="163065" y="25996"/>
                  <a:pt x="163176" y="26029"/>
                  <a:pt x="163279" y="26095"/>
                </a:cubicBezTo>
                <a:cubicBezTo>
                  <a:pt x="163383" y="26162"/>
                  <a:pt x="163468" y="26258"/>
                  <a:pt x="163534" y="26384"/>
                </a:cubicBezTo>
                <a:cubicBezTo>
                  <a:pt x="163601" y="26509"/>
                  <a:pt x="163653" y="26668"/>
                  <a:pt x="163689" y="26861"/>
                </a:cubicBezTo>
                <a:cubicBezTo>
                  <a:pt x="163726" y="27053"/>
                  <a:pt x="163745" y="27282"/>
                  <a:pt x="163745" y="27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E7C7A-A0FD-4753-AF9D-6DD8B9B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2844980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PATCH_2">
            <a:extLst xmlns:a="http://schemas.openxmlformats.org/drawingml/2006/main">
              <a:ext uri="{FF2B5EF4-FFF2-40B4-BE49-F238E27FC236}">
                <a16:creationId xmlns:a16="http://schemas.microsoft.com/office/drawing/2014/main" id="{4FEF0747-9695-4000-BF8F-13FDD3B4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2865727"/>
            <a:ext cx="163678" cy="37263"/>
          </a:xfrm>
          <a:custGeom xmlns:a="http://schemas.openxmlformats.org/drawingml/2006/main">
            <a:pathLst>
              <a:path w="163678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7" y="28117"/>
                  <a:pt x="45160" y="28380"/>
                  <a:pt x="45167" y="28580"/>
                </a:cubicBezTo>
                <a:cubicBezTo>
                  <a:pt x="45174" y="28779"/>
                  <a:pt x="45119" y="28931"/>
                  <a:pt x="45001" y="29034"/>
                </a:cubicBezTo>
                <a:cubicBezTo>
                  <a:pt x="44882" y="29138"/>
                  <a:pt x="44686" y="29204"/>
                  <a:pt x="44413" y="29234"/>
                </a:cubicBezTo>
                <a:cubicBezTo>
                  <a:pt x="44139" y="29263"/>
                  <a:pt x="43773" y="29278"/>
                  <a:pt x="43315" y="29278"/>
                </a:cubicBezTo>
                <a:cubicBezTo>
                  <a:pt x="42856" y="29278"/>
                  <a:pt x="42491" y="29267"/>
                  <a:pt x="42217" y="29245"/>
                </a:cubicBezTo>
                <a:cubicBezTo>
                  <a:pt x="41943" y="29223"/>
                  <a:pt x="41736" y="29186"/>
                  <a:pt x="41596" y="29134"/>
                </a:cubicBezTo>
                <a:cubicBezTo>
                  <a:pt x="41455" y="29082"/>
                  <a:pt x="41352" y="29012"/>
                  <a:pt x="41285" y="28923"/>
                </a:cubicBezTo>
                <a:cubicBezTo>
                  <a:pt x="41219" y="28835"/>
                  <a:pt x="41156" y="28724"/>
                  <a:pt x="41097" y="28591"/>
                </a:cubicBezTo>
                <a:lnTo>
                  <a:pt x="38635" y="21604"/>
                </a:lnTo>
                <a:lnTo>
                  <a:pt x="26702" y="21604"/>
                </a:lnTo>
                <a:lnTo>
                  <a:pt x="24351" y="28502"/>
                </a:lnTo>
                <a:cubicBezTo>
                  <a:pt x="24306" y="28635"/>
                  <a:pt x="24247" y="28750"/>
                  <a:pt x="24173" y="28846"/>
                </a:cubicBezTo>
                <a:cubicBezTo>
                  <a:pt x="24099" y="28942"/>
                  <a:pt x="23992" y="29023"/>
                  <a:pt x="23851" y="29090"/>
                </a:cubicBezTo>
                <a:cubicBezTo>
                  <a:pt x="23711" y="29156"/>
                  <a:pt x="23511" y="29204"/>
                  <a:pt x="23253" y="29234"/>
                </a:cubicBezTo>
                <a:cubicBezTo>
                  <a:pt x="22994" y="29263"/>
                  <a:pt x="22657" y="29278"/>
                  <a:pt x="22243" y="29278"/>
                </a:cubicBezTo>
                <a:cubicBezTo>
                  <a:pt x="21815" y="29278"/>
                  <a:pt x="21463" y="29260"/>
                  <a:pt x="21190" y="29223"/>
                </a:cubicBezTo>
                <a:cubicBezTo>
                  <a:pt x="20916" y="29186"/>
                  <a:pt x="20724" y="29116"/>
                  <a:pt x="20613" y="29012"/>
                </a:cubicBezTo>
                <a:cubicBezTo>
                  <a:pt x="20502" y="28909"/>
                  <a:pt x="20450" y="28757"/>
                  <a:pt x="20458" y="28557"/>
                </a:cubicBezTo>
                <a:cubicBezTo>
                  <a:pt x="20465" y="28358"/>
                  <a:pt x="20528" y="28095"/>
                  <a:pt x="20646" y="27770"/>
                </a:cubicBezTo>
                <a:lnTo>
                  <a:pt x="30273" y="1109"/>
                </a:lnTo>
                <a:cubicBezTo>
                  <a:pt x="30332" y="946"/>
                  <a:pt x="30410" y="813"/>
                  <a:pt x="30506" y="710"/>
                </a:cubicBezTo>
                <a:cubicBezTo>
                  <a:pt x="30602" y="606"/>
                  <a:pt x="30742" y="525"/>
                  <a:pt x="30927" y="466"/>
                </a:cubicBezTo>
                <a:cubicBezTo>
                  <a:pt x="31112" y="407"/>
                  <a:pt x="31348" y="366"/>
                  <a:pt x="31637" y="344"/>
                </a:cubicBezTo>
                <a:cubicBezTo>
                  <a:pt x="31925" y="322"/>
                  <a:pt x="32291" y="311"/>
                  <a:pt x="32735" y="311"/>
                </a:cubicBezTo>
                <a:cubicBezTo>
                  <a:pt x="33208" y="311"/>
                  <a:pt x="33600" y="322"/>
                  <a:pt x="33910" y="344"/>
                </a:cubicBezTo>
                <a:cubicBezTo>
                  <a:pt x="34221" y="366"/>
                  <a:pt x="34472" y="407"/>
                  <a:pt x="34664" y="466"/>
                </a:cubicBezTo>
                <a:cubicBezTo>
                  <a:pt x="34857" y="525"/>
                  <a:pt x="35005" y="610"/>
                  <a:pt x="35108" y="721"/>
                </a:cubicBezTo>
                <a:cubicBezTo>
                  <a:pt x="35212" y="832"/>
                  <a:pt x="35293" y="969"/>
                  <a:pt x="35352" y="1131"/>
                </a:cubicBezTo>
                <a:lnTo>
                  <a:pt x="44978" y="27792"/>
                </a:lnTo>
                <a:moveTo>
                  <a:pt x="32624" y="4259"/>
                </a:moveTo>
                <a:lnTo>
                  <a:pt x="32602" y="4259"/>
                </a:lnTo>
                <a:lnTo>
                  <a:pt x="27655" y="18565"/>
                </a:lnTo>
                <a:lnTo>
                  <a:pt x="37637" y="18565"/>
                </a:lnTo>
                <a:lnTo>
                  <a:pt x="32624" y="4259"/>
                </a:lnTo>
                <a:close/>
                <a:moveTo>
                  <a:pt x="67912" y="2085"/>
                </a:moveTo>
                <a:cubicBezTo>
                  <a:pt x="67912" y="2366"/>
                  <a:pt x="67897" y="2610"/>
                  <a:pt x="67867" y="2817"/>
                </a:cubicBezTo>
                <a:cubicBezTo>
                  <a:pt x="67838" y="3024"/>
                  <a:pt x="67790" y="3190"/>
                  <a:pt x="67723" y="3316"/>
                </a:cubicBezTo>
                <a:cubicBezTo>
                  <a:pt x="67657" y="3442"/>
                  <a:pt x="67575" y="3534"/>
                  <a:pt x="67479" y="3593"/>
                </a:cubicBezTo>
                <a:cubicBezTo>
                  <a:pt x="67383" y="3652"/>
                  <a:pt x="67276" y="3682"/>
                  <a:pt x="67158" y="3682"/>
                </a:cubicBezTo>
                <a:lnTo>
                  <a:pt x="59084" y="3682"/>
                </a:lnTo>
                <a:lnTo>
                  <a:pt x="59084" y="28568"/>
                </a:lnTo>
                <a:cubicBezTo>
                  <a:pt x="59084" y="28687"/>
                  <a:pt x="59054" y="28790"/>
                  <a:pt x="58995" y="28879"/>
                </a:cubicBezTo>
                <a:cubicBezTo>
                  <a:pt x="58936" y="28968"/>
                  <a:pt x="58833" y="29038"/>
                  <a:pt x="58685" y="29090"/>
                </a:cubicBezTo>
                <a:cubicBezTo>
                  <a:pt x="58537" y="29141"/>
                  <a:pt x="58341" y="29186"/>
                  <a:pt x="58097" y="29223"/>
                </a:cubicBezTo>
                <a:cubicBezTo>
                  <a:pt x="57853" y="29260"/>
                  <a:pt x="57546" y="29278"/>
                  <a:pt x="57176" y="29278"/>
                </a:cubicBezTo>
                <a:cubicBezTo>
                  <a:pt x="56822" y="29278"/>
                  <a:pt x="56518" y="29260"/>
                  <a:pt x="56267" y="29223"/>
                </a:cubicBezTo>
                <a:cubicBezTo>
                  <a:pt x="56016" y="29186"/>
                  <a:pt x="55816" y="29141"/>
                  <a:pt x="55668" y="29090"/>
                </a:cubicBezTo>
                <a:cubicBezTo>
                  <a:pt x="55520" y="29038"/>
                  <a:pt x="55417" y="28968"/>
                  <a:pt x="55358" y="28879"/>
                </a:cubicBezTo>
                <a:cubicBezTo>
                  <a:pt x="55298" y="28790"/>
                  <a:pt x="55269" y="28687"/>
                  <a:pt x="55269" y="28568"/>
                </a:cubicBezTo>
                <a:lnTo>
                  <a:pt x="55269" y="3682"/>
                </a:lnTo>
                <a:lnTo>
                  <a:pt x="47195" y="3682"/>
                </a:lnTo>
                <a:cubicBezTo>
                  <a:pt x="47077" y="3682"/>
                  <a:pt x="46970" y="3652"/>
                  <a:pt x="46874" y="3593"/>
                </a:cubicBezTo>
                <a:cubicBezTo>
                  <a:pt x="46777" y="3534"/>
                  <a:pt x="46700" y="3442"/>
                  <a:pt x="46641" y="3316"/>
                </a:cubicBezTo>
                <a:cubicBezTo>
                  <a:pt x="46582" y="3190"/>
                  <a:pt x="46533" y="3024"/>
                  <a:pt x="46496" y="2817"/>
                </a:cubicBezTo>
                <a:cubicBezTo>
                  <a:pt x="46460" y="2610"/>
                  <a:pt x="46441" y="2366"/>
                  <a:pt x="46441" y="2085"/>
                </a:cubicBezTo>
                <a:cubicBezTo>
                  <a:pt x="46441" y="1804"/>
                  <a:pt x="46460" y="1556"/>
                  <a:pt x="46496" y="1342"/>
                </a:cubicBezTo>
                <a:cubicBezTo>
                  <a:pt x="46533" y="1128"/>
                  <a:pt x="46582" y="954"/>
                  <a:pt x="46641" y="821"/>
                </a:cubicBezTo>
                <a:cubicBezTo>
                  <a:pt x="46700" y="688"/>
                  <a:pt x="46777" y="591"/>
                  <a:pt x="46874" y="532"/>
                </a:cubicBezTo>
                <a:cubicBezTo>
                  <a:pt x="46970" y="473"/>
                  <a:pt x="47077" y="444"/>
                  <a:pt x="47195" y="444"/>
                </a:cubicBezTo>
                <a:lnTo>
                  <a:pt x="67158" y="444"/>
                </a:lnTo>
                <a:cubicBezTo>
                  <a:pt x="67276" y="444"/>
                  <a:pt x="67383" y="473"/>
                  <a:pt x="67479" y="532"/>
                </a:cubicBezTo>
                <a:cubicBezTo>
                  <a:pt x="67575" y="591"/>
                  <a:pt x="67657" y="688"/>
                  <a:pt x="67723" y="821"/>
                </a:cubicBezTo>
                <a:cubicBezTo>
                  <a:pt x="67790" y="954"/>
                  <a:pt x="67838" y="1128"/>
                  <a:pt x="67867" y="1342"/>
                </a:cubicBezTo>
                <a:cubicBezTo>
                  <a:pt x="67897" y="1556"/>
                  <a:pt x="67912" y="1804"/>
                  <a:pt x="67912" y="2085"/>
                </a:cubicBezTo>
                <a:close/>
                <a:moveTo>
                  <a:pt x="90892" y="25064"/>
                </a:moveTo>
                <a:cubicBezTo>
                  <a:pt x="90892" y="25301"/>
                  <a:pt x="90884" y="25508"/>
                  <a:pt x="90870" y="25685"/>
                </a:cubicBezTo>
                <a:cubicBezTo>
                  <a:pt x="90855" y="25862"/>
                  <a:pt x="90829" y="26018"/>
                  <a:pt x="90792" y="26151"/>
                </a:cubicBezTo>
                <a:cubicBezTo>
                  <a:pt x="90755" y="26284"/>
                  <a:pt x="90707" y="26402"/>
                  <a:pt x="90648" y="26506"/>
                </a:cubicBezTo>
                <a:cubicBezTo>
                  <a:pt x="90589" y="26609"/>
                  <a:pt x="90485" y="26736"/>
                  <a:pt x="90337" y="26885"/>
                </a:cubicBezTo>
                <a:cubicBezTo>
                  <a:pt x="90189" y="27034"/>
                  <a:pt x="89879" y="27261"/>
                  <a:pt x="89406" y="27566"/>
                </a:cubicBezTo>
                <a:cubicBezTo>
                  <a:pt x="88933" y="27872"/>
                  <a:pt x="88345" y="28170"/>
                  <a:pt x="87642" y="28460"/>
                </a:cubicBezTo>
                <a:cubicBezTo>
                  <a:pt x="86940" y="28751"/>
                  <a:pt x="86134" y="28997"/>
                  <a:pt x="85225" y="29198"/>
                </a:cubicBezTo>
                <a:cubicBezTo>
                  <a:pt x="84315" y="29399"/>
                  <a:pt x="83321" y="29500"/>
                  <a:pt x="82241" y="29500"/>
                </a:cubicBezTo>
                <a:cubicBezTo>
                  <a:pt x="80378" y="29500"/>
                  <a:pt x="78696" y="29190"/>
                  <a:pt x="77195" y="28568"/>
                </a:cubicBezTo>
                <a:cubicBezTo>
                  <a:pt x="75694" y="27947"/>
                  <a:pt x="74415" y="27031"/>
                  <a:pt x="73358" y="25818"/>
                </a:cubicBezTo>
                <a:cubicBezTo>
                  <a:pt x="72301" y="24606"/>
                  <a:pt x="71488" y="23108"/>
                  <a:pt x="70918" y="21327"/>
                </a:cubicBezTo>
                <a:cubicBezTo>
                  <a:pt x="70349" y="19545"/>
                  <a:pt x="70064" y="17493"/>
                  <a:pt x="70064" y="15171"/>
                </a:cubicBezTo>
                <a:cubicBezTo>
                  <a:pt x="70064" y="12791"/>
                  <a:pt x="70371" y="10669"/>
                  <a:pt x="70985" y="8806"/>
                </a:cubicBezTo>
                <a:cubicBezTo>
                  <a:pt x="71598" y="6942"/>
                  <a:pt x="72460" y="5364"/>
                  <a:pt x="73569" y="4070"/>
                </a:cubicBezTo>
                <a:cubicBezTo>
                  <a:pt x="74678" y="2776"/>
                  <a:pt x="76005" y="1789"/>
                  <a:pt x="77550" y="1109"/>
                </a:cubicBezTo>
                <a:cubicBezTo>
                  <a:pt x="79095" y="429"/>
                  <a:pt x="80807" y="89"/>
                  <a:pt x="82685" y="89"/>
                </a:cubicBezTo>
                <a:cubicBezTo>
                  <a:pt x="83513" y="89"/>
                  <a:pt x="84319" y="167"/>
                  <a:pt x="85103" y="324"/>
                </a:cubicBezTo>
                <a:cubicBezTo>
                  <a:pt x="85886" y="480"/>
                  <a:pt x="86611" y="678"/>
                  <a:pt x="87276" y="916"/>
                </a:cubicBezTo>
                <a:cubicBezTo>
                  <a:pt x="87942" y="1155"/>
                  <a:pt x="88533" y="1431"/>
                  <a:pt x="89051" y="1744"/>
                </a:cubicBezTo>
                <a:cubicBezTo>
                  <a:pt x="89568" y="2057"/>
                  <a:pt x="89927" y="2314"/>
                  <a:pt x="90127" y="2515"/>
                </a:cubicBezTo>
                <a:cubicBezTo>
                  <a:pt x="90326" y="2716"/>
                  <a:pt x="90456" y="2869"/>
                  <a:pt x="90515" y="2972"/>
                </a:cubicBezTo>
                <a:cubicBezTo>
                  <a:pt x="90574" y="3076"/>
                  <a:pt x="90622" y="3198"/>
                  <a:pt x="90659" y="3338"/>
                </a:cubicBezTo>
                <a:cubicBezTo>
                  <a:pt x="90696" y="3479"/>
                  <a:pt x="90725" y="3645"/>
                  <a:pt x="90748" y="3837"/>
                </a:cubicBezTo>
                <a:cubicBezTo>
                  <a:pt x="90770" y="4029"/>
                  <a:pt x="90781" y="4259"/>
                  <a:pt x="90781" y="4525"/>
                </a:cubicBezTo>
                <a:cubicBezTo>
                  <a:pt x="90781" y="4821"/>
                  <a:pt x="90766" y="5072"/>
                  <a:pt x="90737" y="5279"/>
                </a:cubicBezTo>
                <a:cubicBezTo>
                  <a:pt x="90707" y="5486"/>
                  <a:pt x="90663" y="5660"/>
                  <a:pt x="90603" y="5800"/>
                </a:cubicBezTo>
                <a:cubicBezTo>
                  <a:pt x="90544" y="5941"/>
                  <a:pt x="90474" y="6044"/>
                  <a:pt x="90393" y="6111"/>
                </a:cubicBezTo>
                <a:cubicBezTo>
                  <a:pt x="90311" y="6177"/>
                  <a:pt x="90212" y="6211"/>
                  <a:pt x="90093" y="6211"/>
                </a:cubicBezTo>
                <a:cubicBezTo>
                  <a:pt x="89886" y="6211"/>
                  <a:pt x="89598" y="6065"/>
                  <a:pt x="89228" y="5775"/>
                </a:cubicBezTo>
                <a:cubicBezTo>
                  <a:pt x="88859" y="5484"/>
                  <a:pt x="88382" y="5163"/>
                  <a:pt x="87798" y="4813"/>
                </a:cubicBezTo>
                <a:cubicBezTo>
                  <a:pt x="87214" y="4463"/>
                  <a:pt x="86504" y="4142"/>
                  <a:pt x="85668" y="3852"/>
                </a:cubicBezTo>
                <a:cubicBezTo>
                  <a:pt x="84833" y="3561"/>
                  <a:pt x="83831" y="3416"/>
                  <a:pt x="82663" y="3416"/>
                </a:cubicBezTo>
                <a:cubicBezTo>
                  <a:pt x="81391" y="3416"/>
                  <a:pt x="80234" y="3671"/>
                  <a:pt x="79192" y="4181"/>
                </a:cubicBezTo>
                <a:cubicBezTo>
                  <a:pt x="78149" y="4691"/>
                  <a:pt x="77258" y="5442"/>
                  <a:pt x="76519" y="6432"/>
                </a:cubicBezTo>
                <a:cubicBezTo>
                  <a:pt x="75779" y="7423"/>
                  <a:pt x="75206" y="8632"/>
                  <a:pt x="74800" y="10059"/>
                </a:cubicBezTo>
                <a:cubicBezTo>
                  <a:pt x="74393" y="11486"/>
                  <a:pt x="74190" y="13116"/>
                  <a:pt x="74190" y="14950"/>
                </a:cubicBezTo>
                <a:cubicBezTo>
                  <a:pt x="74190" y="16768"/>
                  <a:pt x="74386" y="18377"/>
                  <a:pt x="74778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5" y="24217"/>
                  <a:pt x="78094" y="24927"/>
                  <a:pt x="79158" y="25408"/>
                </a:cubicBezTo>
                <a:cubicBezTo>
                  <a:pt x="80223" y="25888"/>
                  <a:pt x="81428" y="26129"/>
                  <a:pt x="82774" y="26129"/>
                </a:cubicBezTo>
                <a:cubicBezTo>
                  <a:pt x="83912" y="26129"/>
                  <a:pt x="84907" y="25987"/>
                  <a:pt x="85757" y="25704"/>
                </a:cubicBezTo>
                <a:cubicBezTo>
                  <a:pt x="86607" y="25420"/>
                  <a:pt x="87332" y="25104"/>
                  <a:pt x="87931" y="24753"/>
                </a:cubicBezTo>
                <a:cubicBezTo>
                  <a:pt x="88530" y="24403"/>
                  <a:pt x="89021" y="24086"/>
                  <a:pt x="89406" y="23803"/>
                </a:cubicBezTo>
                <a:cubicBezTo>
                  <a:pt x="89790" y="23520"/>
                  <a:pt x="90093" y="23378"/>
                  <a:pt x="90315" y="23378"/>
                </a:cubicBezTo>
                <a:cubicBezTo>
                  <a:pt x="90419" y="23378"/>
                  <a:pt x="90507" y="23400"/>
                  <a:pt x="90581" y="23445"/>
                </a:cubicBezTo>
                <a:cubicBezTo>
                  <a:pt x="90655" y="23489"/>
                  <a:pt x="90714" y="23574"/>
                  <a:pt x="90759" y="23700"/>
                </a:cubicBezTo>
                <a:cubicBezTo>
                  <a:pt x="90803" y="23826"/>
                  <a:pt x="90836" y="23999"/>
                  <a:pt x="90859" y="24221"/>
                </a:cubicBezTo>
                <a:cubicBezTo>
                  <a:pt x="90881" y="24443"/>
                  <a:pt x="90892" y="24724"/>
                  <a:pt x="90892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5" y="28790"/>
                  <a:pt x="116796" y="28879"/>
                </a:cubicBezTo>
                <a:cubicBezTo>
                  <a:pt x="116736" y="28968"/>
                  <a:pt x="116633" y="29038"/>
                  <a:pt x="116485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4" y="29278"/>
                  <a:pt x="114999" y="29278"/>
                </a:cubicBezTo>
                <a:cubicBezTo>
                  <a:pt x="114614" y="29278"/>
                  <a:pt x="114304" y="29260"/>
                  <a:pt x="114067" y="29223"/>
                </a:cubicBezTo>
                <a:cubicBezTo>
                  <a:pt x="113831" y="29186"/>
                  <a:pt x="113639" y="29141"/>
                  <a:pt x="113491" y="29090"/>
                </a:cubicBezTo>
                <a:cubicBezTo>
                  <a:pt x="113343" y="29038"/>
                  <a:pt x="113239" y="28968"/>
                  <a:pt x="113180" y="28879"/>
                </a:cubicBezTo>
                <a:cubicBezTo>
                  <a:pt x="113121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6" y="29038"/>
                  <a:pt x="99628" y="29090"/>
                </a:cubicBezTo>
                <a:cubicBezTo>
                  <a:pt x="99480" y="29141"/>
                  <a:pt x="99284" y="29186"/>
                  <a:pt x="99040" y="29223"/>
                </a:cubicBezTo>
                <a:cubicBezTo>
                  <a:pt x="98796" y="29260"/>
                  <a:pt x="98489" y="29278"/>
                  <a:pt x="98120" y="29278"/>
                </a:cubicBezTo>
                <a:cubicBezTo>
                  <a:pt x="97765" y="29278"/>
                  <a:pt x="97462" y="29260"/>
                  <a:pt x="97210" y="29223"/>
                </a:cubicBezTo>
                <a:cubicBezTo>
                  <a:pt x="96959" y="29186"/>
                  <a:pt x="96759" y="29141"/>
                  <a:pt x="96611" y="29090"/>
                </a:cubicBezTo>
                <a:cubicBezTo>
                  <a:pt x="96463" y="29038"/>
                  <a:pt x="96360" y="28968"/>
                  <a:pt x="96301" y="28879"/>
                </a:cubicBezTo>
                <a:cubicBezTo>
                  <a:pt x="96242" y="28790"/>
                  <a:pt x="96212" y="28687"/>
                  <a:pt x="96212" y="28568"/>
                </a:cubicBezTo>
                <a:lnTo>
                  <a:pt x="96212" y="1020"/>
                </a:lnTo>
                <a:cubicBezTo>
                  <a:pt x="96212" y="902"/>
                  <a:pt x="96242" y="798"/>
                  <a:pt x="96301" y="710"/>
                </a:cubicBezTo>
                <a:cubicBezTo>
                  <a:pt x="96360" y="621"/>
                  <a:pt x="96463" y="551"/>
                  <a:pt x="96611" y="499"/>
                </a:cubicBezTo>
                <a:cubicBezTo>
                  <a:pt x="96759" y="447"/>
                  <a:pt x="96959" y="403"/>
                  <a:pt x="97210" y="366"/>
                </a:cubicBezTo>
                <a:cubicBezTo>
                  <a:pt x="97462" y="329"/>
                  <a:pt x="97765" y="311"/>
                  <a:pt x="98120" y="311"/>
                </a:cubicBezTo>
                <a:cubicBezTo>
                  <a:pt x="98489" y="311"/>
                  <a:pt x="98796" y="329"/>
                  <a:pt x="99040" y="366"/>
                </a:cubicBezTo>
                <a:cubicBezTo>
                  <a:pt x="99284" y="403"/>
                  <a:pt x="99480" y="447"/>
                  <a:pt x="99628" y="499"/>
                </a:cubicBezTo>
                <a:cubicBezTo>
                  <a:pt x="99776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1" y="798"/>
                  <a:pt x="113180" y="710"/>
                </a:cubicBezTo>
                <a:cubicBezTo>
                  <a:pt x="113239" y="621"/>
                  <a:pt x="113343" y="551"/>
                  <a:pt x="113491" y="499"/>
                </a:cubicBezTo>
                <a:cubicBezTo>
                  <a:pt x="113639" y="447"/>
                  <a:pt x="113831" y="403"/>
                  <a:pt x="114067" y="366"/>
                </a:cubicBezTo>
                <a:cubicBezTo>
                  <a:pt x="114304" y="329"/>
                  <a:pt x="114614" y="311"/>
                  <a:pt x="114999" y="311"/>
                </a:cubicBezTo>
                <a:cubicBezTo>
                  <a:pt x="115354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5" y="499"/>
                </a:cubicBezTo>
                <a:cubicBezTo>
                  <a:pt x="116633" y="551"/>
                  <a:pt x="116736" y="621"/>
                  <a:pt x="116796" y="710"/>
                </a:cubicBezTo>
                <a:cubicBezTo>
                  <a:pt x="116855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4" y="35766"/>
                </a:moveTo>
                <a:cubicBezTo>
                  <a:pt x="143274" y="36287"/>
                  <a:pt x="143215" y="36667"/>
                  <a:pt x="143096" y="36906"/>
                </a:cubicBezTo>
                <a:cubicBezTo>
                  <a:pt x="142978" y="37144"/>
                  <a:pt x="142793" y="37263"/>
                  <a:pt x="142542" y="37263"/>
                </a:cubicBezTo>
                <a:lnTo>
                  <a:pt x="121182" y="37263"/>
                </a:lnTo>
                <a:cubicBezTo>
                  <a:pt x="120931" y="37263"/>
                  <a:pt x="120739" y="37151"/>
                  <a:pt x="120605" y="36928"/>
                </a:cubicBezTo>
                <a:cubicBezTo>
                  <a:pt x="120472" y="36705"/>
                  <a:pt x="120406" y="36332"/>
                  <a:pt x="120406" y="35810"/>
                </a:cubicBezTo>
                <a:cubicBezTo>
                  <a:pt x="120406" y="35304"/>
                  <a:pt x="120472" y="34924"/>
                  <a:pt x="120605" y="34671"/>
                </a:cubicBezTo>
                <a:cubicBezTo>
                  <a:pt x="120739" y="34418"/>
                  <a:pt x="120931" y="34291"/>
                  <a:pt x="121182" y="34291"/>
                </a:cubicBezTo>
                <a:lnTo>
                  <a:pt x="142542" y="34291"/>
                </a:lnTo>
                <a:cubicBezTo>
                  <a:pt x="142779" y="34291"/>
                  <a:pt x="142960" y="34410"/>
                  <a:pt x="143085" y="34649"/>
                </a:cubicBezTo>
                <a:cubicBezTo>
                  <a:pt x="143211" y="34887"/>
                  <a:pt x="143274" y="35260"/>
                  <a:pt x="143274" y="35766"/>
                </a:cubicBezTo>
                <a:close/>
                <a:moveTo>
                  <a:pt x="163678" y="27504"/>
                </a:moveTo>
                <a:cubicBezTo>
                  <a:pt x="163678" y="27770"/>
                  <a:pt x="163660" y="28007"/>
                  <a:pt x="163623" y="28214"/>
                </a:cubicBezTo>
                <a:cubicBezTo>
                  <a:pt x="163586" y="28421"/>
                  <a:pt x="163534" y="28594"/>
                  <a:pt x="163468" y="28735"/>
                </a:cubicBezTo>
                <a:cubicBezTo>
                  <a:pt x="163401" y="28875"/>
                  <a:pt x="163312" y="28979"/>
                  <a:pt x="163202" y="29045"/>
                </a:cubicBezTo>
                <a:cubicBezTo>
                  <a:pt x="163091" y="29112"/>
                  <a:pt x="162969" y="29145"/>
                  <a:pt x="162836" y="29145"/>
                </a:cubicBezTo>
                <a:lnTo>
                  <a:pt x="146976" y="29145"/>
                </a:lnTo>
                <a:cubicBezTo>
                  <a:pt x="146769" y="29145"/>
                  <a:pt x="146588" y="29119"/>
                  <a:pt x="146433" y="29068"/>
                </a:cubicBezTo>
                <a:cubicBezTo>
                  <a:pt x="146278" y="29016"/>
                  <a:pt x="146145" y="28931"/>
                  <a:pt x="146034" y="28812"/>
                </a:cubicBezTo>
                <a:cubicBezTo>
                  <a:pt x="145923" y="28694"/>
                  <a:pt x="145842" y="28524"/>
                  <a:pt x="145790" y="28302"/>
                </a:cubicBezTo>
                <a:cubicBezTo>
                  <a:pt x="145738" y="28081"/>
                  <a:pt x="145712" y="27807"/>
                  <a:pt x="145712" y="27482"/>
                </a:cubicBezTo>
                <a:cubicBezTo>
                  <a:pt x="145712" y="27186"/>
                  <a:pt x="145723" y="26927"/>
                  <a:pt x="145745" y="26705"/>
                </a:cubicBezTo>
                <a:cubicBezTo>
                  <a:pt x="145768" y="26484"/>
                  <a:pt x="145816" y="26288"/>
                  <a:pt x="145890" y="26118"/>
                </a:cubicBezTo>
                <a:cubicBezTo>
                  <a:pt x="145964" y="25947"/>
                  <a:pt x="146056" y="25777"/>
                  <a:pt x="146167" y="25607"/>
                </a:cubicBezTo>
                <a:cubicBezTo>
                  <a:pt x="146278" y="25437"/>
                  <a:pt x="146422" y="25256"/>
                  <a:pt x="146599" y="25064"/>
                </a:cubicBezTo>
                <a:lnTo>
                  <a:pt x="152167" y="19156"/>
                </a:lnTo>
                <a:cubicBezTo>
                  <a:pt x="153453" y="17795"/>
                  <a:pt x="154485" y="16574"/>
                  <a:pt x="155261" y="15494"/>
                </a:cubicBezTo>
                <a:cubicBezTo>
                  <a:pt x="156037" y="14413"/>
                  <a:pt x="156636" y="13429"/>
                  <a:pt x="157058" y="12542"/>
                </a:cubicBezTo>
                <a:cubicBezTo>
                  <a:pt x="157479" y="11654"/>
                  <a:pt x="157756" y="10847"/>
                  <a:pt x="157889" y="10122"/>
                </a:cubicBezTo>
                <a:cubicBezTo>
                  <a:pt x="158022" y="9397"/>
                  <a:pt x="158089" y="8716"/>
                  <a:pt x="158089" y="8080"/>
                </a:cubicBezTo>
                <a:cubicBezTo>
                  <a:pt x="158089" y="7443"/>
                  <a:pt x="157985" y="6840"/>
                  <a:pt x="157778" y="6270"/>
                </a:cubicBezTo>
                <a:cubicBezTo>
                  <a:pt x="157571" y="5700"/>
                  <a:pt x="157272" y="5200"/>
                  <a:pt x="156880" y="4771"/>
                </a:cubicBezTo>
                <a:cubicBezTo>
                  <a:pt x="156488" y="4341"/>
                  <a:pt x="155997" y="4001"/>
                  <a:pt x="155405" y="3749"/>
                </a:cubicBezTo>
                <a:cubicBezTo>
                  <a:pt x="154814" y="3497"/>
                  <a:pt x="154133" y="3371"/>
                  <a:pt x="153364" y="3371"/>
                </a:cubicBezTo>
                <a:cubicBezTo>
                  <a:pt x="152462" y="3371"/>
                  <a:pt x="151653" y="3497"/>
                  <a:pt x="150936" y="3749"/>
                </a:cubicBezTo>
                <a:cubicBezTo>
                  <a:pt x="150219" y="4000"/>
                  <a:pt x="149590" y="4273"/>
                  <a:pt x="149050" y="4569"/>
                </a:cubicBezTo>
                <a:cubicBezTo>
                  <a:pt x="148511" y="4865"/>
                  <a:pt x="148060" y="5138"/>
                  <a:pt x="147697" y="5390"/>
                </a:cubicBezTo>
                <a:cubicBezTo>
                  <a:pt x="147335" y="5641"/>
                  <a:pt x="147065" y="5767"/>
                  <a:pt x="146888" y="5767"/>
                </a:cubicBezTo>
                <a:cubicBezTo>
                  <a:pt x="146784" y="5767"/>
                  <a:pt x="146692" y="5737"/>
                  <a:pt x="146610" y="5678"/>
                </a:cubicBezTo>
                <a:cubicBezTo>
                  <a:pt x="146529" y="5619"/>
                  <a:pt x="146463" y="5523"/>
                  <a:pt x="146411" y="5390"/>
                </a:cubicBezTo>
                <a:cubicBezTo>
                  <a:pt x="146359" y="5257"/>
                  <a:pt x="146318" y="5079"/>
                  <a:pt x="146289" y="4858"/>
                </a:cubicBezTo>
                <a:cubicBezTo>
                  <a:pt x="146259" y="4636"/>
                  <a:pt x="146245" y="4370"/>
                  <a:pt x="146245" y="4059"/>
                </a:cubicBezTo>
                <a:cubicBezTo>
                  <a:pt x="146245" y="3837"/>
                  <a:pt x="146252" y="3645"/>
                  <a:pt x="146267" y="3482"/>
                </a:cubicBezTo>
                <a:cubicBezTo>
                  <a:pt x="146281" y="3320"/>
                  <a:pt x="146307" y="3179"/>
                  <a:pt x="146344" y="3061"/>
                </a:cubicBezTo>
                <a:cubicBezTo>
                  <a:pt x="146381" y="2943"/>
                  <a:pt x="146429" y="2832"/>
                  <a:pt x="146489" y="2728"/>
                </a:cubicBezTo>
                <a:cubicBezTo>
                  <a:pt x="146548" y="2625"/>
                  <a:pt x="146666" y="2495"/>
                  <a:pt x="146843" y="2340"/>
                </a:cubicBezTo>
                <a:cubicBezTo>
                  <a:pt x="147021" y="2185"/>
                  <a:pt x="147328" y="1974"/>
                  <a:pt x="147764" y="1708"/>
                </a:cubicBezTo>
                <a:cubicBezTo>
                  <a:pt x="148200" y="1442"/>
                  <a:pt x="148747" y="1179"/>
                  <a:pt x="149405" y="920"/>
                </a:cubicBezTo>
                <a:cubicBezTo>
                  <a:pt x="150063" y="662"/>
                  <a:pt x="150788" y="444"/>
                  <a:pt x="151579" y="266"/>
                </a:cubicBezTo>
                <a:cubicBezTo>
                  <a:pt x="152370" y="89"/>
                  <a:pt x="153202" y="0"/>
                  <a:pt x="154074" y="0"/>
                </a:cubicBezTo>
                <a:cubicBezTo>
                  <a:pt x="155464" y="0"/>
                  <a:pt x="156680" y="196"/>
                  <a:pt x="157723" y="588"/>
                </a:cubicBezTo>
                <a:cubicBezTo>
                  <a:pt x="158765" y="980"/>
                  <a:pt x="159630" y="1517"/>
                  <a:pt x="160318" y="2197"/>
                </a:cubicBezTo>
                <a:cubicBezTo>
                  <a:pt x="161006" y="2878"/>
                  <a:pt x="161519" y="3670"/>
                  <a:pt x="161860" y="4573"/>
                </a:cubicBezTo>
                <a:cubicBezTo>
                  <a:pt x="162200" y="5475"/>
                  <a:pt x="162370" y="6437"/>
                  <a:pt x="162370" y="7458"/>
                </a:cubicBezTo>
                <a:cubicBezTo>
                  <a:pt x="162370" y="8376"/>
                  <a:pt x="162288" y="9290"/>
                  <a:pt x="162126" y="10200"/>
                </a:cubicBezTo>
                <a:cubicBezTo>
                  <a:pt x="161963" y="11110"/>
                  <a:pt x="161619" y="12094"/>
                  <a:pt x="161094" y="13152"/>
                </a:cubicBezTo>
                <a:cubicBezTo>
                  <a:pt x="160569" y="14211"/>
                  <a:pt x="159812" y="15387"/>
                  <a:pt x="158821" y="16682"/>
                </a:cubicBezTo>
                <a:cubicBezTo>
                  <a:pt x="157830" y="17977"/>
                  <a:pt x="156514" y="19468"/>
                  <a:pt x="154873" y="21155"/>
                </a:cubicBezTo>
                <a:lnTo>
                  <a:pt x="150326" y="25907"/>
                </a:lnTo>
                <a:lnTo>
                  <a:pt x="162813" y="25907"/>
                </a:lnTo>
                <a:cubicBezTo>
                  <a:pt x="162932" y="25907"/>
                  <a:pt x="163046" y="25940"/>
                  <a:pt x="163157" y="26007"/>
                </a:cubicBezTo>
                <a:cubicBezTo>
                  <a:pt x="163268" y="26073"/>
                  <a:pt x="163364" y="26173"/>
                  <a:pt x="163446" y="26306"/>
                </a:cubicBezTo>
                <a:cubicBezTo>
                  <a:pt x="163527" y="26439"/>
                  <a:pt x="163586" y="26606"/>
                  <a:pt x="163623" y="26805"/>
                </a:cubicBezTo>
                <a:cubicBezTo>
                  <a:pt x="163660" y="27005"/>
                  <a:pt x="163678" y="27238"/>
                  <a:pt x="163678" y="275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97ABC-7AB9-4ECD-BB26-9E9BFF8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2938330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9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PATCH_3">
            <a:extLst xmlns:a="http://schemas.openxmlformats.org/drawingml/2006/main">
              <a:ext uri="{FF2B5EF4-FFF2-40B4-BE49-F238E27FC236}">
                <a16:creationId xmlns:a16="http://schemas.microsoft.com/office/drawing/2014/main" id="{A6341455-43F4-4190-A21D-9D32EE87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2959153"/>
            <a:ext cx="163457" cy="37263"/>
          </a:xfrm>
          <a:custGeom xmlns:a="http://schemas.openxmlformats.org/drawingml/2006/main">
            <a:pathLst>
              <a:path w="163457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7" y="28117"/>
                  <a:pt x="45160" y="28380"/>
                  <a:pt x="45167" y="28580"/>
                </a:cubicBezTo>
                <a:cubicBezTo>
                  <a:pt x="45174" y="28779"/>
                  <a:pt x="45119" y="28931"/>
                  <a:pt x="45001" y="29034"/>
                </a:cubicBezTo>
                <a:cubicBezTo>
                  <a:pt x="44882" y="29138"/>
                  <a:pt x="44686" y="29204"/>
                  <a:pt x="44413" y="29234"/>
                </a:cubicBezTo>
                <a:cubicBezTo>
                  <a:pt x="44139" y="29263"/>
                  <a:pt x="43773" y="29278"/>
                  <a:pt x="43315" y="29278"/>
                </a:cubicBezTo>
                <a:cubicBezTo>
                  <a:pt x="42856" y="29278"/>
                  <a:pt x="42491" y="29267"/>
                  <a:pt x="42217" y="29245"/>
                </a:cubicBezTo>
                <a:cubicBezTo>
                  <a:pt x="41943" y="29223"/>
                  <a:pt x="41736" y="29186"/>
                  <a:pt x="41596" y="29134"/>
                </a:cubicBezTo>
                <a:cubicBezTo>
                  <a:pt x="41455" y="29082"/>
                  <a:pt x="41352" y="29012"/>
                  <a:pt x="41285" y="28923"/>
                </a:cubicBezTo>
                <a:cubicBezTo>
                  <a:pt x="41219" y="28835"/>
                  <a:pt x="41156" y="28724"/>
                  <a:pt x="41097" y="28591"/>
                </a:cubicBezTo>
                <a:lnTo>
                  <a:pt x="38635" y="21604"/>
                </a:lnTo>
                <a:lnTo>
                  <a:pt x="26702" y="21604"/>
                </a:lnTo>
                <a:lnTo>
                  <a:pt x="24351" y="28502"/>
                </a:lnTo>
                <a:cubicBezTo>
                  <a:pt x="24306" y="28635"/>
                  <a:pt x="24247" y="28750"/>
                  <a:pt x="24173" y="28846"/>
                </a:cubicBezTo>
                <a:cubicBezTo>
                  <a:pt x="24099" y="28942"/>
                  <a:pt x="23992" y="29023"/>
                  <a:pt x="23851" y="29090"/>
                </a:cubicBezTo>
                <a:cubicBezTo>
                  <a:pt x="23711" y="29156"/>
                  <a:pt x="23511" y="29204"/>
                  <a:pt x="23253" y="29234"/>
                </a:cubicBezTo>
                <a:cubicBezTo>
                  <a:pt x="22994" y="29263"/>
                  <a:pt x="22657" y="29278"/>
                  <a:pt x="22243" y="29278"/>
                </a:cubicBezTo>
                <a:cubicBezTo>
                  <a:pt x="21815" y="29278"/>
                  <a:pt x="21463" y="29260"/>
                  <a:pt x="21190" y="29223"/>
                </a:cubicBezTo>
                <a:cubicBezTo>
                  <a:pt x="20916" y="29186"/>
                  <a:pt x="20724" y="29116"/>
                  <a:pt x="20613" y="29012"/>
                </a:cubicBezTo>
                <a:cubicBezTo>
                  <a:pt x="20502" y="28909"/>
                  <a:pt x="20450" y="28757"/>
                  <a:pt x="20458" y="28557"/>
                </a:cubicBezTo>
                <a:cubicBezTo>
                  <a:pt x="20465" y="28358"/>
                  <a:pt x="20528" y="28095"/>
                  <a:pt x="20646" y="27770"/>
                </a:cubicBezTo>
                <a:lnTo>
                  <a:pt x="30273" y="1109"/>
                </a:lnTo>
                <a:cubicBezTo>
                  <a:pt x="30332" y="946"/>
                  <a:pt x="30410" y="813"/>
                  <a:pt x="30506" y="710"/>
                </a:cubicBezTo>
                <a:cubicBezTo>
                  <a:pt x="30602" y="606"/>
                  <a:pt x="30742" y="525"/>
                  <a:pt x="30927" y="466"/>
                </a:cubicBezTo>
                <a:cubicBezTo>
                  <a:pt x="31112" y="407"/>
                  <a:pt x="31348" y="366"/>
                  <a:pt x="31637" y="344"/>
                </a:cubicBezTo>
                <a:cubicBezTo>
                  <a:pt x="31925" y="322"/>
                  <a:pt x="32291" y="311"/>
                  <a:pt x="32735" y="311"/>
                </a:cubicBezTo>
                <a:cubicBezTo>
                  <a:pt x="33208" y="311"/>
                  <a:pt x="33600" y="322"/>
                  <a:pt x="33910" y="344"/>
                </a:cubicBezTo>
                <a:cubicBezTo>
                  <a:pt x="34221" y="366"/>
                  <a:pt x="34472" y="407"/>
                  <a:pt x="34664" y="466"/>
                </a:cubicBezTo>
                <a:cubicBezTo>
                  <a:pt x="34857" y="525"/>
                  <a:pt x="35005" y="610"/>
                  <a:pt x="35108" y="721"/>
                </a:cubicBezTo>
                <a:cubicBezTo>
                  <a:pt x="35212" y="832"/>
                  <a:pt x="35293" y="969"/>
                  <a:pt x="35352" y="1131"/>
                </a:cubicBezTo>
                <a:lnTo>
                  <a:pt x="44978" y="27792"/>
                </a:lnTo>
                <a:moveTo>
                  <a:pt x="32624" y="4259"/>
                </a:moveTo>
                <a:lnTo>
                  <a:pt x="32602" y="4259"/>
                </a:lnTo>
                <a:lnTo>
                  <a:pt x="27655" y="18565"/>
                </a:lnTo>
                <a:lnTo>
                  <a:pt x="37637" y="18565"/>
                </a:lnTo>
                <a:lnTo>
                  <a:pt x="32624" y="4259"/>
                </a:lnTo>
                <a:close/>
                <a:moveTo>
                  <a:pt x="67912" y="2085"/>
                </a:moveTo>
                <a:cubicBezTo>
                  <a:pt x="67912" y="2366"/>
                  <a:pt x="67897" y="2610"/>
                  <a:pt x="67867" y="2817"/>
                </a:cubicBezTo>
                <a:cubicBezTo>
                  <a:pt x="67838" y="3024"/>
                  <a:pt x="67790" y="3190"/>
                  <a:pt x="67723" y="3316"/>
                </a:cubicBezTo>
                <a:cubicBezTo>
                  <a:pt x="67657" y="3442"/>
                  <a:pt x="67575" y="3534"/>
                  <a:pt x="67479" y="3593"/>
                </a:cubicBezTo>
                <a:cubicBezTo>
                  <a:pt x="67383" y="3652"/>
                  <a:pt x="67276" y="3682"/>
                  <a:pt x="67158" y="3682"/>
                </a:cubicBezTo>
                <a:lnTo>
                  <a:pt x="59084" y="3682"/>
                </a:lnTo>
                <a:lnTo>
                  <a:pt x="59084" y="28568"/>
                </a:lnTo>
                <a:cubicBezTo>
                  <a:pt x="59084" y="28687"/>
                  <a:pt x="59054" y="28790"/>
                  <a:pt x="58995" y="28879"/>
                </a:cubicBezTo>
                <a:cubicBezTo>
                  <a:pt x="58936" y="28968"/>
                  <a:pt x="58833" y="29038"/>
                  <a:pt x="58685" y="29090"/>
                </a:cubicBezTo>
                <a:cubicBezTo>
                  <a:pt x="58537" y="29141"/>
                  <a:pt x="58341" y="29186"/>
                  <a:pt x="58097" y="29223"/>
                </a:cubicBezTo>
                <a:cubicBezTo>
                  <a:pt x="57853" y="29260"/>
                  <a:pt x="57546" y="29278"/>
                  <a:pt x="57176" y="29278"/>
                </a:cubicBezTo>
                <a:cubicBezTo>
                  <a:pt x="56822" y="29278"/>
                  <a:pt x="56518" y="29260"/>
                  <a:pt x="56267" y="29223"/>
                </a:cubicBezTo>
                <a:cubicBezTo>
                  <a:pt x="56016" y="29186"/>
                  <a:pt x="55816" y="29141"/>
                  <a:pt x="55668" y="29090"/>
                </a:cubicBezTo>
                <a:cubicBezTo>
                  <a:pt x="55520" y="29038"/>
                  <a:pt x="55417" y="28968"/>
                  <a:pt x="55358" y="28879"/>
                </a:cubicBezTo>
                <a:cubicBezTo>
                  <a:pt x="55298" y="28790"/>
                  <a:pt x="55269" y="28687"/>
                  <a:pt x="55269" y="28568"/>
                </a:cubicBezTo>
                <a:lnTo>
                  <a:pt x="55269" y="3682"/>
                </a:lnTo>
                <a:lnTo>
                  <a:pt x="47195" y="3682"/>
                </a:lnTo>
                <a:cubicBezTo>
                  <a:pt x="47077" y="3682"/>
                  <a:pt x="46970" y="3652"/>
                  <a:pt x="46874" y="3593"/>
                </a:cubicBezTo>
                <a:cubicBezTo>
                  <a:pt x="46777" y="3534"/>
                  <a:pt x="46700" y="3442"/>
                  <a:pt x="46641" y="3316"/>
                </a:cubicBezTo>
                <a:cubicBezTo>
                  <a:pt x="46582" y="3190"/>
                  <a:pt x="46533" y="3024"/>
                  <a:pt x="46496" y="2817"/>
                </a:cubicBezTo>
                <a:cubicBezTo>
                  <a:pt x="46460" y="2610"/>
                  <a:pt x="46441" y="2366"/>
                  <a:pt x="46441" y="2085"/>
                </a:cubicBezTo>
                <a:cubicBezTo>
                  <a:pt x="46441" y="1804"/>
                  <a:pt x="46460" y="1556"/>
                  <a:pt x="46496" y="1342"/>
                </a:cubicBezTo>
                <a:cubicBezTo>
                  <a:pt x="46533" y="1128"/>
                  <a:pt x="46582" y="954"/>
                  <a:pt x="46641" y="821"/>
                </a:cubicBezTo>
                <a:cubicBezTo>
                  <a:pt x="46700" y="688"/>
                  <a:pt x="46777" y="591"/>
                  <a:pt x="46874" y="532"/>
                </a:cubicBezTo>
                <a:cubicBezTo>
                  <a:pt x="46970" y="473"/>
                  <a:pt x="47077" y="444"/>
                  <a:pt x="47195" y="444"/>
                </a:cubicBezTo>
                <a:lnTo>
                  <a:pt x="67158" y="444"/>
                </a:lnTo>
                <a:cubicBezTo>
                  <a:pt x="67276" y="444"/>
                  <a:pt x="67383" y="473"/>
                  <a:pt x="67479" y="532"/>
                </a:cubicBezTo>
                <a:cubicBezTo>
                  <a:pt x="67575" y="591"/>
                  <a:pt x="67657" y="688"/>
                  <a:pt x="67723" y="821"/>
                </a:cubicBezTo>
                <a:cubicBezTo>
                  <a:pt x="67790" y="954"/>
                  <a:pt x="67838" y="1128"/>
                  <a:pt x="67867" y="1342"/>
                </a:cubicBezTo>
                <a:cubicBezTo>
                  <a:pt x="67897" y="1556"/>
                  <a:pt x="67912" y="1804"/>
                  <a:pt x="67912" y="2085"/>
                </a:cubicBezTo>
                <a:close/>
                <a:moveTo>
                  <a:pt x="90892" y="25064"/>
                </a:moveTo>
                <a:cubicBezTo>
                  <a:pt x="90892" y="25301"/>
                  <a:pt x="90884" y="25508"/>
                  <a:pt x="90870" y="25685"/>
                </a:cubicBezTo>
                <a:cubicBezTo>
                  <a:pt x="90855" y="25862"/>
                  <a:pt x="90829" y="26018"/>
                  <a:pt x="90792" y="26151"/>
                </a:cubicBezTo>
                <a:cubicBezTo>
                  <a:pt x="90755" y="26284"/>
                  <a:pt x="90707" y="26402"/>
                  <a:pt x="90648" y="26506"/>
                </a:cubicBezTo>
                <a:cubicBezTo>
                  <a:pt x="90589" y="26609"/>
                  <a:pt x="90485" y="26736"/>
                  <a:pt x="90337" y="26885"/>
                </a:cubicBezTo>
                <a:cubicBezTo>
                  <a:pt x="90189" y="27034"/>
                  <a:pt x="89879" y="27261"/>
                  <a:pt x="89406" y="27566"/>
                </a:cubicBezTo>
                <a:cubicBezTo>
                  <a:pt x="88933" y="27872"/>
                  <a:pt x="88345" y="28170"/>
                  <a:pt x="87642" y="28460"/>
                </a:cubicBezTo>
                <a:cubicBezTo>
                  <a:pt x="86940" y="28751"/>
                  <a:pt x="86134" y="28997"/>
                  <a:pt x="85225" y="29198"/>
                </a:cubicBezTo>
                <a:cubicBezTo>
                  <a:pt x="84315" y="29399"/>
                  <a:pt x="83321" y="29500"/>
                  <a:pt x="82241" y="29500"/>
                </a:cubicBezTo>
                <a:cubicBezTo>
                  <a:pt x="80378" y="29500"/>
                  <a:pt x="78696" y="29190"/>
                  <a:pt x="77195" y="28568"/>
                </a:cubicBezTo>
                <a:cubicBezTo>
                  <a:pt x="75694" y="27947"/>
                  <a:pt x="74415" y="27031"/>
                  <a:pt x="73358" y="25818"/>
                </a:cubicBezTo>
                <a:cubicBezTo>
                  <a:pt x="72301" y="24606"/>
                  <a:pt x="71488" y="23108"/>
                  <a:pt x="70918" y="21327"/>
                </a:cubicBezTo>
                <a:cubicBezTo>
                  <a:pt x="70349" y="19545"/>
                  <a:pt x="70064" y="17493"/>
                  <a:pt x="70064" y="15171"/>
                </a:cubicBezTo>
                <a:cubicBezTo>
                  <a:pt x="70064" y="12791"/>
                  <a:pt x="70371" y="10669"/>
                  <a:pt x="70985" y="8806"/>
                </a:cubicBezTo>
                <a:cubicBezTo>
                  <a:pt x="71598" y="6942"/>
                  <a:pt x="72460" y="5364"/>
                  <a:pt x="73569" y="4070"/>
                </a:cubicBezTo>
                <a:cubicBezTo>
                  <a:pt x="74678" y="2776"/>
                  <a:pt x="76005" y="1789"/>
                  <a:pt x="77550" y="1109"/>
                </a:cubicBezTo>
                <a:cubicBezTo>
                  <a:pt x="79095" y="429"/>
                  <a:pt x="80807" y="89"/>
                  <a:pt x="82685" y="89"/>
                </a:cubicBezTo>
                <a:cubicBezTo>
                  <a:pt x="83513" y="89"/>
                  <a:pt x="84319" y="167"/>
                  <a:pt x="85103" y="324"/>
                </a:cubicBezTo>
                <a:cubicBezTo>
                  <a:pt x="85886" y="480"/>
                  <a:pt x="86611" y="678"/>
                  <a:pt x="87276" y="916"/>
                </a:cubicBezTo>
                <a:cubicBezTo>
                  <a:pt x="87942" y="1155"/>
                  <a:pt x="88533" y="1431"/>
                  <a:pt x="89051" y="1744"/>
                </a:cubicBezTo>
                <a:cubicBezTo>
                  <a:pt x="89568" y="2057"/>
                  <a:pt x="89927" y="2314"/>
                  <a:pt x="90127" y="2515"/>
                </a:cubicBezTo>
                <a:cubicBezTo>
                  <a:pt x="90326" y="2716"/>
                  <a:pt x="90456" y="2869"/>
                  <a:pt x="90515" y="2972"/>
                </a:cubicBezTo>
                <a:cubicBezTo>
                  <a:pt x="90574" y="3076"/>
                  <a:pt x="90622" y="3198"/>
                  <a:pt x="90659" y="3338"/>
                </a:cubicBezTo>
                <a:cubicBezTo>
                  <a:pt x="90696" y="3479"/>
                  <a:pt x="90725" y="3645"/>
                  <a:pt x="90748" y="3837"/>
                </a:cubicBezTo>
                <a:cubicBezTo>
                  <a:pt x="90770" y="4029"/>
                  <a:pt x="90781" y="4259"/>
                  <a:pt x="90781" y="4525"/>
                </a:cubicBezTo>
                <a:cubicBezTo>
                  <a:pt x="90781" y="4821"/>
                  <a:pt x="90766" y="5072"/>
                  <a:pt x="90737" y="5279"/>
                </a:cubicBezTo>
                <a:cubicBezTo>
                  <a:pt x="90707" y="5486"/>
                  <a:pt x="90663" y="5660"/>
                  <a:pt x="90603" y="5800"/>
                </a:cubicBezTo>
                <a:cubicBezTo>
                  <a:pt x="90544" y="5941"/>
                  <a:pt x="90474" y="6044"/>
                  <a:pt x="90393" y="6111"/>
                </a:cubicBezTo>
                <a:cubicBezTo>
                  <a:pt x="90311" y="6177"/>
                  <a:pt x="90212" y="6211"/>
                  <a:pt x="90093" y="6211"/>
                </a:cubicBezTo>
                <a:cubicBezTo>
                  <a:pt x="89886" y="6211"/>
                  <a:pt x="89598" y="6065"/>
                  <a:pt x="89228" y="5775"/>
                </a:cubicBezTo>
                <a:cubicBezTo>
                  <a:pt x="88859" y="5484"/>
                  <a:pt x="88382" y="5163"/>
                  <a:pt x="87798" y="4813"/>
                </a:cubicBezTo>
                <a:cubicBezTo>
                  <a:pt x="87214" y="4463"/>
                  <a:pt x="86504" y="4142"/>
                  <a:pt x="85668" y="3852"/>
                </a:cubicBezTo>
                <a:cubicBezTo>
                  <a:pt x="84833" y="3561"/>
                  <a:pt x="83831" y="3416"/>
                  <a:pt x="82663" y="3416"/>
                </a:cubicBezTo>
                <a:cubicBezTo>
                  <a:pt x="81391" y="3416"/>
                  <a:pt x="80234" y="3671"/>
                  <a:pt x="79192" y="4181"/>
                </a:cubicBezTo>
                <a:cubicBezTo>
                  <a:pt x="78149" y="4691"/>
                  <a:pt x="77258" y="5442"/>
                  <a:pt x="76519" y="6432"/>
                </a:cubicBezTo>
                <a:cubicBezTo>
                  <a:pt x="75779" y="7423"/>
                  <a:pt x="75206" y="8632"/>
                  <a:pt x="74800" y="10059"/>
                </a:cubicBezTo>
                <a:cubicBezTo>
                  <a:pt x="74393" y="11486"/>
                  <a:pt x="74190" y="13116"/>
                  <a:pt x="74190" y="14950"/>
                </a:cubicBezTo>
                <a:cubicBezTo>
                  <a:pt x="74190" y="16768"/>
                  <a:pt x="74386" y="18377"/>
                  <a:pt x="74778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5" y="24217"/>
                  <a:pt x="78094" y="24927"/>
                  <a:pt x="79158" y="25408"/>
                </a:cubicBezTo>
                <a:cubicBezTo>
                  <a:pt x="80223" y="25888"/>
                  <a:pt x="81428" y="26129"/>
                  <a:pt x="82774" y="26129"/>
                </a:cubicBezTo>
                <a:cubicBezTo>
                  <a:pt x="83912" y="26129"/>
                  <a:pt x="84907" y="25987"/>
                  <a:pt x="85757" y="25704"/>
                </a:cubicBezTo>
                <a:cubicBezTo>
                  <a:pt x="86607" y="25420"/>
                  <a:pt x="87332" y="25104"/>
                  <a:pt x="87931" y="24753"/>
                </a:cubicBezTo>
                <a:cubicBezTo>
                  <a:pt x="88530" y="24403"/>
                  <a:pt x="89021" y="24086"/>
                  <a:pt x="89406" y="23803"/>
                </a:cubicBezTo>
                <a:cubicBezTo>
                  <a:pt x="89790" y="23520"/>
                  <a:pt x="90093" y="23378"/>
                  <a:pt x="90315" y="23378"/>
                </a:cubicBezTo>
                <a:cubicBezTo>
                  <a:pt x="90419" y="23378"/>
                  <a:pt x="90507" y="23400"/>
                  <a:pt x="90581" y="23445"/>
                </a:cubicBezTo>
                <a:cubicBezTo>
                  <a:pt x="90655" y="23489"/>
                  <a:pt x="90714" y="23574"/>
                  <a:pt x="90759" y="23700"/>
                </a:cubicBezTo>
                <a:cubicBezTo>
                  <a:pt x="90803" y="23826"/>
                  <a:pt x="90836" y="23999"/>
                  <a:pt x="90859" y="24221"/>
                </a:cubicBezTo>
                <a:cubicBezTo>
                  <a:pt x="90881" y="24443"/>
                  <a:pt x="90892" y="24724"/>
                  <a:pt x="90892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5" y="28790"/>
                  <a:pt x="116796" y="28879"/>
                </a:cubicBezTo>
                <a:cubicBezTo>
                  <a:pt x="116736" y="28968"/>
                  <a:pt x="116633" y="29038"/>
                  <a:pt x="116485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4" y="29278"/>
                  <a:pt x="114999" y="29278"/>
                </a:cubicBezTo>
                <a:cubicBezTo>
                  <a:pt x="114614" y="29278"/>
                  <a:pt x="114304" y="29260"/>
                  <a:pt x="114067" y="29223"/>
                </a:cubicBezTo>
                <a:cubicBezTo>
                  <a:pt x="113831" y="29186"/>
                  <a:pt x="113639" y="29141"/>
                  <a:pt x="113491" y="29090"/>
                </a:cubicBezTo>
                <a:cubicBezTo>
                  <a:pt x="113343" y="29038"/>
                  <a:pt x="113239" y="28968"/>
                  <a:pt x="113180" y="28879"/>
                </a:cubicBezTo>
                <a:cubicBezTo>
                  <a:pt x="113121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6" y="29038"/>
                  <a:pt x="99628" y="29090"/>
                </a:cubicBezTo>
                <a:cubicBezTo>
                  <a:pt x="99480" y="29141"/>
                  <a:pt x="99284" y="29186"/>
                  <a:pt x="99040" y="29223"/>
                </a:cubicBezTo>
                <a:cubicBezTo>
                  <a:pt x="98796" y="29260"/>
                  <a:pt x="98489" y="29278"/>
                  <a:pt x="98120" y="29278"/>
                </a:cubicBezTo>
                <a:cubicBezTo>
                  <a:pt x="97765" y="29278"/>
                  <a:pt x="97462" y="29260"/>
                  <a:pt x="97210" y="29223"/>
                </a:cubicBezTo>
                <a:cubicBezTo>
                  <a:pt x="96959" y="29186"/>
                  <a:pt x="96759" y="29141"/>
                  <a:pt x="96611" y="29090"/>
                </a:cubicBezTo>
                <a:cubicBezTo>
                  <a:pt x="96463" y="29038"/>
                  <a:pt x="96360" y="28968"/>
                  <a:pt x="96301" y="28879"/>
                </a:cubicBezTo>
                <a:cubicBezTo>
                  <a:pt x="96242" y="28790"/>
                  <a:pt x="96212" y="28687"/>
                  <a:pt x="96212" y="28568"/>
                </a:cubicBezTo>
                <a:lnTo>
                  <a:pt x="96212" y="1020"/>
                </a:lnTo>
                <a:cubicBezTo>
                  <a:pt x="96212" y="902"/>
                  <a:pt x="96242" y="798"/>
                  <a:pt x="96301" y="710"/>
                </a:cubicBezTo>
                <a:cubicBezTo>
                  <a:pt x="96360" y="621"/>
                  <a:pt x="96463" y="551"/>
                  <a:pt x="96611" y="499"/>
                </a:cubicBezTo>
                <a:cubicBezTo>
                  <a:pt x="96759" y="447"/>
                  <a:pt x="96959" y="403"/>
                  <a:pt x="97210" y="366"/>
                </a:cubicBezTo>
                <a:cubicBezTo>
                  <a:pt x="97462" y="329"/>
                  <a:pt x="97765" y="311"/>
                  <a:pt x="98120" y="311"/>
                </a:cubicBezTo>
                <a:cubicBezTo>
                  <a:pt x="98489" y="311"/>
                  <a:pt x="98796" y="329"/>
                  <a:pt x="99040" y="366"/>
                </a:cubicBezTo>
                <a:cubicBezTo>
                  <a:pt x="99284" y="403"/>
                  <a:pt x="99480" y="447"/>
                  <a:pt x="99628" y="499"/>
                </a:cubicBezTo>
                <a:cubicBezTo>
                  <a:pt x="99776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1" y="798"/>
                  <a:pt x="113180" y="710"/>
                </a:cubicBezTo>
                <a:cubicBezTo>
                  <a:pt x="113239" y="621"/>
                  <a:pt x="113343" y="551"/>
                  <a:pt x="113491" y="499"/>
                </a:cubicBezTo>
                <a:cubicBezTo>
                  <a:pt x="113639" y="447"/>
                  <a:pt x="113831" y="403"/>
                  <a:pt x="114067" y="366"/>
                </a:cubicBezTo>
                <a:cubicBezTo>
                  <a:pt x="114304" y="329"/>
                  <a:pt x="114614" y="311"/>
                  <a:pt x="114999" y="311"/>
                </a:cubicBezTo>
                <a:cubicBezTo>
                  <a:pt x="115354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5" y="499"/>
                </a:cubicBezTo>
                <a:cubicBezTo>
                  <a:pt x="116633" y="551"/>
                  <a:pt x="116736" y="621"/>
                  <a:pt x="116796" y="710"/>
                </a:cubicBezTo>
                <a:cubicBezTo>
                  <a:pt x="116855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4" y="35766"/>
                </a:moveTo>
                <a:cubicBezTo>
                  <a:pt x="143274" y="36287"/>
                  <a:pt x="143215" y="36667"/>
                  <a:pt x="143096" y="36906"/>
                </a:cubicBezTo>
                <a:cubicBezTo>
                  <a:pt x="142978" y="37144"/>
                  <a:pt x="142793" y="37263"/>
                  <a:pt x="142542" y="37263"/>
                </a:cubicBezTo>
                <a:lnTo>
                  <a:pt x="121182" y="37263"/>
                </a:lnTo>
                <a:cubicBezTo>
                  <a:pt x="120931" y="37263"/>
                  <a:pt x="120739" y="37151"/>
                  <a:pt x="120605" y="36928"/>
                </a:cubicBezTo>
                <a:cubicBezTo>
                  <a:pt x="120472" y="36705"/>
                  <a:pt x="120406" y="36332"/>
                  <a:pt x="120406" y="35810"/>
                </a:cubicBezTo>
                <a:cubicBezTo>
                  <a:pt x="120406" y="35304"/>
                  <a:pt x="120472" y="34924"/>
                  <a:pt x="120605" y="34671"/>
                </a:cubicBezTo>
                <a:cubicBezTo>
                  <a:pt x="120739" y="34418"/>
                  <a:pt x="120931" y="34291"/>
                  <a:pt x="121182" y="34291"/>
                </a:cubicBezTo>
                <a:lnTo>
                  <a:pt x="142542" y="34291"/>
                </a:lnTo>
                <a:cubicBezTo>
                  <a:pt x="142779" y="34291"/>
                  <a:pt x="142960" y="34410"/>
                  <a:pt x="143085" y="34649"/>
                </a:cubicBezTo>
                <a:cubicBezTo>
                  <a:pt x="143211" y="34887"/>
                  <a:pt x="143274" y="35260"/>
                  <a:pt x="143274" y="35766"/>
                </a:cubicBezTo>
                <a:close/>
                <a:moveTo>
                  <a:pt x="163457" y="20961"/>
                </a:moveTo>
                <a:cubicBezTo>
                  <a:pt x="163457" y="22277"/>
                  <a:pt x="163227" y="23463"/>
                  <a:pt x="162769" y="24521"/>
                </a:cubicBezTo>
                <a:cubicBezTo>
                  <a:pt x="162311" y="25578"/>
                  <a:pt x="161653" y="26484"/>
                  <a:pt x="160795" y="27238"/>
                </a:cubicBezTo>
                <a:cubicBezTo>
                  <a:pt x="159937" y="27992"/>
                  <a:pt x="158880" y="28572"/>
                  <a:pt x="157623" y="28979"/>
                </a:cubicBezTo>
                <a:cubicBezTo>
                  <a:pt x="156366" y="29385"/>
                  <a:pt x="154947" y="29589"/>
                  <a:pt x="153364" y="29589"/>
                </a:cubicBezTo>
                <a:cubicBezTo>
                  <a:pt x="152403" y="29589"/>
                  <a:pt x="151505" y="29511"/>
                  <a:pt x="150670" y="29355"/>
                </a:cubicBezTo>
                <a:cubicBezTo>
                  <a:pt x="149834" y="29199"/>
                  <a:pt x="149091" y="29013"/>
                  <a:pt x="148440" y="28798"/>
                </a:cubicBezTo>
                <a:cubicBezTo>
                  <a:pt x="147790" y="28583"/>
                  <a:pt x="147250" y="28360"/>
                  <a:pt x="146821" y="28130"/>
                </a:cubicBezTo>
                <a:cubicBezTo>
                  <a:pt x="146392" y="27900"/>
                  <a:pt x="146123" y="27733"/>
                  <a:pt x="146012" y="27629"/>
                </a:cubicBezTo>
                <a:cubicBezTo>
                  <a:pt x="145901" y="27525"/>
                  <a:pt x="145816" y="27421"/>
                  <a:pt x="145757" y="27317"/>
                </a:cubicBezTo>
                <a:cubicBezTo>
                  <a:pt x="145697" y="27213"/>
                  <a:pt x="145646" y="27087"/>
                  <a:pt x="145601" y="26939"/>
                </a:cubicBezTo>
                <a:cubicBezTo>
                  <a:pt x="145557" y="26790"/>
                  <a:pt x="145524" y="26608"/>
                  <a:pt x="145501" y="26393"/>
                </a:cubicBezTo>
                <a:cubicBezTo>
                  <a:pt x="145479" y="26177"/>
                  <a:pt x="145468" y="25914"/>
                  <a:pt x="145468" y="25602"/>
                </a:cubicBezTo>
                <a:cubicBezTo>
                  <a:pt x="145468" y="25068"/>
                  <a:pt x="145520" y="24697"/>
                  <a:pt x="145623" y="24489"/>
                </a:cubicBezTo>
                <a:cubicBezTo>
                  <a:pt x="145727" y="24281"/>
                  <a:pt x="145875" y="24177"/>
                  <a:pt x="146067" y="24177"/>
                </a:cubicBezTo>
                <a:cubicBezTo>
                  <a:pt x="146200" y="24177"/>
                  <a:pt x="146463" y="24296"/>
                  <a:pt x="146854" y="24535"/>
                </a:cubicBezTo>
                <a:cubicBezTo>
                  <a:pt x="147246" y="24774"/>
                  <a:pt x="147749" y="25032"/>
                  <a:pt x="148363" y="25308"/>
                </a:cubicBezTo>
                <a:cubicBezTo>
                  <a:pt x="148976" y="25584"/>
                  <a:pt x="149694" y="25842"/>
                  <a:pt x="150514" y="26081"/>
                </a:cubicBezTo>
                <a:cubicBezTo>
                  <a:pt x="151335" y="26320"/>
                  <a:pt x="152248" y="26439"/>
                  <a:pt x="153254" y="26439"/>
                </a:cubicBezTo>
                <a:cubicBezTo>
                  <a:pt x="154230" y="26439"/>
                  <a:pt x="155087" y="26313"/>
                  <a:pt x="155826" y="26062"/>
                </a:cubicBezTo>
                <a:cubicBezTo>
                  <a:pt x="156566" y="25811"/>
                  <a:pt x="157187" y="25456"/>
                  <a:pt x="157690" y="24997"/>
                </a:cubicBezTo>
                <a:cubicBezTo>
                  <a:pt x="158192" y="24539"/>
                  <a:pt x="158569" y="23996"/>
                  <a:pt x="158821" y="23367"/>
                </a:cubicBezTo>
                <a:cubicBezTo>
                  <a:pt x="159072" y="22739"/>
                  <a:pt x="159198" y="22055"/>
                  <a:pt x="159198" y="21315"/>
                </a:cubicBezTo>
                <a:cubicBezTo>
                  <a:pt x="159198" y="20502"/>
                  <a:pt x="159039" y="19770"/>
                  <a:pt x="158721" y="19120"/>
                </a:cubicBezTo>
                <a:cubicBezTo>
                  <a:pt x="158403" y="18469"/>
                  <a:pt x="157937" y="17907"/>
                  <a:pt x="157324" y="17434"/>
                </a:cubicBezTo>
                <a:cubicBezTo>
                  <a:pt x="156710" y="16961"/>
                  <a:pt x="155956" y="16598"/>
                  <a:pt x="155061" y="16347"/>
                </a:cubicBezTo>
                <a:cubicBezTo>
                  <a:pt x="154167" y="16096"/>
                  <a:pt x="153150" y="15970"/>
                  <a:pt x="152011" y="15970"/>
                </a:cubicBezTo>
                <a:lnTo>
                  <a:pt x="149283" y="15970"/>
                </a:lnTo>
                <a:cubicBezTo>
                  <a:pt x="149165" y="15970"/>
                  <a:pt x="149050" y="15944"/>
                  <a:pt x="148939" y="15892"/>
                </a:cubicBezTo>
                <a:cubicBezTo>
                  <a:pt x="148829" y="15841"/>
                  <a:pt x="148732" y="15756"/>
                  <a:pt x="148651" y="15637"/>
                </a:cubicBezTo>
                <a:cubicBezTo>
                  <a:pt x="148570" y="15519"/>
                  <a:pt x="148503" y="15364"/>
                  <a:pt x="148451" y="15171"/>
                </a:cubicBezTo>
                <a:cubicBezTo>
                  <a:pt x="148400" y="14979"/>
                  <a:pt x="148374" y="14728"/>
                  <a:pt x="148374" y="14417"/>
                </a:cubicBezTo>
                <a:cubicBezTo>
                  <a:pt x="148374" y="14136"/>
                  <a:pt x="148396" y="13903"/>
                  <a:pt x="148440" y="13719"/>
                </a:cubicBezTo>
                <a:cubicBezTo>
                  <a:pt x="148485" y="13534"/>
                  <a:pt x="148548" y="13386"/>
                  <a:pt x="148629" y="13275"/>
                </a:cubicBezTo>
                <a:cubicBezTo>
                  <a:pt x="148710" y="13164"/>
                  <a:pt x="148803" y="13083"/>
                  <a:pt x="148906" y="13031"/>
                </a:cubicBezTo>
                <a:cubicBezTo>
                  <a:pt x="149010" y="12979"/>
                  <a:pt x="149128" y="12953"/>
                  <a:pt x="149261" y="12953"/>
                </a:cubicBezTo>
                <a:lnTo>
                  <a:pt x="151767" y="12953"/>
                </a:lnTo>
                <a:cubicBezTo>
                  <a:pt x="152743" y="12953"/>
                  <a:pt x="153620" y="12827"/>
                  <a:pt x="154396" y="12575"/>
                </a:cubicBezTo>
                <a:cubicBezTo>
                  <a:pt x="155172" y="12322"/>
                  <a:pt x="155830" y="11958"/>
                  <a:pt x="156370" y="11483"/>
                </a:cubicBezTo>
                <a:cubicBezTo>
                  <a:pt x="156910" y="11008"/>
                  <a:pt x="157324" y="10440"/>
                  <a:pt x="157612" y="9779"/>
                </a:cubicBezTo>
                <a:cubicBezTo>
                  <a:pt x="157900" y="9118"/>
                  <a:pt x="158045" y="8378"/>
                  <a:pt x="158045" y="7561"/>
                </a:cubicBezTo>
                <a:cubicBezTo>
                  <a:pt x="158045" y="6967"/>
                  <a:pt x="157948" y="6399"/>
                  <a:pt x="157756" y="5857"/>
                </a:cubicBezTo>
                <a:cubicBezTo>
                  <a:pt x="157564" y="5315"/>
                  <a:pt x="157276" y="4843"/>
                  <a:pt x="156891" y="4442"/>
                </a:cubicBezTo>
                <a:cubicBezTo>
                  <a:pt x="156507" y="4041"/>
                  <a:pt x="156015" y="3726"/>
                  <a:pt x="155416" y="3496"/>
                </a:cubicBezTo>
                <a:cubicBezTo>
                  <a:pt x="154817" y="3265"/>
                  <a:pt x="154126" y="3150"/>
                  <a:pt x="153342" y="3150"/>
                </a:cubicBezTo>
                <a:cubicBezTo>
                  <a:pt x="152485" y="3150"/>
                  <a:pt x="151697" y="3279"/>
                  <a:pt x="150980" y="3538"/>
                </a:cubicBezTo>
                <a:cubicBezTo>
                  <a:pt x="150263" y="3797"/>
                  <a:pt x="149623" y="4074"/>
                  <a:pt x="149061" y="4370"/>
                </a:cubicBezTo>
                <a:cubicBezTo>
                  <a:pt x="148500" y="4665"/>
                  <a:pt x="148034" y="4943"/>
                  <a:pt x="147664" y="5201"/>
                </a:cubicBezTo>
                <a:cubicBezTo>
                  <a:pt x="147294" y="5460"/>
                  <a:pt x="147036" y="5589"/>
                  <a:pt x="146888" y="5589"/>
                </a:cubicBezTo>
                <a:cubicBezTo>
                  <a:pt x="146784" y="5589"/>
                  <a:pt x="146692" y="5571"/>
                  <a:pt x="146610" y="5534"/>
                </a:cubicBezTo>
                <a:cubicBezTo>
                  <a:pt x="146529" y="5497"/>
                  <a:pt x="146463" y="5423"/>
                  <a:pt x="146411" y="5312"/>
                </a:cubicBezTo>
                <a:cubicBezTo>
                  <a:pt x="146359" y="5201"/>
                  <a:pt x="146322" y="5046"/>
                  <a:pt x="146300" y="4846"/>
                </a:cubicBezTo>
                <a:cubicBezTo>
                  <a:pt x="146278" y="4647"/>
                  <a:pt x="146267" y="4384"/>
                  <a:pt x="146267" y="4059"/>
                </a:cubicBezTo>
                <a:cubicBezTo>
                  <a:pt x="146267" y="3837"/>
                  <a:pt x="146274" y="3641"/>
                  <a:pt x="146289" y="3471"/>
                </a:cubicBezTo>
                <a:cubicBezTo>
                  <a:pt x="146304" y="3301"/>
                  <a:pt x="146333" y="3153"/>
                  <a:pt x="146378" y="3028"/>
                </a:cubicBezTo>
                <a:cubicBezTo>
                  <a:pt x="146422" y="2902"/>
                  <a:pt x="146474" y="2787"/>
                  <a:pt x="146533" y="2684"/>
                </a:cubicBezTo>
                <a:cubicBezTo>
                  <a:pt x="146592" y="2580"/>
                  <a:pt x="146692" y="2458"/>
                  <a:pt x="146832" y="2318"/>
                </a:cubicBezTo>
                <a:cubicBezTo>
                  <a:pt x="146973" y="2177"/>
                  <a:pt x="147257" y="1974"/>
                  <a:pt x="147686" y="1708"/>
                </a:cubicBezTo>
                <a:cubicBezTo>
                  <a:pt x="148115" y="1442"/>
                  <a:pt x="148644" y="1179"/>
                  <a:pt x="149272" y="920"/>
                </a:cubicBezTo>
                <a:cubicBezTo>
                  <a:pt x="149901" y="662"/>
                  <a:pt x="150625" y="444"/>
                  <a:pt x="151446" y="266"/>
                </a:cubicBezTo>
                <a:cubicBezTo>
                  <a:pt x="152267" y="89"/>
                  <a:pt x="153150" y="0"/>
                  <a:pt x="154096" y="0"/>
                </a:cubicBezTo>
                <a:cubicBezTo>
                  <a:pt x="155427" y="0"/>
                  <a:pt x="156595" y="171"/>
                  <a:pt x="157601" y="512"/>
                </a:cubicBezTo>
                <a:cubicBezTo>
                  <a:pt x="158606" y="853"/>
                  <a:pt x="159446" y="1335"/>
                  <a:pt x="160118" y="1958"/>
                </a:cubicBezTo>
                <a:cubicBezTo>
                  <a:pt x="160791" y="2581"/>
                  <a:pt x="161294" y="3326"/>
                  <a:pt x="161627" y="4194"/>
                </a:cubicBezTo>
                <a:cubicBezTo>
                  <a:pt x="161959" y="5062"/>
                  <a:pt x="162126" y="6022"/>
                  <a:pt x="162126" y="7076"/>
                </a:cubicBezTo>
                <a:cubicBezTo>
                  <a:pt x="162126" y="7980"/>
                  <a:pt x="162007" y="8822"/>
                  <a:pt x="161771" y="9601"/>
                </a:cubicBezTo>
                <a:cubicBezTo>
                  <a:pt x="161534" y="10380"/>
                  <a:pt x="161187" y="11070"/>
                  <a:pt x="160728" y="11670"/>
                </a:cubicBezTo>
                <a:cubicBezTo>
                  <a:pt x="160270" y="12271"/>
                  <a:pt x="159708" y="12783"/>
                  <a:pt x="159043" y="13206"/>
                </a:cubicBezTo>
                <a:cubicBezTo>
                  <a:pt x="158377" y="13629"/>
                  <a:pt x="157608" y="13922"/>
                  <a:pt x="156736" y="14085"/>
                </a:cubicBezTo>
                <a:lnTo>
                  <a:pt x="156736" y="14129"/>
                </a:lnTo>
                <a:cubicBezTo>
                  <a:pt x="157727" y="14232"/>
                  <a:pt x="158632" y="14480"/>
                  <a:pt x="159453" y="14872"/>
                </a:cubicBezTo>
                <a:cubicBezTo>
                  <a:pt x="160274" y="15264"/>
                  <a:pt x="160980" y="15756"/>
                  <a:pt x="161571" y="16347"/>
                </a:cubicBezTo>
                <a:cubicBezTo>
                  <a:pt x="162163" y="16939"/>
                  <a:pt x="162625" y="17630"/>
                  <a:pt x="162958" y="18421"/>
                </a:cubicBezTo>
                <a:cubicBezTo>
                  <a:pt x="163290" y="19212"/>
                  <a:pt x="163457" y="20059"/>
                  <a:pt x="163457" y="209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C76E8-6290-4338-BD25-DADCFDB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031680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PATCH_4">
            <a:extLst xmlns:a="http://schemas.openxmlformats.org/drawingml/2006/main">
              <a:ext uri="{FF2B5EF4-FFF2-40B4-BE49-F238E27FC236}">
                <a16:creationId xmlns:a16="http://schemas.microsoft.com/office/drawing/2014/main" id="{D3871A4D-684E-47D2-A9D2-E0A61AE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052591"/>
            <a:ext cx="164898" cy="37175"/>
          </a:xfrm>
          <a:custGeom xmlns:a="http://schemas.openxmlformats.org/drawingml/2006/main">
            <a:pathLst>
              <a:path w="164898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4" y="28690"/>
                  <a:pt x="45119" y="28842"/>
                  <a:pt x="45001" y="28946"/>
                </a:cubicBezTo>
                <a:cubicBezTo>
                  <a:pt x="44882" y="29049"/>
                  <a:pt x="44686" y="29116"/>
                  <a:pt x="44413" y="29145"/>
                </a:cubicBezTo>
                <a:cubicBezTo>
                  <a:pt x="44139" y="29175"/>
                  <a:pt x="43773" y="29190"/>
                  <a:pt x="43315" y="29190"/>
                </a:cubicBezTo>
                <a:cubicBezTo>
                  <a:pt x="42856" y="29190"/>
                  <a:pt x="42491" y="29178"/>
                  <a:pt x="42217" y="29156"/>
                </a:cubicBezTo>
                <a:cubicBezTo>
                  <a:pt x="41943" y="29134"/>
                  <a:pt x="41736" y="29097"/>
                  <a:pt x="41596" y="29045"/>
                </a:cubicBezTo>
                <a:cubicBezTo>
                  <a:pt x="41455" y="28994"/>
                  <a:pt x="41352" y="28923"/>
                  <a:pt x="41285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1" y="29001"/>
                </a:cubicBezTo>
                <a:cubicBezTo>
                  <a:pt x="23711" y="29068"/>
                  <a:pt x="23511" y="29116"/>
                  <a:pt x="23253" y="29145"/>
                </a:cubicBezTo>
                <a:cubicBezTo>
                  <a:pt x="22994" y="29175"/>
                  <a:pt x="22657" y="29190"/>
                  <a:pt x="22243" y="29190"/>
                </a:cubicBezTo>
                <a:cubicBezTo>
                  <a:pt x="21815" y="29190"/>
                  <a:pt x="21463" y="29171"/>
                  <a:pt x="21190" y="29134"/>
                </a:cubicBezTo>
                <a:cubicBezTo>
                  <a:pt x="20916" y="29097"/>
                  <a:pt x="20724" y="29027"/>
                  <a:pt x="20613" y="28923"/>
                </a:cubicBezTo>
                <a:cubicBezTo>
                  <a:pt x="20502" y="28820"/>
                  <a:pt x="20450" y="28668"/>
                  <a:pt x="20458" y="28469"/>
                </a:cubicBezTo>
                <a:cubicBezTo>
                  <a:pt x="20465" y="28269"/>
                  <a:pt x="20528" y="28007"/>
                  <a:pt x="20646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2" y="436"/>
                  <a:pt x="30927" y="377"/>
                </a:cubicBezTo>
                <a:cubicBezTo>
                  <a:pt x="31112" y="318"/>
                  <a:pt x="31348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0" y="255"/>
                </a:cubicBezTo>
                <a:cubicBezTo>
                  <a:pt x="34221" y="277"/>
                  <a:pt x="34472" y="318"/>
                  <a:pt x="34664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8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5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2" y="1996"/>
                </a:moveTo>
                <a:cubicBezTo>
                  <a:pt x="67912" y="2277"/>
                  <a:pt x="67897" y="2521"/>
                  <a:pt x="67867" y="2728"/>
                </a:cubicBezTo>
                <a:cubicBezTo>
                  <a:pt x="67838" y="2935"/>
                  <a:pt x="67790" y="3102"/>
                  <a:pt x="67723" y="3227"/>
                </a:cubicBezTo>
                <a:cubicBezTo>
                  <a:pt x="67657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8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3" y="28949"/>
                  <a:pt x="58685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2" y="29190"/>
                  <a:pt x="56518" y="29171"/>
                  <a:pt x="56267" y="29134"/>
                </a:cubicBezTo>
                <a:cubicBezTo>
                  <a:pt x="56016" y="29097"/>
                  <a:pt x="55816" y="29053"/>
                  <a:pt x="55668" y="29001"/>
                </a:cubicBezTo>
                <a:cubicBezTo>
                  <a:pt x="55520" y="28949"/>
                  <a:pt x="55417" y="28879"/>
                  <a:pt x="55358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70" y="3564"/>
                  <a:pt x="46874" y="3505"/>
                </a:cubicBezTo>
                <a:cubicBezTo>
                  <a:pt x="46777" y="3445"/>
                  <a:pt x="46700" y="3353"/>
                  <a:pt x="46641" y="3227"/>
                </a:cubicBezTo>
                <a:cubicBezTo>
                  <a:pt x="46582" y="3102"/>
                  <a:pt x="46533" y="2935"/>
                  <a:pt x="46496" y="2728"/>
                </a:cubicBezTo>
                <a:cubicBezTo>
                  <a:pt x="46460" y="2521"/>
                  <a:pt x="46441" y="2277"/>
                  <a:pt x="46441" y="1996"/>
                </a:cubicBezTo>
                <a:cubicBezTo>
                  <a:pt x="46441" y="1715"/>
                  <a:pt x="46460" y="1468"/>
                  <a:pt x="46496" y="1253"/>
                </a:cubicBezTo>
                <a:cubicBezTo>
                  <a:pt x="46533" y="1039"/>
                  <a:pt x="46582" y="865"/>
                  <a:pt x="46641" y="732"/>
                </a:cubicBezTo>
                <a:cubicBezTo>
                  <a:pt x="46700" y="599"/>
                  <a:pt x="46777" y="503"/>
                  <a:pt x="46874" y="444"/>
                </a:cubicBezTo>
                <a:cubicBezTo>
                  <a:pt x="46970" y="384"/>
                  <a:pt x="47077" y="355"/>
                  <a:pt x="47195" y="355"/>
                </a:cubicBezTo>
                <a:lnTo>
                  <a:pt x="67158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7" y="599"/>
                  <a:pt x="67723" y="732"/>
                </a:cubicBezTo>
                <a:cubicBezTo>
                  <a:pt x="67790" y="865"/>
                  <a:pt x="67838" y="1039"/>
                  <a:pt x="67867" y="1253"/>
                </a:cubicBezTo>
                <a:cubicBezTo>
                  <a:pt x="67897" y="1468"/>
                  <a:pt x="67912" y="1715"/>
                  <a:pt x="67912" y="1996"/>
                </a:cubicBezTo>
                <a:close/>
                <a:moveTo>
                  <a:pt x="90892" y="24975"/>
                </a:moveTo>
                <a:cubicBezTo>
                  <a:pt x="90892" y="25212"/>
                  <a:pt x="90884" y="25419"/>
                  <a:pt x="90870" y="25596"/>
                </a:cubicBezTo>
                <a:cubicBezTo>
                  <a:pt x="90855" y="25774"/>
                  <a:pt x="90829" y="25929"/>
                  <a:pt x="90792" y="26062"/>
                </a:cubicBezTo>
                <a:cubicBezTo>
                  <a:pt x="90755" y="26195"/>
                  <a:pt x="90707" y="26313"/>
                  <a:pt x="90648" y="26417"/>
                </a:cubicBezTo>
                <a:cubicBezTo>
                  <a:pt x="90589" y="26520"/>
                  <a:pt x="90485" y="26647"/>
                  <a:pt x="90337" y="26796"/>
                </a:cubicBezTo>
                <a:cubicBezTo>
                  <a:pt x="90189" y="26945"/>
                  <a:pt x="89879" y="27172"/>
                  <a:pt x="89406" y="27477"/>
                </a:cubicBezTo>
                <a:cubicBezTo>
                  <a:pt x="88933" y="27783"/>
                  <a:pt x="88345" y="28081"/>
                  <a:pt x="87642" y="28372"/>
                </a:cubicBezTo>
                <a:cubicBezTo>
                  <a:pt x="86940" y="28662"/>
                  <a:pt x="86134" y="28908"/>
                  <a:pt x="85225" y="29109"/>
                </a:cubicBezTo>
                <a:cubicBezTo>
                  <a:pt x="84315" y="29311"/>
                  <a:pt x="83321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1" y="24517"/>
                  <a:pt x="71488" y="23020"/>
                  <a:pt x="70918" y="21238"/>
                </a:cubicBezTo>
                <a:cubicBezTo>
                  <a:pt x="70349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5" y="8717"/>
                </a:cubicBezTo>
                <a:cubicBezTo>
                  <a:pt x="71598" y="6854"/>
                  <a:pt x="72460" y="5275"/>
                  <a:pt x="73569" y="3981"/>
                </a:cubicBezTo>
                <a:cubicBezTo>
                  <a:pt x="74678" y="2688"/>
                  <a:pt x="76005" y="1701"/>
                  <a:pt x="77550" y="1020"/>
                </a:cubicBezTo>
                <a:cubicBezTo>
                  <a:pt x="79095" y="340"/>
                  <a:pt x="80807" y="0"/>
                  <a:pt x="82685" y="0"/>
                </a:cubicBezTo>
                <a:cubicBezTo>
                  <a:pt x="83513" y="0"/>
                  <a:pt x="84319" y="78"/>
                  <a:pt x="85103" y="235"/>
                </a:cubicBezTo>
                <a:cubicBezTo>
                  <a:pt x="85886" y="392"/>
                  <a:pt x="86611" y="589"/>
                  <a:pt x="87276" y="828"/>
                </a:cubicBezTo>
                <a:cubicBezTo>
                  <a:pt x="87942" y="1066"/>
                  <a:pt x="88533" y="1342"/>
                  <a:pt x="89051" y="1655"/>
                </a:cubicBezTo>
                <a:cubicBezTo>
                  <a:pt x="89568" y="1968"/>
                  <a:pt x="89927" y="2225"/>
                  <a:pt x="90127" y="2427"/>
                </a:cubicBezTo>
                <a:cubicBezTo>
                  <a:pt x="90326" y="2628"/>
                  <a:pt x="90456" y="2780"/>
                  <a:pt x="90515" y="2883"/>
                </a:cubicBezTo>
                <a:cubicBezTo>
                  <a:pt x="90574" y="2987"/>
                  <a:pt x="90622" y="3109"/>
                  <a:pt x="90659" y="3249"/>
                </a:cubicBezTo>
                <a:cubicBezTo>
                  <a:pt x="90696" y="3390"/>
                  <a:pt x="90725" y="3556"/>
                  <a:pt x="90748" y="3749"/>
                </a:cubicBezTo>
                <a:cubicBezTo>
                  <a:pt x="90770" y="3941"/>
                  <a:pt x="90781" y="4170"/>
                  <a:pt x="90781" y="4436"/>
                </a:cubicBezTo>
                <a:cubicBezTo>
                  <a:pt x="90781" y="4732"/>
                  <a:pt x="90766" y="4983"/>
                  <a:pt x="90737" y="5190"/>
                </a:cubicBezTo>
                <a:cubicBezTo>
                  <a:pt x="90707" y="5397"/>
                  <a:pt x="90663" y="5571"/>
                  <a:pt x="90603" y="5711"/>
                </a:cubicBezTo>
                <a:cubicBezTo>
                  <a:pt x="90544" y="5852"/>
                  <a:pt x="90474" y="5955"/>
                  <a:pt x="90393" y="6022"/>
                </a:cubicBezTo>
                <a:cubicBezTo>
                  <a:pt x="90311" y="6089"/>
                  <a:pt x="90212" y="6122"/>
                  <a:pt x="90093" y="6122"/>
                </a:cubicBezTo>
                <a:cubicBezTo>
                  <a:pt x="89886" y="6122"/>
                  <a:pt x="89598" y="5976"/>
                  <a:pt x="89228" y="5686"/>
                </a:cubicBezTo>
                <a:cubicBezTo>
                  <a:pt x="88859" y="5395"/>
                  <a:pt x="88382" y="5075"/>
                  <a:pt x="87798" y="4724"/>
                </a:cubicBezTo>
                <a:cubicBezTo>
                  <a:pt x="87214" y="4374"/>
                  <a:pt x="86504" y="4054"/>
                  <a:pt x="85668" y="3763"/>
                </a:cubicBezTo>
                <a:cubicBezTo>
                  <a:pt x="84833" y="3472"/>
                  <a:pt x="83831" y="3327"/>
                  <a:pt x="82663" y="3327"/>
                </a:cubicBezTo>
                <a:cubicBezTo>
                  <a:pt x="81391" y="3327"/>
                  <a:pt x="80234" y="3582"/>
                  <a:pt x="79192" y="4092"/>
                </a:cubicBezTo>
                <a:cubicBezTo>
                  <a:pt x="78149" y="4602"/>
                  <a:pt x="77258" y="5353"/>
                  <a:pt x="76519" y="6344"/>
                </a:cubicBezTo>
                <a:cubicBezTo>
                  <a:pt x="75779" y="7334"/>
                  <a:pt x="75206" y="8543"/>
                  <a:pt x="74800" y="9970"/>
                </a:cubicBezTo>
                <a:cubicBezTo>
                  <a:pt x="74393" y="11397"/>
                  <a:pt x="74190" y="13027"/>
                  <a:pt x="74190" y="14861"/>
                </a:cubicBezTo>
                <a:cubicBezTo>
                  <a:pt x="74190" y="16680"/>
                  <a:pt x="74386" y="18288"/>
                  <a:pt x="74778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4" y="24838"/>
                  <a:pt x="79158" y="25319"/>
                </a:cubicBezTo>
                <a:cubicBezTo>
                  <a:pt x="80223" y="25800"/>
                  <a:pt x="81428" y="26040"/>
                  <a:pt x="82774" y="26040"/>
                </a:cubicBezTo>
                <a:cubicBezTo>
                  <a:pt x="83912" y="26040"/>
                  <a:pt x="84907" y="25898"/>
                  <a:pt x="85757" y="25615"/>
                </a:cubicBezTo>
                <a:cubicBezTo>
                  <a:pt x="86607" y="25332"/>
                  <a:pt x="87332" y="25015"/>
                  <a:pt x="87931" y="24665"/>
                </a:cubicBezTo>
                <a:cubicBezTo>
                  <a:pt x="88530" y="24314"/>
                  <a:pt x="89021" y="23998"/>
                  <a:pt x="89406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9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9" y="23611"/>
                </a:cubicBezTo>
                <a:cubicBezTo>
                  <a:pt x="90803" y="23737"/>
                  <a:pt x="90836" y="23911"/>
                  <a:pt x="90859" y="24132"/>
                </a:cubicBezTo>
                <a:cubicBezTo>
                  <a:pt x="90881" y="24354"/>
                  <a:pt x="90892" y="24635"/>
                  <a:pt x="90892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6" y="36817"/>
                </a:cubicBezTo>
                <a:cubicBezTo>
                  <a:pt x="142978" y="37055"/>
                  <a:pt x="142793" y="37175"/>
                  <a:pt x="142542" y="37175"/>
                </a:cubicBezTo>
                <a:lnTo>
                  <a:pt x="121182" y="37175"/>
                </a:lnTo>
                <a:cubicBezTo>
                  <a:pt x="120931" y="37175"/>
                  <a:pt x="120739" y="37063"/>
                  <a:pt x="120605" y="36839"/>
                </a:cubicBezTo>
                <a:cubicBezTo>
                  <a:pt x="120472" y="36616"/>
                  <a:pt x="120406" y="36243"/>
                  <a:pt x="120406" y="35722"/>
                </a:cubicBezTo>
                <a:cubicBezTo>
                  <a:pt x="120406" y="35215"/>
                  <a:pt x="120472" y="34835"/>
                  <a:pt x="120605" y="34582"/>
                </a:cubicBezTo>
                <a:cubicBezTo>
                  <a:pt x="120739" y="34329"/>
                  <a:pt x="120931" y="34202"/>
                  <a:pt x="121182" y="34202"/>
                </a:cubicBezTo>
                <a:lnTo>
                  <a:pt x="142542" y="34202"/>
                </a:lnTo>
                <a:cubicBezTo>
                  <a:pt x="142779" y="34202"/>
                  <a:pt x="142960" y="34322"/>
                  <a:pt x="143085" y="34560"/>
                </a:cubicBezTo>
                <a:cubicBezTo>
                  <a:pt x="143211" y="34798"/>
                  <a:pt x="143274" y="35171"/>
                  <a:pt x="143274" y="35677"/>
                </a:cubicBezTo>
                <a:close/>
                <a:moveTo>
                  <a:pt x="164898" y="20872"/>
                </a:moveTo>
                <a:cubicBezTo>
                  <a:pt x="164898" y="21360"/>
                  <a:pt x="164824" y="21744"/>
                  <a:pt x="164677" y="22025"/>
                </a:cubicBezTo>
                <a:cubicBezTo>
                  <a:pt x="164529" y="22306"/>
                  <a:pt x="164322" y="22447"/>
                  <a:pt x="164055" y="22447"/>
                </a:cubicBezTo>
                <a:lnTo>
                  <a:pt x="160817" y="22447"/>
                </a:lnTo>
                <a:lnTo>
                  <a:pt x="160817" y="28500"/>
                </a:lnTo>
                <a:cubicBezTo>
                  <a:pt x="160817" y="28619"/>
                  <a:pt x="160788" y="28719"/>
                  <a:pt x="160728" y="28801"/>
                </a:cubicBezTo>
                <a:cubicBezTo>
                  <a:pt x="160669" y="28882"/>
                  <a:pt x="160566" y="28952"/>
                  <a:pt x="160418" y="29012"/>
                </a:cubicBezTo>
                <a:cubicBezTo>
                  <a:pt x="160270" y="29071"/>
                  <a:pt x="160078" y="29116"/>
                  <a:pt x="159841" y="29145"/>
                </a:cubicBezTo>
                <a:cubicBezTo>
                  <a:pt x="159605" y="29175"/>
                  <a:pt x="159301" y="29190"/>
                  <a:pt x="158932" y="29190"/>
                </a:cubicBezTo>
                <a:cubicBezTo>
                  <a:pt x="158577" y="29190"/>
                  <a:pt x="158281" y="29175"/>
                  <a:pt x="158045" y="29145"/>
                </a:cubicBezTo>
                <a:cubicBezTo>
                  <a:pt x="157808" y="29116"/>
                  <a:pt x="157619" y="29071"/>
                  <a:pt x="157479" y="29012"/>
                </a:cubicBezTo>
                <a:cubicBezTo>
                  <a:pt x="157338" y="28952"/>
                  <a:pt x="157242" y="28882"/>
                  <a:pt x="157191" y="28801"/>
                </a:cubicBezTo>
                <a:cubicBezTo>
                  <a:pt x="157139" y="28719"/>
                  <a:pt x="157113" y="28619"/>
                  <a:pt x="157113" y="28500"/>
                </a:cubicBezTo>
                <a:lnTo>
                  <a:pt x="157113" y="22447"/>
                </a:lnTo>
                <a:lnTo>
                  <a:pt x="145269" y="22447"/>
                </a:lnTo>
                <a:cubicBezTo>
                  <a:pt x="145091" y="22447"/>
                  <a:pt x="144943" y="22424"/>
                  <a:pt x="144825" y="22380"/>
                </a:cubicBezTo>
                <a:cubicBezTo>
                  <a:pt x="144707" y="22336"/>
                  <a:pt x="144599" y="22254"/>
                  <a:pt x="144503" y="22136"/>
                </a:cubicBezTo>
                <a:cubicBezTo>
                  <a:pt x="144407" y="22018"/>
                  <a:pt x="144341" y="21848"/>
                  <a:pt x="144304" y="21626"/>
                </a:cubicBezTo>
                <a:cubicBezTo>
                  <a:pt x="144267" y="21404"/>
                  <a:pt x="144248" y="21116"/>
                  <a:pt x="144248" y="20761"/>
                </a:cubicBezTo>
                <a:cubicBezTo>
                  <a:pt x="144248" y="20480"/>
                  <a:pt x="144256" y="20229"/>
                  <a:pt x="144270" y="20007"/>
                </a:cubicBezTo>
                <a:cubicBezTo>
                  <a:pt x="144285" y="19785"/>
                  <a:pt x="144315" y="19582"/>
                  <a:pt x="144359" y="19397"/>
                </a:cubicBezTo>
                <a:cubicBezTo>
                  <a:pt x="144404" y="19212"/>
                  <a:pt x="144463" y="19035"/>
                  <a:pt x="144537" y="18865"/>
                </a:cubicBezTo>
                <a:cubicBezTo>
                  <a:pt x="144611" y="18694"/>
                  <a:pt x="144699" y="18513"/>
                  <a:pt x="144803" y="18321"/>
                </a:cubicBezTo>
                <a:lnTo>
                  <a:pt x="155139" y="909"/>
                </a:lnTo>
                <a:cubicBezTo>
                  <a:pt x="155213" y="790"/>
                  <a:pt x="155320" y="687"/>
                  <a:pt x="155461" y="599"/>
                </a:cubicBezTo>
                <a:cubicBezTo>
                  <a:pt x="155601" y="510"/>
                  <a:pt x="155782" y="436"/>
                  <a:pt x="156004" y="377"/>
                </a:cubicBezTo>
                <a:cubicBezTo>
                  <a:pt x="156226" y="318"/>
                  <a:pt x="156499" y="277"/>
                  <a:pt x="156825" y="255"/>
                </a:cubicBezTo>
                <a:cubicBezTo>
                  <a:pt x="157150" y="233"/>
                  <a:pt x="157534" y="222"/>
                  <a:pt x="157978" y="222"/>
                </a:cubicBezTo>
                <a:cubicBezTo>
                  <a:pt x="158466" y="222"/>
                  <a:pt x="158891" y="240"/>
                  <a:pt x="159253" y="277"/>
                </a:cubicBezTo>
                <a:cubicBezTo>
                  <a:pt x="159616" y="314"/>
                  <a:pt x="159908" y="362"/>
                  <a:pt x="160130" y="421"/>
                </a:cubicBezTo>
                <a:cubicBezTo>
                  <a:pt x="160351" y="481"/>
                  <a:pt x="160521" y="558"/>
                  <a:pt x="160640" y="654"/>
                </a:cubicBezTo>
                <a:cubicBezTo>
                  <a:pt x="160758" y="750"/>
                  <a:pt x="160817" y="864"/>
                  <a:pt x="160817" y="997"/>
                </a:cubicBezTo>
                <a:lnTo>
                  <a:pt x="160817" y="19297"/>
                </a:lnTo>
                <a:lnTo>
                  <a:pt x="164055" y="19297"/>
                </a:lnTo>
                <a:cubicBezTo>
                  <a:pt x="164307" y="19297"/>
                  <a:pt x="164510" y="19426"/>
                  <a:pt x="164665" y="19685"/>
                </a:cubicBezTo>
                <a:cubicBezTo>
                  <a:pt x="164821" y="19944"/>
                  <a:pt x="164898" y="20340"/>
                  <a:pt x="164898" y="20872"/>
                </a:cubicBezTo>
                <a:moveTo>
                  <a:pt x="157113" y="3568"/>
                </a:moveTo>
                <a:lnTo>
                  <a:pt x="157069" y="3568"/>
                </a:lnTo>
                <a:lnTo>
                  <a:pt x="147731" y="19297"/>
                </a:lnTo>
                <a:lnTo>
                  <a:pt x="157113" y="19297"/>
                </a:lnTo>
                <a:lnTo>
                  <a:pt x="157113" y="3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3D805-87EB-4189-93AF-168C175D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125029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PATCH_5">
            <a:extLst xmlns:a="http://schemas.openxmlformats.org/drawingml/2006/main">
              <a:ext uri="{FF2B5EF4-FFF2-40B4-BE49-F238E27FC236}">
                <a16:creationId xmlns:a16="http://schemas.microsoft.com/office/drawing/2014/main" id="{4B297D43-5455-48AD-B8E1-0BF7041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146017"/>
            <a:ext cx="163545" cy="37175"/>
          </a:xfrm>
          <a:custGeom xmlns:a="http://schemas.openxmlformats.org/drawingml/2006/main">
            <a:pathLst>
              <a:path w="163545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4" y="28690"/>
                  <a:pt x="45119" y="28842"/>
                  <a:pt x="45001" y="28946"/>
                </a:cubicBezTo>
                <a:cubicBezTo>
                  <a:pt x="44882" y="29049"/>
                  <a:pt x="44686" y="29116"/>
                  <a:pt x="44413" y="29145"/>
                </a:cubicBezTo>
                <a:cubicBezTo>
                  <a:pt x="44139" y="29175"/>
                  <a:pt x="43773" y="29190"/>
                  <a:pt x="43315" y="29190"/>
                </a:cubicBezTo>
                <a:cubicBezTo>
                  <a:pt x="42856" y="29190"/>
                  <a:pt x="42491" y="29178"/>
                  <a:pt x="42217" y="29156"/>
                </a:cubicBezTo>
                <a:cubicBezTo>
                  <a:pt x="41943" y="29134"/>
                  <a:pt x="41736" y="29097"/>
                  <a:pt x="41596" y="29045"/>
                </a:cubicBezTo>
                <a:cubicBezTo>
                  <a:pt x="41455" y="28994"/>
                  <a:pt x="41352" y="28923"/>
                  <a:pt x="41285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1" y="29001"/>
                </a:cubicBezTo>
                <a:cubicBezTo>
                  <a:pt x="23711" y="29068"/>
                  <a:pt x="23511" y="29116"/>
                  <a:pt x="23253" y="29145"/>
                </a:cubicBezTo>
                <a:cubicBezTo>
                  <a:pt x="22994" y="29175"/>
                  <a:pt x="22657" y="29190"/>
                  <a:pt x="22243" y="29190"/>
                </a:cubicBezTo>
                <a:cubicBezTo>
                  <a:pt x="21815" y="29190"/>
                  <a:pt x="21463" y="29171"/>
                  <a:pt x="21190" y="29134"/>
                </a:cubicBezTo>
                <a:cubicBezTo>
                  <a:pt x="20916" y="29097"/>
                  <a:pt x="20724" y="29027"/>
                  <a:pt x="20613" y="28923"/>
                </a:cubicBezTo>
                <a:cubicBezTo>
                  <a:pt x="20502" y="28820"/>
                  <a:pt x="20450" y="28668"/>
                  <a:pt x="20458" y="28469"/>
                </a:cubicBezTo>
                <a:cubicBezTo>
                  <a:pt x="20465" y="28269"/>
                  <a:pt x="20528" y="28007"/>
                  <a:pt x="20646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2" y="436"/>
                  <a:pt x="30927" y="377"/>
                </a:cubicBezTo>
                <a:cubicBezTo>
                  <a:pt x="31112" y="318"/>
                  <a:pt x="31348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0" y="255"/>
                </a:cubicBezTo>
                <a:cubicBezTo>
                  <a:pt x="34221" y="277"/>
                  <a:pt x="34472" y="318"/>
                  <a:pt x="34664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8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5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2" y="1996"/>
                </a:moveTo>
                <a:cubicBezTo>
                  <a:pt x="67912" y="2277"/>
                  <a:pt x="67897" y="2521"/>
                  <a:pt x="67867" y="2728"/>
                </a:cubicBezTo>
                <a:cubicBezTo>
                  <a:pt x="67838" y="2935"/>
                  <a:pt x="67790" y="3102"/>
                  <a:pt x="67723" y="3227"/>
                </a:cubicBezTo>
                <a:cubicBezTo>
                  <a:pt x="67657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8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3" y="28949"/>
                  <a:pt x="58685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2" y="29190"/>
                  <a:pt x="56518" y="29171"/>
                  <a:pt x="56267" y="29134"/>
                </a:cubicBezTo>
                <a:cubicBezTo>
                  <a:pt x="56016" y="29097"/>
                  <a:pt x="55816" y="29053"/>
                  <a:pt x="55668" y="29001"/>
                </a:cubicBezTo>
                <a:cubicBezTo>
                  <a:pt x="55520" y="28949"/>
                  <a:pt x="55417" y="28879"/>
                  <a:pt x="55358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70" y="3564"/>
                  <a:pt x="46874" y="3505"/>
                </a:cubicBezTo>
                <a:cubicBezTo>
                  <a:pt x="46777" y="3445"/>
                  <a:pt x="46700" y="3353"/>
                  <a:pt x="46641" y="3227"/>
                </a:cubicBezTo>
                <a:cubicBezTo>
                  <a:pt x="46582" y="3102"/>
                  <a:pt x="46533" y="2935"/>
                  <a:pt x="46496" y="2728"/>
                </a:cubicBezTo>
                <a:cubicBezTo>
                  <a:pt x="46460" y="2521"/>
                  <a:pt x="46441" y="2277"/>
                  <a:pt x="46441" y="1996"/>
                </a:cubicBezTo>
                <a:cubicBezTo>
                  <a:pt x="46441" y="1715"/>
                  <a:pt x="46460" y="1468"/>
                  <a:pt x="46496" y="1253"/>
                </a:cubicBezTo>
                <a:cubicBezTo>
                  <a:pt x="46533" y="1039"/>
                  <a:pt x="46582" y="865"/>
                  <a:pt x="46641" y="732"/>
                </a:cubicBezTo>
                <a:cubicBezTo>
                  <a:pt x="46700" y="599"/>
                  <a:pt x="46777" y="503"/>
                  <a:pt x="46874" y="444"/>
                </a:cubicBezTo>
                <a:cubicBezTo>
                  <a:pt x="46970" y="384"/>
                  <a:pt x="47077" y="355"/>
                  <a:pt x="47195" y="355"/>
                </a:cubicBezTo>
                <a:lnTo>
                  <a:pt x="67158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7" y="599"/>
                  <a:pt x="67723" y="732"/>
                </a:cubicBezTo>
                <a:cubicBezTo>
                  <a:pt x="67790" y="865"/>
                  <a:pt x="67838" y="1039"/>
                  <a:pt x="67867" y="1253"/>
                </a:cubicBezTo>
                <a:cubicBezTo>
                  <a:pt x="67897" y="1468"/>
                  <a:pt x="67912" y="1715"/>
                  <a:pt x="67912" y="1996"/>
                </a:cubicBezTo>
                <a:close/>
                <a:moveTo>
                  <a:pt x="90892" y="24975"/>
                </a:moveTo>
                <a:cubicBezTo>
                  <a:pt x="90892" y="25212"/>
                  <a:pt x="90884" y="25419"/>
                  <a:pt x="90870" y="25596"/>
                </a:cubicBezTo>
                <a:cubicBezTo>
                  <a:pt x="90855" y="25774"/>
                  <a:pt x="90829" y="25929"/>
                  <a:pt x="90792" y="26062"/>
                </a:cubicBezTo>
                <a:cubicBezTo>
                  <a:pt x="90755" y="26195"/>
                  <a:pt x="90707" y="26313"/>
                  <a:pt x="90648" y="26417"/>
                </a:cubicBezTo>
                <a:cubicBezTo>
                  <a:pt x="90589" y="26520"/>
                  <a:pt x="90485" y="26647"/>
                  <a:pt x="90337" y="26796"/>
                </a:cubicBezTo>
                <a:cubicBezTo>
                  <a:pt x="90189" y="26945"/>
                  <a:pt x="89879" y="27172"/>
                  <a:pt x="89406" y="27477"/>
                </a:cubicBezTo>
                <a:cubicBezTo>
                  <a:pt x="88933" y="27783"/>
                  <a:pt x="88345" y="28081"/>
                  <a:pt x="87642" y="28372"/>
                </a:cubicBezTo>
                <a:cubicBezTo>
                  <a:pt x="86940" y="28662"/>
                  <a:pt x="86134" y="28908"/>
                  <a:pt x="85225" y="29109"/>
                </a:cubicBezTo>
                <a:cubicBezTo>
                  <a:pt x="84315" y="29311"/>
                  <a:pt x="83321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1" y="24517"/>
                  <a:pt x="71488" y="23020"/>
                  <a:pt x="70918" y="21238"/>
                </a:cubicBezTo>
                <a:cubicBezTo>
                  <a:pt x="70349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5" y="8717"/>
                </a:cubicBezTo>
                <a:cubicBezTo>
                  <a:pt x="71598" y="6854"/>
                  <a:pt x="72460" y="5275"/>
                  <a:pt x="73569" y="3981"/>
                </a:cubicBezTo>
                <a:cubicBezTo>
                  <a:pt x="74678" y="2688"/>
                  <a:pt x="76005" y="1701"/>
                  <a:pt x="77550" y="1020"/>
                </a:cubicBezTo>
                <a:cubicBezTo>
                  <a:pt x="79095" y="340"/>
                  <a:pt x="80807" y="0"/>
                  <a:pt x="82685" y="0"/>
                </a:cubicBezTo>
                <a:cubicBezTo>
                  <a:pt x="83513" y="0"/>
                  <a:pt x="84319" y="78"/>
                  <a:pt x="85103" y="235"/>
                </a:cubicBezTo>
                <a:cubicBezTo>
                  <a:pt x="85886" y="392"/>
                  <a:pt x="86611" y="589"/>
                  <a:pt x="87276" y="828"/>
                </a:cubicBezTo>
                <a:cubicBezTo>
                  <a:pt x="87942" y="1066"/>
                  <a:pt x="88533" y="1342"/>
                  <a:pt x="89051" y="1655"/>
                </a:cubicBezTo>
                <a:cubicBezTo>
                  <a:pt x="89568" y="1968"/>
                  <a:pt x="89927" y="2225"/>
                  <a:pt x="90127" y="2427"/>
                </a:cubicBezTo>
                <a:cubicBezTo>
                  <a:pt x="90326" y="2628"/>
                  <a:pt x="90456" y="2780"/>
                  <a:pt x="90515" y="2883"/>
                </a:cubicBezTo>
                <a:cubicBezTo>
                  <a:pt x="90574" y="2987"/>
                  <a:pt x="90622" y="3109"/>
                  <a:pt x="90659" y="3249"/>
                </a:cubicBezTo>
                <a:cubicBezTo>
                  <a:pt x="90696" y="3390"/>
                  <a:pt x="90725" y="3556"/>
                  <a:pt x="90748" y="3749"/>
                </a:cubicBezTo>
                <a:cubicBezTo>
                  <a:pt x="90770" y="3941"/>
                  <a:pt x="90781" y="4170"/>
                  <a:pt x="90781" y="4436"/>
                </a:cubicBezTo>
                <a:cubicBezTo>
                  <a:pt x="90781" y="4732"/>
                  <a:pt x="90766" y="4983"/>
                  <a:pt x="90737" y="5190"/>
                </a:cubicBezTo>
                <a:cubicBezTo>
                  <a:pt x="90707" y="5397"/>
                  <a:pt x="90663" y="5571"/>
                  <a:pt x="90603" y="5711"/>
                </a:cubicBezTo>
                <a:cubicBezTo>
                  <a:pt x="90544" y="5852"/>
                  <a:pt x="90474" y="5955"/>
                  <a:pt x="90393" y="6022"/>
                </a:cubicBezTo>
                <a:cubicBezTo>
                  <a:pt x="90311" y="6089"/>
                  <a:pt x="90212" y="6122"/>
                  <a:pt x="90093" y="6122"/>
                </a:cubicBezTo>
                <a:cubicBezTo>
                  <a:pt x="89886" y="6122"/>
                  <a:pt x="89598" y="5976"/>
                  <a:pt x="89228" y="5686"/>
                </a:cubicBezTo>
                <a:cubicBezTo>
                  <a:pt x="88859" y="5395"/>
                  <a:pt x="88382" y="5075"/>
                  <a:pt x="87798" y="4724"/>
                </a:cubicBezTo>
                <a:cubicBezTo>
                  <a:pt x="87214" y="4374"/>
                  <a:pt x="86504" y="4054"/>
                  <a:pt x="85668" y="3763"/>
                </a:cubicBezTo>
                <a:cubicBezTo>
                  <a:pt x="84833" y="3472"/>
                  <a:pt x="83831" y="3327"/>
                  <a:pt x="82663" y="3327"/>
                </a:cubicBezTo>
                <a:cubicBezTo>
                  <a:pt x="81391" y="3327"/>
                  <a:pt x="80234" y="3582"/>
                  <a:pt x="79192" y="4092"/>
                </a:cubicBezTo>
                <a:cubicBezTo>
                  <a:pt x="78149" y="4602"/>
                  <a:pt x="77258" y="5353"/>
                  <a:pt x="76519" y="6344"/>
                </a:cubicBezTo>
                <a:cubicBezTo>
                  <a:pt x="75779" y="7334"/>
                  <a:pt x="75206" y="8543"/>
                  <a:pt x="74800" y="9970"/>
                </a:cubicBezTo>
                <a:cubicBezTo>
                  <a:pt x="74393" y="11397"/>
                  <a:pt x="74190" y="13027"/>
                  <a:pt x="74190" y="14861"/>
                </a:cubicBezTo>
                <a:cubicBezTo>
                  <a:pt x="74190" y="16680"/>
                  <a:pt x="74386" y="18288"/>
                  <a:pt x="74778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4" y="24838"/>
                  <a:pt x="79158" y="25319"/>
                </a:cubicBezTo>
                <a:cubicBezTo>
                  <a:pt x="80223" y="25800"/>
                  <a:pt x="81428" y="26040"/>
                  <a:pt x="82774" y="26040"/>
                </a:cubicBezTo>
                <a:cubicBezTo>
                  <a:pt x="83912" y="26040"/>
                  <a:pt x="84907" y="25898"/>
                  <a:pt x="85757" y="25615"/>
                </a:cubicBezTo>
                <a:cubicBezTo>
                  <a:pt x="86607" y="25332"/>
                  <a:pt x="87332" y="25015"/>
                  <a:pt x="87931" y="24665"/>
                </a:cubicBezTo>
                <a:cubicBezTo>
                  <a:pt x="88530" y="24314"/>
                  <a:pt x="89021" y="23998"/>
                  <a:pt x="89406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9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9" y="23611"/>
                </a:cubicBezTo>
                <a:cubicBezTo>
                  <a:pt x="90803" y="23737"/>
                  <a:pt x="90836" y="23911"/>
                  <a:pt x="90859" y="24132"/>
                </a:cubicBezTo>
                <a:cubicBezTo>
                  <a:pt x="90881" y="24354"/>
                  <a:pt x="90892" y="24635"/>
                  <a:pt x="90892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6" y="36817"/>
                </a:cubicBezTo>
                <a:cubicBezTo>
                  <a:pt x="142978" y="37055"/>
                  <a:pt x="142793" y="37175"/>
                  <a:pt x="142542" y="37175"/>
                </a:cubicBezTo>
                <a:lnTo>
                  <a:pt x="121182" y="37175"/>
                </a:lnTo>
                <a:cubicBezTo>
                  <a:pt x="120931" y="37175"/>
                  <a:pt x="120739" y="37063"/>
                  <a:pt x="120605" y="36839"/>
                </a:cubicBezTo>
                <a:cubicBezTo>
                  <a:pt x="120472" y="36616"/>
                  <a:pt x="120406" y="36243"/>
                  <a:pt x="120406" y="35722"/>
                </a:cubicBezTo>
                <a:cubicBezTo>
                  <a:pt x="120406" y="35215"/>
                  <a:pt x="120472" y="34835"/>
                  <a:pt x="120605" y="34582"/>
                </a:cubicBezTo>
                <a:cubicBezTo>
                  <a:pt x="120739" y="34329"/>
                  <a:pt x="120931" y="34202"/>
                  <a:pt x="121182" y="34202"/>
                </a:cubicBezTo>
                <a:lnTo>
                  <a:pt x="142542" y="34202"/>
                </a:lnTo>
                <a:cubicBezTo>
                  <a:pt x="142779" y="34202"/>
                  <a:pt x="142960" y="34322"/>
                  <a:pt x="143085" y="34560"/>
                </a:cubicBezTo>
                <a:cubicBezTo>
                  <a:pt x="143211" y="34798"/>
                  <a:pt x="143274" y="35171"/>
                  <a:pt x="143274" y="35677"/>
                </a:cubicBezTo>
                <a:close/>
                <a:moveTo>
                  <a:pt x="163545" y="19852"/>
                </a:moveTo>
                <a:cubicBezTo>
                  <a:pt x="163545" y="21389"/>
                  <a:pt x="163287" y="22757"/>
                  <a:pt x="162769" y="23955"/>
                </a:cubicBezTo>
                <a:cubicBezTo>
                  <a:pt x="162251" y="25153"/>
                  <a:pt x="161519" y="26162"/>
                  <a:pt x="160573" y="26983"/>
                </a:cubicBezTo>
                <a:cubicBezTo>
                  <a:pt x="159627" y="27803"/>
                  <a:pt x="158499" y="28428"/>
                  <a:pt x="157191" y="28857"/>
                </a:cubicBezTo>
                <a:cubicBezTo>
                  <a:pt x="155882" y="29286"/>
                  <a:pt x="154429" y="29500"/>
                  <a:pt x="152832" y="29500"/>
                </a:cubicBezTo>
                <a:cubicBezTo>
                  <a:pt x="151945" y="29500"/>
                  <a:pt x="151102" y="29437"/>
                  <a:pt x="150304" y="29312"/>
                </a:cubicBezTo>
                <a:cubicBezTo>
                  <a:pt x="149505" y="29186"/>
                  <a:pt x="148795" y="29031"/>
                  <a:pt x="148174" y="28846"/>
                </a:cubicBezTo>
                <a:cubicBezTo>
                  <a:pt x="147553" y="28661"/>
                  <a:pt x="147043" y="28480"/>
                  <a:pt x="146644" y="28302"/>
                </a:cubicBezTo>
                <a:cubicBezTo>
                  <a:pt x="146245" y="28125"/>
                  <a:pt x="145989" y="27984"/>
                  <a:pt x="145879" y="27881"/>
                </a:cubicBezTo>
                <a:cubicBezTo>
                  <a:pt x="145768" y="27777"/>
                  <a:pt x="145690" y="27681"/>
                  <a:pt x="145646" y="27593"/>
                </a:cubicBezTo>
                <a:cubicBezTo>
                  <a:pt x="145601" y="27504"/>
                  <a:pt x="145561" y="27397"/>
                  <a:pt x="145524" y="27271"/>
                </a:cubicBezTo>
                <a:cubicBezTo>
                  <a:pt x="145487" y="27145"/>
                  <a:pt x="145461" y="26986"/>
                  <a:pt x="145446" y="26794"/>
                </a:cubicBezTo>
                <a:cubicBezTo>
                  <a:pt x="145431" y="26602"/>
                  <a:pt x="145424" y="26373"/>
                  <a:pt x="145424" y="26106"/>
                </a:cubicBezTo>
                <a:cubicBezTo>
                  <a:pt x="145424" y="25855"/>
                  <a:pt x="145435" y="25630"/>
                  <a:pt x="145457" y="25430"/>
                </a:cubicBezTo>
                <a:cubicBezTo>
                  <a:pt x="145479" y="25230"/>
                  <a:pt x="145520" y="25068"/>
                  <a:pt x="145579" y="24942"/>
                </a:cubicBezTo>
                <a:cubicBezTo>
                  <a:pt x="145638" y="24816"/>
                  <a:pt x="145708" y="24724"/>
                  <a:pt x="145790" y="24665"/>
                </a:cubicBezTo>
                <a:cubicBezTo>
                  <a:pt x="145871" y="24606"/>
                  <a:pt x="145964" y="24576"/>
                  <a:pt x="146067" y="24576"/>
                </a:cubicBezTo>
                <a:cubicBezTo>
                  <a:pt x="146215" y="24576"/>
                  <a:pt x="146444" y="24668"/>
                  <a:pt x="146755" y="24853"/>
                </a:cubicBezTo>
                <a:cubicBezTo>
                  <a:pt x="147065" y="25038"/>
                  <a:pt x="147483" y="25238"/>
                  <a:pt x="148008" y="25452"/>
                </a:cubicBezTo>
                <a:cubicBezTo>
                  <a:pt x="148533" y="25667"/>
                  <a:pt x="149183" y="25870"/>
                  <a:pt x="149960" y="26062"/>
                </a:cubicBezTo>
                <a:cubicBezTo>
                  <a:pt x="150736" y="26254"/>
                  <a:pt x="151657" y="26350"/>
                  <a:pt x="152721" y="26350"/>
                </a:cubicBezTo>
                <a:cubicBezTo>
                  <a:pt x="153712" y="26350"/>
                  <a:pt x="154621" y="26232"/>
                  <a:pt x="155449" y="25996"/>
                </a:cubicBezTo>
                <a:cubicBezTo>
                  <a:pt x="156278" y="25759"/>
                  <a:pt x="156991" y="25389"/>
                  <a:pt x="157590" y="24887"/>
                </a:cubicBezTo>
                <a:cubicBezTo>
                  <a:pt x="158189" y="24384"/>
                  <a:pt x="158658" y="23752"/>
                  <a:pt x="158998" y="22990"/>
                </a:cubicBezTo>
                <a:cubicBezTo>
                  <a:pt x="159338" y="22229"/>
                  <a:pt x="159508" y="21301"/>
                  <a:pt x="159508" y="20206"/>
                </a:cubicBezTo>
                <a:cubicBezTo>
                  <a:pt x="159508" y="19290"/>
                  <a:pt x="159364" y="18480"/>
                  <a:pt x="159076" y="17778"/>
                </a:cubicBezTo>
                <a:cubicBezTo>
                  <a:pt x="158788" y="17075"/>
                  <a:pt x="158344" y="16491"/>
                  <a:pt x="157745" y="16025"/>
                </a:cubicBezTo>
                <a:cubicBezTo>
                  <a:pt x="157146" y="15560"/>
                  <a:pt x="156388" y="15212"/>
                  <a:pt x="155472" y="14983"/>
                </a:cubicBezTo>
                <a:cubicBezTo>
                  <a:pt x="154555" y="14754"/>
                  <a:pt x="153461" y="14639"/>
                  <a:pt x="152189" y="14639"/>
                </a:cubicBezTo>
                <a:cubicBezTo>
                  <a:pt x="151287" y="14639"/>
                  <a:pt x="150511" y="14683"/>
                  <a:pt x="149860" y="14772"/>
                </a:cubicBezTo>
                <a:cubicBezTo>
                  <a:pt x="149209" y="14861"/>
                  <a:pt x="148603" y="14905"/>
                  <a:pt x="148041" y="14905"/>
                </a:cubicBezTo>
                <a:cubicBezTo>
                  <a:pt x="147627" y="14905"/>
                  <a:pt x="147331" y="14809"/>
                  <a:pt x="147154" y="14617"/>
                </a:cubicBezTo>
                <a:cubicBezTo>
                  <a:pt x="146976" y="14424"/>
                  <a:pt x="146888" y="14054"/>
                  <a:pt x="146888" y="13506"/>
                </a:cubicBezTo>
                <a:lnTo>
                  <a:pt x="146888" y="1799"/>
                </a:lnTo>
                <a:cubicBezTo>
                  <a:pt x="146888" y="1310"/>
                  <a:pt x="147002" y="948"/>
                  <a:pt x="147232" y="710"/>
                </a:cubicBezTo>
                <a:cubicBezTo>
                  <a:pt x="147461" y="473"/>
                  <a:pt x="147790" y="355"/>
                  <a:pt x="148219" y="355"/>
                </a:cubicBezTo>
                <a:lnTo>
                  <a:pt x="160928" y="355"/>
                </a:lnTo>
                <a:cubicBezTo>
                  <a:pt x="161046" y="355"/>
                  <a:pt x="161161" y="388"/>
                  <a:pt x="161272" y="455"/>
                </a:cubicBezTo>
                <a:cubicBezTo>
                  <a:pt x="161383" y="521"/>
                  <a:pt x="161475" y="621"/>
                  <a:pt x="161549" y="754"/>
                </a:cubicBezTo>
                <a:cubicBezTo>
                  <a:pt x="161623" y="887"/>
                  <a:pt x="161678" y="1057"/>
                  <a:pt x="161715" y="1264"/>
                </a:cubicBezTo>
                <a:cubicBezTo>
                  <a:pt x="161752" y="1471"/>
                  <a:pt x="161771" y="1715"/>
                  <a:pt x="161771" y="1996"/>
                </a:cubicBezTo>
                <a:cubicBezTo>
                  <a:pt x="161771" y="2529"/>
                  <a:pt x="161697" y="2943"/>
                  <a:pt x="161549" y="3238"/>
                </a:cubicBezTo>
                <a:cubicBezTo>
                  <a:pt x="161401" y="3534"/>
                  <a:pt x="161194" y="3682"/>
                  <a:pt x="160928" y="3682"/>
                </a:cubicBezTo>
                <a:lnTo>
                  <a:pt x="150215" y="3682"/>
                </a:lnTo>
                <a:lnTo>
                  <a:pt x="150215" y="11756"/>
                </a:lnTo>
                <a:cubicBezTo>
                  <a:pt x="150732" y="11682"/>
                  <a:pt x="151261" y="11637"/>
                  <a:pt x="151801" y="11623"/>
                </a:cubicBezTo>
                <a:cubicBezTo>
                  <a:pt x="152340" y="11608"/>
                  <a:pt x="152965" y="11600"/>
                  <a:pt x="153675" y="11600"/>
                </a:cubicBezTo>
                <a:cubicBezTo>
                  <a:pt x="155316" y="11600"/>
                  <a:pt x="156751" y="11796"/>
                  <a:pt x="157978" y="12188"/>
                </a:cubicBezTo>
                <a:cubicBezTo>
                  <a:pt x="159205" y="12580"/>
                  <a:pt x="160229" y="13135"/>
                  <a:pt x="161050" y="13852"/>
                </a:cubicBezTo>
                <a:cubicBezTo>
                  <a:pt x="161871" y="14569"/>
                  <a:pt x="162492" y="15438"/>
                  <a:pt x="162913" y="16458"/>
                </a:cubicBezTo>
                <a:cubicBezTo>
                  <a:pt x="163335" y="17478"/>
                  <a:pt x="163545" y="18609"/>
                  <a:pt x="163545" y="198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B9E75-FABF-4F59-A466-0E1E241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218379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PATCH_6">
            <a:extLst xmlns:a="http://schemas.openxmlformats.org/drawingml/2006/main">
              <a:ext uri="{FF2B5EF4-FFF2-40B4-BE49-F238E27FC236}">
                <a16:creationId xmlns:a16="http://schemas.microsoft.com/office/drawing/2014/main" id="{817D20BF-82ED-403C-82BD-B3D7CF8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239398"/>
            <a:ext cx="164410" cy="37219"/>
          </a:xfrm>
          <a:custGeom xmlns:a="http://schemas.openxmlformats.org/drawingml/2006/main">
            <a:pathLst>
              <a:path w="164410" h="37219">
                <a:moveTo>
                  <a:pt x="17634" y="8806"/>
                </a:moveTo>
                <a:cubicBezTo>
                  <a:pt x="17634" y="10240"/>
                  <a:pt x="17397" y="11534"/>
                  <a:pt x="16924" y="12687"/>
                </a:cubicBezTo>
                <a:cubicBezTo>
                  <a:pt x="16451" y="13841"/>
                  <a:pt x="15774" y="14824"/>
                  <a:pt x="14894" y="15637"/>
                </a:cubicBezTo>
                <a:cubicBezTo>
                  <a:pt x="14014" y="16451"/>
                  <a:pt x="12935" y="17079"/>
                  <a:pt x="11656" y="17523"/>
                </a:cubicBezTo>
                <a:cubicBezTo>
                  <a:pt x="10377" y="17966"/>
                  <a:pt x="8850" y="18188"/>
                  <a:pt x="7076" y="18188"/>
                </a:cubicBezTo>
                <a:lnTo>
                  <a:pt x="3815" y="18188"/>
                </a:lnTo>
                <a:lnTo>
                  <a:pt x="3815" y="28524"/>
                </a:lnTo>
                <a:cubicBezTo>
                  <a:pt x="3815" y="28642"/>
                  <a:pt x="3782" y="28746"/>
                  <a:pt x="3715" y="28835"/>
                </a:cubicBezTo>
                <a:cubicBezTo>
                  <a:pt x="3649" y="28923"/>
                  <a:pt x="3545" y="28994"/>
                  <a:pt x="3405" y="29045"/>
                </a:cubicBezTo>
                <a:cubicBezTo>
                  <a:pt x="3264" y="29097"/>
                  <a:pt x="3072" y="29141"/>
                  <a:pt x="2828" y="29178"/>
                </a:cubicBezTo>
                <a:cubicBezTo>
                  <a:pt x="2584" y="29215"/>
                  <a:pt x="2277" y="29234"/>
                  <a:pt x="1908" y="29234"/>
                </a:cubicBezTo>
                <a:cubicBezTo>
                  <a:pt x="1538" y="29234"/>
                  <a:pt x="1231" y="29215"/>
                  <a:pt x="987" y="29178"/>
                </a:cubicBezTo>
                <a:cubicBezTo>
                  <a:pt x="743" y="29141"/>
                  <a:pt x="547" y="29097"/>
                  <a:pt x="399" y="29045"/>
                </a:cubicBezTo>
                <a:cubicBezTo>
                  <a:pt x="251" y="28994"/>
                  <a:pt x="148" y="28923"/>
                  <a:pt x="89" y="28835"/>
                </a:cubicBezTo>
                <a:cubicBezTo>
                  <a:pt x="30" y="28746"/>
                  <a:pt x="0" y="28642"/>
                  <a:pt x="0" y="28524"/>
                </a:cubicBezTo>
                <a:lnTo>
                  <a:pt x="0" y="2041"/>
                </a:lnTo>
                <a:cubicBezTo>
                  <a:pt x="0" y="1449"/>
                  <a:pt x="155" y="1028"/>
                  <a:pt x="466" y="776"/>
                </a:cubicBezTo>
                <a:cubicBezTo>
                  <a:pt x="776" y="525"/>
                  <a:pt x="1124" y="399"/>
                  <a:pt x="1508" y="399"/>
                </a:cubicBezTo>
                <a:lnTo>
                  <a:pt x="7652" y="399"/>
                </a:lnTo>
                <a:cubicBezTo>
                  <a:pt x="8273" y="399"/>
                  <a:pt x="8869" y="425"/>
                  <a:pt x="9438" y="477"/>
                </a:cubicBezTo>
                <a:cubicBezTo>
                  <a:pt x="10007" y="529"/>
                  <a:pt x="10680" y="640"/>
                  <a:pt x="11456" y="810"/>
                </a:cubicBezTo>
                <a:cubicBezTo>
                  <a:pt x="12233" y="980"/>
                  <a:pt x="13024" y="1298"/>
                  <a:pt x="13830" y="1763"/>
                </a:cubicBezTo>
                <a:cubicBezTo>
                  <a:pt x="14635" y="2229"/>
                  <a:pt x="15319" y="2802"/>
                  <a:pt x="15881" y="3482"/>
                </a:cubicBezTo>
                <a:cubicBezTo>
                  <a:pt x="16443" y="4163"/>
                  <a:pt x="16876" y="4950"/>
                  <a:pt x="17179" y="5845"/>
                </a:cubicBezTo>
                <a:cubicBezTo>
                  <a:pt x="17482" y="6739"/>
                  <a:pt x="17634" y="7726"/>
                  <a:pt x="17634" y="8806"/>
                </a:cubicBezTo>
                <a:moveTo>
                  <a:pt x="13619" y="9116"/>
                </a:moveTo>
                <a:cubicBezTo>
                  <a:pt x="13619" y="7948"/>
                  <a:pt x="13401" y="6972"/>
                  <a:pt x="12965" y="6188"/>
                </a:cubicBezTo>
                <a:cubicBezTo>
                  <a:pt x="12528" y="5405"/>
                  <a:pt x="11989" y="4821"/>
                  <a:pt x="11345" y="4436"/>
                </a:cubicBezTo>
                <a:cubicBezTo>
                  <a:pt x="10702" y="4052"/>
                  <a:pt x="10037" y="3808"/>
                  <a:pt x="9349" y="3704"/>
                </a:cubicBezTo>
                <a:cubicBezTo>
                  <a:pt x="8661" y="3601"/>
                  <a:pt x="7992" y="3549"/>
                  <a:pt x="7342" y="3549"/>
                </a:cubicBezTo>
                <a:lnTo>
                  <a:pt x="3815" y="3549"/>
                </a:lnTo>
                <a:lnTo>
                  <a:pt x="3815" y="15061"/>
                </a:lnTo>
                <a:lnTo>
                  <a:pt x="7253" y="15061"/>
                </a:lnTo>
                <a:cubicBezTo>
                  <a:pt x="8406" y="15061"/>
                  <a:pt x="9364" y="14913"/>
                  <a:pt x="10125" y="14617"/>
                </a:cubicBezTo>
                <a:cubicBezTo>
                  <a:pt x="10887" y="14321"/>
                  <a:pt x="11526" y="13911"/>
                  <a:pt x="12044" y="13386"/>
                </a:cubicBezTo>
                <a:cubicBezTo>
                  <a:pt x="12562" y="12861"/>
                  <a:pt x="12953" y="12233"/>
                  <a:pt x="13220" y="11501"/>
                </a:cubicBezTo>
                <a:cubicBezTo>
                  <a:pt x="13486" y="10769"/>
                  <a:pt x="13619" y="9974"/>
                  <a:pt x="13619" y="9116"/>
                </a:cubicBezTo>
                <a:close/>
                <a:moveTo>
                  <a:pt x="44978" y="27748"/>
                </a:moveTo>
                <a:cubicBezTo>
                  <a:pt x="45097" y="28073"/>
                  <a:pt x="45160" y="28336"/>
                  <a:pt x="45167" y="28535"/>
                </a:cubicBezTo>
                <a:cubicBezTo>
                  <a:pt x="45174" y="28735"/>
                  <a:pt x="45119" y="28886"/>
                  <a:pt x="45001" y="28990"/>
                </a:cubicBezTo>
                <a:cubicBezTo>
                  <a:pt x="44882" y="29093"/>
                  <a:pt x="44686" y="29160"/>
                  <a:pt x="44413" y="29190"/>
                </a:cubicBezTo>
                <a:cubicBezTo>
                  <a:pt x="44139" y="29219"/>
                  <a:pt x="43773" y="29234"/>
                  <a:pt x="43315" y="29234"/>
                </a:cubicBezTo>
                <a:cubicBezTo>
                  <a:pt x="42856" y="29234"/>
                  <a:pt x="42491" y="29223"/>
                  <a:pt x="42217" y="29201"/>
                </a:cubicBezTo>
                <a:cubicBezTo>
                  <a:pt x="41943" y="29178"/>
                  <a:pt x="41736" y="29141"/>
                  <a:pt x="41596" y="29090"/>
                </a:cubicBezTo>
                <a:cubicBezTo>
                  <a:pt x="41455" y="29038"/>
                  <a:pt x="41352" y="28968"/>
                  <a:pt x="41285" y="28879"/>
                </a:cubicBezTo>
                <a:cubicBezTo>
                  <a:pt x="41219" y="28790"/>
                  <a:pt x="41156" y="28679"/>
                  <a:pt x="41097" y="28546"/>
                </a:cubicBezTo>
                <a:lnTo>
                  <a:pt x="38635" y="21559"/>
                </a:lnTo>
                <a:lnTo>
                  <a:pt x="26702" y="21559"/>
                </a:lnTo>
                <a:lnTo>
                  <a:pt x="24351" y="28458"/>
                </a:lnTo>
                <a:cubicBezTo>
                  <a:pt x="24306" y="28591"/>
                  <a:pt x="24247" y="28705"/>
                  <a:pt x="24173" y="28801"/>
                </a:cubicBezTo>
                <a:cubicBezTo>
                  <a:pt x="24099" y="28898"/>
                  <a:pt x="23992" y="28979"/>
                  <a:pt x="23851" y="29045"/>
                </a:cubicBezTo>
                <a:cubicBezTo>
                  <a:pt x="23711" y="29112"/>
                  <a:pt x="23511" y="29160"/>
                  <a:pt x="23253" y="29190"/>
                </a:cubicBezTo>
                <a:cubicBezTo>
                  <a:pt x="22994" y="29219"/>
                  <a:pt x="22657" y="29234"/>
                  <a:pt x="22243" y="29234"/>
                </a:cubicBezTo>
                <a:cubicBezTo>
                  <a:pt x="21815" y="29234"/>
                  <a:pt x="21463" y="29215"/>
                  <a:pt x="21190" y="29178"/>
                </a:cubicBezTo>
                <a:cubicBezTo>
                  <a:pt x="20916" y="29141"/>
                  <a:pt x="20724" y="29071"/>
                  <a:pt x="20613" y="28968"/>
                </a:cubicBezTo>
                <a:cubicBezTo>
                  <a:pt x="20502" y="28864"/>
                  <a:pt x="20450" y="28713"/>
                  <a:pt x="20458" y="28513"/>
                </a:cubicBezTo>
                <a:cubicBezTo>
                  <a:pt x="20465" y="28313"/>
                  <a:pt x="20528" y="28051"/>
                  <a:pt x="20646" y="27726"/>
                </a:cubicBezTo>
                <a:lnTo>
                  <a:pt x="30273" y="1065"/>
                </a:lnTo>
                <a:cubicBezTo>
                  <a:pt x="30332" y="902"/>
                  <a:pt x="30410" y="769"/>
                  <a:pt x="30506" y="665"/>
                </a:cubicBezTo>
                <a:cubicBezTo>
                  <a:pt x="30602" y="562"/>
                  <a:pt x="30742" y="481"/>
                  <a:pt x="30927" y="421"/>
                </a:cubicBezTo>
                <a:cubicBezTo>
                  <a:pt x="31112" y="362"/>
                  <a:pt x="31348" y="322"/>
                  <a:pt x="31637" y="299"/>
                </a:cubicBezTo>
                <a:cubicBezTo>
                  <a:pt x="31925" y="277"/>
                  <a:pt x="32291" y="266"/>
                  <a:pt x="32735" y="266"/>
                </a:cubicBezTo>
                <a:cubicBezTo>
                  <a:pt x="33208" y="266"/>
                  <a:pt x="33600" y="277"/>
                  <a:pt x="33910" y="299"/>
                </a:cubicBezTo>
                <a:cubicBezTo>
                  <a:pt x="34221" y="322"/>
                  <a:pt x="34472" y="362"/>
                  <a:pt x="34664" y="421"/>
                </a:cubicBezTo>
                <a:cubicBezTo>
                  <a:pt x="34857" y="481"/>
                  <a:pt x="35005" y="566"/>
                  <a:pt x="35108" y="677"/>
                </a:cubicBezTo>
                <a:cubicBezTo>
                  <a:pt x="35212" y="787"/>
                  <a:pt x="35293" y="924"/>
                  <a:pt x="35352" y="1087"/>
                </a:cubicBezTo>
                <a:lnTo>
                  <a:pt x="44978" y="27748"/>
                </a:lnTo>
                <a:moveTo>
                  <a:pt x="32624" y="4214"/>
                </a:moveTo>
                <a:lnTo>
                  <a:pt x="32602" y="4214"/>
                </a:lnTo>
                <a:lnTo>
                  <a:pt x="27655" y="18521"/>
                </a:lnTo>
                <a:lnTo>
                  <a:pt x="37637" y="18521"/>
                </a:lnTo>
                <a:lnTo>
                  <a:pt x="32624" y="4214"/>
                </a:lnTo>
                <a:close/>
                <a:moveTo>
                  <a:pt x="67912" y="2041"/>
                </a:moveTo>
                <a:cubicBezTo>
                  <a:pt x="67912" y="2322"/>
                  <a:pt x="67897" y="2566"/>
                  <a:pt x="67867" y="2773"/>
                </a:cubicBezTo>
                <a:cubicBezTo>
                  <a:pt x="67838" y="2980"/>
                  <a:pt x="67790" y="3146"/>
                  <a:pt x="67723" y="3272"/>
                </a:cubicBezTo>
                <a:cubicBezTo>
                  <a:pt x="67657" y="3397"/>
                  <a:pt x="67575" y="3490"/>
                  <a:pt x="67479" y="3549"/>
                </a:cubicBezTo>
                <a:cubicBezTo>
                  <a:pt x="67383" y="3608"/>
                  <a:pt x="67276" y="3638"/>
                  <a:pt x="67158" y="3638"/>
                </a:cubicBezTo>
                <a:lnTo>
                  <a:pt x="59084" y="3638"/>
                </a:lnTo>
                <a:lnTo>
                  <a:pt x="59084" y="28524"/>
                </a:lnTo>
                <a:cubicBezTo>
                  <a:pt x="59084" y="28642"/>
                  <a:pt x="59054" y="28746"/>
                  <a:pt x="58995" y="28835"/>
                </a:cubicBezTo>
                <a:cubicBezTo>
                  <a:pt x="58936" y="28923"/>
                  <a:pt x="58833" y="28994"/>
                  <a:pt x="58685" y="29045"/>
                </a:cubicBezTo>
                <a:cubicBezTo>
                  <a:pt x="58537" y="29097"/>
                  <a:pt x="58341" y="29141"/>
                  <a:pt x="58097" y="29178"/>
                </a:cubicBezTo>
                <a:cubicBezTo>
                  <a:pt x="57853" y="29215"/>
                  <a:pt x="57546" y="29234"/>
                  <a:pt x="57176" y="29234"/>
                </a:cubicBezTo>
                <a:cubicBezTo>
                  <a:pt x="56822" y="29234"/>
                  <a:pt x="56518" y="29215"/>
                  <a:pt x="56267" y="29178"/>
                </a:cubicBezTo>
                <a:cubicBezTo>
                  <a:pt x="56016" y="29141"/>
                  <a:pt x="55816" y="29097"/>
                  <a:pt x="55668" y="29045"/>
                </a:cubicBezTo>
                <a:cubicBezTo>
                  <a:pt x="55520" y="28994"/>
                  <a:pt x="55417" y="28923"/>
                  <a:pt x="55358" y="28835"/>
                </a:cubicBezTo>
                <a:cubicBezTo>
                  <a:pt x="55298" y="28746"/>
                  <a:pt x="55269" y="28642"/>
                  <a:pt x="55269" y="28524"/>
                </a:cubicBezTo>
                <a:lnTo>
                  <a:pt x="55269" y="3638"/>
                </a:lnTo>
                <a:lnTo>
                  <a:pt x="47195" y="3638"/>
                </a:lnTo>
                <a:cubicBezTo>
                  <a:pt x="47077" y="3638"/>
                  <a:pt x="46970" y="3608"/>
                  <a:pt x="46874" y="3549"/>
                </a:cubicBezTo>
                <a:cubicBezTo>
                  <a:pt x="46777" y="3490"/>
                  <a:pt x="46700" y="3397"/>
                  <a:pt x="46641" y="3272"/>
                </a:cubicBezTo>
                <a:cubicBezTo>
                  <a:pt x="46582" y="3146"/>
                  <a:pt x="46533" y="2980"/>
                  <a:pt x="46496" y="2773"/>
                </a:cubicBezTo>
                <a:cubicBezTo>
                  <a:pt x="46460" y="2566"/>
                  <a:pt x="46441" y="2322"/>
                  <a:pt x="46441" y="2041"/>
                </a:cubicBezTo>
                <a:cubicBezTo>
                  <a:pt x="46441" y="1760"/>
                  <a:pt x="46460" y="1512"/>
                  <a:pt x="46496" y="1298"/>
                </a:cubicBezTo>
                <a:cubicBezTo>
                  <a:pt x="46533" y="1083"/>
                  <a:pt x="46582" y="909"/>
                  <a:pt x="46641" y="776"/>
                </a:cubicBezTo>
                <a:cubicBezTo>
                  <a:pt x="46700" y="643"/>
                  <a:pt x="46777" y="547"/>
                  <a:pt x="46874" y="488"/>
                </a:cubicBezTo>
                <a:cubicBezTo>
                  <a:pt x="46970" y="429"/>
                  <a:pt x="47077" y="399"/>
                  <a:pt x="47195" y="399"/>
                </a:cubicBezTo>
                <a:lnTo>
                  <a:pt x="67158" y="399"/>
                </a:lnTo>
                <a:cubicBezTo>
                  <a:pt x="67276" y="399"/>
                  <a:pt x="67383" y="429"/>
                  <a:pt x="67479" y="488"/>
                </a:cubicBezTo>
                <a:cubicBezTo>
                  <a:pt x="67575" y="547"/>
                  <a:pt x="67657" y="643"/>
                  <a:pt x="67723" y="776"/>
                </a:cubicBezTo>
                <a:cubicBezTo>
                  <a:pt x="67790" y="909"/>
                  <a:pt x="67838" y="1083"/>
                  <a:pt x="67867" y="1298"/>
                </a:cubicBezTo>
                <a:cubicBezTo>
                  <a:pt x="67897" y="1512"/>
                  <a:pt x="67912" y="1760"/>
                  <a:pt x="67912" y="2041"/>
                </a:cubicBezTo>
                <a:close/>
                <a:moveTo>
                  <a:pt x="90892" y="25020"/>
                </a:moveTo>
                <a:cubicBezTo>
                  <a:pt x="90892" y="25256"/>
                  <a:pt x="90884" y="25463"/>
                  <a:pt x="90870" y="25641"/>
                </a:cubicBezTo>
                <a:cubicBezTo>
                  <a:pt x="90855" y="25818"/>
                  <a:pt x="90829" y="25973"/>
                  <a:pt x="90792" y="26106"/>
                </a:cubicBezTo>
                <a:cubicBezTo>
                  <a:pt x="90755" y="26240"/>
                  <a:pt x="90707" y="26358"/>
                  <a:pt x="90648" y="26461"/>
                </a:cubicBezTo>
                <a:cubicBezTo>
                  <a:pt x="90589" y="26565"/>
                  <a:pt x="90485" y="26691"/>
                  <a:pt x="90337" y="26840"/>
                </a:cubicBezTo>
                <a:cubicBezTo>
                  <a:pt x="90189" y="26989"/>
                  <a:pt x="89879" y="27216"/>
                  <a:pt x="89406" y="27522"/>
                </a:cubicBezTo>
                <a:cubicBezTo>
                  <a:pt x="88933" y="27827"/>
                  <a:pt x="88345" y="28125"/>
                  <a:pt x="87642" y="28416"/>
                </a:cubicBezTo>
                <a:cubicBezTo>
                  <a:pt x="86940" y="28707"/>
                  <a:pt x="86134" y="28952"/>
                  <a:pt x="85225" y="29154"/>
                </a:cubicBezTo>
                <a:cubicBezTo>
                  <a:pt x="84315" y="29355"/>
                  <a:pt x="83321" y="29456"/>
                  <a:pt x="82241" y="29456"/>
                </a:cubicBezTo>
                <a:cubicBezTo>
                  <a:pt x="80378" y="29456"/>
                  <a:pt x="78696" y="29145"/>
                  <a:pt x="77195" y="28524"/>
                </a:cubicBezTo>
                <a:cubicBezTo>
                  <a:pt x="75694" y="27903"/>
                  <a:pt x="74415" y="26986"/>
                  <a:pt x="73358" y="25774"/>
                </a:cubicBezTo>
                <a:cubicBezTo>
                  <a:pt x="72301" y="24561"/>
                  <a:pt x="71488" y="23064"/>
                  <a:pt x="70918" y="21282"/>
                </a:cubicBezTo>
                <a:cubicBezTo>
                  <a:pt x="70349" y="19500"/>
                  <a:pt x="70064" y="17449"/>
                  <a:pt x="70064" y="15127"/>
                </a:cubicBezTo>
                <a:cubicBezTo>
                  <a:pt x="70064" y="12746"/>
                  <a:pt x="70371" y="10624"/>
                  <a:pt x="70985" y="8761"/>
                </a:cubicBezTo>
                <a:cubicBezTo>
                  <a:pt x="71598" y="6898"/>
                  <a:pt x="72460" y="5320"/>
                  <a:pt x="73569" y="4026"/>
                </a:cubicBezTo>
                <a:cubicBezTo>
                  <a:pt x="74678" y="2732"/>
                  <a:pt x="76005" y="1745"/>
                  <a:pt x="77550" y="1065"/>
                </a:cubicBezTo>
                <a:cubicBezTo>
                  <a:pt x="79095" y="384"/>
                  <a:pt x="80807" y="44"/>
                  <a:pt x="82685" y="44"/>
                </a:cubicBezTo>
                <a:cubicBezTo>
                  <a:pt x="83513" y="44"/>
                  <a:pt x="84319" y="123"/>
                  <a:pt x="85103" y="279"/>
                </a:cubicBezTo>
                <a:cubicBezTo>
                  <a:pt x="85886" y="436"/>
                  <a:pt x="86611" y="634"/>
                  <a:pt x="87276" y="872"/>
                </a:cubicBezTo>
                <a:cubicBezTo>
                  <a:pt x="87942" y="1110"/>
                  <a:pt x="88533" y="1386"/>
                  <a:pt x="89051" y="1700"/>
                </a:cubicBezTo>
                <a:cubicBezTo>
                  <a:pt x="89568" y="2012"/>
                  <a:pt x="89927" y="2270"/>
                  <a:pt x="90127" y="2471"/>
                </a:cubicBezTo>
                <a:cubicBezTo>
                  <a:pt x="90326" y="2672"/>
                  <a:pt x="90456" y="2824"/>
                  <a:pt x="90515" y="2928"/>
                </a:cubicBezTo>
                <a:cubicBezTo>
                  <a:pt x="90574" y="3031"/>
                  <a:pt x="90622" y="3153"/>
                  <a:pt x="90659" y="3294"/>
                </a:cubicBezTo>
                <a:cubicBezTo>
                  <a:pt x="90696" y="3434"/>
                  <a:pt x="90725" y="3601"/>
                  <a:pt x="90748" y="3793"/>
                </a:cubicBezTo>
                <a:cubicBezTo>
                  <a:pt x="90770" y="3985"/>
                  <a:pt x="90781" y="4214"/>
                  <a:pt x="90781" y="4480"/>
                </a:cubicBezTo>
                <a:cubicBezTo>
                  <a:pt x="90781" y="4776"/>
                  <a:pt x="90766" y="5028"/>
                  <a:pt x="90737" y="5235"/>
                </a:cubicBezTo>
                <a:cubicBezTo>
                  <a:pt x="90707" y="5442"/>
                  <a:pt x="90663" y="5615"/>
                  <a:pt x="90603" y="5756"/>
                </a:cubicBezTo>
                <a:cubicBezTo>
                  <a:pt x="90544" y="5896"/>
                  <a:pt x="90474" y="6000"/>
                  <a:pt x="90393" y="6066"/>
                </a:cubicBezTo>
                <a:cubicBezTo>
                  <a:pt x="90311" y="6133"/>
                  <a:pt x="90212" y="6166"/>
                  <a:pt x="90093" y="6166"/>
                </a:cubicBezTo>
                <a:cubicBezTo>
                  <a:pt x="89886" y="6166"/>
                  <a:pt x="89598" y="6021"/>
                  <a:pt x="89228" y="5730"/>
                </a:cubicBezTo>
                <a:cubicBezTo>
                  <a:pt x="88859" y="5440"/>
                  <a:pt x="88382" y="5119"/>
                  <a:pt x="87798" y="4769"/>
                </a:cubicBezTo>
                <a:cubicBezTo>
                  <a:pt x="87214" y="4419"/>
                  <a:pt x="86504" y="4098"/>
                  <a:pt x="85668" y="3807"/>
                </a:cubicBezTo>
                <a:cubicBezTo>
                  <a:pt x="84833" y="3517"/>
                  <a:pt x="83831" y="3371"/>
                  <a:pt x="82663" y="3371"/>
                </a:cubicBezTo>
                <a:cubicBezTo>
                  <a:pt x="81391" y="3371"/>
                  <a:pt x="80234" y="3627"/>
                  <a:pt x="79192" y="4137"/>
                </a:cubicBezTo>
                <a:cubicBezTo>
                  <a:pt x="78149" y="4647"/>
                  <a:pt x="77258" y="5397"/>
                  <a:pt x="76519" y="6388"/>
                </a:cubicBezTo>
                <a:cubicBezTo>
                  <a:pt x="75779" y="7379"/>
                  <a:pt x="75206" y="8588"/>
                  <a:pt x="74800" y="10014"/>
                </a:cubicBezTo>
                <a:cubicBezTo>
                  <a:pt x="74393" y="11441"/>
                  <a:pt x="74190" y="13072"/>
                  <a:pt x="74190" y="14905"/>
                </a:cubicBezTo>
                <a:cubicBezTo>
                  <a:pt x="74190" y="16724"/>
                  <a:pt x="74386" y="18332"/>
                  <a:pt x="74778" y="19730"/>
                </a:cubicBezTo>
                <a:cubicBezTo>
                  <a:pt x="75169" y="21127"/>
                  <a:pt x="75731" y="22295"/>
                  <a:pt x="76463" y="23234"/>
                </a:cubicBezTo>
                <a:cubicBezTo>
                  <a:pt x="77195" y="24173"/>
                  <a:pt x="78094" y="24883"/>
                  <a:pt x="79158" y="25363"/>
                </a:cubicBezTo>
                <a:cubicBezTo>
                  <a:pt x="80223" y="25844"/>
                  <a:pt x="81428" y="26084"/>
                  <a:pt x="82774" y="26084"/>
                </a:cubicBezTo>
                <a:cubicBezTo>
                  <a:pt x="83912" y="26084"/>
                  <a:pt x="84907" y="25943"/>
                  <a:pt x="85757" y="25659"/>
                </a:cubicBezTo>
                <a:cubicBezTo>
                  <a:pt x="86607" y="25376"/>
                  <a:pt x="87332" y="25059"/>
                  <a:pt x="87931" y="24709"/>
                </a:cubicBezTo>
                <a:cubicBezTo>
                  <a:pt x="88530" y="24359"/>
                  <a:pt x="89021" y="24042"/>
                  <a:pt x="89406" y="23759"/>
                </a:cubicBezTo>
                <a:cubicBezTo>
                  <a:pt x="89790" y="23476"/>
                  <a:pt x="90093" y="23334"/>
                  <a:pt x="90315" y="23334"/>
                </a:cubicBezTo>
                <a:cubicBezTo>
                  <a:pt x="90419" y="23334"/>
                  <a:pt x="90507" y="23356"/>
                  <a:pt x="90581" y="23400"/>
                </a:cubicBezTo>
                <a:cubicBezTo>
                  <a:pt x="90655" y="23445"/>
                  <a:pt x="90714" y="23530"/>
                  <a:pt x="90759" y="23656"/>
                </a:cubicBezTo>
                <a:cubicBezTo>
                  <a:pt x="90803" y="23781"/>
                  <a:pt x="90836" y="23955"/>
                  <a:pt x="90859" y="24177"/>
                </a:cubicBezTo>
                <a:cubicBezTo>
                  <a:pt x="90881" y="24399"/>
                  <a:pt x="90892" y="24680"/>
                  <a:pt x="90892" y="25020"/>
                </a:cubicBezTo>
                <a:close/>
                <a:moveTo>
                  <a:pt x="116884" y="28524"/>
                </a:moveTo>
                <a:cubicBezTo>
                  <a:pt x="116884" y="28642"/>
                  <a:pt x="116855" y="28746"/>
                  <a:pt x="116796" y="28835"/>
                </a:cubicBezTo>
                <a:cubicBezTo>
                  <a:pt x="116736" y="28923"/>
                  <a:pt x="116633" y="28994"/>
                  <a:pt x="116485" y="29045"/>
                </a:cubicBezTo>
                <a:cubicBezTo>
                  <a:pt x="116337" y="29097"/>
                  <a:pt x="116141" y="29141"/>
                  <a:pt x="115897" y="29178"/>
                </a:cubicBezTo>
                <a:cubicBezTo>
                  <a:pt x="115653" y="29215"/>
                  <a:pt x="115354" y="29234"/>
                  <a:pt x="114999" y="29234"/>
                </a:cubicBezTo>
                <a:cubicBezTo>
                  <a:pt x="114614" y="29234"/>
                  <a:pt x="114304" y="29215"/>
                  <a:pt x="114067" y="29178"/>
                </a:cubicBezTo>
                <a:cubicBezTo>
                  <a:pt x="113831" y="29141"/>
                  <a:pt x="113639" y="29097"/>
                  <a:pt x="113491" y="29045"/>
                </a:cubicBezTo>
                <a:cubicBezTo>
                  <a:pt x="113343" y="28994"/>
                  <a:pt x="113239" y="28923"/>
                  <a:pt x="113180" y="28835"/>
                </a:cubicBezTo>
                <a:cubicBezTo>
                  <a:pt x="113121" y="28746"/>
                  <a:pt x="113091" y="28642"/>
                  <a:pt x="113091" y="28524"/>
                </a:cubicBezTo>
                <a:lnTo>
                  <a:pt x="113091" y="15793"/>
                </a:lnTo>
                <a:lnTo>
                  <a:pt x="100027" y="15793"/>
                </a:lnTo>
                <a:lnTo>
                  <a:pt x="100027" y="28524"/>
                </a:lnTo>
                <a:cubicBezTo>
                  <a:pt x="100027" y="28642"/>
                  <a:pt x="99997" y="28746"/>
                  <a:pt x="99938" y="28835"/>
                </a:cubicBezTo>
                <a:cubicBezTo>
                  <a:pt x="99879" y="28923"/>
                  <a:pt x="99776" y="28994"/>
                  <a:pt x="99628" y="29045"/>
                </a:cubicBezTo>
                <a:cubicBezTo>
                  <a:pt x="99480" y="29097"/>
                  <a:pt x="99284" y="29141"/>
                  <a:pt x="99040" y="29178"/>
                </a:cubicBezTo>
                <a:cubicBezTo>
                  <a:pt x="98796" y="29215"/>
                  <a:pt x="98489" y="29234"/>
                  <a:pt x="98120" y="29234"/>
                </a:cubicBezTo>
                <a:cubicBezTo>
                  <a:pt x="97765" y="29234"/>
                  <a:pt x="97462" y="29215"/>
                  <a:pt x="97210" y="29178"/>
                </a:cubicBezTo>
                <a:cubicBezTo>
                  <a:pt x="96959" y="29141"/>
                  <a:pt x="96759" y="29097"/>
                  <a:pt x="96611" y="29045"/>
                </a:cubicBezTo>
                <a:cubicBezTo>
                  <a:pt x="96463" y="28994"/>
                  <a:pt x="96360" y="28923"/>
                  <a:pt x="96301" y="28835"/>
                </a:cubicBezTo>
                <a:cubicBezTo>
                  <a:pt x="96242" y="28746"/>
                  <a:pt x="96212" y="28642"/>
                  <a:pt x="96212" y="28524"/>
                </a:cubicBezTo>
                <a:lnTo>
                  <a:pt x="96212" y="976"/>
                </a:lnTo>
                <a:cubicBezTo>
                  <a:pt x="96212" y="858"/>
                  <a:pt x="96242" y="754"/>
                  <a:pt x="96301" y="665"/>
                </a:cubicBezTo>
                <a:cubicBezTo>
                  <a:pt x="96360" y="577"/>
                  <a:pt x="96463" y="506"/>
                  <a:pt x="96611" y="455"/>
                </a:cubicBezTo>
                <a:cubicBezTo>
                  <a:pt x="96759" y="403"/>
                  <a:pt x="96959" y="359"/>
                  <a:pt x="97210" y="322"/>
                </a:cubicBezTo>
                <a:cubicBezTo>
                  <a:pt x="97462" y="285"/>
                  <a:pt x="97765" y="266"/>
                  <a:pt x="98120" y="266"/>
                </a:cubicBezTo>
                <a:cubicBezTo>
                  <a:pt x="98489" y="266"/>
                  <a:pt x="98796" y="285"/>
                  <a:pt x="99040" y="322"/>
                </a:cubicBezTo>
                <a:cubicBezTo>
                  <a:pt x="99284" y="359"/>
                  <a:pt x="99480" y="403"/>
                  <a:pt x="99628" y="455"/>
                </a:cubicBezTo>
                <a:cubicBezTo>
                  <a:pt x="99776" y="506"/>
                  <a:pt x="99879" y="577"/>
                  <a:pt x="99938" y="665"/>
                </a:cubicBezTo>
                <a:cubicBezTo>
                  <a:pt x="99997" y="754"/>
                  <a:pt x="100027" y="858"/>
                  <a:pt x="100027" y="976"/>
                </a:cubicBezTo>
                <a:lnTo>
                  <a:pt x="100027" y="12465"/>
                </a:lnTo>
                <a:lnTo>
                  <a:pt x="113091" y="12465"/>
                </a:lnTo>
                <a:lnTo>
                  <a:pt x="113091" y="976"/>
                </a:lnTo>
                <a:cubicBezTo>
                  <a:pt x="113091" y="858"/>
                  <a:pt x="113121" y="754"/>
                  <a:pt x="113180" y="665"/>
                </a:cubicBezTo>
                <a:cubicBezTo>
                  <a:pt x="113239" y="577"/>
                  <a:pt x="113343" y="506"/>
                  <a:pt x="113491" y="455"/>
                </a:cubicBezTo>
                <a:cubicBezTo>
                  <a:pt x="113639" y="403"/>
                  <a:pt x="113831" y="359"/>
                  <a:pt x="114067" y="322"/>
                </a:cubicBezTo>
                <a:cubicBezTo>
                  <a:pt x="114304" y="285"/>
                  <a:pt x="114614" y="266"/>
                  <a:pt x="114999" y="266"/>
                </a:cubicBezTo>
                <a:cubicBezTo>
                  <a:pt x="115354" y="266"/>
                  <a:pt x="115653" y="285"/>
                  <a:pt x="115897" y="322"/>
                </a:cubicBezTo>
                <a:cubicBezTo>
                  <a:pt x="116141" y="359"/>
                  <a:pt x="116337" y="403"/>
                  <a:pt x="116485" y="455"/>
                </a:cubicBezTo>
                <a:cubicBezTo>
                  <a:pt x="116633" y="506"/>
                  <a:pt x="116736" y="577"/>
                  <a:pt x="116796" y="665"/>
                </a:cubicBezTo>
                <a:cubicBezTo>
                  <a:pt x="116855" y="754"/>
                  <a:pt x="116884" y="858"/>
                  <a:pt x="116884" y="976"/>
                </a:cubicBezTo>
                <a:lnTo>
                  <a:pt x="116884" y="28524"/>
                </a:lnTo>
                <a:close/>
                <a:moveTo>
                  <a:pt x="143274" y="35722"/>
                </a:moveTo>
                <a:cubicBezTo>
                  <a:pt x="143274" y="36243"/>
                  <a:pt x="143215" y="36623"/>
                  <a:pt x="143096" y="36861"/>
                </a:cubicBezTo>
                <a:cubicBezTo>
                  <a:pt x="142978" y="37100"/>
                  <a:pt x="142793" y="37219"/>
                  <a:pt x="142542" y="37219"/>
                </a:cubicBezTo>
                <a:lnTo>
                  <a:pt x="121182" y="37219"/>
                </a:lnTo>
                <a:cubicBezTo>
                  <a:pt x="120931" y="37219"/>
                  <a:pt x="120739" y="37107"/>
                  <a:pt x="120605" y="36883"/>
                </a:cubicBezTo>
                <a:cubicBezTo>
                  <a:pt x="120472" y="36660"/>
                  <a:pt x="120406" y="36288"/>
                  <a:pt x="120406" y="35766"/>
                </a:cubicBezTo>
                <a:cubicBezTo>
                  <a:pt x="120406" y="35260"/>
                  <a:pt x="120472" y="34880"/>
                  <a:pt x="120605" y="34627"/>
                </a:cubicBezTo>
                <a:cubicBezTo>
                  <a:pt x="120739" y="34373"/>
                  <a:pt x="120931" y="34247"/>
                  <a:pt x="121182" y="34247"/>
                </a:cubicBezTo>
                <a:lnTo>
                  <a:pt x="142542" y="34247"/>
                </a:lnTo>
                <a:cubicBezTo>
                  <a:pt x="142779" y="34247"/>
                  <a:pt x="142960" y="34366"/>
                  <a:pt x="143085" y="34604"/>
                </a:cubicBezTo>
                <a:cubicBezTo>
                  <a:pt x="143211" y="34843"/>
                  <a:pt x="143274" y="35215"/>
                  <a:pt x="143274" y="35722"/>
                </a:cubicBezTo>
                <a:close/>
                <a:moveTo>
                  <a:pt x="164410" y="19818"/>
                </a:moveTo>
                <a:cubicBezTo>
                  <a:pt x="164410" y="21076"/>
                  <a:pt x="164218" y="22293"/>
                  <a:pt x="163834" y="23470"/>
                </a:cubicBezTo>
                <a:cubicBezTo>
                  <a:pt x="163449" y="24647"/>
                  <a:pt x="162858" y="25684"/>
                  <a:pt x="162059" y="26580"/>
                </a:cubicBezTo>
                <a:cubicBezTo>
                  <a:pt x="161261" y="27475"/>
                  <a:pt x="160248" y="28194"/>
                  <a:pt x="159020" y="28734"/>
                </a:cubicBezTo>
                <a:cubicBezTo>
                  <a:pt x="157793" y="29274"/>
                  <a:pt x="156344" y="29544"/>
                  <a:pt x="154673" y="29544"/>
                </a:cubicBezTo>
                <a:cubicBezTo>
                  <a:pt x="153475" y="29544"/>
                  <a:pt x="152418" y="29397"/>
                  <a:pt x="151501" y="29101"/>
                </a:cubicBezTo>
                <a:cubicBezTo>
                  <a:pt x="150585" y="28805"/>
                  <a:pt x="149786" y="28383"/>
                  <a:pt x="149106" y="27835"/>
                </a:cubicBezTo>
                <a:cubicBezTo>
                  <a:pt x="148426" y="27288"/>
                  <a:pt x="147860" y="26614"/>
                  <a:pt x="147409" y="25815"/>
                </a:cubicBezTo>
                <a:cubicBezTo>
                  <a:pt x="146958" y="25016"/>
                  <a:pt x="146596" y="24106"/>
                  <a:pt x="146322" y="23085"/>
                </a:cubicBezTo>
                <a:cubicBezTo>
                  <a:pt x="146049" y="22064"/>
                  <a:pt x="145853" y="20946"/>
                  <a:pt x="145734" y="19733"/>
                </a:cubicBezTo>
                <a:cubicBezTo>
                  <a:pt x="145616" y="18520"/>
                  <a:pt x="145557" y="17217"/>
                  <a:pt x="145557" y="15826"/>
                </a:cubicBezTo>
                <a:cubicBezTo>
                  <a:pt x="145557" y="14598"/>
                  <a:pt x="145623" y="13355"/>
                  <a:pt x="145757" y="12097"/>
                </a:cubicBezTo>
                <a:cubicBezTo>
                  <a:pt x="145890" y="10840"/>
                  <a:pt x="146126" y="9626"/>
                  <a:pt x="146466" y="8457"/>
                </a:cubicBezTo>
                <a:cubicBezTo>
                  <a:pt x="146806" y="7288"/>
                  <a:pt x="147269" y="6189"/>
                  <a:pt x="147853" y="5161"/>
                </a:cubicBezTo>
                <a:cubicBezTo>
                  <a:pt x="148437" y="4133"/>
                  <a:pt x="149169" y="3237"/>
                  <a:pt x="150048" y="2475"/>
                </a:cubicBezTo>
                <a:cubicBezTo>
                  <a:pt x="150928" y="1713"/>
                  <a:pt x="151982" y="1110"/>
                  <a:pt x="153209" y="666"/>
                </a:cubicBezTo>
                <a:cubicBezTo>
                  <a:pt x="154437" y="222"/>
                  <a:pt x="155863" y="0"/>
                  <a:pt x="157490" y="0"/>
                </a:cubicBezTo>
                <a:cubicBezTo>
                  <a:pt x="158037" y="0"/>
                  <a:pt x="158592" y="33"/>
                  <a:pt x="159154" y="100"/>
                </a:cubicBezTo>
                <a:cubicBezTo>
                  <a:pt x="159715" y="166"/>
                  <a:pt x="160233" y="255"/>
                  <a:pt x="160706" y="366"/>
                </a:cubicBezTo>
                <a:cubicBezTo>
                  <a:pt x="161179" y="477"/>
                  <a:pt x="161579" y="599"/>
                  <a:pt x="161904" y="732"/>
                </a:cubicBezTo>
                <a:cubicBezTo>
                  <a:pt x="162229" y="865"/>
                  <a:pt x="162444" y="972"/>
                  <a:pt x="162547" y="1054"/>
                </a:cubicBezTo>
                <a:cubicBezTo>
                  <a:pt x="162651" y="1135"/>
                  <a:pt x="162728" y="1224"/>
                  <a:pt x="162780" y="1320"/>
                </a:cubicBezTo>
                <a:cubicBezTo>
                  <a:pt x="162832" y="1416"/>
                  <a:pt x="162873" y="1519"/>
                  <a:pt x="162902" y="1630"/>
                </a:cubicBezTo>
                <a:cubicBezTo>
                  <a:pt x="162932" y="1741"/>
                  <a:pt x="162954" y="1867"/>
                  <a:pt x="162969" y="2007"/>
                </a:cubicBezTo>
                <a:cubicBezTo>
                  <a:pt x="162983" y="2148"/>
                  <a:pt x="162991" y="2322"/>
                  <a:pt x="162991" y="2529"/>
                </a:cubicBezTo>
                <a:cubicBezTo>
                  <a:pt x="162991" y="2795"/>
                  <a:pt x="162987" y="3024"/>
                  <a:pt x="162980" y="3216"/>
                </a:cubicBezTo>
                <a:cubicBezTo>
                  <a:pt x="162972" y="3408"/>
                  <a:pt x="162943" y="3564"/>
                  <a:pt x="162891" y="3682"/>
                </a:cubicBezTo>
                <a:cubicBezTo>
                  <a:pt x="162839" y="3800"/>
                  <a:pt x="162773" y="3889"/>
                  <a:pt x="162691" y="3948"/>
                </a:cubicBezTo>
                <a:cubicBezTo>
                  <a:pt x="162610" y="4007"/>
                  <a:pt x="162503" y="4037"/>
                  <a:pt x="162370" y="4037"/>
                </a:cubicBezTo>
                <a:cubicBezTo>
                  <a:pt x="162207" y="4037"/>
                  <a:pt x="161985" y="3985"/>
                  <a:pt x="161704" y="3882"/>
                </a:cubicBezTo>
                <a:cubicBezTo>
                  <a:pt x="161423" y="3778"/>
                  <a:pt x="161083" y="3663"/>
                  <a:pt x="160684" y="3538"/>
                </a:cubicBezTo>
                <a:cubicBezTo>
                  <a:pt x="160285" y="3412"/>
                  <a:pt x="159801" y="3297"/>
                  <a:pt x="159231" y="3194"/>
                </a:cubicBezTo>
                <a:cubicBezTo>
                  <a:pt x="158662" y="3090"/>
                  <a:pt x="158000" y="3039"/>
                  <a:pt x="157246" y="3039"/>
                </a:cubicBezTo>
                <a:cubicBezTo>
                  <a:pt x="155871" y="3039"/>
                  <a:pt x="154688" y="3320"/>
                  <a:pt x="153697" y="3882"/>
                </a:cubicBezTo>
                <a:cubicBezTo>
                  <a:pt x="152706" y="4443"/>
                  <a:pt x="151897" y="5198"/>
                  <a:pt x="151268" y="6144"/>
                </a:cubicBezTo>
                <a:cubicBezTo>
                  <a:pt x="150640" y="7090"/>
                  <a:pt x="150174" y="8188"/>
                  <a:pt x="149871" y="9438"/>
                </a:cubicBezTo>
                <a:cubicBezTo>
                  <a:pt x="149568" y="10687"/>
                  <a:pt x="149394" y="11992"/>
                  <a:pt x="149350" y="13353"/>
                </a:cubicBezTo>
                <a:cubicBezTo>
                  <a:pt x="149734" y="13131"/>
                  <a:pt x="150167" y="12909"/>
                  <a:pt x="150647" y="12687"/>
                </a:cubicBezTo>
                <a:cubicBezTo>
                  <a:pt x="151128" y="12465"/>
                  <a:pt x="151653" y="12266"/>
                  <a:pt x="152222" y="12088"/>
                </a:cubicBezTo>
                <a:cubicBezTo>
                  <a:pt x="152791" y="11911"/>
                  <a:pt x="153394" y="11767"/>
                  <a:pt x="154030" y="11656"/>
                </a:cubicBezTo>
                <a:cubicBezTo>
                  <a:pt x="154666" y="11545"/>
                  <a:pt x="155346" y="11490"/>
                  <a:pt x="156070" y="11490"/>
                </a:cubicBezTo>
                <a:cubicBezTo>
                  <a:pt x="157623" y="11490"/>
                  <a:pt x="158932" y="11700"/>
                  <a:pt x="159996" y="12122"/>
                </a:cubicBezTo>
                <a:cubicBezTo>
                  <a:pt x="161061" y="12544"/>
                  <a:pt x="161922" y="13129"/>
                  <a:pt x="162580" y="13877"/>
                </a:cubicBezTo>
                <a:cubicBezTo>
                  <a:pt x="163238" y="14624"/>
                  <a:pt x="163708" y="15505"/>
                  <a:pt x="163989" y="16520"/>
                </a:cubicBezTo>
                <a:cubicBezTo>
                  <a:pt x="164270" y="17534"/>
                  <a:pt x="164410" y="18633"/>
                  <a:pt x="164410" y="19818"/>
                </a:cubicBezTo>
                <a:moveTo>
                  <a:pt x="160551" y="20172"/>
                </a:moveTo>
                <a:cubicBezTo>
                  <a:pt x="160551" y="19313"/>
                  <a:pt x="160466" y="18532"/>
                  <a:pt x="160296" y="17828"/>
                </a:cubicBezTo>
                <a:cubicBezTo>
                  <a:pt x="160126" y="17125"/>
                  <a:pt x="159841" y="16528"/>
                  <a:pt x="159442" y="16039"/>
                </a:cubicBezTo>
                <a:cubicBezTo>
                  <a:pt x="159043" y="15550"/>
                  <a:pt x="158510" y="15173"/>
                  <a:pt x="157845" y="14906"/>
                </a:cubicBezTo>
                <a:cubicBezTo>
                  <a:pt x="157180" y="14639"/>
                  <a:pt x="156359" y="14506"/>
                  <a:pt x="155383" y="14506"/>
                </a:cubicBezTo>
                <a:cubicBezTo>
                  <a:pt x="154836" y="14506"/>
                  <a:pt x="154289" y="14554"/>
                  <a:pt x="153742" y="14651"/>
                </a:cubicBezTo>
                <a:cubicBezTo>
                  <a:pt x="153194" y="14747"/>
                  <a:pt x="152666" y="14880"/>
                  <a:pt x="152156" y="15051"/>
                </a:cubicBezTo>
                <a:cubicBezTo>
                  <a:pt x="151645" y="15221"/>
                  <a:pt x="151158" y="15421"/>
                  <a:pt x="150692" y="15650"/>
                </a:cubicBezTo>
                <a:cubicBezTo>
                  <a:pt x="150226" y="15880"/>
                  <a:pt x="149801" y="16128"/>
                  <a:pt x="149416" y="16395"/>
                </a:cubicBezTo>
                <a:cubicBezTo>
                  <a:pt x="149416" y="18306"/>
                  <a:pt x="149538" y="19906"/>
                  <a:pt x="149782" y="21195"/>
                </a:cubicBezTo>
                <a:cubicBezTo>
                  <a:pt x="150026" y="22484"/>
                  <a:pt x="150381" y="23517"/>
                  <a:pt x="150847" y="24295"/>
                </a:cubicBezTo>
                <a:cubicBezTo>
                  <a:pt x="151313" y="25072"/>
                  <a:pt x="151893" y="25628"/>
                  <a:pt x="152588" y="25962"/>
                </a:cubicBezTo>
                <a:cubicBezTo>
                  <a:pt x="153283" y="26295"/>
                  <a:pt x="154096" y="26461"/>
                  <a:pt x="155028" y="26461"/>
                </a:cubicBezTo>
                <a:cubicBezTo>
                  <a:pt x="155974" y="26461"/>
                  <a:pt x="156795" y="26284"/>
                  <a:pt x="157490" y="25928"/>
                </a:cubicBezTo>
                <a:cubicBezTo>
                  <a:pt x="158185" y="25573"/>
                  <a:pt x="158762" y="25095"/>
                  <a:pt x="159220" y="24495"/>
                </a:cubicBezTo>
                <a:cubicBezTo>
                  <a:pt x="159679" y="23895"/>
                  <a:pt x="160015" y="23220"/>
                  <a:pt x="160229" y="22472"/>
                </a:cubicBezTo>
                <a:cubicBezTo>
                  <a:pt x="160444" y="21724"/>
                  <a:pt x="160551" y="20958"/>
                  <a:pt x="160551" y="20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17AAF-6792-483F-AAB7-F2E45CE6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328860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6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661EC-D12B-4273-93C9-C1E72EF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316698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6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1719F-EE79-4264-94D6-ADE6DA3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795306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7AC56-E745-4068-AA57-F1AF8E0D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783144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5F8AD-6DB8-4C45-BDBB-4F1BBA77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702032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2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53B06-CB73-4A38-A0A5-13FB3F2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689870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2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DD60D-2A99-4EC5-B5F4-21AA54B1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608758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10486-61AF-4A51-951F-7DE6B42C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596596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F0528-8980-4190-AD6F-7272F39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515484"/>
            <a:ext cx="18242" cy="27972"/>
          </a:xfrm>
          <a:custGeom xmlns:a="http://schemas.openxmlformats.org/drawingml/2006/main">
            <a:pathLst>
              <a:path w="18242" h="27972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2"/>
                </a:lnTo>
                <a:cubicBezTo>
                  <a:pt x="17426" y="27972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BB59B-41B4-41FE-B0E6-84E04593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503322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7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C032F-7F8D-46AD-B97F-445E246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267" y="3422134"/>
            <a:ext cx="18242" cy="27973"/>
          </a:xfrm>
          <a:custGeom xmlns:a="http://schemas.openxmlformats.org/drawingml/2006/main">
            <a:pathLst>
              <a:path w="18242" h="27973">
                <a:moveTo>
                  <a:pt x="10945" y="1824"/>
                </a:moveTo>
                <a:cubicBezTo>
                  <a:pt x="10945" y="817"/>
                  <a:pt x="10128" y="0"/>
                  <a:pt x="9121" y="0"/>
                </a:cubicBezTo>
                <a:cubicBezTo>
                  <a:pt x="8114" y="0"/>
                  <a:pt x="7297" y="817"/>
                  <a:pt x="7297" y="1824"/>
                </a:cubicBezTo>
                <a:lnTo>
                  <a:pt x="7297" y="7297"/>
                </a:lnTo>
                <a:lnTo>
                  <a:pt x="1824" y="7297"/>
                </a:lnTo>
                <a:cubicBezTo>
                  <a:pt x="817" y="7297"/>
                  <a:pt x="0" y="8114"/>
                  <a:pt x="0" y="9121"/>
                </a:cubicBezTo>
                <a:cubicBezTo>
                  <a:pt x="0" y="10129"/>
                  <a:pt x="817" y="10946"/>
                  <a:pt x="1824" y="10946"/>
                </a:cubicBezTo>
                <a:lnTo>
                  <a:pt x="7297" y="10946"/>
                </a:lnTo>
                <a:lnTo>
                  <a:pt x="7297" y="16419"/>
                </a:lnTo>
                <a:cubicBezTo>
                  <a:pt x="7297" y="17426"/>
                  <a:pt x="8114" y="18243"/>
                  <a:pt x="9121" y="18243"/>
                </a:cubicBezTo>
                <a:cubicBezTo>
                  <a:pt x="10129" y="18243"/>
                  <a:pt x="10945" y="17426"/>
                  <a:pt x="10945" y="16419"/>
                </a:cubicBezTo>
                <a:lnTo>
                  <a:pt x="10945" y="10946"/>
                </a:lnTo>
                <a:lnTo>
                  <a:pt x="16418" y="10946"/>
                </a:lnTo>
                <a:cubicBezTo>
                  <a:pt x="17425" y="10946"/>
                  <a:pt x="18242" y="10129"/>
                  <a:pt x="18242" y="9121"/>
                </a:cubicBezTo>
                <a:cubicBezTo>
                  <a:pt x="18242" y="8114"/>
                  <a:pt x="17425" y="7297"/>
                  <a:pt x="16418" y="7297"/>
                </a:cubicBezTo>
                <a:lnTo>
                  <a:pt x="10945" y="7297"/>
                </a:lnTo>
                <a:lnTo>
                  <a:pt x="10945" y="1824"/>
                </a:lnTo>
                <a:close/>
                <a:moveTo>
                  <a:pt x="1824" y="24324"/>
                </a:moveTo>
                <a:cubicBezTo>
                  <a:pt x="817" y="24324"/>
                  <a:pt x="0" y="25141"/>
                  <a:pt x="0" y="26148"/>
                </a:cubicBezTo>
                <a:cubicBezTo>
                  <a:pt x="0" y="27156"/>
                  <a:pt x="817" y="27972"/>
                  <a:pt x="1824" y="27972"/>
                </a:cubicBezTo>
                <a:lnTo>
                  <a:pt x="16418" y="27973"/>
                </a:lnTo>
                <a:cubicBezTo>
                  <a:pt x="17426" y="27973"/>
                  <a:pt x="18242" y="27156"/>
                  <a:pt x="18242" y="26148"/>
                </a:cubicBezTo>
                <a:cubicBezTo>
                  <a:pt x="18242" y="25141"/>
                  <a:pt x="17426" y="24324"/>
                  <a:pt x="16418" y="24324"/>
                </a:cubicBezTo>
                <a:lnTo>
                  <a:pt x="1824" y="24324"/>
                </a:lnTo>
                <a:close/>
              </a:path>
            </a:pathLst>
          </a:custGeom>
          <a:solidFill xmlns:a="http://schemas.openxmlformats.org/drawingml/2006/main">
            <a:srgbClr val="22272E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D754C-8CC9-474A-B7B1-E5170154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06" y="3409972"/>
            <a:ext cx="43781" cy="53513"/>
          </a:xfrm>
          <a:custGeom xmlns:a="http://schemas.openxmlformats.org/drawingml/2006/main">
            <a:pathLst>
              <a:path w="43781" h="53513">
                <a:moveTo>
                  <a:pt x="4865" y="0"/>
                </a:moveTo>
                <a:lnTo>
                  <a:pt x="29144" y="0"/>
                </a:lnTo>
                <a:cubicBezTo>
                  <a:pt x="30433" y="0"/>
                  <a:pt x="31671" y="513"/>
                  <a:pt x="32584" y="1425"/>
                </a:cubicBezTo>
                <a:lnTo>
                  <a:pt x="42355" y="11199"/>
                </a:lnTo>
                <a:cubicBezTo>
                  <a:pt x="43268" y="12111"/>
                  <a:pt x="43780" y="13348"/>
                  <a:pt x="43780" y="14639"/>
                </a:cubicBezTo>
                <a:lnTo>
                  <a:pt x="43781" y="48648"/>
                </a:lnTo>
                <a:cubicBezTo>
                  <a:pt x="43781" y="51335"/>
                  <a:pt x="41604" y="53513"/>
                  <a:pt x="38916" y="53513"/>
                </a:cubicBezTo>
                <a:lnTo>
                  <a:pt x="4865" y="53513"/>
                </a:lnTo>
                <a:cubicBezTo>
                  <a:pt x="2179" y="53513"/>
                  <a:pt x="1" y="51335"/>
                  <a:pt x="1" y="48648"/>
                </a:cubicBezTo>
                <a:lnTo>
                  <a:pt x="0" y="4865"/>
                </a:lnTo>
                <a:cubicBezTo>
                  <a:pt x="0" y="2179"/>
                  <a:pt x="2178" y="0"/>
                  <a:pt x="4865" y="0"/>
                </a:cubicBezTo>
                <a:close/>
                <a:moveTo>
                  <a:pt x="3648" y="4865"/>
                </a:moveTo>
                <a:lnTo>
                  <a:pt x="3649" y="48648"/>
                </a:lnTo>
                <a:cubicBezTo>
                  <a:pt x="3649" y="49319"/>
                  <a:pt x="4194" y="49864"/>
                  <a:pt x="4865" y="49864"/>
                </a:cubicBezTo>
                <a:lnTo>
                  <a:pt x="38916" y="49864"/>
                </a:lnTo>
                <a:cubicBezTo>
                  <a:pt x="39589" y="49864"/>
                  <a:pt x="40132" y="49319"/>
                  <a:pt x="40132" y="48648"/>
                </a:cubicBezTo>
                <a:lnTo>
                  <a:pt x="40132" y="14639"/>
                </a:lnTo>
                <a:cubicBezTo>
                  <a:pt x="40134" y="14315"/>
                  <a:pt x="40006" y="14007"/>
                  <a:pt x="39777" y="13778"/>
                </a:cubicBezTo>
                <a:lnTo>
                  <a:pt x="30005" y="4003"/>
                </a:lnTo>
                <a:cubicBezTo>
                  <a:pt x="29776" y="3776"/>
                  <a:pt x="29466" y="3649"/>
                  <a:pt x="29144" y="3649"/>
                </a:cubicBezTo>
                <a:lnTo>
                  <a:pt x="4865" y="3649"/>
                </a:lnTo>
                <a:cubicBezTo>
                  <a:pt x="4193" y="3649"/>
                  <a:pt x="3648" y="4194"/>
                  <a:pt x="3648" y="4865"/>
                </a:cubicBezTo>
                <a:close/>
              </a:path>
            </a:pathLst>
          </a:custGeom>
          <a:solidFill xmlns:a="http://schemas.openxmlformats.org/drawingml/2006/main">
            <a:srgbClr val="22272E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B7BFD-0269-4606-B769-19337CB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311729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PATCH_7">
            <a:extLst xmlns:a="http://schemas.openxmlformats.org/drawingml/2006/main">
              <a:ext uri="{FF2B5EF4-FFF2-40B4-BE49-F238E27FC236}">
                <a16:creationId xmlns:a16="http://schemas.microsoft.com/office/drawing/2014/main" id="{F736C97B-CA6B-4B47-9C72-5643288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332641"/>
            <a:ext cx="164100" cy="37175"/>
          </a:xfrm>
          <a:custGeom xmlns:a="http://schemas.openxmlformats.org/drawingml/2006/main">
            <a:pathLst>
              <a:path w="164100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8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4" y="28690"/>
                  <a:pt x="45119" y="28842"/>
                  <a:pt x="45001" y="28946"/>
                </a:cubicBezTo>
                <a:cubicBezTo>
                  <a:pt x="44882" y="29049"/>
                  <a:pt x="44686" y="29116"/>
                  <a:pt x="44413" y="29145"/>
                </a:cubicBezTo>
                <a:cubicBezTo>
                  <a:pt x="44139" y="29175"/>
                  <a:pt x="43773" y="29190"/>
                  <a:pt x="43315" y="29190"/>
                </a:cubicBezTo>
                <a:cubicBezTo>
                  <a:pt x="42856" y="29190"/>
                  <a:pt x="42491" y="29178"/>
                  <a:pt x="42217" y="29156"/>
                </a:cubicBezTo>
                <a:cubicBezTo>
                  <a:pt x="41943" y="29134"/>
                  <a:pt x="41736" y="29097"/>
                  <a:pt x="41596" y="29045"/>
                </a:cubicBezTo>
                <a:cubicBezTo>
                  <a:pt x="41455" y="28994"/>
                  <a:pt x="41352" y="28923"/>
                  <a:pt x="41285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1" y="29001"/>
                </a:cubicBezTo>
                <a:cubicBezTo>
                  <a:pt x="23711" y="29068"/>
                  <a:pt x="23511" y="29116"/>
                  <a:pt x="23253" y="29145"/>
                </a:cubicBezTo>
                <a:cubicBezTo>
                  <a:pt x="22994" y="29175"/>
                  <a:pt x="22657" y="29190"/>
                  <a:pt x="22243" y="29190"/>
                </a:cubicBezTo>
                <a:cubicBezTo>
                  <a:pt x="21815" y="29190"/>
                  <a:pt x="21463" y="29171"/>
                  <a:pt x="21190" y="29134"/>
                </a:cubicBezTo>
                <a:cubicBezTo>
                  <a:pt x="20916" y="29097"/>
                  <a:pt x="20724" y="29027"/>
                  <a:pt x="20613" y="28923"/>
                </a:cubicBezTo>
                <a:cubicBezTo>
                  <a:pt x="20502" y="28820"/>
                  <a:pt x="20450" y="28668"/>
                  <a:pt x="20458" y="28469"/>
                </a:cubicBezTo>
                <a:cubicBezTo>
                  <a:pt x="20465" y="28269"/>
                  <a:pt x="20528" y="28007"/>
                  <a:pt x="20646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2" y="436"/>
                  <a:pt x="30927" y="377"/>
                </a:cubicBezTo>
                <a:cubicBezTo>
                  <a:pt x="31112" y="318"/>
                  <a:pt x="31348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0" y="255"/>
                </a:cubicBezTo>
                <a:cubicBezTo>
                  <a:pt x="34221" y="277"/>
                  <a:pt x="34472" y="318"/>
                  <a:pt x="34664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8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5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2" y="1996"/>
                </a:moveTo>
                <a:cubicBezTo>
                  <a:pt x="67912" y="2277"/>
                  <a:pt x="67897" y="2521"/>
                  <a:pt x="67867" y="2728"/>
                </a:cubicBezTo>
                <a:cubicBezTo>
                  <a:pt x="67838" y="2935"/>
                  <a:pt x="67790" y="3102"/>
                  <a:pt x="67723" y="3227"/>
                </a:cubicBezTo>
                <a:cubicBezTo>
                  <a:pt x="67657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8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3" y="28949"/>
                  <a:pt x="58685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2" y="29190"/>
                  <a:pt x="56518" y="29171"/>
                  <a:pt x="56267" y="29134"/>
                </a:cubicBezTo>
                <a:cubicBezTo>
                  <a:pt x="56016" y="29097"/>
                  <a:pt x="55816" y="29053"/>
                  <a:pt x="55668" y="29001"/>
                </a:cubicBezTo>
                <a:cubicBezTo>
                  <a:pt x="55520" y="28949"/>
                  <a:pt x="55417" y="28879"/>
                  <a:pt x="55358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70" y="3564"/>
                  <a:pt x="46874" y="3505"/>
                </a:cubicBezTo>
                <a:cubicBezTo>
                  <a:pt x="46777" y="3445"/>
                  <a:pt x="46700" y="3353"/>
                  <a:pt x="46641" y="3227"/>
                </a:cubicBezTo>
                <a:cubicBezTo>
                  <a:pt x="46582" y="3102"/>
                  <a:pt x="46533" y="2935"/>
                  <a:pt x="46496" y="2728"/>
                </a:cubicBezTo>
                <a:cubicBezTo>
                  <a:pt x="46460" y="2521"/>
                  <a:pt x="46441" y="2277"/>
                  <a:pt x="46441" y="1996"/>
                </a:cubicBezTo>
                <a:cubicBezTo>
                  <a:pt x="46441" y="1715"/>
                  <a:pt x="46460" y="1468"/>
                  <a:pt x="46496" y="1253"/>
                </a:cubicBezTo>
                <a:cubicBezTo>
                  <a:pt x="46533" y="1039"/>
                  <a:pt x="46582" y="865"/>
                  <a:pt x="46641" y="732"/>
                </a:cubicBezTo>
                <a:cubicBezTo>
                  <a:pt x="46700" y="599"/>
                  <a:pt x="46777" y="503"/>
                  <a:pt x="46874" y="444"/>
                </a:cubicBezTo>
                <a:cubicBezTo>
                  <a:pt x="46970" y="384"/>
                  <a:pt x="47077" y="355"/>
                  <a:pt x="47195" y="355"/>
                </a:cubicBezTo>
                <a:lnTo>
                  <a:pt x="67158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7" y="599"/>
                  <a:pt x="67723" y="732"/>
                </a:cubicBezTo>
                <a:cubicBezTo>
                  <a:pt x="67790" y="865"/>
                  <a:pt x="67838" y="1039"/>
                  <a:pt x="67867" y="1253"/>
                </a:cubicBezTo>
                <a:cubicBezTo>
                  <a:pt x="67897" y="1468"/>
                  <a:pt x="67912" y="1715"/>
                  <a:pt x="67912" y="1996"/>
                </a:cubicBezTo>
                <a:close/>
                <a:moveTo>
                  <a:pt x="90892" y="24975"/>
                </a:moveTo>
                <a:cubicBezTo>
                  <a:pt x="90892" y="25212"/>
                  <a:pt x="90884" y="25419"/>
                  <a:pt x="90870" y="25596"/>
                </a:cubicBezTo>
                <a:cubicBezTo>
                  <a:pt x="90855" y="25774"/>
                  <a:pt x="90829" y="25929"/>
                  <a:pt x="90792" y="26062"/>
                </a:cubicBezTo>
                <a:cubicBezTo>
                  <a:pt x="90755" y="26195"/>
                  <a:pt x="90707" y="26313"/>
                  <a:pt x="90648" y="26417"/>
                </a:cubicBezTo>
                <a:cubicBezTo>
                  <a:pt x="90589" y="26520"/>
                  <a:pt x="90485" y="26647"/>
                  <a:pt x="90337" y="26796"/>
                </a:cubicBezTo>
                <a:cubicBezTo>
                  <a:pt x="90189" y="26945"/>
                  <a:pt x="89879" y="27172"/>
                  <a:pt x="89406" y="27477"/>
                </a:cubicBezTo>
                <a:cubicBezTo>
                  <a:pt x="88933" y="27783"/>
                  <a:pt x="88345" y="28081"/>
                  <a:pt x="87642" y="28372"/>
                </a:cubicBezTo>
                <a:cubicBezTo>
                  <a:pt x="86940" y="28662"/>
                  <a:pt x="86134" y="28908"/>
                  <a:pt x="85225" y="29109"/>
                </a:cubicBezTo>
                <a:cubicBezTo>
                  <a:pt x="84315" y="29311"/>
                  <a:pt x="83321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1" y="24517"/>
                  <a:pt x="71488" y="23020"/>
                  <a:pt x="70918" y="21238"/>
                </a:cubicBezTo>
                <a:cubicBezTo>
                  <a:pt x="70349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5" y="8717"/>
                </a:cubicBezTo>
                <a:cubicBezTo>
                  <a:pt x="71598" y="6854"/>
                  <a:pt x="72460" y="5275"/>
                  <a:pt x="73569" y="3981"/>
                </a:cubicBezTo>
                <a:cubicBezTo>
                  <a:pt x="74678" y="2688"/>
                  <a:pt x="76005" y="1701"/>
                  <a:pt x="77550" y="1020"/>
                </a:cubicBezTo>
                <a:cubicBezTo>
                  <a:pt x="79095" y="340"/>
                  <a:pt x="80807" y="0"/>
                  <a:pt x="82685" y="0"/>
                </a:cubicBezTo>
                <a:cubicBezTo>
                  <a:pt x="83513" y="0"/>
                  <a:pt x="84319" y="78"/>
                  <a:pt x="85103" y="235"/>
                </a:cubicBezTo>
                <a:cubicBezTo>
                  <a:pt x="85886" y="392"/>
                  <a:pt x="86611" y="589"/>
                  <a:pt x="87276" y="828"/>
                </a:cubicBezTo>
                <a:cubicBezTo>
                  <a:pt x="87942" y="1066"/>
                  <a:pt x="88533" y="1342"/>
                  <a:pt x="89051" y="1655"/>
                </a:cubicBezTo>
                <a:cubicBezTo>
                  <a:pt x="89568" y="1968"/>
                  <a:pt x="89927" y="2225"/>
                  <a:pt x="90127" y="2427"/>
                </a:cubicBezTo>
                <a:cubicBezTo>
                  <a:pt x="90326" y="2628"/>
                  <a:pt x="90456" y="2780"/>
                  <a:pt x="90515" y="2883"/>
                </a:cubicBezTo>
                <a:cubicBezTo>
                  <a:pt x="90574" y="2987"/>
                  <a:pt x="90622" y="3109"/>
                  <a:pt x="90659" y="3249"/>
                </a:cubicBezTo>
                <a:cubicBezTo>
                  <a:pt x="90696" y="3390"/>
                  <a:pt x="90725" y="3556"/>
                  <a:pt x="90748" y="3749"/>
                </a:cubicBezTo>
                <a:cubicBezTo>
                  <a:pt x="90770" y="3941"/>
                  <a:pt x="90781" y="4170"/>
                  <a:pt x="90781" y="4436"/>
                </a:cubicBezTo>
                <a:cubicBezTo>
                  <a:pt x="90781" y="4732"/>
                  <a:pt x="90766" y="4983"/>
                  <a:pt x="90737" y="5190"/>
                </a:cubicBezTo>
                <a:cubicBezTo>
                  <a:pt x="90707" y="5397"/>
                  <a:pt x="90663" y="5571"/>
                  <a:pt x="90603" y="5711"/>
                </a:cubicBezTo>
                <a:cubicBezTo>
                  <a:pt x="90544" y="5852"/>
                  <a:pt x="90474" y="5955"/>
                  <a:pt x="90393" y="6022"/>
                </a:cubicBezTo>
                <a:cubicBezTo>
                  <a:pt x="90311" y="6089"/>
                  <a:pt x="90212" y="6122"/>
                  <a:pt x="90093" y="6122"/>
                </a:cubicBezTo>
                <a:cubicBezTo>
                  <a:pt x="89886" y="6122"/>
                  <a:pt x="89598" y="5976"/>
                  <a:pt x="89228" y="5686"/>
                </a:cubicBezTo>
                <a:cubicBezTo>
                  <a:pt x="88859" y="5395"/>
                  <a:pt x="88382" y="5075"/>
                  <a:pt x="87798" y="4724"/>
                </a:cubicBezTo>
                <a:cubicBezTo>
                  <a:pt x="87214" y="4374"/>
                  <a:pt x="86504" y="4054"/>
                  <a:pt x="85668" y="3763"/>
                </a:cubicBezTo>
                <a:cubicBezTo>
                  <a:pt x="84833" y="3472"/>
                  <a:pt x="83831" y="3327"/>
                  <a:pt x="82663" y="3327"/>
                </a:cubicBezTo>
                <a:cubicBezTo>
                  <a:pt x="81391" y="3327"/>
                  <a:pt x="80234" y="3582"/>
                  <a:pt x="79192" y="4092"/>
                </a:cubicBezTo>
                <a:cubicBezTo>
                  <a:pt x="78149" y="4602"/>
                  <a:pt x="77258" y="5353"/>
                  <a:pt x="76519" y="6344"/>
                </a:cubicBezTo>
                <a:cubicBezTo>
                  <a:pt x="75779" y="7334"/>
                  <a:pt x="75206" y="8543"/>
                  <a:pt x="74800" y="9970"/>
                </a:cubicBezTo>
                <a:cubicBezTo>
                  <a:pt x="74393" y="11397"/>
                  <a:pt x="74190" y="13027"/>
                  <a:pt x="74190" y="14861"/>
                </a:cubicBezTo>
                <a:cubicBezTo>
                  <a:pt x="74190" y="16680"/>
                  <a:pt x="74386" y="18288"/>
                  <a:pt x="74778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4" y="24838"/>
                  <a:pt x="79158" y="25319"/>
                </a:cubicBezTo>
                <a:cubicBezTo>
                  <a:pt x="80223" y="25800"/>
                  <a:pt x="81428" y="26040"/>
                  <a:pt x="82774" y="26040"/>
                </a:cubicBezTo>
                <a:cubicBezTo>
                  <a:pt x="83912" y="26040"/>
                  <a:pt x="84907" y="25898"/>
                  <a:pt x="85757" y="25615"/>
                </a:cubicBezTo>
                <a:cubicBezTo>
                  <a:pt x="86607" y="25332"/>
                  <a:pt x="87332" y="25015"/>
                  <a:pt x="87931" y="24665"/>
                </a:cubicBezTo>
                <a:cubicBezTo>
                  <a:pt x="88530" y="24314"/>
                  <a:pt x="89021" y="23998"/>
                  <a:pt x="89406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9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9" y="23611"/>
                </a:cubicBezTo>
                <a:cubicBezTo>
                  <a:pt x="90803" y="23737"/>
                  <a:pt x="90836" y="23911"/>
                  <a:pt x="90859" y="24132"/>
                </a:cubicBezTo>
                <a:cubicBezTo>
                  <a:pt x="90881" y="24354"/>
                  <a:pt x="90892" y="24635"/>
                  <a:pt x="90892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6" y="36817"/>
                </a:cubicBezTo>
                <a:cubicBezTo>
                  <a:pt x="142978" y="37055"/>
                  <a:pt x="142793" y="37175"/>
                  <a:pt x="142542" y="37175"/>
                </a:cubicBezTo>
                <a:lnTo>
                  <a:pt x="121182" y="37175"/>
                </a:lnTo>
                <a:cubicBezTo>
                  <a:pt x="120931" y="37175"/>
                  <a:pt x="120739" y="37063"/>
                  <a:pt x="120605" y="36839"/>
                </a:cubicBezTo>
                <a:cubicBezTo>
                  <a:pt x="120472" y="36616"/>
                  <a:pt x="120406" y="36243"/>
                  <a:pt x="120406" y="35722"/>
                </a:cubicBezTo>
                <a:cubicBezTo>
                  <a:pt x="120406" y="35215"/>
                  <a:pt x="120472" y="34835"/>
                  <a:pt x="120605" y="34582"/>
                </a:cubicBezTo>
                <a:cubicBezTo>
                  <a:pt x="120739" y="34329"/>
                  <a:pt x="120931" y="34202"/>
                  <a:pt x="121182" y="34202"/>
                </a:cubicBezTo>
                <a:lnTo>
                  <a:pt x="142542" y="34202"/>
                </a:lnTo>
                <a:cubicBezTo>
                  <a:pt x="142779" y="34202"/>
                  <a:pt x="142960" y="34322"/>
                  <a:pt x="143085" y="34560"/>
                </a:cubicBezTo>
                <a:cubicBezTo>
                  <a:pt x="143211" y="34798"/>
                  <a:pt x="143274" y="35171"/>
                  <a:pt x="143274" y="35677"/>
                </a:cubicBezTo>
                <a:close/>
                <a:moveTo>
                  <a:pt x="164100" y="1996"/>
                </a:moveTo>
                <a:cubicBezTo>
                  <a:pt x="164100" y="2262"/>
                  <a:pt x="164089" y="2503"/>
                  <a:pt x="164067" y="2717"/>
                </a:cubicBezTo>
                <a:cubicBezTo>
                  <a:pt x="164044" y="2932"/>
                  <a:pt x="164015" y="3139"/>
                  <a:pt x="163978" y="3338"/>
                </a:cubicBezTo>
                <a:cubicBezTo>
                  <a:pt x="163941" y="3538"/>
                  <a:pt x="163889" y="3730"/>
                  <a:pt x="163823" y="3915"/>
                </a:cubicBezTo>
                <a:cubicBezTo>
                  <a:pt x="163756" y="4100"/>
                  <a:pt x="163678" y="4296"/>
                  <a:pt x="163590" y="4503"/>
                </a:cubicBezTo>
                <a:lnTo>
                  <a:pt x="153254" y="28325"/>
                </a:lnTo>
                <a:cubicBezTo>
                  <a:pt x="153180" y="28502"/>
                  <a:pt x="153087" y="28646"/>
                  <a:pt x="152976" y="28757"/>
                </a:cubicBezTo>
                <a:cubicBezTo>
                  <a:pt x="152865" y="28868"/>
                  <a:pt x="152725" y="28957"/>
                  <a:pt x="152555" y="29023"/>
                </a:cubicBezTo>
                <a:cubicBezTo>
                  <a:pt x="152385" y="29090"/>
                  <a:pt x="152167" y="29134"/>
                  <a:pt x="151901" y="29156"/>
                </a:cubicBezTo>
                <a:cubicBezTo>
                  <a:pt x="151634" y="29178"/>
                  <a:pt x="151309" y="29190"/>
                  <a:pt x="150925" y="29190"/>
                </a:cubicBezTo>
                <a:cubicBezTo>
                  <a:pt x="150422" y="29190"/>
                  <a:pt x="150030" y="29167"/>
                  <a:pt x="149749" y="29123"/>
                </a:cubicBezTo>
                <a:cubicBezTo>
                  <a:pt x="149468" y="29079"/>
                  <a:pt x="149265" y="29008"/>
                  <a:pt x="149139" y="28912"/>
                </a:cubicBezTo>
                <a:cubicBezTo>
                  <a:pt x="149013" y="28816"/>
                  <a:pt x="148958" y="28698"/>
                  <a:pt x="148973" y="28557"/>
                </a:cubicBezTo>
                <a:cubicBezTo>
                  <a:pt x="148988" y="28417"/>
                  <a:pt x="149039" y="28251"/>
                  <a:pt x="149128" y="28058"/>
                </a:cubicBezTo>
                <a:lnTo>
                  <a:pt x="159996" y="3704"/>
                </a:lnTo>
                <a:lnTo>
                  <a:pt x="146222" y="3704"/>
                </a:lnTo>
                <a:cubicBezTo>
                  <a:pt x="145941" y="3704"/>
                  <a:pt x="145731" y="3556"/>
                  <a:pt x="145590" y="3261"/>
                </a:cubicBezTo>
                <a:cubicBezTo>
                  <a:pt x="145450" y="2965"/>
                  <a:pt x="145379" y="2551"/>
                  <a:pt x="145379" y="2018"/>
                </a:cubicBezTo>
                <a:cubicBezTo>
                  <a:pt x="145379" y="1737"/>
                  <a:pt x="145398" y="1493"/>
                  <a:pt x="145435" y="1286"/>
                </a:cubicBezTo>
                <a:cubicBezTo>
                  <a:pt x="145472" y="1079"/>
                  <a:pt x="145527" y="906"/>
                  <a:pt x="145601" y="765"/>
                </a:cubicBezTo>
                <a:cubicBezTo>
                  <a:pt x="145675" y="625"/>
                  <a:pt x="145764" y="521"/>
                  <a:pt x="145867" y="455"/>
                </a:cubicBezTo>
                <a:cubicBezTo>
                  <a:pt x="145971" y="388"/>
                  <a:pt x="146089" y="355"/>
                  <a:pt x="146222" y="355"/>
                </a:cubicBezTo>
                <a:lnTo>
                  <a:pt x="162946" y="355"/>
                </a:lnTo>
                <a:cubicBezTo>
                  <a:pt x="163153" y="355"/>
                  <a:pt x="163335" y="377"/>
                  <a:pt x="163490" y="421"/>
                </a:cubicBezTo>
                <a:cubicBezTo>
                  <a:pt x="163645" y="466"/>
                  <a:pt x="163763" y="555"/>
                  <a:pt x="163845" y="688"/>
                </a:cubicBezTo>
                <a:cubicBezTo>
                  <a:pt x="163926" y="821"/>
                  <a:pt x="163989" y="991"/>
                  <a:pt x="164033" y="1198"/>
                </a:cubicBezTo>
                <a:cubicBezTo>
                  <a:pt x="164078" y="1405"/>
                  <a:pt x="164100" y="1671"/>
                  <a:pt x="164100" y="1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8E4E2-4A08-4790-94AF-154DAA59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405079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PATCH_8">
            <a:extLst xmlns:a="http://schemas.openxmlformats.org/drawingml/2006/main">
              <a:ext uri="{FF2B5EF4-FFF2-40B4-BE49-F238E27FC236}">
                <a16:creationId xmlns:a16="http://schemas.microsoft.com/office/drawing/2014/main" id="{35D1A3A8-3DBC-483D-91B3-BF92D7ED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425902"/>
            <a:ext cx="164344" cy="37263"/>
          </a:xfrm>
          <a:custGeom xmlns:a="http://schemas.openxmlformats.org/drawingml/2006/main">
            <a:pathLst>
              <a:path w="164344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7" y="28117"/>
                  <a:pt x="45160" y="28380"/>
                  <a:pt x="45167" y="28580"/>
                </a:cubicBezTo>
                <a:cubicBezTo>
                  <a:pt x="45174" y="28779"/>
                  <a:pt x="45119" y="28931"/>
                  <a:pt x="45001" y="29034"/>
                </a:cubicBezTo>
                <a:cubicBezTo>
                  <a:pt x="44882" y="29138"/>
                  <a:pt x="44686" y="29204"/>
                  <a:pt x="44413" y="29234"/>
                </a:cubicBezTo>
                <a:cubicBezTo>
                  <a:pt x="44139" y="29263"/>
                  <a:pt x="43773" y="29278"/>
                  <a:pt x="43315" y="29278"/>
                </a:cubicBezTo>
                <a:cubicBezTo>
                  <a:pt x="42856" y="29278"/>
                  <a:pt x="42491" y="29267"/>
                  <a:pt x="42217" y="29245"/>
                </a:cubicBezTo>
                <a:cubicBezTo>
                  <a:pt x="41943" y="29223"/>
                  <a:pt x="41736" y="29186"/>
                  <a:pt x="41596" y="29134"/>
                </a:cubicBezTo>
                <a:cubicBezTo>
                  <a:pt x="41455" y="29082"/>
                  <a:pt x="41352" y="29012"/>
                  <a:pt x="41285" y="28923"/>
                </a:cubicBezTo>
                <a:cubicBezTo>
                  <a:pt x="41219" y="28835"/>
                  <a:pt x="41156" y="28724"/>
                  <a:pt x="41097" y="28591"/>
                </a:cubicBezTo>
                <a:lnTo>
                  <a:pt x="38635" y="21604"/>
                </a:lnTo>
                <a:lnTo>
                  <a:pt x="26702" y="21604"/>
                </a:lnTo>
                <a:lnTo>
                  <a:pt x="24351" y="28502"/>
                </a:lnTo>
                <a:cubicBezTo>
                  <a:pt x="24306" y="28635"/>
                  <a:pt x="24247" y="28750"/>
                  <a:pt x="24173" y="28846"/>
                </a:cubicBezTo>
                <a:cubicBezTo>
                  <a:pt x="24099" y="28942"/>
                  <a:pt x="23992" y="29023"/>
                  <a:pt x="23851" y="29090"/>
                </a:cubicBezTo>
                <a:cubicBezTo>
                  <a:pt x="23711" y="29156"/>
                  <a:pt x="23511" y="29204"/>
                  <a:pt x="23253" y="29234"/>
                </a:cubicBezTo>
                <a:cubicBezTo>
                  <a:pt x="22994" y="29263"/>
                  <a:pt x="22657" y="29278"/>
                  <a:pt x="22243" y="29278"/>
                </a:cubicBezTo>
                <a:cubicBezTo>
                  <a:pt x="21815" y="29278"/>
                  <a:pt x="21463" y="29260"/>
                  <a:pt x="21190" y="29223"/>
                </a:cubicBezTo>
                <a:cubicBezTo>
                  <a:pt x="20916" y="29186"/>
                  <a:pt x="20724" y="29116"/>
                  <a:pt x="20613" y="29012"/>
                </a:cubicBezTo>
                <a:cubicBezTo>
                  <a:pt x="20502" y="28909"/>
                  <a:pt x="20450" y="28757"/>
                  <a:pt x="20458" y="28557"/>
                </a:cubicBezTo>
                <a:cubicBezTo>
                  <a:pt x="20465" y="28358"/>
                  <a:pt x="20528" y="28095"/>
                  <a:pt x="20646" y="27770"/>
                </a:cubicBezTo>
                <a:lnTo>
                  <a:pt x="30273" y="1109"/>
                </a:lnTo>
                <a:cubicBezTo>
                  <a:pt x="30332" y="946"/>
                  <a:pt x="30410" y="813"/>
                  <a:pt x="30506" y="710"/>
                </a:cubicBezTo>
                <a:cubicBezTo>
                  <a:pt x="30602" y="606"/>
                  <a:pt x="30742" y="525"/>
                  <a:pt x="30927" y="466"/>
                </a:cubicBezTo>
                <a:cubicBezTo>
                  <a:pt x="31112" y="407"/>
                  <a:pt x="31348" y="366"/>
                  <a:pt x="31637" y="344"/>
                </a:cubicBezTo>
                <a:cubicBezTo>
                  <a:pt x="31925" y="322"/>
                  <a:pt x="32291" y="311"/>
                  <a:pt x="32735" y="311"/>
                </a:cubicBezTo>
                <a:cubicBezTo>
                  <a:pt x="33208" y="311"/>
                  <a:pt x="33600" y="322"/>
                  <a:pt x="33910" y="344"/>
                </a:cubicBezTo>
                <a:cubicBezTo>
                  <a:pt x="34221" y="366"/>
                  <a:pt x="34472" y="407"/>
                  <a:pt x="34664" y="466"/>
                </a:cubicBezTo>
                <a:cubicBezTo>
                  <a:pt x="34857" y="525"/>
                  <a:pt x="35005" y="610"/>
                  <a:pt x="35108" y="721"/>
                </a:cubicBezTo>
                <a:cubicBezTo>
                  <a:pt x="35212" y="832"/>
                  <a:pt x="35293" y="969"/>
                  <a:pt x="35352" y="1131"/>
                </a:cubicBezTo>
                <a:lnTo>
                  <a:pt x="44978" y="27792"/>
                </a:lnTo>
                <a:moveTo>
                  <a:pt x="32624" y="4259"/>
                </a:moveTo>
                <a:lnTo>
                  <a:pt x="32602" y="4259"/>
                </a:lnTo>
                <a:lnTo>
                  <a:pt x="27655" y="18565"/>
                </a:lnTo>
                <a:lnTo>
                  <a:pt x="37637" y="18565"/>
                </a:lnTo>
                <a:lnTo>
                  <a:pt x="32624" y="4259"/>
                </a:lnTo>
                <a:close/>
                <a:moveTo>
                  <a:pt x="67912" y="2085"/>
                </a:moveTo>
                <a:cubicBezTo>
                  <a:pt x="67912" y="2366"/>
                  <a:pt x="67897" y="2610"/>
                  <a:pt x="67867" y="2817"/>
                </a:cubicBezTo>
                <a:cubicBezTo>
                  <a:pt x="67838" y="3024"/>
                  <a:pt x="67790" y="3190"/>
                  <a:pt x="67723" y="3316"/>
                </a:cubicBezTo>
                <a:cubicBezTo>
                  <a:pt x="67657" y="3442"/>
                  <a:pt x="67575" y="3534"/>
                  <a:pt x="67479" y="3593"/>
                </a:cubicBezTo>
                <a:cubicBezTo>
                  <a:pt x="67383" y="3652"/>
                  <a:pt x="67276" y="3682"/>
                  <a:pt x="67158" y="3682"/>
                </a:cubicBezTo>
                <a:lnTo>
                  <a:pt x="59084" y="3682"/>
                </a:lnTo>
                <a:lnTo>
                  <a:pt x="59084" y="28568"/>
                </a:lnTo>
                <a:cubicBezTo>
                  <a:pt x="59084" y="28687"/>
                  <a:pt x="59054" y="28790"/>
                  <a:pt x="58995" y="28879"/>
                </a:cubicBezTo>
                <a:cubicBezTo>
                  <a:pt x="58936" y="28968"/>
                  <a:pt x="58833" y="29038"/>
                  <a:pt x="58685" y="29090"/>
                </a:cubicBezTo>
                <a:cubicBezTo>
                  <a:pt x="58537" y="29141"/>
                  <a:pt x="58341" y="29186"/>
                  <a:pt x="58097" y="29223"/>
                </a:cubicBezTo>
                <a:cubicBezTo>
                  <a:pt x="57853" y="29260"/>
                  <a:pt x="57546" y="29278"/>
                  <a:pt x="57176" y="29278"/>
                </a:cubicBezTo>
                <a:cubicBezTo>
                  <a:pt x="56822" y="29278"/>
                  <a:pt x="56518" y="29260"/>
                  <a:pt x="56267" y="29223"/>
                </a:cubicBezTo>
                <a:cubicBezTo>
                  <a:pt x="56016" y="29186"/>
                  <a:pt x="55816" y="29141"/>
                  <a:pt x="55668" y="29090"/>
                </a:cubicBezTo>
                <a:cubicBezTo>
                  <a:pt x="55520" y="29038"/>
                  <a:pt x="55417" y="28968"/>
                  <a:pt x="55358" y="28879"/>
                </a:cubicBezTo>
                <a:cubicBezTo>
                  <a:pt x="55298" y="28790"/>
                  <a:pt x="55269" y="28687"/>
                  <a:pt x="55269" y="28568"/>
                </a:cubicBezTo>
                <a:lnTo>
                  <a:pt x="55269" y="3682"/>
                </a:lnTo>
                <a:lnTo>
                  <a:pt x="47195" y="3682"/>
                </a:lnTo>
                <a:cubicBezTo>
                  <a:pt x="47077" y="3682"/>
                  <a:pt x="46970" y="3652"/>
                  <a:pt x="46874" y="3593"/>
                </a:cubicBezTo>
                <a:cubicBezTo>
                  <a:pt x="46777" y="3534"/>
                  <a:pt x="46700" y="3442"/>
                  <a:pt x="46641" y="3316"/>
                </a:cubicBezTo>
                <a:cubicBezTo>
                  <a:pt x="46582" y="3190"/>
                  <a:pt x="46533" y="3024"/>
                  <a:pt x="46496" y="2817"/>
                </a:cubicBezTo>
                <a:cubicBezTo>
                  <a:pt x="46460" y="2610"/>
                  <a:pt x="46441" y="2366"/>
                  <a:pt x="46441" y="2085"/>
                </a:cubicBezTo>
                <a:cubicBezTo>
                  <a:pt x="46441" y="1804"/>
                  <a:pt x="46460" y="1556"/>
                  <a:pt x="46496" y="1342"/>
                </a:cubicBezTo>
                <a:cubicBezTo>
                  <a:pt x="46533" y="1128"/>
                  <a:pt x="46582" y="954"/>
                  <a:pt x="46641" y="821"/>
                </a:cubicBezTo>
                <a:cubicBezTo>
                  <a:pt x="46700" y="688"/>
                  <a:pt x="46777" y="591"/>
                  <a:pt x="46874" y="532"/>
                </a:cubicBezTo>
                <a:cubicBezTo>
                  <a:pt x="46970" y="473"/>
                  <a:pt x="47077" y="444"/>
                  <a:pt x="47195" y="444"/>
                </a:cubicBezTo>
                <a:lnTo>
                  <a:pt x="67158" y="444"/>
                </a:lnTo>
                <a:cubicBezTo>
                  <a:pt x="67276" y="444"/>
                  <a:pt x="67383" y="473"/>
                  <a:pt x="67479" y="532"/>
                </a:cubicBezTo>
                <a:cubicBezTo>
                  <a:pt x="67575" y="591"/>
                  <a:pt x="67657" y="688"/>
                  <a:pt x="67723" y="821"/>
                </a:cubicBezTo>
                <a:cubicBezTo>
                  <a:pt x="67790" y="954"/>
                  <a:pt x="67838" y="1128"/>
                  <a:pt x="67867" y="1342"/>
                </a:cubicBezTo>
                <a:cubicBezTo>
                  <a:pt x="67897" y="1556"/>
                  <a:pt x="67912" y="1804"/>
                  <a:pt x="67912" y="2085"/>
                </a:cubicBezTo>
                <a:close/>
                <a:moveTo>
                  <a:pt x="90892" y="25064"/>
                </a:moveTo>
                <a:cubicBezTo>
                  <a:pt x="90892" y="25301"/>
                  <a:pt x="90884" y="25508"/>
                  <a:pt x="90870" y="25685"/>
                </a:cubicBezTo>
                <a:cubicBezTo>
                  <a:pt x="90855" y="25862"/>
                  <a:pt x="90829" y="26018"/>
                  <a:pt x="90792" y="26151"/>
                </a:cubicBezTo>
                <a:cubicBezTo>
                  <a:pt x="90755" y="26284"/>
                  <a:pt x="90707" y="26402"/>
                  <a:pt x="90648" y="26506"/>
                </a:cubicBezTo>
                <a:cubicBezTo>
                  <a:pt x="90589" y="26609"/>
                  <a:pt x="90485" y="26736"/>
                  <a:pt x="90337" y="26885"/>
                </a:cubicBezTo>
                <a:cubicBezTo>
                  <a:pt x="90189" y="27034"/>
                  <a:pt x="89879" y="27261"/>
                  <a:pt x="89406" y="27566"/>
                </a:cubicBezTo>
                <a:cubicBezTo>
                  <a:pt x="88933" y="27872"/>
                  <a:pt x="88345" y="28170"/>
                  <a:pt x="87642" y="28460"/>
                </a:cubicBezTo>
                <a:cubicBezTo>
                  <a:pt x="86940" y="28751"/>
                  <a:pt x="86134" y="28997"/>
                  <a:pt x="85225" y="29198"/>
                </a:cubicBezTo>
                <a:cubicBezTo>
                  <a:pt x="84315" y="29399"/>
                  <a:pt x="83321" y="29500"/>
                  <a:pt x="82241" y="29500"/>
                </a:cubicBezTo>
                <a:cubicBezTo>
                  <a:pt x="80378" y="29500"/>
                  <a:pt x="78696" y="29190"/>
                  <a:pt x="77195" y="28568"/>
                </a:cubicBezTo>
                <a:cubicBezTo>
                  <a:pt x="75694" y="27947"/>
                  <a:pt x="74415" y="27031"/>
                  <a:pt x="73358" y="25818"/>
                </a:cubicBezTo>
                <a:cubicBezTo>
                  <a:pt x="72301" y="24606"/>
                  <a:pt x="71488" y="23108"/>
                  <a:pt x="70918" y="21327"/>
                </a:cubicBezTo>
                <a:cubicBezTo>
                  <a:pt x="70349" y="19545"/>
                  <a:pt x="70064" y="17493"/>
                  <a:pt x="70064" y="15171"/>
                </a:cubicBezTo>
                <a:cubicBezTo>
                  <a:pt x="70064" y="12791"/>
                  <a:pt x="70371" y="10669"/>
                  <a:pt x="70985" y="8806"/>
                </a:cubicBezTo>
                <a:cubicBezTo>
                  <a:pt x="71598" y="6942"/>
                  <a:pt x="72460" y="5364"/>
                  <a:pt x="73569" y="4070"/>
                </a:cubicBezTo>
                <a:cubicBezTo>
                  <a:pt x="74678" y="2776"/>
                  <a:pt x="76005" y="1789"/>
                  <a:pt x="77550" y="1109"/>
                </a:cubicBezTo>
                <a:cubicBezTo>
                  <a:pt x="79095" y="429"/>
                  <a:pt x="80807" y="89"/>
                  <a:pt x="82685" y="89"/>
                </a:cubicBezTo>
                <a:cubicBezTo>
                  <a:pt x="83513" y="89"/>
                  <a:pt x="84319" y="167"/>
                  <a:pt x="85103" y="324"/>
                </a:cubicBezTo>
                <a:cubicBezTo>
                  <a:pt x="85886" y="480"/>
                  <a:pt x="86611" y="678"/>
                  <a:pt x="87276" y="916"/>
                </a:cubicBezTo>
                <a:cubicBezTo>
                  <a:pt x="87942" y="1155"/>
                  <a:pt x="88533" y="1431"/>
                  <a:pt x="89051" y="1744"/>
                </a:cubicBezTo>
                <a:cubicBezTo>
                  <a:pt x="89568" y="2057"/>
                  <a:pt x="89927" y="2314"/>
                  <a:pt x="90127" y="2515"/>
                </a:cubicBezTo>
                <a:cubicBezTo>
                  <a:pt x="90326" y="2716"/>
                  <a:pt x="90456" y="2869"/>
                  <a:pt x="90515" y="2972"/>
                </a:cubicBezTo>
                <a:cubicBezTo>
                  <a:pt x="90574" y="3076"/>
                  <a:pt x="90622" y="3198"/>
                  <a:pt x="90659" y="3338"/>
                </a:cubicBezTo>
                <a:cubicBezTo>
                  <a:pt x="90696" y="3479"/>
                  <a:pt x="90725" y="3645"/>
                  <a:pt x="90748" y="3837"/>
                </a:cubicBezTo>
                <a:cubicBezTo>
                  <a:pt x="90770" y="4029"/>
                  <a:pt x="90781" y="4259"/>
                  <a:pt x="90781" y="4525"/>
                </a:cubicBezTo>
                <a:cubicBezTo>
                  <a:pt x="90781" y="4821"/>
                  <a:pt x="90766" y="5072"/>
                  <a:pt x="90737" y="5279"/>
                </a:cubicBezTo>
                <a:cubicBezTo>
                  <a:pt x="90707" y="5486"/>
                  <a:pt x="90663" y="5660"/>
                  <a:pt x="90603" y="5800"/>
                </a:cubicBezTo>
                <a:cubicBezTo>
                  <a:pt x="90544" y="5941"/>
                  <a:pt x="90474" y="6044"/>
                  <a:pt x="90393" y="6111"/>
                </a:cubicBezTo>
                <a:cubicBezTo>
                  <a:pt x="90311" y="6177"/>
                  <a:pt x="90212" y="6211"/>
                  <a:pt x="90093" y="6211"/>
                </a:cubicBezTo>
                <a:cubicBezTo>
                  <a:pt x="89886" y="6211"/>
                  <a:pt x="89598" y="6065"/>
                  <a:pt x="89228" y="5775"/>
                </a:cubicBezTo>
                <a:cubicBezTo>
                  <a:pt x="88859" y="5484"/>
                  <a:pt x="88382" y="5163"/>
                  <a:pt x="87798" y="4813"/>
                </a:cubicBezTo>
                <a:cubicBezTo>
                  <a:pt x="87214" y="4463"/>
                  <a:pt x="86504" y="4142"/>
                  <a:pt x="85668" y="3852"/>
                </a:cubicBezTo>
                <a:cubicBezTo>
                  <a:pt x="84833" y="3561"/>
                  <a:pt x="83831" y="3416"/>
                  <a:pt x="82663" y="3416"/>
                </a:cubicBezTo>
                <a:cubicBezTo>
                  <a:pt x="81391" y="3416"/>
                  <a:pt x="80234" y="3671"/>
                  <a:pt x="79192" y="4181"/>
                </a:cubicBezTo>
                <a:cubicBezTo>
                  <a:pt x="78149" y="4691"/>
                  <a:pt x="77258" y="5442"/>
                  <a:pt x="76519" y="6432"/>
                </a:cubicBezTo>
                <a:cubicBezTo>
                  <a:pt x="75779" y="7423"/>
                  <a:pt x="75206" y="8632"/>
                  <a:pt x="74800" y="10059"/>
                </a:cubicBezTo>
                <a:cubicBezTo>
                  <a:pt x="74393" y="11486"/>
                  <a:pt x="74190" y="13116"/>
                  <a:pt x="74190" y="14950"/>
                </a:cubicBezTo>
                <a:cubicBezTo>
                  <a:pt x="74190" y="16768"/>
                  <a:pt x="74386" y="18377"/>
                  <a:pt x="74778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5" y="24217"/>
                  <a:pt x="78094" y="24927"/>
                  <a:pt x="79158" y="25408"/>
                </a:cubicBezTo>
                <a:cubicBezTo>
                  <a:pt x="80223" y="25888"/>
                  <a:pt x="81428" y="26129"/>
                  <a:pt x="82774" y="26129"/>
                </a:cubicBezTo>
                <a:cubicBezTo>
                  <a:pt x="83912" y="26129"/>
                  <a:pt x="84907" y="25987"/>
                  <a:pt x="85757" y="25704"/>
                </a:cubicBezTo>
                <a:cubicBezTo>
                  <a:pt x="86607" y="25420"/>
                  <a:pt x="87332" y="25104"/>
                  <a:pt x="87931" y="24753"/>
                </a:cubicBezTo>
                <a:cubicBezTo>
                  <a:pt x="88530" y="24403"/>
                  <a:pt x="89021" y="24086"/>
                  <a:pt x="89406" y="23803"/>
                </a:cubicBezTo>
                <a:cubicBezTo>
                  <a:pt x="89790" y="23520"/>
                  <a:pt x="90093" y="23378"/>
                  <a:pt x="90315" y="23378"/>
                </a:cubicBezTo>
                <a:cubicBezTo>
                  <a:pt x="90419" y="23378"/>
                  <a:pt x="90507" y="23400"/>
                  <a:pt x="90581" y="23445"/>
                </a:cubicBezTo>
                <a:cubicBezTo>
                  <a:pt x="90655" y="23489"/>
                  <a:pt x="90714" y="23574"/>
                  <a:pt x="90759" y="23700"/>
                </a:cubicBezTo>
                <a:cubicBezTo>
                  <a:pt x="90803" y="23826"/>
                  <a:pt x="90836" y="23999"/>
                  <a:pt x="90859" y="24221"/>
                </a:cubicBezTo>
                <a:cubicBezTo>
                  <a:pt x="90881" y="24443"/>
                  <a:pt x="90892" y="24724"/>
                  <a:pt x="90892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5" y="28790"/>
                  <a:pt x="116796" y="28879"/>
                </a:cubicBezTo>
                <a:cubicBezTo>
                  <a:pt x="116736" y="28968"/>
                  <a:pt x="116633" y="29038"/>
                  <a:pt x="116485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4" y="29278"/>
                  <a:pt x="114999" y="29278"/>
                </a:cubicBezTo>
                <a:cubicBezTo>
                  <a:pt x="114614" y="29278"/>
                  <a:pt x="114304" y="29260"/>
                  <a:pt x="114067" y="29223"/>
                </a:cubicBezTo>
                <a:cubicBezTo>
                  <a:pt x="113831" y="29186"/>
                  <a:pt x="113639" y="29141"/>
                  <a:pt x="113491" y="29090"/>
                </a:cubicBezTo>
                <a:cubicBezTo>
                  <a:pt x="113343" y="29038"/>
                  <a:pt x="113239" y="28968"/>
                  <a:pt x="113180" y="28879"/>
                </a:cubicBezTo>
                <a:cubicBezTo>
                  <a:pt x="113121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6" y="29038"/>
                  <a:pt x="99628" y="29090"/>
                </a:cubicBezTo>
                <a:cubicBezTo>
                  <a:pt x="99480" y="29141"/>
                  <a:pt x="99284" y="29186"/>
                  <a:pt x="99040" y="29223"/>
                </a:cubicBezTo>
                <a:cubicBezTo>
                  <a:pt x="98796" y="29260"/>
                  <a:pt x="98489" y="29278"/>
                  <a:pt x="98120" y="29278"/>
                </a:cubicBezTo>
                <a:cubicBezTo>
                  <a:pt x="97765" y="29278"/>
                  <a:pt x="97462" y="29260"/>
                  <a:pt x="97210" y="29223"/>
                </a:cubicBezTo>
                <a:cubicBezTo>
                  <a:pt x="96959" y="29186"/>
                  <a:pt x="96759" y="29141"/>
                  <a:pt x="96611" y="29090"/>
                </a:cubicBezTo>
                <a:cubicBezTo>
                  <a:pt x="96463" y="29038"/>
                  <a:pt x="96360" y="28968"/>
                  <a:pt x="96301" y="28879"/>
                </a:cubicBezTo>
                <a:cubicBezTo>
                  <a:pt x="96242" y="28790"/>
                  <a:pt x="96212" y="28687"/>
                  <a:pt x="96212" y="28568"/>
                </a:cubicBezTo>
                <a:lnTo>
                  <a:pt x="96212" y="1020"/>
                </a:lnTo>
                <a:cubicBezTo>
                  <a:pt x="96212" y="902"/>
                  <a:pt x="96242" y="798"/>
                  <a:pt x="96301" y="710"/>
                </a:cubicBezTo>
                <a:cubicBezTo>
                  <a:pt x="96360" y="621"/>
                  <a:pt x="96463" y="551"/>
                  <a:pt x="96611" y="499"/>
                </a:cubicBezTo>
                <a:cubicBezTo>
                  <a:pt x="96759" y="447"/>
                  <a:pt x="96959" y="403"/>
                  <a:pt x="97210" y="366"/>
                </a:cubicBezTo>
                <a:cubicBezTo>
                  <a:pt x="97462" y="329"/>
                  <a:pt x="97765" y="311"/>
                  <a:pt x="98120" y="311"/>
                </a:cubicBezTo>
                <a:cubicBezTo>
                  <a:pt x="98489" y="311"/>
                  <a:pt x="98796" y="329"/>
                  <a:pt x="99040" y="366"/>
                </a:cubicBezTo>
                <a:cubicBezTo>
                  <a:pt x="99284" y="403"/>
                  <a:pt x="99480" y="447"/>
                  <a:pt x="99628" y="499"/>
                </a:cubicBezTo>
                <a:cubicBezTo>
                  <a:pt x="99776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1" y="798"/>
                  <a:pt x="113180" y="710"/>
                </a:cubicBezTo>
                <a:cubicBezTo>
                  <a:pt x="113239" y="621"/>
                  <a:pt x="113343" y="551"/>
                  <a:pt x="113491" y="499"/>
                </a:cubicBezTo>
                <a:cubicBezTo>
                  <a:pt x="113639" y="447"/>
                  <a:pt x="113831" y="403"/>
                  <a:pt x="114067" y="366"/>
                </a:cubicBezTo>
                <a:cubicBezTo>
                  <a:pt x="114304" y="329"/>
                  <a:pt x="114614" y="311"/>
                  <a:pt x="114999" y="311"/>
                </a:cubicBezTo>
                <a:cubicBezTo>
                  <a:pt x="115354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5" y="499"/>
                </a:cubicBezTo>
                <a:cubicBezTo>
                  <a:pt x="116633" y="551"/>
                  <a:pt x="116736" y="621"/>
                  <a:pt x="116796" y="710"/>
                </a:cubicBezTo>
                <a:cubicBezTo>
                  <a:pt x="116855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4" y="35766"/>
                </a:moveTo>
                <a:cubicBezTo>
                  <a:pt x="143274" y="36287"/>
                  <a:pt x="143215" y="36667"/>
                  <a:pt x="143096" y="36906"/>
                </a:cubicBezTo>
                <a:cubicBezTo>
                  <a:pt x="142978" y="37144"/>
                  <a:pt x="142793" y="37263"/>
                  <a:pt x="142542" y="37263"/>
                </a:cubicBezTo>
                <a:lnTo>
                  <a:pt x="121182" y="37263"/>
                </a:lnTo>
                <a:cubicBezTo>
                  <a:pt x="120931" y="37263"/>
                  <a:pt x="120739" y="37151"/>
                  <a:pt x="120605" y="36928"/>
                </a:cubicBezTo>
                <a:cubicBezTo>
                  <a:pt x="120472" y="36705"/>
                  <a:pt x="120406" y="36332"/>
                  <a:pt x="120406" y="35810"/>
                </a:cubicBezTo>
                <a:cubicBezTo>
                  <a:pt x="120406" y="35304"/>
                  <a:pt x="120472" y="34924"/>
                  <a:pt x="120605" y="34671"/>
                </a:cubicBezTo>
                <a:cubicBezTo>
                  <a:pt x="120739" y="34418"/>
                  <a:pt x="120931" y="34291"/>
                  <a:pt x="121182" y="34291"/>
                </a:cubicBezTo>
                <a:lnTo>
                  <a:pt x="142542" y="34291"/>
                </a:lnTo>
                <a:cubicBezTo>
                  <a:pt x="142779" y="34291"/>
                  <a:pt x="142960" y="34410"/>
                  <a:pt x="143085" y="34649"/>
                </a:cubicBezTo>
                <a:cubicBezTo>
                  <a:pt x="143211" y="34887"/>
                  <a:pt x="143274" y="35260"/>
                  <a:pt x="143274" y="35766"/>
                </a:cubicBezTo>
                <a:close/>
                <a:moveTo>
                  <a:pt x="164344" y="21792"/>
                </a:moveTo>
                <a:cubicBezTo>
                  <a:pt x="164344" y="23036"/>
                  <a:pt x="164122" y="24143"/>
                  <a:pt x="163678" y="25112"/>
                </a:cubicBezTo>
                <a:cubicBezTo>
                  <a:pt x="163235" y="26082"/>
                  <a:pt x="162595" y="26901"/>
                  <a:pt x="161760" y="27568"/>
                </a:cubicBezTo>
                <a:cubicBezTo>
                  <a:pt x="160924" y="28234"/>
                  <a:pt x="159893" y="28737"/>
                  <a:pt x="158666" y="29078"/>
                </a:cubicBezTo>
                <a:cubicBezTo>
                  <a:pt x="157438" y="29419"/>
                  <a:pt x="156034" y="29589"/>
                  <a:pt x="154451" y="29589"/>
                </a:cubicBezTo>
                <a:cubicBezTo>
                  <a:pt x="152973" y="29589"/>
                  <a:pt x="151649" y="29433"/>
                  <a:pt x="150481" y="29122"/>
                </a:cubicBezTo>
                <a:cubicBezTo>
                  <a:pt x="149313" y="28811"/>
                  <a:pt x="148322" y="28352"/>
                  <a:pt x="147509" y="27745"/>
                </a:cubicBezTo>
                <a:cubicBezTo>
                  <a:pt x="146696" y="27138"/>
                  <a:pt x="146074" y="26390"/>
                  <a:pt x="145646" y="25501"/>
                </a:cubicBezTo>
                <a:cubicBezTo>
                  <a:pt x="145217" y="24613"/>
                  <a:pt x="145002" y="23598"/>
                  <a:pt x="145002" y="22458"/>
                </a:cubicBezTo>
                <a:cubicBezTo>
                  <a:pt x="145002" y="21555"/>
                  <a:pt x="145150" y="20726"/>
                  <a:pt x="145446" y="19971"/>
                </a:cubicBezTo>
                <a:cubicBezTo>
                  <a:pt x="145742" y="19215"/>
                  <a:pt x="146167" y="18519"/>
                  <a:pt x="146721" y="17882"/>
                </a:cubicBezTo>
                <a:cubicBezTo>
                  <a:pt x="147276" y="17246"/>
                  <a:pt x="147960" y="16649"/>
                  <a:pt x="148773" y="16094"/>
                </a:cubicBezTo>
                <a:cubicBezTo>
                  <a:pt x="149586" y="15539"/>
                  <a:pt x="150503" y="15009"/>
                  <a:pt x="151523" y="14505"/>
                </a:cubicBezTo>
                <a:cubicBezTo>
                  <a:pt x="150636" y="14047"/>
                  <a:pt x="149853" y="13562"/>
                  <a:pt x="149172" y="13051"/>
                </a:cubicBezTo>
                <a:cubicBezTo>
                  <a:pt x="148492" y="12540"/>
                  <a:pt x="147915" y="11985"/>
                  <a:pt x="147442" y="11385"/>
                </a:cubicBezTo>
                <a:cubicBezTo>
                  <a:pt x="146969" y="10785"/>
                  <a:pt x="146610" y="10145"/>
                  <a:pt x="146367" y="9463"/>
                </a:cubicBezTo>
                <a:cubicBezTo>
                  <a:pt x="146123" y="8782"/>
                  <a:pt x="146001" y="8041"/>
                  <a:pt x="146001" y="7242"/>
                </a:cubicBezTo>
                <a:cubicBezTo>
                  <a:pt x="146001" y="6235"/>
                  <a:pt x="146182" y="5291"/>
                  <a:pt x="146544" y="4410"/>
                </a:cubicBezTo>
                <a:cubicBezTo>
                  <a:pt x="146906" y="3529"/>
                  <a:pt x="147453" y="2762"/>
                  <a:pt x="148185" y="2111"/>
                </a:cubicBezTo>
                <a:cubicBezTo>
                  <a:pt x="148917" y="1459"/>
                  <a:pt x="149849" y="944"/>
                  <a:pt x="150980" y="566"/>
                </a:cubicBezTo>
                <a:cubicBezTo>
                  <a:pt x="152111" y="189"/>
                  <a:pt x="153431" y="0"/>
                  <a:pt x="154939" y="0"/>
                </a:cubicBezTo>
                <a:cubicBezTo>
                  <a:pt x="156388" y="0"/>
                  <a:pt x="157642" y="174"/>
                  <a:pt x="158699" y="522"/>
                </a:cubicBezTo>
                <a:cubicBezTo>
                  <a:pt x="159756" y="870"/>
                  <a:pt x="160629" y="1344"/>
                  <a:pt x="161316" y="1944"/>
                </a:cubicBezTo>
                <a:cubicBezTo>
                  <a:pt x="162004" y="2543"/>
                  <a:pt x="162510" y="3251"/>
                  <a:pt x="162836" y="4065"/>
                </a:cubicBezTo>
                <a:cubicBezTo>
                  <a:pt x="163161" y="4879"/>
                  <a:pt x="163324" y="5753"/>
                  <a:pt x="163324" y="6686"/>
                </a:cubicBezTo>
                <a:cubicBezTo>
                  <a:pt x="163324" y="7442"/>
                  <a:pt x="163202" y="8167"/>
                  <a:pt x="162958" y="8863"/>
                </a:cubicBezTo>
                <a:cubicBezTo>
                  <a:pt x="162714" y="9559"/>
                  <a:pt x="162355" y="10218"/>
                  <a:pt x="161882" y="10840"/>
                </a:cubicBezTo>
                <a:cubicBezTo>
                  <a:pt x="161409" y="11462"/>
                  <a:pt x="160828" y="12043"/>
                  <a:pt x="160141" y="12584"/>
                </a:cubicBezTo>
                <a:cubicBezTo>
                  <a:pt x="159453" y="13125"/>
                  <a:pt x="158666" y="13632"/>
                  <a:pt x="157778" y="14106"/>
                </a:cubicBezTo>
                <a:cubicBezTo>
                  <a:pt x="158828" y="14624"/>
                  <a:pt x="159764" y="15157"/>
                  <a:pt x="160584" y="15705"/>
                </a:cubicBezTo>
                <a:cubicBezTo>
                  <a:pt x="161405" y="16253"/>
                  <a:pt x="162092" y="16842"/>
                  <a:pt x="162647" y="17471"/>
                </a:cubicBezTo>
                <a:cubicBezTo>
                  <a:pt x="163202" y="18101"/>
                  <a:pt x="163623" y="18767"/>
                  <a:pt x="163911" y="19470"/>
                </a:cubicBezTo>
                <a:cubicBezTo>
                  <a:pt x="164200" y="20174"/>
                  <a:pt x="164344" y="20947"/>
                  <a:pt x="164344" y="21792"/>
                </a:cubicBezTo>
                <a:moveTo>
                  <a:pt x="159553" y="7039"/>
                </a:moveTo>
                <a:cubicBezTo>
                  <a:pt x="159553" y="6417"/>
                  <a:pt x="159446" y="5854"/>
                  <a:pt x="159231" y="5350"/>
                </a:cubicBezTo>
                <a:cubicBezTo>
                  <a:pt x="159017" y="4847"/>
                  <a:pt x="158703" y="4417"/>
                  <a:pt x="158289" y="4062"/>
                </a:cubicBezTo>
                <a:cubicBezTo>
                  <a:pt x="157874" y="3706"/>
                  <a:pt x="157361" y="3435"/>
                  <a:pt x="156747" y="3250"/>
                </a:cubicBezTo>
                <a:cubicBezTo>
                  <a:pt x="156133" y="3065"/>
                  <a:pt x="155435" y="2972"/>
                  <a:pt x="154651" y="2972"/>
                </a:cubicBezTo>
                <a:cubicBezTo>
                  <a:pt x="153054" y="2972"/>
                  <a:pt x="151845" y="3335"/>
                  <a:pt x="151024" y="4061"/>
                </a:cubicBezTo>
                <a:cubicBezTo>
                  <a:pt x="150204" y="4787"/>
                  <a:pt x="149793" y="5780"/>
                  <a:pt x="149793" y="7039"/>
                </a:cubicBezTo>
                <a:cubicBezTo>
                  <a:pt x="149793" y="7617"/>
                  <a:pt x="149893" y="8154"/>
                  <a:pt x="150093" y="8650"/>
                </a:cubicBezTo>
                <a:cubicBezTo>
                  <a:pt x="150292" y="9147"/>
                  <a:pt x="150603" y="9617"/>
                  <a:pt x="151024" y="10062"/>
                </a:cubicBezTo>
                <a:cubicBezTo>
                  <a:pt x="151446" y="10506"/>
                  <a:pt x="151978" y="10940"/>
                  <a:pt x="152621" y="11362"/>
                </a:cubicBezTo>
                <a:cubicBezTo>
                  <a:pt x="153265" y="11784"/>
                  <a:pt x="154030" y="12224"/>
                  <a:pt x="154917" y="12684"/>
                </a:cubicBezTo>
                <a:cubicBezTo>
                  <a:pt x="156411" y="11913"/>
                  <a:pt x="157557" y="11062"/>
                  <a:pt x="158355" y="10128"/>
                </a:cubicBezTo>
                <a:cubicBezTo>
                  <a:pt x="159154" y="9195"/>
                  <a:pt x="159553" y="8165"/>
                  <a:pt x="159553" y="7039"/>
                </a:cubicBezTo>
                <a:moveTo>
                  <a:pt x="160484" y="22194"/>
                </a:moveTo>
                <a:cubicBezTo>
                  <a:pt x="160484" y="21513"/>
                  <a:pt x="160359" y="20894"/>
                  <a:pt x="160107" y="20339"/>
                </a:cubicBezTo>
                <a:cubicBezTo>
                  <a:pt x="159856" y="19783"/>
                  <a:pt x="159475" y="19265"/>
                  <a:pt x="158965" y="18783"/>
                </a:cubicBezTo>
                <a:cubicBezTo>
                  <a:pt x="158455" y="18302"/>
                  <a:pt x="157819" y="17835"/>
                  <a:pt x="157058" y="17383"/>
                </a:cubicBezTo>
                <a:cubicBezTo>
                  <a:pt x="156296" y="16931"/>
                  <a:pt x="155412" y="16461"/>
                  <a:pt x="154407" y="15972"/>
                </a:cubicBezTo>
                <a:cubicBezTo>
                  <a:pt x="153475" y="16431"/>
                  <a:pt x="152658" y="16891"/>
                  <a:pt x="151956" y="17350"/>
                </a:cubicBezTo>
                <a:cubicBezTo>
                  <a:pt x="151254" y="17809"/>
                  <a:pt x="150677" y="18283"/>
                  <a:pt x="150226" y="18772"/>
                </a:cubicBezTo>
                <a:cubicBezTo>
                  <a:pt x="149775" y="19261"/>
                  <a:pt x="149435" y="19776"/>
                  <a:pt x="149206" y="20317"/>
                </a:cubicBezTo>
                <a:cubicBezTo>
                  <a:pt x="148976" y="20857"/>
                  <a:pt x="148862" y="21454"/>
                  <a:pt x="148862" y="22106"/>
                </a:cubicBezTo>
                <a:cubicBezTo>
                  <a:pt x="148862" y="23543"/>
                  <a:pt x="149353" y="24654"/>
                  <a:pt x="150337" y="25439"/>
                </a:cubicBezTo>
                <a:cubicBezTo>
                  <a:pt x="151320" y="26224"/>
                  <a:pt x="152788" y="26617"/>
                  <a:pt x="154740" y="26617"/>
                </a:cubicBezTo>
                <a:cubicBezTo>
                  <a:pt x="156632" y="26617"/>
                  <a:pt x="158063" y="26220"/>
                  <a:pt x="159032" y="25428"/>
                </a:cubicBezTo>
                <a:cubicBezTo>
                  <a:pt x="160000" y="24635"/>
                  <a:pt x="160484" y="23558"/>
                  <a:pt x="160484" y="22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EB570-1253-4C1F-B1CC-D4BF25D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498429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PATCH_9">
            <a:extLst xmlns:a="http://schemas.openxmlformats.org/drawingml/2006/main">
              <a:ext uri="{FF2B5EF4-FFF2-40B4-BE49-F238E27FC236}">
                <a16:creationId xmlns:a16="http://schemas.microsoft.com/office/drawing/2014/main" id="{1343F54A-1FA0-4B00-9BE2-3344523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386" y="3519327"/>
            <a:ext cx="163900" cy="37263"/>
          </a:xfrm>
          <a:custGeom xmlns:a="http://schemas.openxmlformats.org/drawingml/2006/main">
            <a:pathLst>
              <a:path w="163900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8" y="27792"/>
                </a:moveTo>
                <a:cubicBezTo>
                  <a:pt x="45097" y="28117"/>
                  <a:pt x="45160" y="28380"/>
                  <a:pt x="45167" y="28580"/>
                </a:cubicBezTo>
                <a:cubicBezTo>
                  <a:pt x="45174" y="28779"/>
                  <a:pt x="45119" y="28931"/>
                  <a:pt x="45001" y="29034"/>
                </a:cubicBezTo>
                <a:cubicBezTo>
                  <a:pt x="44882" y="29138"/>
                  <a:pt x="44686" y="29204"/>
                  <a:pt x="44413" y="29234"/>
                </a:cubicBezTo>
                <a:cubicBezTo>
                  <a:pt x="44139" y="29263"/>
                  <a:pt x="43773" y="29278"/>
                  <a:pt x="43315" y="29278"/>
                </a:cubicBezTo>
                <a:cubicBezTo>
                  <a:pt x="42856" y="29278"/>
                  <a:pt x="42491" y="29267"/>
                  <a:pt x="42217" y="29245"/>
                </a:cubicBezTo>
                <a:cubicBezTo>
                  <a:pt x="41943" y="29223"/>
                  <a:pt x="41736" y="29186"/>
                  <a:pt x="41596" y="29134"/>
                </a:cubicBezTo>
                <a:cubicBezTo>
                  <a:pt x="41455" y="29082"/>
                  <a:pt x="41352" y="29012"/>
                  <a:pt x="41285" y="28923"/>
                </a:cubicBezTo>
                <a:cubicBezTo>
                  <a:pt x="41219" y="28835"/>
                  <a:pt x="41156" y="28724"/>
                  <a:pt x="41097" y="28591"/>
                </a:cubicBezTo>
                <a:lnTo>
                  <a:pt x="38635" y="21604"/>
                </a:lnTo>
                <a:lnTo>
                  <a:pt x="26702" y="21604"/>
                </a:lnTo>
                <a:lnTo>
                  <a:pt x="24351" y="28502"/>
                </a:lnTo>
                <a:cubicBezTo>
                  <a:pt x="24306" y="28635"/>
                  <a:pt x="24247" y="28750"/>
                  <a:pt x="24173" y="28846"/>
                </a:cubicBezTo>
                <a:cubicBezTo>
                  <a:pt x="24099" y="28942"/>
                  <a:pt x="23992" y="29023"/>
                  <a:pt x="23851" y="29090"/>
                </a:cubicBezTo>
                <a:cubicBezTo>
                  <a:pt x="23711" y="29156"/>
                  <a:pt x="23511" y="29204"/>
                  <a:pt x="23253" y="29234"/>
                </a:cubicBezTo>
                <a:cubicBezTo>
                  <a:pt x="22994" y="29263"/>
                  <a:pt x="22657" y="29278"/>
                  <a:pt x="22243" y="29278"/>
                </a:cubicBezTo>
                <a:cubicBezTo>
                  <a:pt x="21815" y="29278"/>
                  <a:pt x="21463" y="29260"/>
                  <a:pt x="21190" y="29223"/>
                </a:cubicBezTo>
                <a:cubicBezTo>
                  <a:pt x="20916" y="29186"/>
                  <a:pt x="20724" y="29116"/>
                  <a:pt x="20613" y="29012"/>
                </a:cubicBezTo>
                <a:cubicBezTo>
                  <a:pt x="20502" y="28909"/>
                  <a:pt x="20450" y="28757"/>
                  <a:pt x="20458" y="28557"/>
                </a:cubicBezTo>
                <a:cubicBezTo>
                  <a:pt x="20465" y="28358"/>
                  <a:pt x="20528" y="28095"/>
                  <a:pt x="20646" y="27770"/>
                </a:cubicBezTo>
                <a:lnTo>
                  <a:pt x="30273" y="1109"/>
                </a:lnTo>
                <a:cubicBezTo>
                  <a:pt x="30332" y="946"/>
                  <a:pt x="30410" y="813"/>
                  <a:pt x="30506" y="710"/>
                </a:cubicBezTo>
                <a:cubicBezTo>
                  <a:pt x="30602" y="606"/>
                  <a:pt x="30742" y="525"/>
                  <a:pt x="30927" y="466"/>
                </a:cubicBezTo>
                <a:cubicBezTo>
                  <a:pt x="31112" y="407"/>
                  <a:pt x="31348" y="366"/>
                  <a:pt x="31637" y="344"/>
                </a:cubicBezTo>
                <a:cubicBezTo>
                  <a:pt x="31925" y="322"/>
                  <a:pt x="32291" y="311"/>
                  <a:pt x="32735" y="311"/>
                </a:cubicBezTo>
                <a:cubicBezTo>
                  <a:pt x="33208" y="311"/>
                  <a:pt x="33600" y="322"/>
                  <a:pt x="33910" y="344"/>
                </a:cubicBezTo>
                <a:cubicBezTo>
                  <a:pt x="34221" y="366"/>
                  <a:pt x="34472" y="407"/>
                  <a:pt x="34664" y="466"/>
                </a:cubicBezTo>
                <a:cubicBezTo>
                  <a:pt x="34857" y="525"/>
                  <a:pt x="35005" y="610"/>
                  <a:pt x="35108" y="721"/>
                </a:cubicBezTo>
                <a:cubicBezTo>
                  <a:pt x="35212" y="832"/>
                  <a:pt x="35293" y="969"/>
                  <a:pt x="35352" y="1131"/>
                </a:cubicBezTo>
                <a:lnTo>
                  <a:pt x="44978" y="27792"/>
                </a:lnTo>
                <a:moveTo>
                  <a:pt x="32624" y="4259"/>
                </a:moveTo>
                <a:lnTo>
                  <a:pt x="32602" y="4259"/>
                </a:lnTo>
                <a:lnTo>
                  <a:pt x="27655" y="18565"/>
                </a:lnTo>
                <a:lnTo>
                  <a:pt x="37637" y="18565"/>
                </a:lnTo>
                <a:lnTo>
                  <a:pt x="32624" y="4259"/>
                </a:lnTo>
                <a:close/>
                <a:moveTo>
                  <a:pt x="67912" y="2085"/>
                </a:moveTo>
                <a:cubicBezTo>
                  <a:pt x="67912" y="2366"/>
                  <a:pt x="67897" y="2610"/>
                  <a:pt x="67867" y="2817"/>
                </a:cubicBezTo>
                <a:cubicBezTo>
                  <a:pt x="67838" y="3024"/>
                  <a:pt x="67790" y="3190"/>
                  <a:pt x="67723" y="3316"/>
                </a:cubicBezTo>
                <a:cubicBezTo>
                  <a:pt x="67657" y="3442"/>
                  <a:pt x="67575" y="3534"/>
                  <a:pt x="67479" y="3593"/>
                </a:cubicBezTo>
                <a:cubicBezTo>
                  <a:pt x="67383" y="3652"/>
                  <a:pt x="67276" y="3682"/>
                  <a:pt x="67158" y="3682"/>
                </a:cubicBezTo>
                <a:lnTo>
                  <a:pt x="59084" y="3682"/>
                </a:lnTo>
                <a:lnTo>
                  <a:pt x="59084" y="28568"/>
                </a:lnTo>
                <a:cubicBezTo>
                  <a:pt x="59084" y="28687"/>
                  <a:pt x="59054" y="28790"/>
                  <a:pt x="58995" y="28879"/>
                </a:cubicBezTo>
                <a:cubicBezTo>
                  <a:pt x="58936" y="28968"/>
                  <a:pt x="58833" y="29038"/>
                  <a:pt x="58685" y="29090"/>
                </a:cubicBezTo>
                <a:cubicBezTo>
                  <a:pt x="58537" y="29141"/>
                  <a:pt x="58341" y="29186"/>
                  <a:pt x="58097" y="29223"/>
                </a:cubicBezTo>
                <a:cubicBezTo>
                  <a:pt x="57853" y="29260"/>
                  <a:pt x="57546" y="29278"/>
                  <a:pt x="57176" y="29278"/>
                </a:cubicBezTo>
                <a:cubicBezTo>
                  <a:pt x="56822" y="29278"/>
                  <a:pt x="56518" y="29260"/>
                  <a:pt x="56267" y="29223"/>
                </a:cubicBezTo>
                <a:cubicBezTo>
                  <a:pt x="56016" y="29186"/>
                  <a:pt x="55816" y="29141"/>
                  <a:pt x="55668" y="29090"/>
                </a:cubicBezTo>
                <a:cubicBezTo>
                  <a:pt x="55520" y="29038"/>
                  <a:pt x="55417" y="28968"/>
                  <a:pt x="55358" y="28879"/>
                </a:cubicBezTo>
                <a:cubicBezTo>
                  <a:pt x="55298" y="28790"/>
                  <a:pt x="55269" y="28687"/>
                  <a:pt x="55269" y="28568"/>
                </a:cubicBezTo>
                <a:lnTo>
                  <a:pt x="55269" y="3682"/>
                </a:lnTo>
                <a:lnTo>
                  <a:pt x="47195" y="3682"/>
                </a:lnTo>
                <a:cubicBezTo>
                  <a:pt x="47077" y="3682"/>
                  <a:pt x="46970" y="3652"/>
                  <a:pt x="46874" y="3593"/>
                </a:cubicBezTo>
                <a:cubicBezTo>
                  <a:pt x="46777" y="3534"/>
                  <a:pt x="46700" y="3442"/>
                  <a:pt x="46641" y="3316"/>
                </a:cubicBezTo>
                <a:cubicBezTo>
                  <a:pt x="46582" y="3190"/>
                  <a:pt x="46533" y="3024"/>
                  <a:pt x="46496" y="2817"/>
                </a:cubicBezTo>
                <a:cubicBezTo>
                  <a:pt x="46460" y="2610"/>
                  <a:pt x="46441" y="2366"/>
                  <a:pt x="46441" y="2085"/>
                </a:cubicBezTo>
                <a:cubicBezTo>
                  <a:pt x="46441" y="1804"/>
                  <a:pt x="46460" y="1556"/>
                  <a:pt x="46496" y="1342"/>
                </a:cubicBezTo>
                <a:cubicBezTo>
                  <a:pt x="46533" y="1128"/>
                  <a:pt x="46582" y="954"/>
                  <a:pt x="46641" y="821"/>
                </a:cubicBezTo>
                <a:cubicBezTo>
                  <a:pt x="46700" y="688"/>
                  <a:pt x="46777" y="591"/>
                  <a:pt x="46874" y="532"/>
                </a:cubicBezTo>
                <a:cubicBezTo>
                  <a:pt x="46970" y="473"/>
                  <a:pt x="47077" y="444"/>
                  <a:pt x="47195" y="444"/>
                </a:cubicBezTo>
                <a:lnTo>
                  <a:pt x="67158" y="444"/>
                </a:lnTo>
                <a:cubicBezTo>
                  <a:pt x="67276" y="444"/>
                  <a:pt x="67383" y="473"/>
                  <a:pt x="67479" y="532"/>
                </a:cubicBezTo>
                <a:cubicBezTo>
                  <a:pt x="67575" y="591"/>
                  <a:pt x="67657" y="688"/>
                  <a:pt x="67723" y="821"/>
                </a:cubicBezTo>
                <a:cubicBezTo>
                  <a:pt x="67790" y="954"/>
                  <a:pt x="67838" y="1128"/>
                  <a:pt x="67867" y="1342"/>
                </a:cubicBezTo>
                <a:cubicBezTo>
                  <a:pt x="67897" y="1556"/>
                  <a:pt x="67912" y="1804"/>
                  <a:pt x="67912" y="2085"/>
                </a:cubicBezTo>
                <a:close/>
                <a:moveTo>
                  <a:pt x="90892" y="25064"/>
                </a:moveTo>
                <a:cubicBezTo>
                  <a:pt x="90892" y="25301"/>
                  <a:pt x="90884" y="25508"/>
                  <a:pt x="90870" y="25685"/>
                </a:cubicBezTo>
                <a:cubicBezTo>
                  <a:pt x="90855" y="25862"/>
                  <a:pt x="90829" y="26018"/>
                  <a:pt x="90792" y="26151"/>
                </a:cubicBezTo>
                <a:cubicBezTo>
                  <a:pt x="90755" y="26284"/>
                  <a:pt x="90707" y="26402"/>
                  <a:pt x="90648" y="26506"/>
                </a:cubicBezTo>
                <a:cubicBezTo>
                  <a:pt x="90589" y="26609"/>
                  <a:pt x="90485" y="26736"/>
                  <a:pt x="90337" y="26885"/>
                </a:cubicBezTo>
                <a:cubicBezTo>
                  <a:pt x="90189" y="27034"/>
                  <a:pt x="89879" y="27261"/>
                  <a:pt x="89406" y="27566"/>
                </a:cubicBezTo>
                <a:cubicBezTo>
                  <a:pt x="88933" y="27872"/>
                  <a:pt x="88345" y="28170"/>
                  <a:pt x="87642" y="28460"/>
                </a:cubicBezTo>
                <a:cubicBezTo>
                  <a:pt x="86940" y="28751"/>
                  <a:pt x="86134" y="28997"/>
                  <a:pt x="85225" y="29198"/>
                </a:cubicBezTo>
                <a:cubicBezTo>
                  <a:pt x="84315" y="29399"/>
                  <a:pt x="83321" y="29500"/>
                  <a:pt x="82241" y="29500"/>
                </a:cubicBezTo>
                <a:cubicBezTo>
                  <a:pt x="80378" y="29500"/>
                  <a:pt x="78696" y="29190"/>
                  <a:pt x="77195" y="28568"/>
                </a:cubicBezTo>
                <a:cubicBezTo>
                  <a:pt x="75694" y="27947"/>
                  <a:pt x="74415" y="27031"/>
                  <a:pt x="73358" y="25818"/>
                </a:cubicBezTo>
                <a:cubicBezTo>
                  <a:pt x="72301" y="24606"/>
                  <a:pt x="71488" y="23108"/>
                  <a:pt x="70918" y="21327"/>
                </a:cubicBezTo>
                <a:cubicBezTo>
                  <a:pt x="70349" y="19545"/>
                  <a:pt x="70064" y="17493"/>
                  <a:pt x="70064" y="15171"/>
                </a:cubicBezTo>
                <a:cubicBezTo>
                  <a:pt x="70064" y="12791"/>
                  <a:pt x="70371" y="10669"/>
                  <a:pt x="70985" y="8806"/>
                </a:cubicBezTo>
                <a:cubicBezTo>
                  <a:pt x="71598" y="6942"/>
                  <a:pt x="72460" y="5364"/>
                  <a:pt x="73569" y="4070"/>
                </a:cubicBezTo>
                <a:cubicBezTo>
                  <a:pt x="74678" y="2776"/>
                  <a:pt x="76005" y="1789"/>
                  <a:pt x="77550" y="1109"/>
                </a:cubicBezTo>
                <a:cubicBezTo>
                  <a:pt x="79095" y="429"/>
                  <a:pt x="80807" y="89"/>
                  <a:pt x="82685" y="89"/>
                </a:cubicBezTo>
                <a:cubicBezTo>
                  <a:pt x="83513" y="89"/>
                  <a:pt x="84319" y="167"/>
                  <a:pt x="85103" y="324"/>
                </a:cubicBezTo>
                <a:cubicBezTo>
                  <a:pt x="85886" y="480"/>
                  <a:pt x="86611" y="678"/>
                  <a:pt x="87276" y="916"/>
                </a:cubicBezTo>
                <a:cubicBezTo>
                  <a:pt x="87942" y="1155"/>
                  <a:pt x="88533" y="1431"/>
                  <a:pt x="89051" y="1744"/>
                </a:cubicBezTo>
                <a:cubicBezTo>
                  <a:pt x="89568" y="2057"/>
                  <a:pt x="89927" y="2314"/>
                  <a:pt x="90127" y="2515"/>
                </a:cubicBezTo>
                <a:cubicBezTo>
                  <a:pt x="90326" y="2716"/>
                  <a:pt x="90456" y="2869"/>
                  <a:pt x="90515" y="2972"/>
                </a:cubicBezTo>
                <a:cubicBezTo>
                  <a:pt x="90574" y="3076"/>
                  <a:pt x="90622" y="3198"/>
                  <a:pt x="90659" y="3338"/>
                </a:cubicBezTo>
                <a:cubicBezTo>
                  <a:pt x="90696" y="3479"/>
                  <a:pt x="90725" y="3645"/>
                  <a:pt x="90748" y="3837"/>
                </a:cubicBezTo>
                <a:cubicBezTo>
                  <a:pt x="90770" y="4029"/>
                  <a:pt x="90781" y="4259"/>
                  <a:pt x="90781" y="4525"/>
                </a:cubicBezTo>
                <a:cubicBezTo>
                  <a:pt x="90781" y="4821"/>
                  <a:pt x="90766" y="5072"/>
                  <a:pt x="90737" y="5279"/>
                </a:cubicBezTo>
                <a:cubicBezTo>
                  <a:pt x="90707" y="5486"/>
                  <a:pt x="90663" y="5660"/>
                  <a:pt x="90603" y="5800"/>
                </a:cubicBezTo>
                <a:cubicBezTo>
                  <a:pt x="90544" y="5941"/>
                  <a:pt x="90474" y="6044"/>
                  <a:pt x="90393" y="6111"/>
                </a:cubicBezTo>
                <a:cubicBezTo>
                  <a:pt x="90311" y="6177"/>
                  <a:pt x="90212" y="6211"/>
                  <a:pt x="90093" y="6211"/>
                </a:cubicBezTo>
                <a:cubicBezTo>
                  <a:pt x="89886" y="6211"/>
                  <a:pt x="89598" y="6065"/>
                  <a:pt x="89228" y="5775"/>
                </a:cubicBezTo>
                <a:cubicBezTo>
                  <a:pt x="88859" y="5484"/>
                  <a:pt x="88382" y="5163"/>
                  <a:pt x="87798" y="4813"/>
                </a:cubicBezTo>
                <a:cubicBezTo>
                  <a:pt x="87214" y="4463"/>
                  <a:pt x="86504" y="4142"/>
                  <a:pt x="85668" y="3852"/>
                </a:cubicBezTo>
                <a:cubicBezTo>
                  <a:pt x="84833" y="3561"/>
                  <a:pt x="83831" y="3416"/>
                  <a:pt x="82663" y="3416"/>
                </a:cubicBezTo>
                <a:cubicBezTo>
                  <a:pt x="81391" y="3416"/>
                  <a:pt x="80234" y="3671"/>
                  <a:pt x="79192" y="4181"/>
                </a:cubicBezTo>
                <a:cubicBezTo>
                  <a:pt x="78149" y="4691"/>
                  <a:pt x="77258" y="5442"/>
                  <a:pt x="76519" y="6432"/>
                </a:cubicBezTo>
                <a:cubicBezTo>
                  <a:pt x="75779" y="7423"/>
                  <a:pt x="75206" y="8632"/>
                  <a:pt x="74800" y="10059"/>
                </a:cubicBezTo>
                <a:cubicBezTo>
                  <a:pt x="74393" y="11486"/>
                  <a:pt x="74190" y="13116"/>
                  <a:pt x="74190" y="14950"/>
                </a:cubicBezTo>
                <a:cubicBezTo>
                  <a:pt x="74190" y="16768"/>
                  <a:pt x="74386" y="18377"/>
                  <a:pt x="74778" y="19774"/>
                </a:cubicBezTo>
                <a:cubicBezTo>
                  <a:pt x="75169" y="21171"/>
                  <a:pt x="75731" y="22339"/>
                  <a:pt x="76463" y="23278"/>
                </a:cubicBezTo>
                <a:cubicBezTo>
                  <a:pt x="77195" y="24217"/>
                  <a:pt x="78094" y="24927"/>
                  <a:pt x="79158" y="25408"/>
                </a:cubicBezTo>
                <a:cubicBezTo>
                  <a:pt x="80223" y="25888"/>
                  <a:pt x="81428" y="26129"/>
                  <a:pt x="82774" y="26129"/>
                </a:cubicBezTo>
                <a:cubicBezTo>
                  <a:pt x="83912" y="26129"/>
                  <a:pt x="84907" y="25987"/>
                  <a:pt x="85757" y="25704"/>
                </a:cubicBezTo>
                <a:cubicBezTo>
                  <a:pt x="86607" y="25420"/>
                  <a:pt x="87332" y="25104"/>
                  <a:pt x="87931" y="24753"/>
                </a:cubicBezTo>
                <a:cubicBezTo>
                  <a:pt x="88530" y="24403"/>
                  <a:pt x="89021" y="24086"/>
                  <a:pt x="89406" y="23803"/>
                </a:cubicBezTo>
                <a:cubicBezTo>
                  <a:pt x="89790" y="23520"/>
                  <a:pt x="90093" y="23378"/>
                  <a:pt x="90315" y="23378"/>
                </a:cubicBezTo>
                <a:cubicBezTo>
                  <a:pt x="90419" y="23378"/>
                  <a:pt x="90507" y="23400"/>
                  <a:pt x="90581" y="23445"/>
                </a:cubicBezTo>
                <a:cubicBezTo>
                  <a:pt x="90655" y="23489"/>
                  <a:pt x="90714" y="23574"/>
                  <a:pt x="90759" y="23700"/>
                </a:cubicBezTo>
                <a:cubicBezTo>
                  <a:pt x="90803" y="23826"/>
                  <a:pt x="90836" y="23999"/>
                  <a:pt x="90859" y="24221"/>
                </a:cubicBezTo>
                <a:cubicBezTo>
                  <a:pt x="90881" y="24443"/>
                  <a:pt x="90892" y="24724"/>
                  <a:pt x="90892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5" y="28790"/>
                  <a:pt x="116796" y="28879"/>
                </a:cubicBezTo>
                <a:cubicBezTo>
                  <a:pt x="116736" y="28968"/>
                  <a:pt x="116633" y="29038"/>
                  <a:pt x="116485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4" y="29278"/>
                  <a:pt x="114999" y="29278"/>
                </a:cubicBezTo>
                <a:cubicBezTo>
                  <a:pt x="114614" y="29278"/>
                  <a:pt x="114304" y="29260"/>
                  <a:pt x="114067" y="29223"/>
                </a:cubicBezTo>
                <a:cubicBezTo>
                  <a:pt x="113831" y="29186"/>
                  <a:pt x="113639" y="29141"/>
                  <a:pt x="113491" y="29090"/>
                </a:cubicBezTo>
                <a:cubicBezTo>
                  <a:pt x="113343" y="29038"/>
                  <a:pt x="113239" y="28968"/>
                  <a:pt x="113180" y="28879"/>
                </a:cubicBezTo>
                <a:cubicBezTo>
                  <a:pt x="113121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6" y="29038"/>
                  <a:pt x="99628" y="29090"/>
                </a:cubicBezTo>
                <a:cubicBezTo>
                  <a:pt x="99480" y="29141"/>
                  <a:pt x="99284" y="29186"/>
                  <a:pt x="99040" y="29223"/>
                </a:cubicBezTo>
                <a:cubicBezTo>
                  <a:pt x="98796" y="29260"/>
                  <a:pt x="98489" y="29278"/>
                  <a:pt x="98120" y="29278"/>
                </a:cubicBezTo>
                <a:cubicBezTo>
                  <a:pt x="97765" y="29278"/>
                  <a:pt x="97462" y="29260"/>
                  <a:pt x="97210" y="29223"/>
                </a:cubicBezTo>
                <a:cubicBezTo>
                  <a:pt x="96959" y="29186"/>
                  <a:pt x="96759" y="29141"/>
                  <a:pt x="96611" y="29090"/>
                </a:cubicBezTo>
                <a:cubicBezTo>
                  <a:pt x="96463" y="29038"/>
                  <a:pt x="96360" y="28968"/>
                  <a:pt x="96301" y="28879"/>
                </a:cubicBezTo>
                <a:cubicBezTo>
                  <a:pt x="96242" y="28790"/>
                  <a:pt x="96212" y="28687"/>
                  <a:pt x="96212" y="28568"/>
                </a:cubicBezTo>
                <a:lnTo>
                  <a:pt x="96212" y="1020"/>
                </a:lnTo>
                <a:cubicBezTo>
                  <a:pt x="96212" y="902"/>
                  <a:pt x="96242" y="798"/>
                  <a:pt x="96301" y="710"/>
                </a:cubicBezTo>
                <a:cubicBezTo>
                  <a:pt x="96360" y="621"/>
                  <a:pt x="96463" y="551"/>
                  <a:pt x="96611" y="499"/>
                </a:cubicBezTo>
                <a:cubicBezTo>
                  <a:pt x="96759" y="447"/>
                  <a:pt x="96959" y="403"/>
                  <a:pt x="97210" y="366"/>
                </a:cubicBezTo>
                <a:cubicBezTo>
                  <a:pt x="97462" y="329"/>
                  <a:pt x="97765" y="311"/>
                  <a:pt x="98120" y="311"/>
                </a:cubicBezTo>
                <a:cubicBezTo>
                  <a:pt x="98489" y="311"/>
                  <a:pt x="98796" y="329"/>
                  <a:pt x="99040" y="366"/>
                </a:cubicBezTo>
                <a:cubicBezTo>
                  <a:pt x="99284" y="403"/>
                  <a:pt x="99480" y="447"/>
                  <a:pt x="99628" y="499"/>
                </a:cubicBezTo>
                <a:cubicBezTo>
                  <a:pt x="99776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1" y="798"/>
                  <a:pt x="113180" y="710"/>
                </a:cubicBezTo>
                <a:cubicBezTo>
                  <a:pt x="113239" y="621"/>
                  <a:pt x="113343" y="551"/>
                  <a:pt x="113491" y="499"/>
                </a:cubicBezTo>
                <a:cubicBezTo>
                  <a:pt x="113639" y="447"/>
                  <a:pt x="113831" y="403"/>
                  <a:pt x="114067" y="366"/>
                </a:cubicBezTo>
                <a:cubicBezTo>
                  <a:pt x="114304" y="329"/>
                  <a:pt x="114614" y="311"/>
                  <a:pt x="114999" y="311"/>
                </a:cubicBezTo>
                <a:cubicBezTo>
                  <a:pt x="115354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5" y="499"/>
                </a:cubicBezTo>
                <a:cubicBezTo>
                  <a:pt x="116633" y="551"/>
                  <a:pt x="116736" y="621"/>
                  <a:pt x="116796" y="710"/>
                </a:cubicBezTo>
                <a:cubicBezTo>
                  <a:pt x="116855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4" y="35766"/>
                </a:moveTo>
                <a:cubicBezTo>
                  <a:pt x="143274" y="36287"/>
                  <a:pt x="143215" y="36667"/>
                  <a:pt x="143096" y="36906"/>
                </a:cubicBezTo>
                <a:cubicBezTo>
                  <a:pt x="142978" y="37144"/>
                  <a:pt x="142793" y="37263"/>
                  <a:pt x="142542" y="37263"/>
                </a:cubicBezTo>
                <a:lnTo>
                  <a:pt x="121182" y="37263"/>
                </a:lnTo>
                <a:cubicBezTo>
                  <a:pt x="120931" y="37263"/>
                  <a:pt x="120739" y="37151"/>
                  <a:pt x="120605" y="36928"/>
                </a:cubicBezTo>
                <a:cubicBezTo>
                  <a:pt x="120472" y="36705"/>
                  <a:pt x="120406" y="36332"/>
                  <a:pt x="120406" y="35810"/>
                </a:cubicBezTo>
                <a:cubicBezTo>
                  <a:pt x="120406" y="35304"/>
                  <a:pt x="120472" y="34924"/>
                  <a:pt x="120605" y="34671"/>
                </a:cubicBezTo>
                <a:cubicBezTo>
                  <a:pt x="120739" y="34418"/>
                  <a:pt x="120931" y="34291"/>
                  <a:pt x="121182" y="34291"/>
                </a:cubicBezTo>
                <a:lnTo>
                  <a:pt x="142542" y="34291"/>
                </a:lnTo>
                <a:cubicBezTo>
                  <a:pt x="142779" y="34291"/>
                  <a:pt x="142960" y="34410"/>
                  <a:pt x="143085" y="34649"/>
                </a:cubicBezTo>
                <a:cubicBezTo>
                  <a:pt x="143211" y="34887"/>
                  <a:pt x="143274" y="35260"/>
                  <a:pt x="143274" y="35766"/>
                </a:cubicBezTo>
                <a:close/>
                <a:moveTo>
                  <a:pt x="163900" y="13662"/>
                </a:moveTo>
                <a:cubicBezTo>
                  <a:pt x="163900" y="14906"/>
                  <a:pt x="163826" y="16165"/>
                  <a:pt x="163678" y="17438"/>
                </a:cubicBezTo>
                <a:cubicBezTo>
                  <a:pt x="163531" y="18712"/>
                  <a:pt x="163279" y="19937"/>
                  <a:pt x="162924" y="21114"/>
                </a:cubicBezTo>
                <a:cubicBezTo>
                  <a:pt x="162569" y="22291"/>
                  <a:pt x="162092" y="23395"/>
                  <a:pt x="161494" y="24424"/>
                </a:cubicBezTo>
                <a:cubicBezTo>
                  <a:pt x="160895" y="25453"/>
                  <a:pt x="160141" y="26353"/>
                  <a:pt x="159231" y="27123"/>
                </a:cubicBezTo>
                <a:cubicBezTo>
                  <a:pt x="158322" y="27893"/>
                  <a:pt x="157242" y="28497"/>
                  <a:pt x="155993" y="28934"/>
                </a:cubicBezTo>
                <a:cubicBezTo>
                  <a:pt x="154743" y="29370"/>
                  <a:pt x="153291" y="29589"/>
                  <a:pt x="151634" y="29589"/>
                </a:cubicBezTo>
                <a:cubicBezTo>
                  <a:pt x="150999" y="29589"/>
                  <a:pt x="150381" y="29548"/>
                  <a:pt x="149782" y="29467"/>
                </a:cubicBezTo>
                <a:cubicBezTo>
                  <a:pt x="149183" y="29385"/>
                  <a:pt x="148644" y="29286"/>
                  <a:pt x="148163" y="29167"/>
                </a:cubicBezTo>
                <a:cubicBezTo>
                  <a:pt x="147683" y="29049"/>
                  <a:pt x="147280" y="28923"/>
                  <a:pt x="146954" y="28790"/>
                </a:cubicBezTo>
                <a:cubicBezTo>
                  <a:pt x="146629" y="28657"/>
                  <a:pt x="146392" y="28524"/>
                  <a:pt x="146245" y="28391"/>
                </a:cubicBezTo>
                <a:cubicBezTo>
                  <a:pt x="146097" y="28258"/>
                  <a:pt x="145989" y="28077"/>
                  <a:pt x="145923" y="27848"/>
                </a:cubicBezTo>
                <a:cubicBezTo>
                  <a:pt x="145856" y="27618"/>
                  <a:pt x="145823" y="27312"/>
                  <a:pt x="145823" y="26927"/>
                </a:cubicBezTo>
                <a:cubicBezTo>
                  <a:pt x="145823" y="26602"/>
                  <a:pt x="145834" y="26343"/>
                  <a:pt x="145856" y="26151"/>
                </a:cubicBezTo>
                <a:cubicBezTo>
                  <a:pt x="145879" y="25959"/>
                  <a:pt x="145912" y="25811"/>
                  <a:pt x="145956" y="25707"/>
                </a:cubicBezTo>
                <a:cubicBezTo>
                  <a:pt x="146001" y="25604"/>
                  <a:pt x="146063" y="25533"/>
                  <a:pt x="146145" y="25496"/>
                </a:cubicBezTo>
                <a:cubicBezTo>
                  <a:pt x="146226" y="25460"/>
                  <a:pt x="146326" y="25441"/>
                  <a:pt x="146444" y="25441"/>
                </a:cubicBezTo>
                <a:cubicBezTo>
                  <a:pt x="146607" y="25441"/>
                  <a:pt x="146836" y="25496"/>
                  <a:pt x="147132" y="25607"/>
                </a:cubicBezTo>
                <a:cubicBezTo>
                  <a:pt x="147427" y="25718"/>
                  <a:pt x="147801" y="25840"/>
                  <a:pt x="148252" y="25973"/>
                </a:cubicBezTo>
                <a:cubicBezTo>
                  <a:pt x="148703" y="26106"/>
                  <a:pt x="149231" y="26228"/>
                  <a:pt x="149838" y="26339"/>
                </a:cubicBezTo>
                <a:cubicBezTo>
                  <a:pt x="150444" y="26450"/>
                  <a:pt x="151124" y="26506"/>
                  <a:pt x="151878" y="26506"/>
                </a:cubicBezTo>
                <a:cubicBezTo>
                  <a:pt x="153313" y="26506"/>
                  <a:pt x="154544" y="26228"/>
                  <a:pt x="155571" y="25672"/>
                </a:cubicBezTo>
                <a:cubicBezTo>
                  <a:pt x="156599" y="25116"/>
                  <a:pt x="157438" y="24371"/>
                  <a:pt x="158089" y="23437"/>
                </a:cubicBezTo>
                <a:cubicBezTo>
                  <a:pt x="158740" y="22503"/>
                  <a:pt x="159228" y="21420"/>
                  <a:pt x="159553" y="20190"/>
                </a:cubicBezTo>
                <a:cubicBezTo>
                  <a:pt x="159878" y="18959"/>
                  <a:pt x="160056" y="17664"/>
                  <a:pt x="160085" y="16303"/>
                </a:cubicBezTo>
                <a:cubicBezTo>
                  <a:pt x="159301" y="16761"/>
                  <a:pt x="158362" y="17168"/>
                  <a:pt x="157268" y="17523"/>
                </a:cubicBezTo>
                <a:cubicBezTo>
                  <a:pt x="156174" y="17877"/>
                  <a:pt x="154917" y="18055"/>
                  <a:pt x="153498" y="18055"/>
                </a:cubicBezTo>
                <a:cubicBezTo>
                  <a:pt x="151901" y="18055"/>
                  <a:pt x="150559" y="17837"/>
                  <a:pt x="149472" y="17400"/>
                </a:cubicBezTo>
                <a:cubicBezTo>
                  <a:pt x="148385" y="16963"/>
                  <a:pt x="147513" y="16367"/>
                  <a:pt x="146854" y="15612"/>
                </a:cubicBezTo>
                <a:cubicBezTo>
                  <a:pt x="146196" y="14857"/>
                  <a:pt x="145723" y="13961"/>
                  <a:pt x="145435" y="12925"/>
                </a:cubicBezTo>
                <a:cubicBezTo>
                  <a:pt x="145147" y="11889"/>
                  <a:pt x="145002" y="10756"/>
                  <a:pt x="145002" y="9527"/>
                </a:cubicBezTo>
                <a:cubicBezTo>
                  <a:pt x="145002" y="8254"/>
                  <a:pt x="145187" y="7043"/>
                  <a:pt x="145557" y="5896"/>
                </a:cubicBezTo>
                <a:cubicBezTo>
                  <a:pt x="145927" y="4748"/>
                  <a:pt x="146503" y="3738"/>
                  <a:pt x="147287" y="2865"/>
                </a:cubicBezTo>
                <a:cubicBezTo>
                  <a:pt x="148071" y="1991"/>
                  <a:pt x="149069" y="1296"/>
                  <a:pt x="150281" y="778"/>
                </a:cubicBezTo>
                <a:cubicBezTo>
                  <a:pt x="151494" y="259"/>
                  <a:pt x="152943" y="0"/>
                  <a:pt x="154629" y="0"/>
                </a:cubicBezTo>
                <a:cubicBezTo>
                  <a:pt x="155826" y="0"/>
                  <a:pt x="156887" y="152"/>
                  <a:pt x="157812" y="455"/>
                </a:cubicBezTo>
                <a:cubicBezTo>
                  <a:pt x="158736" y="759"/>
                  <a:pt x="159538" y="1196"/>
                  <a:pt x="160218" y="1766"/>
                </a:cubicBezTo>
                <a:cubicBezTo>
                  <a:pt x="160898" y="2336"/>
                  <a:pt x="161475" y="3025"/>
                  <a:pt x="161948" y="3832"/>
                </a:cubicBezTo>
                <a:cubicBezTo>
                  <a:pt x="162422" y="4639"/>
                  <a:pt x="162802" y="5554"/>
                  <a:pt x="163091" y="6576"/>
                </a:cubicBezTo>
                <a:cubicBezTo>
                  <a:pt x="163379" y="7598"/>
                  <a:pt x="163586" y="8704"/>
                  <a:pt x="163712" y="9897"/>
                </a:cubicBezTo>
                <a:cubicBezTo>
                  <a:pt x="163837" y="11088"/>
                  <a:pt x="163900" y="12343"/>
                  <a:pt x="163900" y="13662"/>
                </a:cubicBezTo>
                <a:moveTo>
                  <a:pt x="160019" y="13238"/>
                </a:moveTo>
                <a:cubicBezTo>
                  <a:pt x="160019" y="11342"/>
                  <a:pt x="159893" y="9746"/>
                  <a:pt x="159642" y="8450"/>
                </a:cubicBezTo>
                <a:cubicBezTo>
                  <a:pt x="159390" y="7153"/>
                  <a:pt x="159020" y="6105"/>
                  <a:pt x="158533" y="5305"/>
                </a:cubicBezTo>
                <a:cubicBezTo>
                  <a:pt x="158045" y="4505"/>
                  <a:pt x="157446" y="3928"/>
                  <a:pt x="156736" y="3572"/>
                </a:cubicBezTo>
                <a:cubicBezTo>
                  <a:pt x="156026" y="3217"/>
                  <a:pt x="155205" y="3039"/>
                  <a:pt x="154274" y="3039"/>
                </a:cubicBezTo>
                <a:cubicBezTo>
                  <a:pt x="153313" y="3039"/>
                  <a:pt x="152492" y="3213"/>
                  <a:pt x="151812" y="3561"/>
                </a:cubicBezTo>
                <a:cubicBezTo>
                  <a:pt x="151132" y="3909"/>
                  <a:pt x="150573" y="4376"/>
                  <a:pt x="150137" y="4961"/>
                </a:cubicBezTo>
                <a:cubicBezTo>
                  <a:pt x="149701" y="5546"/>
                  <a:pt x="149379" y="6209"/>
                  <a:pt x="149172" y="6949"/>
                </a:cubicBezTo>
                <a:cubicBezTo>
                  <a:pt x="148965" y="7690"/>
                  <a:pt x="148862" y="8453"/>
                  <a:pt x="148862" y="9239"/>
                </a:cubicBezTo>
                <a:cubicBezTo>
                  <a:pt x="148862" y="10113"/>
                  <a:pt x="148954" y="10913"/>
                  <a:pt x="149139" y="11639"/>
                </a:cubicBezTo>
                <a:cubicBezTo>
                  <a:pt x="149324" y="12364"/>
                  <a:pt x="149623" y="12979"/>
                  <a:pt x="150037" y="13483"/>
                </a:cubicBezTo>
                <a:cubicBezTo>
                  <a:pt x="150451" y="13987"/>
                  <a:pt x="150991" y="14376"/>
                  <a:pt x="151657" y="14650"/>
                </a:cubicBezTo>
                <a:cubicBezTo>
                  <a:pt x="152322" y="14924"/>
                  <a:pt x="153143" y="15061"/>
                  <a:pt x="154119" y="15061"/>
                </a:cubicBezTo>
                <a:cubicBezTo>
                  <a:pt x="155228" y="15061"/>
                  <a:pt x="156300" y="14894"/>
                  <a:pt x="157335" y="14561"/>
                </a:cubicBezTo>
                <a:cubicBezTo>
                  <a:pt x="158370" y="14227"/>
                  <a:pt x="159264" y="13786"/>
                  <a:pt x="160019" y="1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D8F14-84C6-46EA-BA5E-370D83F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59177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PATCH_10">
            <a:extLst xmlns:a="http://schemas.openxmlformats.org/drawingml/2006/main">
              <a:ext uri="{FF2B5EF4-FFF2-40B4-BE49-F238E27FC236}">
                <a16:creationId xmlns:a16="http://schemas.microsoft.com/office/drawing/2014/main" id="{4F160780-8874-4420-B3F2-5F5B1DF8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576" y="3612753"/>
            <a:ext cx="187435" cy="37263"/>
          </a:xfrm>
          <a:custGeom xmlns:a="http://schemas.openxmlformats.org/drawingml/2006/main">
            <a:pathLst>
              <a:path w="187435" h="37263">
                <a:moveTo>
                  <a:pt x="17634" y="8850"/>
                </a:moveTo>
                <a:cubicBezTo>
                  <a:pt x="17634" y="10284"/>
                  <a:pt x="17397" y="11578"/>
                  <a:pt x="16924" y="12732"/>
                </a:cubicBezTo>
                <a:cubicBezTo>
                  <a:pt x="16451" y="13885"/>
                  <a:pt x="15774" y="14868"/>
                  <a:pt x="14894" y="15682"/>
                </a:cubicBezTo>
                <a:cubicBezTo>
                  <a:pt x="14014" y="16495"/>
                  <a:pt x="12935" y="17123"/>
                  <a:pt x="11656" y="17567"/>
                </a:cubicBezTo>
                <a:cubicBezTo>
                  <a:pt x="10377" y="18011"/>
                  <a:pt x="8850" y="18232"/>
                  <a:pt x="7076" y="18232"/>
                </a:cubicBezTo>
                <a:lnTo>
                  <a:pt x="3815" y="18232"/>
                </a:lnTo>
                <a:lnTo>
                  <a:pt x="3815" y="28568"/>
                </a:lnTo>
                <a:cubicBezTo>
                  <a:pt x="3815" y="28687"/>
                  <a:pt x="3782" y="28790"/>
                  <a:pt x="3715" y="28879"/>
                </a:cubicBezTo>
                <a:cubicBezTo>
                  <a:pt x="3649" y="28968"/>
                  <a:pt x="3545" y="29038"/>
                  <a:pt x="3405" y="29090"/>
                </a:cubicBezTo>
                <a:cubicBezTo>
                  <a:pt x="3264" y="29141"/>
                  <a:pt x="3072" y="29186"/>
                  <a:pt x="2828" y="29223"/>
                </a:cubicBezTo>
                <a:cubicBezTo>
                  <a:pt x="2584" y="29260"/>
                  <a:pt x="2277" y="29278"/>
                  <a:pt x="1908" y="29278"/>
                </a:cubicBezTo>
                <a:cubicBezTo>
                  <a:pt x="1538" y="29278"/>
                  <a:pt x="1231" y="29260"/>
                  <a:pt x="987" y="29223"/>
                </a:cubicBezTo>
                <a:cubicBezTo>
                  <a:pt x="743" y="29186"/>
                  <a:pt x="547" y="29141"/>
                  <a:pt x="399" y="29090"/>
                </a:cubicBezTo>
                <a:cubicBezTo>
                  <a:pt x="251" y="29038"/>
                  <a:pt x="148" y="28968"/>
                  <a:pt x="89" y="28879"/>
                </a:cubicBezTo>
                <a:cubicBezTo>
                  <a:pt x="30" y="28790"/>
                  <a:pt x="0" y="28687"/>
                  <a:pt x="0" y="28568"/>
                </a:cubicBezTo>
                <a:lnTo>
                  <a:pt x="0" y="2085"/>
                </a:lnTo>
                <a:cubicBezTo>
                  <a:pt x="0" y="1493"/>
                  <a:pt x="155" y="1072"/>
                  <a:pt x="466" y="821"/>
                </a:cubicBezTo>
                <a:cubicBezTo>
                  <a:pt x="776" y="569"/>
                  <a:pt x="1124" y="444"/>
                  <a:pt x="1508" y="444"/>
                </a:cubicBezTo>
                <a:lnTo>
                  <a:pt x="7652" y="444"/>
                </a:lnTo>
                <a:cubicBezTo>
                  <a:pt x="8273" y="444"/>
                  <a:pt x="8869" y="469"/>
                  <a:pt x="9438" y="521"/>
                </a:cubicBezTo>
                <a:cubicBezTo>
                  <a:pt x="10007" y="573"/>
                  <a:pt x="10680" y="684"/>
                  <a:pt x="11456" y="854"/>
                </a:cubicBezTo>
                <a:cubicBezTo>
                  <a:pt x="12233" y="1024"/>
                  <a:pt x="13024" y="1342"/>
                  <a:pt x="13830" y="1808"/>
                </a:cubicBezTo>
                <a:cubicBezTo>
                  <a:pt x="14635" y="2274"/>
                  <a:pt x="15319" y="2846"/>
                  <a:pt x="15881" y="3527"/>
                </a:cubicBezTo>
                <a:cubicBezTo>
                  <a:pt x="16443" y="4207"/>
                  <a:pt x="16876" y="4994"/>
                  <a:pt x="17179" y="5889"/>
                </a:cubicBezTo>
                <a:cubicBezTo>
                  <a:pt x="17482" y="6784"/>
                  <a:pt x="17634" y="7771"/>
                  <a:pt x="17634" y="8850"/>
                </a:cubicBezTo>
                <a:moveTo>
                  <a:pt x="13619" y="9161"/>
                </a:moveTo>
                <a:cubicBezTo>
                  <a:pt x="13619" y="7992"/>
                  <a:pt x="13401" y="7016"/>
                  <a:pt x="12965" y="6233"/>
                </a:cubicBezTo>
                <a:cubicBezTo>
                  <a:pt x="12528" y="5449"/>
                  <a:pt x="11989" y="4865"/>
                  <a:pt x="11345" y="4480"/>
                </a:cubicBezTo>
                <a:cubicBezTo>
                  <a:pt x="10702" y="4096"/>
                  <a:pt x="10037" y="3852"/>
                  <a:pt x="9349" y="3749"/>
                </a:cubicBezTo>
                <a:cubicBezTo>
                  <a:pt x="8661" y="3645"/>
                  <a:pt x="7992" y="3593"/>
                  <a:pt x="7342" y="3593"/>
                </a:cubicBezTo>
                <a:lnTo>
                  <a:pt x="3815" y="3593"/>
                </a:lnTo>
                <a:lnTo>
                  <a:pt x="3815" y="15105"/>
                </a:lnTo>
                <a:lnTo>
                  <a:pt x="7253" y="15105"/>
                </a:lnTo>
                <a:cubicBezTo>
                  <a:pt x="8406" y="15105"/>
                  <a:pt x="9364" y="14957"/>
                  <a:pt x="10125" y="14661"/>
                </a:cubicBezTo>
                <a:cubicBezTo>
                  <a:pt x="10887" y="14366"/>
                  <a:pt x="11526" y="13955"/>
                  <a:pt x="12044" y="13430"/>
                </a:cubicBezTo>
                <a:cubicBezTo>
                  <a:pt x="12562" y="12905"/>
                  <a:pt x="12953" y="12277"/>
                  <a:pt x="13220" y="11545"/>
                </a:cubicBezTo>
                <a:cubicBezTo>
                  <a:pt x="13486" y="10813"/>
                  <a:pt x="13619" y="10018"/>
                  <a:pt x="13619" y="9161"/>
                </a:cubicBezTo>
                <a:close/>
                <a:moveTo>
                  <a:pt x="44979" y="27792"/>
                </a:moveTo>
                <a:cubicBezTo>
                  <a:pt x="45097" y="28117"/>
                  <a:pt x="45160" y="28380"/>
                  <a:pt x="45167" y="28580"/>
                </a:cubicBezTo>
                <a:cubicBezTo>
                  <a:pt x="45175" y="28779"/>
                  <a:pt x="45119" y="28931"/>
                  <a:pt x="45001" y="29034"/>
                </a:cubicBezTo>
                <a:cubicBezTo>
                  <a:pt x="44883" y="29138"/>
                  <a:pt x="44687" y="29204"/>
                  <a:pt x="44413" y="29234"/>
                </a:cubicBezTo>
                <a:cubicBezTo>
                  <a:pt x="44140" y="29263"/>
                  <a:pt x="43774" y="29278"/>
                  <a:pt x="43315" y="29278"/>
                </a:cubicBezTo>
                <a:cubicBezTo>
                  <a:pt x="42857" y="29278"/>
                  <a:pt x="42491" y="29267"/>
                  <a:pt x="42217" y="29245"/>
                </a:cubicBezTo>
                <a:cubicBezTo>
                  <a:pt x="41944" y="29223"/>
                  <a:pt x="41737" y="29186"/>
                  <a:pt x="41596" y="29134"/>
                </a:cubicBezTo>
                <a:cubicBezTo>
                  <a:pt x="41456" y="29082"/>
                  <a:pt x="41352" y="29012"/>
                  <a:pt x="41286" y="28923"/>
                </a:cubicBezTo>
                <a:cubicBezTo>
                  <a:pt x="41219" y="28835"/>
                  <a:pt x="41156" y="28724"/>
                  <a:pt x="41097" y="28591"/>
                </a:cubicBezTo>
                <a:lnTo>
                  <a:pt x="38635" y="21604"/>
                </a:lnTo>
                <a:lnTo>
                  <a:pt x="26702" y="21604"/>
                </a:lnTo>
                <a:lnTo>
                  <a:pt x="24351" y="28502"/>
                </a:lnTo>
                <a:cubicBezTo>
                  <a:pt x="24306" y="28635"/>
                  <a:pt x="24247" y="28750"/>
                  <a:pt x="24173" y="28846"/>
                </a:cubicBezTo>
                <a:cubicBezTo>
                  <a:pt x="24099" y="28942"/>
                  <a:pt x="23992" y="29023"/>
                  <a:pt x="23852" y="29090"/>
                </a:cubicBezTo>
                <a:cubicBezTo>
                  <a:pt x="23711" y="29156"/>
                  <a:pt x="23512" y="29204"/>
                  <a:pt x="23253" y="29234"/>
                </a:cubicBezTo>
                <a:cubicBezTo>
                  <a:pt x="22994" y="29263"/>
                  <a:pt x="22658" y="29278"/>
                  <a:pt x="22244" y="29278"/>
                </a:cubicBezTo>
                <a:cubicBezTo>
                  <a:pt x="21815" y="29278"/>
                  <a:pt x="21464" y="29260"/>
                  <a:pt x="21190" y="29223"/>
                </a:cubicBezTo>
                <a:cubicBezTo>
                  <a:pt x="20917" y="29186"/>
                  <a:pt x="20724" y="29116"/>
                  <a:pt x="20613" y="29012"/>
                </a:cubicBezTo>
                <a:cubicBezTo>
                  <a:pt x="20503" y="28909"/>
                  <a:pt x="20451" y="28757"/>
                  <a:pt x="20458" y="28557"/>
                </a:cubicBezTo>
                <a:cubicBezTo>
                  <a:pt x="20466" y="28358"/>
                  <a:pt x="20528" y="28095"/>
                  <a:pt x="20647" y="27770"/>
                </a:cubicBezTo>
                <a:lnTo>
                  <a:pt x="30273" y="1109"/>
                </a:lnTo>
                <a:cubicBezTo>
                  <a:pt x="30332" y="946"/>
                  <a:pt x="30410" y="813"/>
                  <a:pt x="30506" y="710"/>
                </a:cubicBezTo>
                <a:cubicBezTo>
                  <a:pt x="30602" y="606"/>
                  <a:pt x="30743" y="525"/>
                  <a:pt x="30927" y="466"/>
                </a:cubicBezTo>
                <a:cubicBezTo>
                  <a:pt x="31112" y="407"/>
                  <a:pt x="31349" y="366"/>
                  <a:pt x="31637" y="344"/>
                </a:cubicBezTo>
                <a:cubicBezTo>
                  <a:pt x="31925" y="322"/>
                  <a:pt x="32291" y="311"/>
                  <a:pt x="32735" y="311"/>
                </a:cubicBezTo>
                <a:cubicBezTo>
                  <a:pt x="33208" y="311"/>
                  <a:pt x="33600" y="322"/>
                  <a:pt x="33911" y="344"/>
                </a:cubicBezTo>
                <a:cubicBezTo>
                  <a:pt x="34221" y="366"/>
                  <a:pt x="34473" y="407"/>
                  <a:pt x="34665" y="466"/>
                </a:cubicBezTo>
                <a:cubicBezTo>
                  <a:pt x="34857" y="525"/>
                  <a:pt x="35005" y="610"/>
                  <a:pt x="35108" y="721"/>
                </a:cubicBezTo>
                <a:cubicBezTo>
                  <a:pt x="35212" y="832"/>
                  <a:pt x="35293" y="969"/>
                  <a:pt x="35352" y="1131"/>
                </a:cubicBezTo>
                <a:lnTo>
                  <a:pt x="44979" y="27792"/>
                </a:lnTo>
                <a:moveTo>
                  <a:pt x="32624" y="4259"/>
                </a:moveTo>
                <a:lnTo>
                  <a:pt x="32602" y="4259"/>
                </a:lnTo>
                <a:lnTo>
                  <a:pt x="27656" y="18565"/>
                </a:lnTo>
                <a:lnTo>
                  <a:pt x="37637" y="18565"/>
                </a:lnTo>
                <a:lnTo>
                  <a:pt x="32624" y="4259"/>
                </a:lnTo>
                <a:close/>
                <a:moveTo>
                  <a:pt x="67911" y="2085"/>
                </a:moveTo>
                <a:cubicBezTo>
                  <a:pt x="67911" y="2366"/>
                  <a:pt x="67896" y="2610"/>
                  <a:pt x="67867" y="2817"/>
                </a:cubicBezTo>
                <a:cubicBezTo>
                  <a:pt x="67837" y="3024"/>
                  <a:pt x="67789" y="3190"/>
                  <a:pt x="67722" y="3316"/>
                </a:cubicBezTo>
                <a:cubicBezTo>
                  <a:pt x="67656" y="3442"/>
                  <a:pt x="67575" y="3534"/>
                  <a:pt x="67478" y="3593"/>
                </a:cubicBezTo>
                <a:cubicBezTo>
                  <a:pt x="67382" y="3652"/>
                  <a:pt x="67275" y="3682"/>
                  <a:pt x="67157" y="3682"/>
                </a:cubicBezTo>
                <a:lnTo>
                  <a:pt x="59083" y="3682"/>
                </a:lnTo>
                <a:lnTo>
                  <a:pt x="59083" y="28568"/>
                </a:lnTo>
                <a:cubicBezTo>
                  <a:pt x="59083" y="28687"/>
                  <a:pt x="59054" y="28790"/>
                  <a:pt x="58994" y="28879"/>
                </a:cubicBezTo>
                <a:cubicBezTo>
                  <a:pt x="58935" y="28968"/>
                  <a:pt x="58832" y="29038"/>
                  <a:pt x="58684" y="29090"/>
                </a:cubicBezTo>
                <a:cubicBezTo>
                  <a:pt x="58536" y="29141"/>
                  <a:pt x="58340" y="29186"/>
                  <a:pt x="58096" y="29223"/>
                </a:cubicBezTo>
                <a:cubicBezTo>
                  <a:pt x="57852" y="29260"/>
                  <a:pt x="57545" y="29278"/>
                  <a:pt x="57176" y="29278"/>
                </a:cubicBezTo>
                <a:cubicBezTo>
                  <a:pt x="56821" y="29278"/>
                  <a:pt x="56518" y="29260"/>
                  <a:pt x="56266" y="29223"/>
                </a:cubicBezTo>
                <a:cubicBezTo>
                  <a:pt x="56015" y="29186"/>
                  <a:pt x="55815" y="29141"/>
                  <a:pt x="55667" y="29090"/>
                </a:cubicBezTo>
                <a:cubicBezTo>
                  <a:pt x="55519" y="29038"/>
                  <a:pt x="55416" y="28968"/>
                  <a:pt x="55357" y="28879"/>
                </a:cubicBezTo>
                <a:cubicBezTo>
                  <a:pt x="55298" y="28790"/>
                  <a:pt x="55268" y="28687"/>
                  <a:pt x="55268" y="28568"/>
                </a:cubicBezTo>
                <a:lnTo>
                  <a:pt x="55268" y="3682"/>
                </a:lnTo>
                <a:lnTo>
                  <a:pt x="47194" y="3682"/>
                </a:lnTo>
                <a:cubicBezTo>
                  <a:pt x="47076" y="3682"/>
                  <a:pt x="46969" y="3652"/>
                  <a:pt x="46873" y="3593"/>
                </a:cubicBezTo>
                <a:cubicBezTo>
                  <a:pt x="46777" y="3534"/>
                  <a:pt x="46699" y="3442"/>
                  <a:pt x="46640" y="3316"/>
                </a:cubicBezTo>
                <a:cubicBezTo>
                  <a:pt x="46581" y="3190"/>
                  <a:pt x="46533" y="3024"/>
                  <a:pt x="46496" y="2817"/>
                </a:cubicBezTo>
                <a:cubicBezTo>
                  <a:pt x="46459" y="2610"/>
                  <a:pt x="46440" y="2366"/>
                  <a:pt x="46440" y="2085"/>
                </a:cubicBezTo>
                <a:cubicBezTo>
                  <a:pt x="46440" y="1804"/>
                  <a:pt x="46459" y="1556"/>
                  <a:pt x="46496" y="1342"/>
                </a:cubicBezTo>
                <a:cubicBezTo>
                  <a:pt x="46533" y="1128"/>
                  <a:pt x="46581" y="954"/>
                  <a:pt x="46640" y="821"/>
                </a:cubicBezTo>
                <a:cubicBezTo>
                  <a:pt x="46699" y="688"/>
                  <a:pt x="46777" y="591"/>
                  <a:pt x="46873" y="532"/>
                </a:cubicBezTo>
                <a:cubicBezTo>
                  <a:pt x="46969" y="473"/>
                  <a:pt x="47076" y="444"/>
                  <a:pt x="47194" y="444"/>
                </a:cubicBezTo>
                <a:lnTo>
                  <a:pt x="67157" y="444"/>
                </a:lnTo>
                <a:cubicBezTo>
                  <a:pt x="67275" y="444"/>
                  <a:pt x="67382" y="473"/>
                  <a:pt x="67478" y="532"/>
                </a:cubicBezTo>
                <a:cubicBezTo>
                  <a:pt x="67575" y="591"/>
                  <a:pt x="67656" y="688"/>
                  <a:pt x="67722" y="821"/>
                </a:cubicBezTo>
                <a:cubicBezTo>
                  <a:pt x="67789" y="954"/>
                  <a:pt x="67837" y="1128"/>
                  <a:pt x="67867" y="1342"/>
                </a:cubicBezTo>
                <a:cubicBezTo>
                  <a:pt x="67896" y="1556"/>
                  <a:pt x="67911" y="1804"/>
                  <a:pt x="67911" y="2085"/>
                </a:cubicBezTo>
                <a:close/>
                <a:moveTo>
                  <a:pt x="90891" y="25064"/>
                </a:moveTo>
                <a:cubicBezTo>
                  <a:pt x="90891" y="25301"/>
                  <a:pt x="90883" y="25508"/>
                  <a:pt x="90868" y="25685"/>
                </a:cubicBezTo>
                <a:cubicBezTo>
                  <a:pt x="90854" y="25862"/>
                  <a:pt x="90828" y="26018"/>
                  <a:pt x="90791" y="26151"/>
                </a:cubicBezTo>
                <a:cubicBezTo>
                  <a:pt x="90754" y="26284"/>
                  <a:pt x="90706" y="26402"/>
                  <a:pt x="90647" y="26506"/>
                </a:cubicBezTo>
                <a:cubicBezTo>
                  <a:pt x="90588" y="26609"/>
                  <a:pt x="90484" y="26736"/>
                  <a:pt x="90336" y="26885"/>
                </a:cubicBezTo>
                <a:cubicBezTo>
                  <a:pt x="90188" y="27034"/>
                  <a:pt x="89878" y="27261"/>
                  <a:pt x="89405" y="27566"/>
                </a:cubicBezTo>
                <a:cubicBezTo>
                  <a:pt x="88931" y="27872"/>
                  <a:pt x="88344" y="28170"/>
                  <a:pt x="87641" y="28460"/>
                </a:cubicBezTo>
                <a:cubicBezTo>
                  <a:pt x="86939" y="28751"/>
                  <a:pt x="86133" y="28997"/>
                  <a:pt x="85224" y="29198"/>
                </a:cubicBezTo>
                <a:cubicBezTo>
                  <a:pt x="84314" y="29399"/>
                  <a:pt x="83320" y="29500"/>
                  <a:pt x="82240" y="29500"/>
                </a:cubicBezTo>
                <a:cubicBezTo>
                  <a:pt x="80377" y="29500"/>
                  <a:pt x="78695" y="29190"/>
                  <a:pt x="77194" y="28568"/>
                </a:cubicBezTo>
                <a:cubicBezTo>
                  <a:pt x="75693" y="27947"/>
                  <a:pt x="74414" y="27031"/>
                  <a:pt x="73357" y="25818"/>
                </a:cubicBezTo>
                <a:cubicBezTo>
                  <a:pt x="72300" y="24606"/>
                  <a:pt x="71486" y="23108"/>
                  <a:pt x="70917" y="21327"/>
                </a:cubicBezTo>
                <a:cubicBezTo>
                  <a:pt x="70348" y="19545"/>
                  <a:pt x="70063" y="17493"/>
                  <a:pt x="70063" y="15171"/>
                </a:cubicBezTo>
                <a:cubicBezTo>
                  <a:pt x="70063" y="12791"/>
                  <a:pt x="70370" y="10669"/>
                  <a:pt x="70984" y="8806"/>
                </a:cubicBezTo>
                <a:cubicBezTo>
                  <a:pt x="71597" y="6942"/>
                  <a:pt x="72459" y="5364"/>
                  <a:pt x="73568" y="4070"/>
                </a:cubicBezTo>
                <a:cubicBezTo>
                  <a:pt x="74677" y="2776"/>
                  <a:pt x="76004" y="1789"/>
                  <a:pt x="77549" y="1109"/>
                </a:cubicBezTo>
                <a:cubicBezTo>
                  <a:pt x="79094" y="429"/>
                  <a:pt x="80806" y="89"/>
                  <a:pt x="82684" y="89"/>
                </a:cubicBezTo>
                <a:cubicBezTo>
                  <a:pt x="83512" y="89"/>
                  <a:pt x="84318" y="167"/>
                  <a:pt x="85102" y="324"/>
                </a:cubicBezTo>
                <a:cubicBezTo>
                  <a:pt x="85885" y="480"/>
                  <a:pt x="86610" y="678"/>
                  <a:pt x="87275" y="916"/>
                </a:cubicBezTo>
                <a:cubicBezTo>
                  <a:pt x="87941" y="1155"/>
                  <a:pt x="88532" y="1431"/>
                  <a:pt x="89050" y="1744"/>
                </a:cubicBezTo>
                <a:cubicBezTo>
                  <a:pt x="89567" y="2057"/>
                  <a:pt x="89926" y="2314"/>
                  <a:pt x="90125" y="2515"/>
                </a:cubicBezTo>
                <a:cubicBezTo>
                  <a:pt x="90325" y="2716"/>
                  <a:pt x="90454" y="2869"/>
                  <a:pt x="90514" y="2972"/>
                </a:cubicBezTo>
                <a:cubicBezTo>
                  <a:pt x="90573" y="3076"/>
                  <a:pt x="90621" y="3198"/>
                  <a:pt x="90658" y="3338"/>
                </a:cubicBezTo>
                <a:cubicBezTo>
                  <a:pt x="90695" y="3479"/>
                  <a:pt x="90724" y="3645"/>
                  <a:pt x="90746" y="3837"/>
                </a:cubicBezTo>
                <a:cubicBezTo>
                  <a:pt x="90769" y="4029"/>
                  <a:pt x="90780" y="4259"/>
                  <a:pt x="90780" y="4525"/>
                </a:cubicBezTo>
                <a:cubicBezTo>
                  <a:pt x="90780" y="4821"/>
                  <a:pt x="90765" y="5072"/>
                  <a:pt x="90735" y="5279"/>
                </a:cubicBezTo>
                <a:cubicBezTo>
                  <a:pt x="90706" y="5486"/>
                  <a:pt x="90661" y="5660"/>
                  <a:pt x="90602" y="5800"/>
                </a:cubicBezTo>
                <a:cubicBezTo>
                  <a:pt x="90543" y="5941"/>
                  <a:pt x="90473" y="6044"/>
                  <a:pt x="90392" y="6111"/>
                </a:cubicBezTo>
                <a:cubicBezTo>
                  <a:pt x="90310" y="6177"/>
                  <a:pt x="90210" y="6211"/>
                  <a:pt x="90092" y="6211"/>
                </a:cubicBezTo>
                <a:cubicBezTo>
                  <a:pt x="89885" y="6211"/>
                  <a:pt x="89597" y="6065"/>
                  <a:pt x="89227" y="5775"/>
                </a:cubicBezTo>
                <a:cubicBezTo>
                  <a:pt x="88857" y="5484"/>
                  <a:pt x="88381" y="5163"/>
                  <a:pt x="87796" y="4813"/>
                </a:cubicBezTo>
                <a:cubicBezTo>
                  <a:pt x="87212" y="4463"/>
                  <a:pt x="86503" y="4142"/>
                  <a:pt x="85667" y="3852"/>
                </a:cubicBezTo>
                <a:cubicBezTo>
                  <a:pt x="84832" y="3561"/>
                  <a:pt x="83830" y="3416"/>
                  <a:pt x="82662" y="3416"/>
                </a:cubicBezTo>
                <a:cubicBezTo>
                  <a:pt x="81390" y="3416"/>
                  <a:pt x="80233" y="3671"/>
                  <a:pt x="79190" y="4181"/>
                </a:cubicBezTo>
                <a:cubicBezTo>
                  <a:pt x="78148" y="4691"/>
                  <a:pt x="77257" y="5442"/>
                  <a:pt x="76518" y="6432"/>
                </a:cubicBezTo>
                <a:cubicBezTo>
                  <a:pt x="75778" y="7423"/>
                  <a:pt x="75205" y="8632"/>
                  <a:pt x="74799" y="10059"/>
                </a:cubicBezTo>
                <a:cubicBezTo>
                  <a:pt x="74392" y="11486"/>
                  <a:pt x="74189" y="13116"/>
                  <a:pt x="74189" y="14950"/>
                </a:cubicBezTo>
                <a:cubicBezTo>
                  <a:pt x="74189" y="16768"/>
                  <a:pt x="74385" y="18377"/>
                  <a:pt x="74776" y="19774"/>
                </a:cubicBezTo>
                <a:cubicBezTo>
                  <a:pt x="75168" y="21171"/>
                  <a:pt x="75730" y="22339"/>
                  <a:pt x="76462" y="23278"/>
                </a:cubicBezTo>
                <a:cubicBezTo>
                  <a:pt x="77194" y="24217"/>
                  <a:pt x="78092" y="24927"/>
                  <a:pt x="79157" y="25408"/>
                </a:cubicBezTo>
                <a:cubicBezTo>
                  <a:pt x="80222" y="25888"/>
                  <a:pt x="81427" y="26129"/>
                  <a:pt x="82773" y="26129"/>
                </a:cubicBezTo>
                <a:cubicBezTo>
                  <a:pt x="83911" y="26129"/>
                  <a:pt x="84906" y="25987"/>
                  <a:pt x="85756" y="25704"/>
                </a:cubicBezTo>
                <a:cubicBezTo>
                  <a:pt x="86606" y="25420"/>
                  <a:pt x="87331" y="25104"/>
                  <a:pt x="87930" y="24753"/>
                </a:cubicBezTo>
                <a:cubicBezTo>
                  <a:pt x="88528" y="24403"/>
                  <a:pt x="89020" y="24086"/>
                  <a:pt x="89405" y="23803"/>
                </a:cubicBezTo>
                <a:cubicBezTo>
                  <a:pt x="89789" y="23520"/>
                  <a:pt x="90092" y="23378"/>
                  <a:pt x="90314" y="23378"/>
                </a:cubicBezTo>
                <a:cubicBezTo>
                  <a:pt x="90417" y="23378"/>
                  <a:pt x="90506" y="23400"/>
                  <a:pt x="90580" y="23445"/>
                </a:cubicBezTo>
                <a:cubicBezTo>
                  <a:pt x="90654" y="23489"/>
                  <a:pt x="90713" y="23574"/>
                  <a:pt x="90758" y="23700"/>
                </a:cubicBezTo>
                <a:cubicBezTo>
                  <a:pt x="90802" y="23826"/>
                  <a:pt x="90835" y="23999"/>
                  <a:pt x="90857" y="24221"/>
                </a:cubicBezTo>
                <a:cubicBezTo>
                  <a:pt x="90880" y="24443"/>
                  <a:pt x="90891" y="24724"/>
                  <a:pt x="90891" y="25064"/>
                </a:cubicBezTo>
                <a:close/>
                <a:moveTo>
                  <a:pt x="116884" y="28568"/>
                </a:moveTo>
                <a:cubicBezTo>
                  <a:pt x="116884" y="28687"/>
                  <a:pt x="116855" y="28790"/>
                  <a:pt x="116796" y="28879"/>
                </a:cubicBezTo>
                <a:cubicBezTo>
                  <a:pt x="116736" y="28968"/>
                  <a:pt x="116633" y="29038"/>
                  <a:pt x="116485" y="29090"/>
                </a:cubicBezTo>
                <a:cubicBezTo>
                  <a:pt x="116337" y="29141"/>
                  <a:pt x="116141" y="29186"/>
                  <a:pt x="115897" y="29223"/>
                </a:cubicBezTo>
                <a:cubicBezTo>
                  <a:pt x="115653" y="29260"/>
                  <a:pt x="115354" y="29278"/>
                  <a:pt x="114999" y="29278"/>
                </a:cubicBezTo>
                <a:cubicBezTo>
                  <a:pt x="114614" y="29278"/>
                  <a:pt x="114304" y="29260"/>
                  <a:pt x="114067" y="29223"/>
                </a:cubicBezTo>
                <a:cubicBezTo>
                  <a:pt x="113831" y="29186"/>
                  <a:pt x="113639" y="29141"/>
                  <a:pt x="113491" y="29090"/>
                </a:cubicBezTo>
                <a:cubicBezTo>
                  <a:pt x="113343" y="29038"/>
                  <a:pt x="113239" y="28968"/>
                  <a:pt x="113180" y="28879"/>
                </a:cubicBezTo>
                <a:cubicBezTo>
                  <a:pt x="113121" y="28790"/>
                  <a:pt x="113091" y="28687"/>
                  <a:pt x="113091" y="28568"/>
                </a:cubicBezTo>
                <a:lnTo>
                  <a:pt x="113091" y="15837"/>
                </a:lnTo>
                <a:lnTo>
                  <a:pt x="100027" y="15837"/>
                </a:lnTo>
                <a:lnTo>
                  <a:pt x="100027" y="28568"/>
                </a:lnTo>
                <a:cubicBezTo>
                  <a:pt x="100027" y="28687"/>
                  <a:pt x="99997" y="28790"/>
                  <a:pt x="99938" y="28879"/>
                </a:cubicBezTo>
                <a:cubicBezTo>
                  <a:pt x="99879" y="28968"/>
                  <a:pt x="99776" y="29038"/>
                  <a:pt x="99628" y="29090"/>
                </a:cubicBezTo>
                <a:cubicBezTo>
                  <a:pt x="99480" y="29141"/>
                  <a:pt x="99284" y="29186"/>
                  <a:pt x="99040" y="29223"/>
                </a:cubicBezTo>
                <a:cubicBezTo>
                  <a:pt x="98796" y="29260"/>
                  <a:pt x="98489" y="29278"/>
                  <a:pt x="98120" y="29278"/>
                </a:cubicBezTo>
                <a:cubicBezTo>
                  <a:pt x="97765" y="29278"/>
                  <a:pt x="97462" y="29260"/>
                  <a:pt x="97210" y="29223"/>
                </a:cubicBezTo>
                <a:cubicBezTo>
                  <a:pt x="96959" y="29186"/>
                  <a:pt x="96759" y="29141"/>
                  <a:pt x="96611" y="29090"/>
                </a:cubicBezTo>
                <a:cubicBezTo>
                  <a:pt x="96463" y="29038"/>
                  <a:pt x="96360" y="28968"/>
                  <a:pt x="96301" y="28879"/>
                </a:cubicBezTo>
                <a:cubicBezTo>
                  <a:pt x="96242" y="28790"/>
                  <a:pt x="96212" y="28687"/>
                  <a:pt x="96212" y="28568"/>
                </a:cubicBezTo>
                <a:lnTo>
                  <a:pt x="96212" y="1020"/>
                </a:lnTo>
                <a:cubicBezTo>
                  <a:pt x="96212" y="902"/>
                  <a:pt x="96242" y="798"/>
                  <a:pt x="96301" y="710"/>
                </a:cubicBezTo>
                <a:cubicBezTo>
                  <a:pt x="96360" y="621"/>
                  <a:pt x="96463" y="551"/>
                  <a:pt x="96611" y="499"/>
                </a:cubicBezTo>
                <a:cubicBezTo>
                  <a:pt x="96759" y="447"/>
                  <a:pt x="96959" y="403"/>
                  <a:pt x="97210" y="366"/>
                </a:cubicBezTo>
                <a:cubicBezTo>
                  <a:pt x="97462" y="329"/>
                  <a:pt x="97765" y="311"/>
                  <a:pt x="98120" y="311"/>
                </a:cubicBezTo>
                <a:cubicBezTo>
                  <a:pt x="98489" y="311"/>
                  <a:pt x="98796" y="329"/>
                  <a:pt x="99040" y="366"/>
                </a:cubicBezTo>
                <a:cubicBezTo>
                  <a:pt x="99284" y="403"/>
                  <a:pt x="99480" y="447"/>
                  <a:pt x="99628" y="499"/>
                </a:cubicBezTo>
                <a:cubicBezTo>
                  <a:pt x="99776" y="551"/>
                  <a:pt x="99879" y="621"/>
                  <a:pt x="99938" y="710"/>
                </a:cubicBezTo>
                <a:cubicBezTo>
                  <a:pt x="99997" y="798"/>
                  <a:pt x="100027" y="902"/>
                  <a:pt x="100027" y="1020"/>
                </a:cubicBezTo>
                <a:lnTo>
                  <a:pt x="100027" y="12510"/>
                </a:lnTo>
                <a:lnTo>
                  <a:pt x="113091" y="12510"/>
                </a:lnTo>
                <a:lnTo>
                  <a:pt x="113091" y="1020"/>
                </a:lnTo>
                <a:cubicBezTo>
                  <a:pt x="113091" y="902"/>
                  <a:pt x="113121" y="798"/>
                  <a:pt x="113180" y="710"/>
                </a:cubicBezTo>
                <a:cubicBezTo>
                  <a:pt x="113239" y="621"/>
                  <a:pt x="113343" y="551"/>
                  <a:pt x="113491" y="499"/>
                </a:cubicBezTo>
                <a:cubicBezTo>
                  <a:pt x="113639" y="447"/>
                  <a:pt x="113831" y="403"/>
                  <a:pt x="114067" y="366"/>
                </a:cubicBezTo>
                <a:cubicBezTo>
                  <a:pt x="114304" y="329"/>
                  <a:pt x="114614" y="311"/>
                  <a:pt x="114999" y="311"/>
                </a:cubicBezTo>
                <a:cubicBezTo>
                  <a:pt x="115354" y="311"/>
                  <a:pt x="115653" y="329"/>
                  <a:pt x="115897" y="366"/>
                </a:cubicBezTo>
                <a:cubicBezTo>
                  <a:pt x="116141" y="403"/>
                  <a:pt x="116337" y="447"/>
                  <a:pt x="116485" y="499"/>
                </a:cubicBezTo>
                <a:cubicBezTo>
                  <a:pt x="116633" y="551"/>
                  <a:pt x="116736" y="621"/>
                  <a:pt x="116796" y="710"/>
                </a:cubicBezTo>
                <a:cubicBezTo>
                  <a:pt x="116855" y="798"/>
                  <a:pt x="116884" y="902"/>
                  <a:pt x="116884" y="1020"/>
                </a:cubicBezTo>
                <a:lnTo>
                  <a:pt x="116884" y="28568"/>
                </a:lnTo>
                <a:close/>
                <a:moveTo>
                  <a:pt x="143274" y="35766"/>
                </a:moveTo>
                <a:cubicBezTo>
                  <a:pt x="143274" y="36287"/>
                  <a:pt x="143215" y="36667"/>
                  <a:pt x="143096" y="36906"/>
                </a:cubicBezTo>
                <a:cubicBezTo>
                  <a:pt x="142978" y="37144"/>
                  <a:pt x="142793" y="37263"/>
                  <a:pt x="142542" y="37263"/>
                </a:cubicBezTo>
                <a:lnTo>
                  <a:pt x="121182" y="37263"/>
                </a:lnTo>
                <a:cubicBezTo>
                  <a:pt x="120931" y="37263"/>
                  <a:pt x="120739" y="37151"/>
                  <a:pt x="120605" y="36928"/>
                </a:cubicBezTo>
                <a:cubicBezTo>
                  <a:pt x="120472" y="36705"/>
                  <a:pt x="120406" y="36332"/>
                  <a:pt x="120406" y="35810"/>
                </a:cubicBezTo>
                <a:cubicBezTo>
                  <a:pt x="120406" y="35304"/>
                  <a:pt x="120472" y="34924"/>
                  <a:pt x="120605" y="34671"/>
                </a:cubicBezTo>
                <a:cubicBezTo>
                  <a:pt x="120739" y="34418"/>
                  <a:pt x="120931" y="34291"/>
                  <a:pt x="121182" y="34291"/>
                </a:cubicBezTo>
                <a:lnTo>
                  <a:pt x="142542" y="34291"/>
                </a:lnTo>
                <a:cubicBezTo>
                  <a:pt x="142779" y="34291"/>
                  <a:pt x="142960" y="34410"/>
                  <a:pt x="143085" y="34649"/>
                </a:cubicBezTo>
                <a:cubicBezTo>
                  <a:pt x="143211" y="34887"/>
                  <a:pt x="143274" y="35260"/>
                  <a:pt x="143274" y="35766"/>
                </a:cubicBezTo>
                <a:close/>
                <a:moveTo>
                  <a:pt x="163745" y="27637"/>
                </a:moveTo>
                <a:cubicBezTo>
                  <a:pt x="163745" y="27918"/>
                  <a:pt x="163723" y="28154"/>
                  <a:pt x="163678" y="28347"/>
                </a:cubicBezTo>
                <a:cubicBezTo>
                  <a:pt x="163634" y="28539"/>
                  <a:pt x="163575" y="28694"/>
                  <a:pt x="163501" y="28812"/>
                </a:cubicBezTo>
                <a:cubicBezTo>
                  <a:pt x="163427" y="28931"/>
                  <a:pt x="163342" y="29016"/>
                  <a:pt x="163246" y="29068"/>
                </a:cubicBezTo>
                <a:cubicBezTo>
                  <a:pt x="163150" y="29119"/>
                  <a:pt x="163050" y="29145"/>
                  <a:pt x="162946" y="29145"/>
                </a:cubicBezTo>
                <a:lnTo>
                  <a:pt x="147952" y="29145"/>
                </a:lnTo>
                <a:cubicBezTo>
                  <a:pt x="147849" y="29145"/>
                  <a:pt x="147753" y="29119"/>
                  <a:pt x="147664" y="29068"/>
                </a:cubicBezTo>
                <a:cubicBezTo>
                  <a:pt x="147575" y="29016"/>
                  <a:pt x="147490" y="28931"/>
                  <a:pt x="147409" y="28812"/>
                </a:cubicBezTo>
                <a:cubicBezTo>
                  <a:pt x="147328" y="28694"/>
                  <a:pt x="147265" y="28539"/>
                  <a:pt x="147220" y="28347"/>
                </a:cubicBezTo>
                <a:cubicBezTo>
                  <a:pt x="147176" y="28154"/>
                  <a:pt x="147154" y="27918"/>
                  <a:pt x="147154" y="27637"/>
                </a:cubicBezTo>
                <a:cubicBezTo>
                  <a:pt x="147154" y="27371"/>
                  <a:pt x="147176" y="27142"/>
                  <a:pt x="147220" y="26949"/>
                </a:cubicBezTo>
                <a:cubicBezTo>
                  <a:pt x="147265" y="26757"/>
                  <a:pt x="147320" y="26598"/>
                  <a:pt x="147387" y="26472"/>
                </a:cubicBezTo>
                <a:cubicBezTo>
                  <a:pt x="147453" y="26347"/>
                  <a:pt x="147535" y="26251"/>
                  <a:pt x="147631" y="26184"/>
                </a:cubicBezTo>
                <a:cubicBezTo>
                  <a:pt x="147727" y="26118"/>
                  <a:pt x="147834" y="26084"/>
                  <a:pt x="147952" y="26084"/>
                </a:cubicBezTo>
                <a:lnTo>
                  <a:pt x="153941" y="26084"/>
                </a:lnTo>
                <a:lnTo>
                  <a:pt x="153941" y="4236"/>
                </a:lnTo>
                <a:lnTo>
                  <a:pt x="148396" y="7564"/>
                </a:lnTo>
                <a:cubicBezTo>
                  <a:pt x="148115" y="7711"/>
                  <a:pt x="147890" y="7800"/>
                  <a:pt x="147720" y="7830"/>
                </a:cubicBezTo>
                <a:cubicBezTo>
                  <a:pt x="147549" y="7859"/>
                  <a:pt x="147413" y="7826"/>
                  <a:pt x="147309" y="7730"/>
                </a:cubicBezTo>
                <a:cubicBezTo>
                  <a:pt x="147206" y="7634"/>
                  <a:pt x="147135" y="7475"/>
                  <a:pt x="147098" y="7252"/>
                </a:cubicBezTo>
                <a:cubicBezTo>
                  <a:pt x="147062" y="7030"/>
                  <a:pt x="147043" y="6748"/>
                  <a:pt x="147043" y="6407"/>
                </a:cubicBezTo>
                <a:cubicBezTo>
                  <a:pt x="147043" y="6154"/>
                  <a:pt x="147054" y="5939"/>
                  <a:pt x="147076" y="5761"/>
                </a:cubicBezTo>
                <a:cubicBezTo>
                  <a:pt x="147098" y="5583"/>
                  <a:pt x="147132" y="5435"/>
                  <a:pt x="147176" y="5316"/>
                </a:cubicBezTo>
                <a:cubicBezTo>
                  <a:pt x="147220" y="5198"/>
                  <a:pt x="147283" y="5094"/>
                  <a:pt x="147365" y="5005"/>
                </a:cubicBezTo>
                <a:cubicBezTo>
                  <a:pt x="147446" y="4916"/>
                  <a:pt x="147553" y="4827"/>
                  <a:pt x="147686" y="4738"/>
                </a:cubicBezTo>
                <a:lnTo>
                  <a:pt x="154296" y="489"/>
                </a:lnTo>
                <a:cubicBezTo>
                  <a:pt x="154355" y="444"/>
                  <a:pt x="154429" y="407"/>
                  <a:pt x="154518" y="378"/>
                </a:cubicBezTo>
                <a:cubicBezTo>
                  <a:pt x="154607" y="348"/>
                  <a:pt x="154717" y="318"/>
                  <a:pt x="154851" y="288"/>
                </a:cubicBezTo>
                <a:cubicBezTo>
                  <a:pt x="154984" y="259"/>
                  <a:pt x="155139" y="240"/>
                  <a:pt x="155316" y="233"/>
                </a:cubicBezTo>
                <a:cubicBezTo>
                  <a:pt x="155494" y="226"/>
                  <a:pt x="155716" y="222"/>
                  <a:pt x="155982" y="222"/>
                </a:cubicBezTo>
                <a:cubicBezTo>
                  <a:pt x="156337" y="222"/>
                  <a:pt x="156632" y="237"/>
                  <a:pt x="156869" y="266"/>
                </a:cubicBezTo>
                <a:cubicBezTo>
                  <a:pt x="157106" y="296"/>
                  <a:pt x="157290" y="336"/>
                  <a:pt x="157423" y="388"/>
                </a:cubicBezTo>
                <a:cubicBezTo>
                  <a:pt x="157557" y="440"/>
                  <a:pt x="157645" y="507"/>
                  <a:pt x="157690" y="588"/>
                </a:cubicBezTo>
                <a:cubicBezTo>
                  <a:pt x="157734" y="670"/>
                  <a:pt x="157756" y="755"/>
                  <a:pt x="157756" y="844"/>
                </a:cubicBezTo>
                <a:lnTo>
                  <a:pt x="157756" y="26084"/>
                </a:lnTo>
                <a:lnTo>
                  <a:pt x="162946" y="26084"/>
                </a:lnTo>
                <a:cubicBezTo>
                  <a:pt x="163065" y="26084"/>
                  <a:pt x="163176" y="26118"/>
                  <a:pt x="163279" y="26184"/>
                </a:cubicBezTo>
                <a:cubicBezTo>
                  <a:pt x="163383" y="26251"/>
                  <a:pt x="163468" y="26347"/>
                  <a:pt x="163534" y="26472"/>
                </a:cubicBezTo>
                <a:cubicBezTo>
                  <a:pt x="163601" y="26598"/>
                  <a:pt x="163653" y="26757"/>
                  <a:pt x="163689" y="26949"/>
                </a:cubicBezTo>
                <a:cubicBezTo>
                  <a:pt x="163726" y="27142"/>
                  <a:pt x="163745" y="27371"/>
                  <a:pt x="163745" y="27637"/>
                </a:cubicBezTo>
                <a:close/>
                <a:moveTo>
                  <a:pt x="187435" y="14728"/>
                </a:moveTo>
                <a:cubicBezTo>
                  <a:pt x="187435" y="16934"/>
                  <a:pt x="187262" y="18948"/>
                  <a:pt x="186914" y="20770"/>
                </a:cubicBezTo>
                <a:cubicBezTo>
                  <a:pt x="186567" y="22592"/>
                  <a:pt x="185990" y="24158"/>
                  <a:pt x="185184" y="25468"/>
                </a:cubicBezTo>
                <a:cubicBezTo>
                  <a:pt x="184378" y="26779"/>
                  <a:pt x="183325" y="27793"/>
                  <a:pt x="182023" y="28512"/>
                </a:cubicBezTo>
                <a:cubicBezTo>
                  <a:pt x="180722" y="29230"/>
                  <a:pt x="179118" y="29589"/>
                  <a:pt x="177210" y="29589"/>
                </a:cubicBezTo>
                <a:cubicBezTo>
                  <a:pt x="175406" y="29589"/>
                  <a:pt x="173887" y="29267"/>
                  <a:pt x="172652" y="28623"/>
                </a:cubicBezTo>
                <a:cubicBezTo>
                  <a:pt x="171417" y="27978"/>
                  <a:pt x="170423" y="27031"/>
                  <a:pt x="169669" y="25779"/>
                </a:cubicBezTo>
                <a:cubicBezTo>
                  <a:pt x="168915" y="24528"/>
                  <a:pt x="168379" y="22988"/>
                  <a:pt x="168061" y="21159"/>
                </a:cubicBezTo>
                <a:cubicBezTo>
                  <a:pt x="167743" y="19330"/>
                  <a:pt x="167584" y="17231"/>
                  <a:pt x="167584" y="14861"/>
                </a:cubicBezTo>
                <a:cubicBezTo>
                  <a:pt x="167584" y="12669"/>
                  <a:pt x="167761" y="10659"/>
                  <a:pt x="168116" y="8830"/>
                </a:cubicBezTo>
                <a:cubicBezTo>
                  <a:pt x="168471" y="7001"/>
                  <a:pt x="169048" y="5431"/>
                  <a:pt x="169846" y="4121"/>
                </a:cubicBezTo>
                <a:cubicBezTo>
                  <a:pt x="170645" y="2810"/>
                  <a:pt x="171695" y="1796"/>
                  <a:pt x="172996" y="1078"/>
                </a:cubicBezTo>
                <a:cubicBezTo>
                  <a:pt x="174297" y="359"/>
                  <a:pt x="175894" y="0"/>
                  <a:pt x="177787" y="0"/>
                </a:cubicBezTo>
                <a:cubicBezTo>
                  <a:pt x="179606" y="0"/>
                  <a:pt x="181132" y="322"/>
                  <a:pt x="182367" y="966"/>
                </a:cubicBezTo>
                <a:cubicBezTo>
                  <a:pt x="183602" y="1610"/>
                  <a:pt x="184596" y="2558"/>
                  <a:pt x="185350" y="3810"/>
                </a:cubicBezTo>
                <a:cubicBezTo>
                  <a:pt x="186104" y="5061"/>
                  <a:pt x="186640" y="6601"/>
                  <a:pt x="186958" y="8430"/>
                </a:cubicBezTo>
                <a:cubicBezTo>
                  <a:pt x="187276" y="10259"/>
                  <a:pt x="187435" y="12358"/>
                  <a:pt x="187435" y="14728"/>
                </a:cubicBezTo>
                <a:moveTo>
                  <a:pt x="183532" y="14995"/>
                </a:moveTo>
                <a:cubicBezTo>
                  <a:pt x="183532" y="13558"/>
                  <a:pt x="183480" y="12269"/>
                  <a:pt x="183376" y="11128"/>
                </a:cubicBezTo>
                <a:cubicBezTo>
                  <a:pt x="183273" y="9987"/>
                  <a:pt x="183121" y="8979"/>
                  <a:pt x="182922" y="8106"/>
                </a:cubicBezTo>
                <a:cubicBezTo>
                  <a:pt x="182722" y="7231"/>
                  <a:pt x="182463" y="6479"/>
                  <a:pt x="182145" y="5850"/>
                </a:cubicBezTo>
                <a:cubicBezTo>
                  <a:pt x="181827" y="5220"/>
                  <a:pt x="181447" y="4702"/>
                  <a:pt x="181003" y="4295"/>
                </a:cubicBezTo>
                <a:cubicBezTo>
                  <a:pt x="180559" y="3887"/>
                  <a:pt x="180053" y="3591"/>
                  <a:pt x="179484" y="3405"/>
                </a:cubicBezTo>
                <a:cubicBezTo>
                  <a:pt x="178914" y="3220"/>
                  <a:pt x="178275" y="3127"/>
                  <a:pt x="177565" y="3127"/>
                </a:cubicBezTo>
                <a:cubicBezTo>
                  <a:pt x="176308" y="3127"/>
                  <a:pt x="175288" y="3424"/>
                  <a:pt x="174504" y="4017"/>
                </a:cubicBezTo>
                <a:cubicBezTo>
                  <a:pt x="173720" y="4609"/>
                  <a:pt x="173103" y="5424"/>
                  <a:pt x="172652" y="6461"/>
                </a:cubicBezTo>
                <a:cubicBezTo>
                  <a:pt x="172201" y="7498"/>
                  <a:pt x="171894" y="8713"/>
                  <a:pt x="171731" y="10105"/>
                </a:cubicBezTo>
                <a:cubicBezTo>
                  <a:pt x="171569" y="11498"/>
                  <a:pt x="171488" y="12994"/>
                  <a:pt x="171488" y="14594"/>
                </a:cubicBezTo>
                <a:cubicBezTo>
                  <a:pt x="171488" y="16742"/>
                  <a:pt x="171598" y="18569"/>
                  <a:pt x="171820" y="20073"/>
                </a:cubicBezTo>
                <a:cubicBezTo>
                  <a:pt x="172042" y="21576"/>
                  <a:pt x="172393" y="22802"/>
                  <a:pt x="172874" y="23750"/>
                </a:cubicBezTo>
                <a:cubicBezTo>
                  <a:pt x="173354" y="24698"/>
                  <a:pt x="173968" y="25387"/>
                  <a:pt x="174715" y="25817"/>
                </a:cubicBezTo>
                <a:cubicBezTo>
                  <a:pt x="175462" y="26246"/>
                  <a:pt x="176367" y="26461"/>
                  <a:pt x="177432" y="26461"/>
                </a:cubicBezTo>
                <a:cubicBezTo>
                  <a:pt x="178260" y="26461"/>
                  <a:pt x="178988" y="26328"/>
                  <a:pt x="179617" y="26061"/>
                </a:cubicBezTo>
                <a:cubicBezTo>
                  <a:pt x="180245" y="25795"/>
                  <a:pt x="180785" y="25413"/>
                  <a:pt x="181236" y="24917"/>
                </a:cubicBezTo>
                <a:cubicBezTo>
                  <a:pt x="181687" y="24421"/>
                  <a:pt x="182060" y="23824"/>
                  <a:pt x="182356" y="23128"/>
                </a:cubicBezTo>
                <a:cubicBezTo>
                  <a:pt x="182652" y="22432"/>
                  <a:pt x="182888" y="21661"/>
                  <a:pt x="183066" y="20817"/>
                </a:cubicBezTo>
                <a:cubicBezTo>
                  <a:pt x="183243" y="19972"/>
                  <a:pt x="183365" y="19057"/>
                  <a:pt x="183432" y="18072"/>
                </a:cubicBezTo>
                <a:cubicBezTo>
                  <a:pt x="183498" y="17087"/>
                  <a:pt x="183532" y="16061"/>
                  <a:pt x="183532" y="149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2D7D6-A8FE-4913-9AFF-E2CBC194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68512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073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073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PATCH_11">
            <a:extLst xmlns:a="http://schemas.openxmlformats.org/drawingml/2006/main">
              <a:ext uri="{FF2B5EF4-FFF2-40B4-BE49-F238E27FC236}">
                <a16:creationId xmlns:a16="http://schemas.microsoft.com/office/drawing/2014/main" id="{A6FAAA0D-516F-4391-98BC-2E4549B2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576" y="3706191"/>
            <a:ext cx="186548" cy="37175"/>
          </a:xfrm>
          <a:custGeom xmlns:a="http://schemas.openxmlformats.org/drawingml/2006/main">
            <a:pathLst>
              <a:path w="186548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9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5" y="28690"/>
                  <a:pt x="45119" y="28842"/>
                  <a:pt x="45001" y="28946"/>
                </a:cubicBezTo>
                <a:cubicBezTo>
                  <a:pt x="44883" y="29049"/>
                  <a:pt x="44687" y="29116"/>
                  <a:pt x="44413" y="29145"/>
                </a:cubicBezTo>
                <a:cubicBezTo>
                  <a:pt x="44140" y="29175"/>
                  <a:pt x="43774" y="29190"/>
                  <a:pt x="43315" y="29190"/>
                </a:cubicBezTo>
                <a:cubicBezTo>
                  <a:pt x="42857" y="29190"/>
                  <a:pt x="42491" y="29178"/>
                  <a:pt x="42217" y="29156"/>
                </a:cubicBezTo>
                <a:cubicBezTo>
                  <a:pt x="41944" y="29134"/>
                  <a:pt x="41737" y="29097"/>
                  <a:pt x="41596" y="29045"/>
                </a:cubicBezTo>
                <a:cubicBezTo>
                  <a:pt x="41456" y="28994"/>
                  <a:pt x="41352" y="28923"/>
                  <a:pt x="41286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2" y="29001"/>
                </a:cubicBezTo>
                <a:cubicBezTo>
                  <a:pt x="23711" y="29068"/>
                  <a:pt x="23512" y="29116"/>
                  <a:pt x="23253" y="29145"/>
                </a:cubicBezTo>
                <a:cubicBezTo>
                  <a:pt x="22994" y="29175"/>
                  <a:pt x="22658" y="29190"/>
                  <a:pt x="22244" y="29190"/>
                </a:cubicBezTo>
                <a:cubicBezTo>
                  <a:pt x="21815" y="29190"/>
                  <a:pt x="21464" y="29171"/>
                  <a:pt x="21190" y="29134"/>
                </a:cubicBezTo>
                <a:cubicBezTo>
                  <a:pt x="20917" y="29097"/>
                  <a:pt x="20724" y="29027"/>
                  <a:pt x="20613" y="28923"/>
                </a:cubicBezTo>
                <a:cubicBezTo>
                  <a:pt x="20503" y="28820"/>
                  <a:pt x="20451" y="28668"/>
                  <a:pt x="20458" y="28469"/>
                </a:cubicBezTo>
                <a:cubicBezTo>
                  <a:pt x="20466" y="28269"/>
                  <a:pt x="20528" y="28007"/>
                  <a:pt x="20647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3" y="436"/>
                  <a:pt x="30927" y="377"/>
                </a:cubicBezTo>
                <a:cubicBezTo>
                  <a:pt x="31112" y="318"/>
                  <a:pt x="31349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1" y="255"/>
                </a:cubicBezTo>
                <a:cubicBezTo>
                  <a:pt x="34221" y="277"/>
                  <a:pt x="34473" y="318"/>
                  <a:pt x="34665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9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6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1" y="1996"/>
                </a:moveTo>
                <a:cubicBezTo>
                  <a:pt x="67911" y="2277"/>
                  <a:pt x="67896" y="2521"/>
                  <a:pt x="67867" y="2728"/>
                </a:cubicBezTo>
                <a:cubicBezTo>
                  <a:pt x="67837" y="2935"/>
                  <a:pt x="67789" y="3102"/>
                  <a:pt x="67722" y="3227"/>
                </a:cubicBezTo>
                <a:cubicBezTo>
                  <a:pt x="67656" y="3353"/>
                  <a:pt x="67575" y="3445"/>
                  <a:pt x="67478" y="3505"/>
                </a:cubicBezTo>
                <a:cubicBezTo>
                  <a:pt x="67382" y="3564"/>
                  <a:pt x="67275" y="3593"/>
                  <a:pt x="67157" y="3593"/>
                </a:cubicBezTo>
                <a:lnTo>
                  <a:pt x="59083" y="3593"/>
                </a:lnTo>
                <a:lnTo>
                  <a:pt x="59083" y="28480"/>
                </a:lnTo>
                <a:cubicBezTo>
                  <a:pt x="59083" y="28598"/>
                  <a:pt x="59054" y="28702"/>
                  <a:pt x="58994" y="28790"/>
                </a:cubicBezTo>
                <a:cubicBezTo>
                  <a:pt x="58935" y="28879"/>
                  <a:pt x="58832" y="28949"/>
                  <a:pt x="58684" y="29001"/>
                </a:cubicBezTo>
                <a:cubicBezTo>
                  <a:pt x="58536" y="29053"/>
                  <a:pt x="58340" y="29097"/>
                  <a:pt x="58096" y="29134"/>
                </a:cubicBezTo>
                <a:cubicBezTo>
                  <a:pt x="57852" y="29171"/>
                  <a:pt x="57545" y="29190"/>
                  <a:pt x="57176" y="29190"/>
                </a:cubicBezTo>
                <a:cubicBezTo>
                  <a:pt x="56821" y="29190"/>
                  <a:pt x="56518" y="29171"/>
                  <a:pt x="56266" y="29134"/>
                </a:cubicBezTo>
                <a:cubicBezTo>
                  <a:pt x="56015" y="29097"/>
                  <a:pt x="55815" y="29053"/>
                  <a:pt x="55667" y="29001"/>
                </a:cubicBezTo>
                <a:cubicBezTo>
                  <a:pt x="55519" y="28949"/>
                  <a:pt x="55416" y="28879"/>
                  <a:pt x="55357" y="28790"/>
                </a:cubicBezTo>
                <a:cubicBezTo>
                  <a:pt x="55298" y="28702"/>
                  <a:pt x="55268" y="28598"/>
                  <a:pt x="55268" y="28480"/>
                </a:cubicBezTo>
                <a:lnTo>
                  <a:pt x="55268" y="3593"/>
                </a:lnTo>
                <a:lnTo>
                  <a:pt x="47194" y="3593"/>
                </a:lnTo>
                <a:cubicBezTo>
                  <a:pt x="47076" y="3593"/>
                  <a:pt x="46969" y="3564"/>
                  <a:pt x="46873" y="3505"/>
                </a:cubicBezTo>
                <a:cubicBezTo>
                  <a:pt x="46777" y="3445"/>
                  <a:pt x="46699" y="3353"/>
                  <a:pt x="46640" y="3227"/>
                </a:cubicBezTo>
                <a:cubicBezTo>
                  <a:pt x="46581" y="3102"/>
                  <a:pt x="46533" y="2935"/>
                  <a:pt x="46496" y="2728"/>
                </a:cubicBezTo>
                <a:cubicBezTo>
                  <a:pt x="46459" y="2521"/>
                  <a:pt x="46440" y="2277"/>
                  <a:pt x="46440" y="1996"/>
                </a:cubicBezTo>
                <a:cubicBezTo>
                  <a:pt x="46440" y="1715"/>
                  <a:pt x="46459" y="1468"/>
                  <a:pt x="46496" y="1253"/>
                </a:cubicBezTo>
                <a:cubicBezTo>
                  <a:pt x="46533" y="1039"/>
                  <a:pt x="46581" y="865"/>
                  <a:pt x="46640" y="732"/>
                </a:cubicBezTo>
                <a:cubicBezTo>
                  <a:pt x="46699" y="599"/>
                  <a:pt x="46777" y="503"/>
                  <a:pt x="46873" y="444"/>
                </a:cubicBezTo>
                <a:cubicBezTo>
                  <a:pt x="46969" y="384"/>
                  <a:pt x="47076" y="355"/>
                  <a:pt x="47194" y="355"/>
                </a:cubicBezTo>
                <a:lnTo>
                  <a:pt x="67157" y="355"/>
                </a:lnTo>
                <a:cubicBezTo>
                  <a:pt x="67275" y="355"/>
                  <a:pt x="67382" y="384"/>
                  <a:pt x="67478" y="444"/>
                </a:cubicBezTo>
                <a:cubicBezTo>
                  <a:pt x="67575" y="503"/>
                  <a:pt x="67656" y="599"/>
                  <a:pt x="67722" y="732"/>
                </a:cubicBezTo>
                <a:cubicBezTo>
                  <a:pt x="67789" y="865"/>
                  <a:pt x="67837" y="1039"/>
                  <a:pt x="67867" y="1253"/>
                </a:cubicBezTo>
                <a:cubicBezTo>
                  <a:pt x="67896" y="1468"/>
                  <a:pt x="67911" y="1715"/>
                  <a:pt x="67911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3" y="25419"/>
                  <a:pt x="90868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4" y="26647"/>
                  <a:pt x="90336" y="26796"/>
                </a:cubicBezTo>
                <a:cubicBezTo>
                  <a:pt x="90188" y="26945"/>
                  <a:pt x="89878" y="27172"/>
                  <a:pt x="89405" y="27477"/>
                </a:cubicBezTo>
                <a:cubicBezTo>
                  <a:pt x="88931" y="27783"/>
                  <a:pt x="88344" y="28081"/>
                  <a:pt x="87641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4" y="29311"/>
                  <a:pt x="83320" y="29411"/>
                  <a:pt x="82240" y="29411"/>
                </a:cubicBezTo>
                <a:cubicBezTo>
                  <a:pt x="80377" y="29411"/>
                  <a:pt x="78695" y="29101"/>
                  <a:pt x="77194" y="28480"/>
                </a:cubicBezTo>
                <a:cubicBezTo>
                  <a:pt x="75693" y="27859"/>
                  <a:pt x="74414" y="26942"/>
                  <a:pt x="73357" y="25729"/>
                </a:cubicBezTo>
                <a:cubicBezTo>
                  <a:pt x="72300" y="24517"/>
                  <a:pt x="71486" y="23020"/>
                  <a:pt x="70917" y="21238"/>
                </a:cubicBezTo>
                <a:cubicBezTo>
                  <a:pt x="70348" y="19456"/>
                  <a:pt x="70063" y="17404"/>
                  <a:pt x="70063" y="15083"/>
                </a:cubicBezTo>
                <a:cubicBezTo>
                  <a:pt x="70063" y="12702"/>
                  <a:pt x="70370" y="10580"/>
                  <a:pt x="70984" y="8717"/>
                </a:cubicBezTo>
                <a:cubicBezTo>
                  <a:pt x="71597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49" y="1020"/>
                </a:cubicBezTo>
                <a:cubicBezTo>
                  <a:pt x="79094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5" y="392"/>
                  <a:pt x="86610" y="589"/>
                  <a:pt x="87275" y="828"/>
                </a:cubicBezTo>
                <a:cubicBezTo>
                  <a:pt x="87941" y="1066"/>
                  <a:pt x="88532" y="1342"/>
                  <a:pt x="89050" y="1655"/>
                </a:cubicBezTo>
                <a:cubicBezTo>
                  <a:pt x="89567" y="1968"/>
                  <a:pt x="89926" y="2225"/>
                  <a:pt x="90125" y="2427"/>
                </a:cubicBezTo>
                <a:cubicBezTo>
                  <a:pt x="90325" y="2628"/>
                  <a:pt x="90454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4" y="3556"/>
                  <a:pt x="90746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5" y="4983"/>
                  <a:pt x="90735" y="5190"/>
                </a:cubicBezTo>
                <a:cubicBezTo>
                  <a:pt x="90706" y="5397"/>
                  <a:pt x="90661" y="5571"/>
                  <a:pt x="90602" y="5711"/>
                </a:cubicBezTo>
                <a:cubicBezTo>
                  <a:pt x="90543" y="5852"/>
                  <a:pt x="90473" y="5955"/>
                  <a:pt x="90392" y="6022"/>
                </a:cubicBezTo>
                <a:cubicBezTo>
                  <a:pt x="90310" y="6089"/>
                  <a:pt x="90210" y="6122"/>
                  <a:pt x="90092" y="6122"/>
                </a:cubicBezTo>
                <a:cubicBezTo>
                  <a:pt x="89885" y="6122"/>
                  <a:pt x="89597" y="5976"/>
                  <a:pt x="89227" y="5686"/>
                </a:cubicBezTo>
                <a:cubicBezTo>
                  <a:pt x="88857" y="5395"/>
                  <a:pt x="88381" y="5075"/>
                  <a:pt x="87796" y="4724"/>
                </a:cubicBezTo>
                <a:cubicBezTo>
                  <a:pt x="87212" y="4374"/>
                  <a:pt x="86503" y="4054"/>
                  <a:pt x="85667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0" y="3327"/>
                  <a:pt x="80233" y="3582"/>
                  <a:pt x="79190" y="4092"/>
                </a:cubicBezTo>
                <a:cubicBezTo>
                  <a:pt x="78148" y="4602"/>
                  <a:pt x="77257" y="5353"/>
                  <a:pt x="76518" y="6344"/>
                </a:cubicBezTo>
                <a:cubicBezTo>
                  <a:pt x="75778" y="7334"/>
                  <a:pt x="75205" y="8543"/>
                  <a:pt x="74799" y="9970"/>
                </a:cubicBezTo>
                <a:cubicBezTo>
                  <a:pt x="74392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6" y="19685"/>
                </a:cubicBezTo>
                <a:cubicBezTo>
                  <a:pt x="75168" y="21083"/>
                  <a:pt x="75730" y="22251"/>
                  <a:pt x="76462" y="23190"/>
                </a:cubicBezTo>
                <a:cubicBezTo>
                  <a:pt x="77194" y="24129"/>
                  <a:pt x="78092" y="24838"/>
                  <a:pt x="79157" y="25319"/>
                </a:cubicBezTo>
                <a:cubicBezTo>
                  <a:pt x="80222" y="25800"/>
                  <a:pt x="81427" y="26040"/>
                  <a:pt x="82773" y="26040"/>
                </a:cubicBezTo>
                <a:cubicBezTo>
                  <a:pt x="83911" y="26040"/>
                  <a:pt x="84906" y="25898"/>
                  <a:pt x="85756" y="25615"/>
                </a:cubicBezTo>
                <a:cubicBezTo>
                  <a:pt x="86606" y="25332"/>
                  <a:pt x="87331" y="25015"/>
                  <a:pt x="87930" y="24665"/>
                </a:cubicBezTo>
                <a:cubicBezTo>
                  <a:pt x="88528" y="24314"/>
                  <a:pt x="89020" y="23998"/>
                  <a:pt x="89405" y="23714"/>
                </a:cubicBezTo>
                <a:cubicBezTo>
                  <a:pt x="89789" y="23431"/>
                  <a:pt x="90092" y="23290"/>
                  <a:pt x="90314" y="23290"/>
                </a:cubicBezTo>
                <a:cubicBezTo>
                  <a:pt x="90417" y="23290"/>
                  <a:pt x="90506" y="23312"/>
                  <a:pt x="90580" y="23356"/>
                </a:cubicBezTo>
                <a:cubicBezTo>
                  <a:pt x="90654" y="23400"/>
                  <a:pt x="90713" y="23485"/>
                  <a:pt x="90758" y="23611"/>
                </a:cubicBezTo>
                <a:cubicBezTo>
                  <a:pt x="90802" y="23737"/>
                  <a:pt x="90835" y="23911"/>
                  <a:pt x="90857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6" y="36817"/>
                </a:cubicBezTo>
                <a:cubicBezTo>
                  <a:pt x="142978" y="37055"/>
                  <a:pt x="142793" y="37175"/>
                  <a:pt x="142542" y="37175"/>
                </a:cubicBezTo>
                <a:lnTo>
                  <a:pt x="121182" y="37175"/>
                </a:lnTo>
                <a:cubicBezTo>
                  <a:pt x="120931" y="37175"/>
                  <a:pt x="120739" y="37063"/>
                  <a:pt x="120605" y="36839"/>
                </a:cubicBezTo>
                <a:cubicBezTo>
                  <a:pt x="120472" y="36616"/>
                  <a:pt x="120406" y="36243"/>
                  <a:pt x="120406" y="35722"/>
                </a:cubicBezTo>
                <a:cubicBezTo>
                  <a:pt x="120406" y="35215"/>
                  <a:pt x="120472" y="34835"/>
                  <a:pt x="120605" y="34582"/>
                </a:cubicBezTo>
                <a:cubicBezTo>
                  <a:pt x="120739" y="34329"/>
                  <a:pt x="120931" y="34202"/>
                  <a:pt x="121182" y="34202"/>
                </a:cubicBezTo>
                <a:lnTo>
                  <a:pt x="142542" y="34202"/>
                </a:lnTo>
                <a:cubicBezTo>
                  <a:pt x="142779" y="34202"/>
                  <a:pt x="142960" y="34322"/>
                  <a:pt x="143085" y="34560"/>
                </a:cubicBezTo>
                <a:cubicBezTo>
                  <a:pt x="143211" y="34798"/>
                  <a:pt x="143274" y="35171"/>
                  <a:pt x="143274" y="35677"/>
                </a:cubicBezTo>
                <a:close/>
                <a:moveTo>
                  <a:pt x="163745" y="27548"/>
                </a:moveTo>
                <a:cubicBezTo>
                  <a:pt x="163745" y="27829"/>
                  <a:pt x="163723" y="28066"/>
                  <a:pt x="163678" y="28258"/>
                </a:cubicBezTo>
                <a:cubicBezTo>
                  <a:pt x="163634" y="28450"/>
                  <a:pt x="163575" y="28605"/>
                  <a:pt x="163501" y="28724"/>
                </a:cubicBezTo>
                <a:cubicBezTo>
                  <a:pt x="163427" y="28842"/>
                  <a:pt x="163342" y="28927"/>
                  <a:pt x="163246" y="28979"/>
                </a:cubicBezTo>
                <a:cubicBezTo>
                  <a:pt x="163150" y="29031"/>
                  <a:pt x="163050" y="29056"/>
                  <a:pt x="162946" y="29056"/>
                </a:cubicBezTo>
                <a:lnTo>
                  <a:pt x="147952" y="29056"/>
                </a:lnTo>
                <a:cubicBezTo>
                  <a:pt x="147849" y="29056"/>
                  <a:pt x="147753" y="29031"/>
                  <a:pt x="147664" y="28979"/>
                </a:cubicBezTo>
                <a:cubicBezTo>
                  <a:pt x="147575" y="28927"/>
                  <a:pt x="147490" y="28842"/>
                  <a:pt x="147409" y="28724"/>
                </a:cubicBezTo>
                <a:cubicBezTo>
                  <a:pt x="147328" y="28605"/>
                  <a:pt x="147265" y="28450"/>
                  <a:pt x="147220" y="28258"/>
                </a:cubicBezTo>
                <a:cubicBezTo>
                  <a:pt x="147176" y="28066"/>
                  <a:pt x="147154" y="27829"/>
                  <a:pt x="147154" y="27548"/>
                </a:cubicBezTo>
                <a:cubicBezTo>
                  <a:pt x="147154" y="27282"/>
                  <a:pt x="147176" y="27053"/>
                  <a:pt x="147220" y="26861"/>
                </a:cubicBezTo>
                <a:cubicBezTo>
                  <a:pt x="147265" y="26668"/>
                  <a:pt x="147320" y="26509"/>
                  <a:pt x="147387" y="26384"/>
                </a:cubicBezTo>
                <a:cubicBezTo>
                  <a:pt x="147453" y="26258"/>
                  <a:pt x="147535" y="26162"/>
                  <a:pt x="147631" y="26095"/>
                </a:cubicBezTo>
                <a:cubicBezTo>
                  <a:pt x="147727" y="26029"/>
                  <a:pt x="147834" y="25996"/>
                  <a:pt x="147952" y="25996"/>
                </a:cubicBezTo>
                <a:lnTo>
                  <a:pt x="153941" y="25996"/>
                </a:lnTo>
                <a:lnTo>
                  <a:pt x="153941" y="4148"/>
                </a:lnTo>
                <a:lnTo>
                  <a:pt x="148396" y="7475"/>
                </a:lnTo>
                <a:cubicBezTo>
                  <a:pt x="148115" y="7623"/>
                  <a:pt x="147890" y="7711"/>
                  <a:pt x="147720" y="7741"/>
                </a:cubicBezTo>
                <a:cubicBezTo>
                  <a:pt x="147549" y="7771"/>
                  <a:pt x="147413" y="7737"/>
                  <a:pt x="147309" y="7641"/>
                </a:cubicBezTo>
                <a:cubicBezTo>
                  <a:pt x="147206" y="7545"/>
                  <a:pt x="147135" y="7386"/>
                  <a:pt x="147098" y="7164"/>
                </a:cubicBezTo>
                <a:cubicBezTo>
                  <a:pt x="147062" y="6941"/>
                  <a:pt x="147043" y="6659"/>
                  <a:pt x="147043" y="6318"/>
                </a:cubicBezTo>
                <a:cubicBezTo>
                  <a:pt x="147043" y="6066"/>
                  <a:pt x="147054" y="5851"/>
                  <a:pt x="147076" y="5673"/>
                </a:cubicBezTo>
                <a:cubicBezTo>
                  <a:pt x="147098" y="5495"/>
                  <a:pt x="147132" y="5346"/>
                  <a:pt x="147176" y="5228"/>
                </a:cubicBezTo>
                <a:cubicBezTo>
                  <a:pt x="147220" y="5109"/>
                  <a:pt x="147283" y="5005"/>
                  <a:pt x="147365" y="4916"/>
                </a:cubicBezTo>
                <a:cubicBezTo>
                  <a:pt x="147446" y="4827"/>
                  <a:pt x="147553" y="4738"/>
                  <a:pt x="147686" y="4650"/>
                </a:cubicBezTo>
                <a:lnTo>
                  <a:pt x="154296" y="400"/>
                </a:lnTo>
                <a:cubicBezTo>
                  <a:pt x="154355" y="356"/>
                  <a:pt x="154429" y="319"/>
                  <a:pt x="154518" y="289"/>
                </a:cubicBezTo>
                <a:cubicBezTo>
                  <a:pt x="154607" y="259"/>
                  <a:pt x="154717" y="229"/>
                  <a:pt x="154851" y="200"/>
                </a:cubicBezTo>
                <a:cubicBezTo>
                  <a:pt x="154984" y="170"/>
                  <a:pt x="155139" y="152"/>
                  <a:pt x="155316" y="144"/>
                </a:cubicBezTo>
                <a:cubicBezTo>
                  <a:pt x="155494" y="137"/>
                  <a:pt x="155716" y="133"/>
                  <a:pt x="155982" y="133"/>
                </a:cubicBezTo>
                <a:cubicBezTo>
                  <a:pt x="156337" y="133"/>
                  <a:pt x="156632" y="148"/>
                  <a:pt x="156869" y="177"/>
                </a:cubicBezTo>
                <a:cubicBezTo>
                  <a:pt x="157106" y="207"/>
                  <a:pt x="157290" y="248"/>
                  <a:pt x="157423" y="299"/>
                </a:cubicBezTo>
                <a:cubicBezTo>
                  <a:pt x="157557" y="351"/>
                  <a:pt x="157645" y="418"/>
                  <a:pt x="157690" y="500"/>
                </a:cubicBezTo>
                <a:cubicBezTo>
                  <a:pt x="157734" y="581"/>
                  <a:pt x="157756" y="666"/>
                  <a:pt x="157756" y="755"/>
                </a:cubicBezTo>
                <a:lnTo>
                  <a:pt x="157756" y="25996"/>
                </a:lnTo>
                <a:lnTo>
                  <a:pt x="162946" y="25996"/>
                </a:lnTo>
                <a:cubicBezTo>
                  <a:pt x="163065" y="25996"/>
                  <a:pt x="163176" y="26029"/>
                  <a:pt x="163279" y="26095"/>
                </a:cubicBezTo>
                <a:cubicBezTo>
                  <a:pt x="163383" y="26162"/>
                  <a:pt x="163468" y="26258"/>
                  <a:pt x="163534" y="26384"/>
                </a:cubicBezTo>
                <a:cubicBezTo>
                  <a:pt x="163601" y="26509"/>
                  <a:pt x="163653" y="26668"/>
                  <a:pt x="163689" y="26861"/>
                </a:cubicBezTo>
                <a:cubicBezTo>
                  <a:pt x="163726" y="27053"/>
                  <a:pt x="163745" y="27282"/>
                  <a:pt x="163745" y="27548"/>
                </a:cubicBezTo>
                <a:close/>
                <a:moveTo>
                  <a:pt x="186548" y="27548"/>
                </a:moveTo>
                <a:cubicBezTo>
                  <a:pt x="186548" y="27829"/>
                  <a:pt x="186526" y="28066"/>
                  <a:pt x="186482" y="28258"/>
                </a:cubicBezTo>
                <a:cubicBezTo>
                  <a:pt x="186437" y="28450"/>
                  <a:pt x="186378" y="28605"/>
                  <a:pt x="186304" y="28724"/>
                </a:cubicBezTo>
                <a:cubicBezTo>
                  <a:pt x="186230" y="28842"/>
                  <a:pt x="186145" y="28927"/>
                  <a:pt x="186049" y="28979"/>
                </a:cubicBezTo>
                <a:cubicBezTo>
                  <a:pt x="185953" y="29031"/>
                  <a:pt x="185853" y="29056"/>
                  <a:pt x="185750" y="29056"/>
                </a:cubicBezTo>
                <a:lnTo>
                  <a:pt x="170756" y="29056"/>
                </a:lnTo>
                <a:cubicBezTo>
                  <a:pt x="170652" y="29056"/>
                  <a:pt x="170556" y="29031"/>
                  <a:pt x="170467" y="28979"/>
                </a:cubicBezTo>
                <a:cubicBezTo>
                  <a:pt x="170378" y="28927"/>
                  <a:pt x="170293" y="28842"/>
                  <a:pt x="170212" y="28724"/>
                </a:cubicBezTo>
                <a:cubicBezTo>
                  <a:pt x="170131" y="28605"/>
                  <a:pt x="170068" y="28450"/>
                  <a:pt x="170024" y="28258"/>
                </a:cubicBezTo>
                <a:cubicBezTo>
                  <a:pt x="169979" y="28066"/>
                  <a:pt x="169957" y="27829"/>
                  <a:pt x="169957" y="27548"/>
                </a:cubicBezTo>
                <a:cubicBezTo>
                  <a:pt x="169957" y="27282"/>
                  <a:pt x="169979" y="27053"/>
                  <a:pt x="170024" y="26861"/>
                </a:cubicBezTo>
                <a:cubicBezTo>
                  <a:pt x="170068" y="26668"/>
                  <a:pt x="170123" y="26509"/>
                  <a:pt x="170190" y="26384"/>
                </a:cubicBezTo>
                <a:cubicBezTo>
                  <a:pt x="170256" y="26258"/>
                  <a:pt x="170338" y="26162"/>
                  <a:pt x="170434" y="26095"/>
                </a:cubicBezTo>
                <a:cubicBezTo>
                  <a:pt x="170530" y="26029"/>
                  <a:pt x="170637" y="25996"/>
                  <a:pt x="170756" y="25996"/>
                </a:cubicBezTo>
                <a:lnTo>
                  <a:pt x="176744" y="25996"/>
                </a:lnTo>
                <a:lnTo>
                  <a:pt x="176744" y="4148"/>
                </a:lnTo>
                <a:lnTo>
                  <a:pt x="171199" y="7475"/>
                </a:lnTo>
                <a:cubicBezTo>
                  <a:pt x="170918" y="7623"/>
                  <a:pt x="170693" y="7711"/>
                  <a:pt x="170523" y="7741"/>
                </a:cubicBezTo>
                <a:cubicBezTo>
                  <a:pt x="170353" y="7771"/>
                  <a:pt x="170216" y="7737"/>
                  <a:pt x="170112" y="7641"/>
                </a:cubicBezTo>
                <a:cubicBezTo>
                  <a:pt x="170009" y="7545"/>
                  <a:pt x="169939" y="7386"/>
                  <a:pt x="169902" y="7164"/>
                </a:cubicBezTo>
                <a:cubicBezTo>
                  <a:pt x="169865" y="6941"/>
                  <a:pt x="169846" y="6659"/>
                  <a:pt x="169846" y="6318"/>
                </a:cubicBezTo>
                <a:cubicBezTo>
                  <a:pt x="169846" y="6066"/>
                  <a:pt x="169857" y="5851"/>
                  <a:pt x="169879" y="5673"/>
                </a:cubicBezTo>
                <a:cubicBezTo>
                  <a:pt x="169902" y="5495"/>
                  <a:pt x="169935" y="5346"/>
                  <a:pt x="169979" y="5228"/>
                </a:cubicBezTo>
                <a:cubicBezTo>
                  <a:pt x="170024" y="5109"/>
                  <a:pt x="170086" y="5005"/>
                  <a:pt x="170168" y="4916"/>
                </a:cubicBezTo>
                <a:cubicBezTo>
                  <a:pt x="170249" y="4827"/>
                  <a:pt x="170356" y="4738"/>
                  <a:pt x="170489" y="4650"/>
                </a:cubicBezTo>
                <a:lnTo>
                  <a:pt x="177099" y="400"/>
                </a:lnTo>
                <a:cubicBezTo>
                  <a:pt x="177158" y="356"/>
                  <a:pt x="177232" y="319"/>
                  <a:pt x="177321" y="289"/>
                </a:cubicBezTo>
                <a:cubicBezTo>
                  <a:pt x="177410" y="259"/>
                  <a:pt x="177521" y="229"/>
                  <a:pt x="177654" y="200"/>
                </a:cubicBezTo>
                <a:cubicBezTo>
                  <a:pt x="177787" y="170"/>
                  <a:pt x="177942" y="152"/>
                  <a:pt x="178119" y="144"/>
                </a:cubicBezTo>
                <a:cubicBezTo>
                  <a:pt x="178297" y="137"/>
                  <a:pt x="178519" y="133"/>
                  <a:pt x="178785" y="133"/>
                </a:cubicBezTo>
                <a:cubicBezTo>
                  <a:pt x="179140" y="133"/>
                  <a:pt x="179436" y="148"/>
                  <a:pt x="179672" y="177"/>
                </a:cubicBezTo>
                <a:cubicBezTo>
                  <a:pt x="179909" y="207"/>
                  <a:pt x="180094" y="248"/>
                  <a:pt x="180227" y="299"/>
                </a:cubicBezTo>
                <a:cubicBezTo>
                  <a:pt x="180360" y="351"/>
                  <a:pt x="180448" y="418"/>
                  <a:pt x="180493" y="500"/>
                </a:cubicBezTo>
                <a:cubicBezTo>
                  <a:pt x="180537" y="581"/>
                  <a:pt x="180559" y="666"/>
                  <a:pt x="180559" y="755"/>
                </a:cubicBezTo>
                <a:lnTo>
                  <a:pt x="180559" y="25996"/>
                </a:lnTo>
                <a:lnTo>
                  <a:pt x="185750" y="25996"/>
                </a:lnTo>
                <a:cubicBezTo>
                  <a:pt x="185868" y="25996"/>
                  <a:pt x="185979" y="26029"/>
                  <a:pt x="186082" y="26095"/>
                </a:cubicBezTo>
                <a:cubicBezTo>
                  <a:pt x="186186" y="26162"/>
                  <a:pt x="186271" y="26258"/>
                  <a:pt x="186337" y="26384"/>
                </a:cubicBezTo>
                <a:cubicBezTo>
                  <a:pt x="186404" y="26509"/>
                  <a:pt x="186456" y="26668"/>
                  <a:pt x="186493" y="26861"/>
                </a:cubicBezTo>
                <a:cubicBezTo>
                  <a:pt x="186530" y="27053"/>
                  <a:pt x="186548" y="27282"/>
                  <a:pt x="186548" y="27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5C7EE-92F1-476F-A3E7-77BE6F0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606" y="3778478"/>
            <a:ext cx="326383" cy="68139"/>
          </a:xfrm>
          <a:custGeom xmlns:a="http://schemas.openxmlformats.org/drawingml/2006/main">
            <a:pathLst>
              <a:path w="326383" h="68139">
                <a:moveTo>
                  <a:pt x="0" y="11356"/>
                </a:moveTo>
                <a:cubicBezTo>
                  <a:pt x="0" y="5148"/>
                  <a:pt x="5073" y="0"/>
                  <a:pt x="11356" y="0"/>
                </a:cubicBezTo>
                <a:lnTo>
                  <a:pt x="315027" y="0"/>
                </a:lnTo>
                <a:cubicBezTo>
                  <a:pt x="321311" y="0"/>
                  <a:pt x="326383" y="5148"/>
                  <a:pt x="326383" y="11356"/>
                </a:cubicBezTo>
                <a:lnTo>
                  <a:pt x="326383" y="56782"/>
                </a:lnTo>
                <a:cubicBezTo>
                  <a:pt x="326383" y="63066"/>
                  <a:pt x="321311" y="68139"/>
                  <a:pt x="315027" y="68139"/>
                </a:cubicBezTo>
                <a:lnTo>
                  <a:pt x="11356" y="68139"/>
                </a:lnTo>
                <a:cubicBezTo>
                  <a:pt x="5073" y="68139"/>
                  <a:pt x="0" y="63066"/>
                  <a:pt x="0" y="56782"/>
                </a:cubicBezTo>
                <a:lnTo>
                  <a:pt x="0" y="11356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Text PATCH_N">
            <a:extLst xmlns:a="http://schemas.openxmlformats.org/drawingml/2006/main">
              <a:ext uri="{FF2B5EF4-FFF2-40B4-BE49-F238E27FC236}">
                <a16:creationId xmlns:a16="http://schemas.microsoft.com/office/drawing/2014/main" id="{F6B59FFB-204C-4B9A-B1DF-C0817102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6752" y="3799617"/>
            <a:ext cx="168692" cy="37175"/>
          </a:xfrm>
          <a:custGeom xmlns:a="http://schemas.openxmlformats.org/drawingml/2006/main">
            <a:pathLst>
              <a:path w="168692" h="37175">
                <a:moveTo>
                  <a:pt x="17634" y="8761"/>
                </a:moveTo>
                <a:cubicBezTo>
                  <a:pt x="17634" y="10196"/>
                  <a:pt x="17397" y="11490"/>
                  <a:pt x="16924" y="12643"/>
                </a:cubicBezTo>
                <a:cubicBezTo>
                  <a:pt x="16451" y="13796"/>
                  <a:pt x="15774" y="14780"/>
                  <a:pt x="14894" y="15593"/>
                </a:cubicBezTo>
                <a:cubicBezTo>
                  <a:pt x="14014" y="16406"/>
                  <a:pt x="12935" y="17035"/>
                  <a:pt x="11656" y="17478"/>
                </a:cubicBezTo>
                <a:cubicBezTo>
                  <a:pt x="10377" y="17922"/>
                  <a:pt x="8850" y="18144"/>
                  <a:pt x="7076" y="18144"/>
                </a:cubicBezTo>
                <a:lnTo>
                  <a:pt x="3815" y="18144"/>
                </a:lnTo>
                <a:lnTo>
                  <a:pt x="3815" y="28480"/>
                </a:lnTo>
                <a:cubicBezTo>
                  <a:pt x="3815" y="28598"/>
                  <a:pt x="3782" y="28702"/>
                  <a:pt x="3715" y="28790"/>
                </a:cubicBezTo>
                <a:cubicBezTo>
                  <a:pt x="3649" y="28879"/>
                  <a:pt x="3545" y="28949"/>
                  <a:pt x="3405" y="29001"/>
                </a:cubicBezTo>
                <a:cubicBezTo>
                  <a:pt x="3264" y="29053"/>
                  <a:pt x="3072" y="29097"/>
                  <a:pt x="2828" y="29134"/>
                </a:cubicBezTo>
                <a:cubicBezTo>
                  <a:pt x="2584" y="29171"/>
                  <a:pt x="2277" y="29190"/>
                  <a:pt x="1908" y="29190"/>
                </a:cubicBezTo>
                <a:cubicBezTo>
                  <a:pt x="1538" y="29190"/>
                  <a:pt x="1231" y="29171"/>
                  <a:pt x="987" y="29134"/>
                </a:cubicBezTo>
                <a:cubicBezTo>
                  <a:pt x="743" y="29097"/>
                  <a:pt x="547" y="29053"/>
                  <a:pt x="399" y="29001"/>
                </a:cubicBezTo>
                <a:cubicBezTo>
                  <a:pt x="251" y="28949"/>
                  <a:pt x="148" y="28879"/>
                  <a:pt x="89" y="28790"/>
                </a:cubicBezTo>
                <a:cubicBezTo>
                  <a:pt x="30" y="28702"/>
                  <a:pt x="0" y="28598"/>
                  <a:pt x="0" y="28480"/>
                </a:cubicBezTo>
                <a:lnTo>
                  <a:pt x="0" y="1996"/>
                </a:lnTo>
                <a:cubicBezTo>
                  <a:pt x="0" y="1405"/>
                  <a:pt x="155" y="983"/>
                  <a:pt x="466" y="732"/>
                </a:cubicBezTo>
                <a:cubicBezTo>
                  <a:pt x="776" y="481"/>
                  <a:pt x="1124" y="355"/>
                  <a:pt x="1508" y="355"/>
                </a:cubicBezTo>
                <a:lnTo>
                  <a:pt x="7652" y="355"/>
                </a:lnTo>
                <a:cubicBezTo>
                  <a:pt x="8273" y="355"/>
                  <a:pt x="8869" y="381"/>
                  <a:pt x="9438" y="433"/>
                </a:cubicBezTo>
                <a:cubicBezTo>
                  <a:pt x="10007" y="484"/>
                  <a:pt x="10680" y="595"/>
                  <a:pt x="11456" y="765"/>
                </a:cubicBezTo>
                <a:cubicBezTo>
                  <a:pt x="12233" y="935"/>
                  <a:pt x="13024" y="1253"/>
                  <a:pt x="13830" y="1719"/>
                </a:cubicBezTo>
                <a:cubicBezTo>
                  <a:pt x="14635" y="2185"/>
                  <a:pt x="15319" y="2758"/>
                  <a:pt x="15881" y="3438"/>
                </a:cubicBezTo>
                <a:cubicBezTo>
                  <a:pt x="16443" y="4118"/>
                  <a:pt x="16876" y="4906"/>
                  <a:pt x="17179" y="5800"/>
                </a:cubicBezTo>
                <a:cubicBezTo>
                  <a:pt x="17482" y="6695"/>
                  <a:pt x="17634" y="7682"/>
                  <a:pt x="17634" y="8761"/>
                </a:cubicBezTo>
                <a:moveTo>
                  <a:pt x="13619" y="9072"/>
                </a:moveTo>
                <a:cubicBezTo>
                  <a:pt x="13619" y="7904"/>
                  <a:pt x="13401" y="6928"/>
                  <a:pt x="12965" y="6144"/>
                </a:cubicBezTo>
                <a:cubicBezTo>
                  <a:pt x="12528" y="5360"/>
                  <a:pt x="11989" y="4776"/>
                  <a:pt x="11345" y="4392"/>
                </a:cubicBezTo>
                <a:cubicBezTo>
                  <a:pt x="10702" y="4007"/>
                  <a:pt x="10037" y="3763"/>
                  <a:pt x="9349" y="3660"/>
                </a:cubicBezTo>
                <a:cubicBezTo>
                  <a:pt x="8661" y="3556"/>
                  <a:pt x="7992" y="3505"/>
                  <a:pt x="7342" y="3505"/>
                </a:cubicBezTo>
                <a:lnTo>
                  <a:pt x="3815" y="3505"/>
                </a:lnTo>
                <a:lnTo>
                  <a:pt x="3815" y="15016"/>
                </a:lnTo>
                <a:lnTo>
                  <a:pt x="7253" y="15016"/>
                </a:lnTo>
                <a:cubicBezTo>
                  <a:pt x="8406" y="15016"/>
                  <a:pt x="9364" y="14868"/>
                  <a:pt x="10125" y="14573"/>
                </a:cubicBezTo>
                <a:cubicBezTo>
                  <a:pt x="10887" y="14277"/>
                  <a:pt x="11526" y="13867"/>
                  <a:pt x="12044" y="13342"/>
                </a:cubicBezTo>
                <a:cubicBezTo>
                  <a:pt x="12562" y="12817"/>
                  <a:pt x="12953" y="12188"/>
                  <a:pt x="13220" y="11456"/>
                </a:cubicBezTo>
                <a:cubicBezTo>
                  <a:pt x="13486" y="10724"/>
                  <a:pt x="13619" y="9929"/>
                  <a:pt x="13619" y="9072"/>
                </a:cubicBezTo>
                <a:close/>
                <a:moveTo>
                  <a:pt x="44979" y="27703"/>
                </a:moveTo>
                <a:cubicBezTo>
                  <a:pt x="45097" y="28029"/>
                  <a:pt x="45160" y="28291"/>
                  <a:pt x="45167" y="28491"/>
                </a:cubicBezTo>
                <a:cubicBezTo>
                  <a:pt x="45175" y="28690"/>
                  <a:pt x="45119" y="28842"/>
                  <a:pt x="45001" y="28946"/>
                </a:cubicBezTo>
                <a:cubicBezTo>
                  <a:pt x="44883" y="29049"/>
                  <a:pt x="44687" y="29116"/>
                  <a:pt x="44413" y="29145"/>
                </a:cubicBezTo>
                <a:cubicBezTo>
                  <a:pt x="44140" y="29175"/>
                  <a:pt x="43774" y="29190"/>
                  <a:pt x="43315" y="29190"/>
                </a:cubicBezTo>
                <a:cubicBezTo>
                  <a:pt x="42857" y="29190"/>
                  <a:pt x="42491" y="29178"/>
                  <a:pt x="42217" y="29156"/>
                </a:cubicBezTo>
                <a:cubicBezTo>
                  <a:pt x="41944" y="29134"/>
                  <a:pt x="41737" y="29097"/>
                  <a:pt x="41596" y="29045"/>
                </a:cubicBezTo>
                <a:cubicBezTo>
                  <a:pt x="41456" y="28994"/>
                  <a:pt x="41352" y="28923"/>
                  <a:pt x="41286" y="28835"/>
                </a:cubicBezTo>
                <a:cubicBezTo>
                  <a:pt x="41219" y="28746"/>
                  <a:pt x="41156" y="28635"/>
                  <a:pt x="41097" y="28502"/>
                </a:cubicBezTo>
                <a:lnTo>
                  <a:pt x="38635" y="21515"/>
                </a:lnTo>
                <a:lnTo>
                  <a:pt x="26702" y="21515"/>
                </a:lnTo>
                <a:lnTo>
                  <a:pt x="24351" y="28413"/>
                </a:lnTo>
                <a:cubicBezTo>
                  <a:pt x="24306" y="28546"/>
                  <a:pt x="24247" y="28661"/>
                  <a:pt x="24173" y="28757"/>
                </a:cubicBezTo>
                <a:cubicBezTo>
                  <a:pt x="24099" y="28853"/>
                  <a:pt x="23992" y="28934"/>
                  <a:pt x="23852" y="29001"/>
                </a:cubicBezTo>
                <a:cubicBezTo>
                  <a:pt x="23711" y="29068"/>
                  <a:pt x="23512" y="29116"/>
                  <a:pt x="23253" y="29145"/>
                </a:cubicBezTo>
                <a:cubicBezTo>
                  <a:pt x="22994" y="29175"/>
                  <a:pt x="22658" y="29190"/>
                  <a:pt x="22244" y="29190"/>
                </a:cubicBezTo>
                <a:cubicBezTo>
                  <a:pt x="21815" y="29190"/>
                  <a:pt x="21464" y="29171"/>
                  <a:pt x="21190" y="29134"/>
                </a:cubicBezTo>
                <a:cubicBezTo>
                  <a:pt x="20917" y="29097"/>
                  <a:pt x="20724" y="29027"/>
                  <a:pt x="20613" y="28923"/>
                </a:cubicBezTo>
                <a:cubicBezTo>
                  <a:pt x="20503" y="28820"/>
                  <a:pt x="20451" y="28668"/>
                  <a:pt x="20458" y="28469"/>
                </a:cubicBezTo>
                <a:cubicBezTo>
                  <a:pt x="20466" y="28269"/>
                  <a:pt x="20528" y="28007"/>
                  <a:pt x="20647" y="27681"/>
                </a:cubicBezTo>
                <a:lnTo>
                  <a:pt x="30273" y="1020"/>
                </a:lnTo>
                <a:cubicBezTo>
                  <a:pt x="30332" y="858"/>
                  <a:pt x="30410" y="725"/>
                  <a:pt x="30506" y="621"/>
                </a:cubicBezTo>
                <a:cubicBezTo>
                  <a:pt x="30602" y="518"/>
                  <a:pt x="30743" y="436"/>
                  <a:pt x="30927" y="377"/>
                </a:cubicBezTo>
                <a:cubicBezTo>
                  <a:pt x="31112" y="318"/>
                  <a:pt x="31349" y="277"/>
                  <a:pt x="31637" y="255"/>
                </a:cubicBezTo>
                <a:cubicBezTo>
                  <a:pt x="31925" y="233"/>
                  <a:pt x="32291" y="222"/>
                  <a:pt x="32735" y="222"/>
                </a:cubicBezTo>
                <a:cubicBezTo>
                  <a:pt x="33208" y="222"/>
                  <a:pt x="33600" y="233"/>
                  <a:pt x="33911" y="255"/>
                </a:cubicBezTo>
                <a:cubicBezTo>
                  <a:pt x="34221" y="277"/>
                  <a:pt x="34473" y="318"/>
                  <a:pt x="34665" y="377"/>
                </a:cubicBezTo>
                <a:cubicBezTo>
                  <a:pt x="34857" y="436"/>
                  <a:pt x="35005" y="521"/>
                  <a:pt x="35108" y="632"/>
                </a:cubicBezTo>
                <a:cubicBezTo>
                  <a:pt x="35212" y="743"/>
                  <a:pt x="35293" y="880"/>
                  <a:pt x="35352" y="1042"/>
                </a:cubicBezTo>
                <a:lnTo>
                  <a:pt x="44979" y="27703"/>
                </a:lnTo>
                <a:moveTo>
                  <a:pt x="32624" y="4170"/>
                </a:moveTo>
                <a:lnTo>
                  <a:pt x="32602" y="4170"/>
                </a:lnTo>
                <a:lnTo>
                  <a:pt x="27656" y="18476"/>
                </a:lnTo>
                <a:lnTo>
                  <a:pt x="37637" y="18476"/>
                </a:lnTo>
                <a:lnTo>
                  <a:pt x="32624" y="4170"/>
                </a:lnTo>
                <a:close/>
                <a:moveTo>
                  <a:pt x="67912" y="1996"/>
                </a:moveTo>
                <a:cubicBezTo>
                  <a:pt x="67912" y="2277"/>
                  <a:pt x="67897" y="2521"/>
                  <a:pt x="67867" y="2728"/>
                </a:cubicBezTo>
                <a:cubicBezTo>
                  <a:pt x="67838" y="2935"/>
                  <a:pt x="67790" y="3102"/>
                  <a:pt x="67723" y="3227"/>
                </a:cubicBezTo>
                <a:cubicBezTo>
                  <a:pt x="67657" y="3353"/>
                  <a:pt x="67575" y="3445"/>
                  <a:pt x="67479" y="3505"/>
                </a:cubicBezTo>
                <a:cubicBezTo>
                  <a:pt x="67383" y="3564"/>
                  <a:pt x="67276" y="3593"/>
                  <a:pt x="67158" y="3593"/>
                </a:cubicBezTo>
                <a:lnTo>
                  <a:pt x="59084" y="3593"/>
                </a:lnTo>
                <a:lnTo>
                  <a:pt x="59084" y="28480"/>
                </a:lnTo>
                <a:cubicBezTo>
                  <a:pt x="59084" y="28598"/>
                  <a:pt x="59054" y="28702"/>
                  <a:pt x="58995" y="28790"/>
                </a:cubicBezTo>
                <a:cubicBezTo>
                  <a:pt x="58936" y="28879"/>
                  <a:pt x="58833" y="28949"/>
                  <a:pt x="58685" y="29001"/>
                </a:cubicBezTo>
                <a:cubicBezTo>
                  <a:pt x="58537" y="29053"/>
                  <a:pt x="58341" y="29097"/>
                  <a:pt x="58097" y="29134"/>
                </a:cubicBezTo>
                <a:cubicBezTo>
                  <a:pt x="57853" y="29171"/>
                  <a:pt x="57546" y="29190"/>
                  <a:pt x="57176" y="29190"/>
                </a:cubicBezTo>
                <a:cubicBezTo>
                  <a:pt x="56822" y="29190"/>
                  <a:pt x="56518" y="29171"/>
                  <a:pt x="56267" y="29134"/>
                </a:cubicBezTo>
                <a:cubicBezTo>
                  <a:pt x="56016" y="29097"/>
                  <a:pt x="55816" y="29053"/>
                  <a:pt x="55668" y="29001"/>
                </a:cubicBezTo>
                <a:cubicBezTo>
                  <a:pt x="55520" y="28949"/>
                  <a:pt x="55417" y="28879"/>
                  <a:pt x="55358" y="28790"/>
                </a:cubicBezTo>
                <a:cubicBezTo>
                  <a:pt x="55298" y="28702"/>
                  <a:pt x="55269" y="28598"/>
                  <a:pt x="55269" y="28480"/>
                </a:cubicBezTo>
                <a:lnTo>
                  <a:pt x="55269" y="3593"/>
                </a:lnTo>
                <a:lnTo>
                  <a:pt x="47195" y="3593"/>
                </a:lnTo>
                <a:cubicBezTo>
                  <a:pt x="47077" y="3593"/>
                  <a:pt x="46970" y="3564"/>
                  <a:pt x="46874" y="3505"/>
                </a:cubicBezTo>
                <a:cubicBezTo>
                  <a:pt x="46777" y="3445"/>
                  <a:pt x="46700" y="3353"/>
                  <a:pt x="46641" y="3227"/>
                </a:cubicBezTo>
                <a:cubicBezTo>
                  <a:pt x="46582" y="3102"/>
                  <a:pt x="46533" y="2935"/>
                  <a:pt x="46496" y="2728"/>
                </a:cubicBezTo>
                <a:cubicBezTo>
                  <a:pt x="46460" y="2521"/>
                  <a:pt x="46441" y="2277"/>
                  <a:pt x="46441" y="1996"/>
                </a:cubicBezTo>
                <a:cubicBezTo>
                  <a:pt x="46441" y="1715"/>
                  <a:pt x="46460" y="1468"/>
                  <a:pt x="46496" y="1253"/>
                </a:cubicBezTo>
                <a:cubicBezTo>
                  <a:pt x="46533" y="1039"/>
                  <a:pt x="46582" y="865"/>
                  <a:pt x="46641" y="732"/>
                </a:cubicBezTo>
                <a:cubicBezTo>
                  <a:pt x="46700" y="599"/>
                  <a:pt x="46777" y="503"/>
                  <a:pt x="46874" y="444"/>
                </a:cubicBezTo>
                <a:cubicBezTo>
                  <a:pt x="46970" y="384"/>
                  <a:pt x="47077" y="355"/>
                  <a:pt x="47195" y="355"/>
                </a:cubicBezTo>
                <a:lnTo>
                  <a:pt x="67158" y="355"/>
                </a:lnTo>
                <a:cubicBezTo>
                  <a:pt x="67276" y="355"/>
                  <a:pt x="67383" y="384"/>
                  <a:pt x="67479" y="444"/>
                </a:cubicBezTo>
                <a:cubicBezTo>
                  <a:pt x="67575" y="503"/>
                  <a:pt x="67657" y="599"/>
                  <a:pt x="67723" y="732"/>
                </a:cubicBezTo>
                <a:cubicBezTo>
                  <a:pt x="67790" y="865"/>
                  <a:pt x="67838" y="1039"/>
                  <a:pt x="67867" y="1253"/>
                </a:cubicBezTo>
                <a:cubicBezTo>
                  <a:pt x="67897" y="1468"/>
                  <a:pt x="67912" y="1715"/>
                  <a:pt x="67912" y="1996"/>
                </a:cubicBezTo>
                <a:close/>
                <a:moveTo>
                  <a:pt x="90891" y="24975"/>
                </a:moveTo>
                <a:cubicBezTo>
                  <a:pt x="90891" y="25212"/>
                  <a:pt x="90884" y="25419"/>
                  <a:pt x="90869" y="25596"/>
                </a:cubicBezTo>
                <a:cubicBezTo>
                  <a:pt x="90854" y="25774"/>
                  <a:pt x="90828" y="25929"/>
                  <a:pt x="90791" y="26062"/>
                </a:cubicBezTo>
                <a:cubicBezTo>
                  <a:pt x="90754" y="26195"/>
                  <a:pt x="90706" y="26313"/>
                  <a:pt x="90647" y="26417"/>
                </a:cubicBezTo>
                <a:cubicBezTo>
                  <a:pt x="90588" y="26520"/>
                  <a:pt x="90485" y="26647"/>
                  <a:pt x="90337" y="26796"/>
                </a:cubicBezTo>
                <a:cubicBezTo>
                  <a:pt x="90189" y="26945"/>
                  <a:pt x="89878" y="27172"/>
                  <a:pt x="89405" y="27477"/>
                </a:cubicBezTo>
                <a:cubicBezTo>
                  <a:pt x="88932" y="27783"/>
                  <a:pt x="88344" y="28081"/>
                  <a:pt x="87642" y="28372"/>
                </a:cubicBezTo>
                <a:cubicBezTo>
                  <a:pt x="86939" y="28662"/>
                  <a:pt x="86133" y="28908"/>
                  <a:pt x="85224" y="29109"/>
                </a:cubicBezTo>
                <a:cubicBezTo>
                  <a:pt x="84315" y="29311"/>
                  <a:pt x="83320" y="29411"/>
                  <a:pt x="82241" y="29411"/>
                </a:cubicBezTo>
                <a:cubicBezTo>
                  <a:pt x="80378" y="29411"/>
                  <a:pt x="78696" y="29101"/>
                  <a:pt x="77195" y="28480"/>
                </a:cubicBezTo>
                <a:cubicBezTo>
                  <a:pt x="75694" y="27859"/>
                  <a:pt x="74415" y="26942"/>
                  <a:pt x="73358" y="25729"/>
                </a:cubicBezTo>
                <a:cubicBezTo>
                  <a:pt x="72300" y="24517"/>
                  <a:pt x="71487" y="23020"/>
                  <a:pt x="70918" y="21238"/>
                </a:cubicBezTo>
                <a:cubicBezTo>
                  <a:pt x="70348" y="19456"/>
                  <a:pt x="70064" y="17404"/>
                  <a:pt x="70064" y="15083"/>
                </a:cubicBezTo>
                <a:cubicBezTo>
                  <a:pt x="70064" y="12702"/>
                  <a:pt x="70371" y="10580"/>
                  <a:pt x="70984" y="8717"/>
                </a:cubicBezTo>
                <a:cubicBezTo>
                  <a:pt x="71598" y="6854"/>
                  <a:pt x="72459" y="5275"/>
                  <a:pt x="73568" y="3981"/>
                </a:cubicBezTo>
                <a:cubicBezTo>
                  <a:pt x="74677" y="2688"/>
                  <a:pt x="76004" y="1701"/>
                  <a:pt x="77550" y="1020"/>
                </a:cubicBezTo>
                <a:cubicBezTo>
                  <a:pt x="79095" y="340"/>
                  <a:pt x="80806" y="0"/>
                  <a:pt x="82684" y="0"/>
                </a:cubicBezTo>
                <a:cubicBezTo>
                  <a:pt x="83512" y="0"/>
                  <a:pt x="84318" y="78"/>
                  <a:pt x="85102" y="235"/>
                </a:cubicBezTo>
                <a:cubicBezTo>
                  <a:pt x="85886" y="392"/>
                  <a:pt x="86610" y="589"/>
                  <a:pt x="87276" y="828"/>
                </a:cubicBezTo>
                <a:cubicBezTo>
                  <a:pt x="87941" y="1066"/>
                  <a:pt x="88533" y="1342"/>
                  <a:pt x="89050" y="1655"/>
                </a:cubicBezTo>
                <a:cubicBezTo>
                  <a:pt x="89568" y="1968"/>
                  <a:pt x="89926" y="2225"/>
                  <a:pt x="90126" y="2427"/>
                </a:cubicBezTo>
                <a:cubicBezTo>
                  <a:pt x="90326" y="2628"/>
                  <a:pt x="90455" y="2780"/>
                  <a:pt x="90514" y="2883"/>
                </a:cubicBezTo>
                <a:cubicBezTo>
                  <a:pt x="90573" y="2987"/>
                  <a:pt x="90621" y="3109"/>
                  <a:pt x="90658" y="3249"/>
                </a:cubicBezTo>
                <a:cubicBezTo>
                  <a:pt x="90695" y="3390"/>
                  <a:pt x="90725" y="3556"/>
                  <a:pt x="90747" y="3749"/>
                </a:cubicBezTo>
                <a:cubicBezTo>
                  <a:pt x="90769" y="3941"/>
                  <a:pt x="90780" y="4170"/>
                  <a:pt x="90780" y="4436"/>
                </a:cubicBezTo>
                <a:cubicBezTo>
                  <a:pt x="90780" y="4732"/>
                  <a:pt x="90766" y="4983"/>
                  <a:pt x="90736" y="5190"/>
                </a:cubicBezTo>
                <a:cubicBezTo>
                  <a:pt x="90706" y="5397"/>
                  <a:pt x="90662" y="5571"/>
                  <a:pt x="90603" y="5711"/>
                </a:cubicBezTo>
                <a:cubicBezTo>
                  <a:pt x="90544" y="5852"/>
                  <a:pt x="90473" y="5955"/>
                  <a:pt x="90392" y="6022"/>
                </a:cubicBezTo>
                <a:cubicBezTo>
                  <a:pt x="90311" y="6089"/>
                  <a:pt x="90211" y="6122"/>
                  <a:pt x="90093" y="6122"/>
                </a:cubicBezTo>
                <a:cubicBezTo>
                  <a:pt x="89886" y="6122"/>
                  <a:pt x="89597" y="5976"/>
                  <a:pt x="89228" y="5686"/>
                </a:cubicBezTo>
                <a:cubicBezTo>
                  <a:pt x="88858" y="5395"/>
                  <a:pt x="88381" y="5075"/>
                  <a:pt x="87797" y="4724"/>
                </a:cubicBezTo>
                <a:cubicBezTo>
                  <a:pt x="87213" y="4374"/>
                  <a:pt x="86503" y="4054"/>
                  <a:pt x="85668" y="3763"/>
                </a:cubicBezTo>
                <a:cubicBezTo>
                  <a:pt x="84832" y="3472"/>
                  <a:pt x="83830" y="3327"/>
                  <a:pt x="82662" y="3327"/>
                </a:cubicBezTo>
                <a:cubicBezTo>
                  <a:pt x="81391" y="3327"/>
                  <a:pt x="80233" y="3582"/>
                  <a:pt x="79191" y="4092"/>
                </a:cubicBezTo>
                <a:cubicBezTo>
                  <a:pt x="78149" y="4602"/>
                  <a:pt x="77258" y="5353"/>
                  <a:pt x="76518" y="6344"/>
                </a:cubicBezTo>
                <a:cubicBezTo>
                  <a:pt x="75779" y="7334"/>
                  <a:pt x="75206" y="8543"/>
                  <a:pt x="74799" y="9970"/>
                </a:cubicBezTo>
                <a:cubicBezTo>
                  <a:pt x="74393" y="11397"/>
                  <a:pt x="74189" y="13027"/>
                  <a:pt x="74189" y="14861"/>
                </a:cubicBezTo>
                <a:cubicBezTo>
                  <a:pt x="74189" y="16680"/>
                  <a:pt x="74385" y="18288"/>
                  <a:pt x="74777" y="19685"/>
                </a:cubicBezTo>
                <a:cubicBezTo>
                  <a:pt x="75169" y="21083"/>
                  <a:pt x="75731" y="22251"/>
                  <a:pt x="76463" y="23190"/>
                </a:cubicBezTo>
                <a:cubicBezTo>
                  <a:pt x="77195" y="24129"/>
                  <a:pt x="78093" y="24838"/>
                  <a:pt x="79158" y="25319"/>
                </a:cubicBezTo>
                <a:cubicBezTo>
                  <a:pt x="80222" y="25800"/>
                  <a:pt x="81428" y="26040"/>
                  <a:pt x="82773" y="26040"/>
                </a:cubicBezTo>
                <a:cubicBezTo>
                  <a:pt x="83912" y="26040"/>
                  <a:pt x="84906" y="25898"/>
                  <a:pt x="85756" y="25615"/>
                </a:cubicBezTo>
                <a:cubicBezTo>
                  <a:pt x="86607" y="25332"/>
                  <a:pt x="87331" y="25015"/>
                  <a:pt x="87930" y="24665"/>
                </a:cubicBezTo>
                <a:cubicBezTo>
                  <a:pt x="88529" y="24314"/>
                  <a:pt x="89021" y="23998"/>
                  <a:pt x="89405" y="23714"/>
                </a:cubicBezTo>
                <a:cubicBezTo>
                  <a:pt x="89790" y="23431"/>
                  <a:pt x="90093" y="23290"/>
                  <a:pt x="90315" y="23290"/>
                </a:cubicBezTo>
                <a:cubicBezTo>
                  <a:pt x="90418" y="23290"/>
                  <a:pt x="90507" y="23312"/>
                  <a:pt x="90581" y="23356"/>
                </a:cubicBezTo>
                <a:cubicBezTo>
                  <a:pt x="90655" y="23400"/>
                  <a:pt x="90714" y="23485"/>
                  <a:pt x="90758" y="23611"/>
                </a:cubicBezTo>
                <a:cubicBezTo>
                  <a:pt x="90802" y="23737"/>
                  <a:pt x="90836" y="23911"/>
                  <a:pt x="90858" y="24132"/>
                </a:cubicBezTo>
                <a:cubicBezTo>
                  <a:pt x="90880" y="24354"/>
                  <a:pt x="90891" y="24635"/>
                  <a:pt x="90891" y="24975"/>
                </a:cubicBezTo>
                <a:close/>
                <a:moveTo>
                  <a:pt x="116884" y="28480"/>
                </a:moveTo>
                <a:cubicBezTo>
                  <a:pt x="116884" y="28598"/>
                  <a:pt x="116855" y="28702"/>
                  <a:pt x="116796" y="28790"/>
                </a:cubicBezTo>
                <a:cubicBezTo>
                  <a:pt x="116736" y="28879"/>
                  <a:pt x="116633" y="28949"/>
                  <a:pt x="116485" y="29001"/>
                </a:cubicBezTo>
                <a:cubicBezTo>
                  <a:pt x="116337" y="29053"/>
                  <a:pt x="116141" y="29097"/>
                  <a:pt x="115897" y="29134"/>
                </a:cubicBezTo>
                <a:cubicBezTo>
                  <a:pt x="115653" y="29171"/>
                  <a:pt x="115354" y="29190"/>
                  <a:pt x="114999" y="29190"/>
                </a:cubicBezTo>
                <a:cubicBezTo>
                  <a:pt x="114614" y="29190"/>
                  <a:pt x="114304" y="29171"/>
                  <a:pt x="114067" y="29134"/>
                </a:cubicBezTo>
                <a:cubicBezTo>
                  <a:pt x="113831" y="29097"/>
                  <a:pt x="113639" y="29053"/>
                  <a:pt x="113491" y="29001"/>
                </a:cubicBezTo>
                <a:cubicBezTo>
                  <a:pt x="113343" y="28949"/>
                  <a:pt x="113239" y="28879"/>
                  <a:pt x="113180" y="28790"/>
                </a:cubicBezTo>
                <a:cubicBezTo>
                  <a:pt x="113121" y="28702"/>
                  <a:pt x="113091" y="28598"/>
                  <a:pt x="113091" y="28480"/>
                </a:cubicBezTo>
                <a:lnTo>
                  <a:pt x="113091" y="15748"/>
                </a:lnTo>
                <a:lnTo>
                  <a:pt x="100027" y="15748"/>
                </a:lnTo>
                <a:lnTo>
                  <a:pt x="100027" y="28480"/>
                </a:lnTo>
                <a:cubicBezTo>
                  <a:pt x="100027" y="28598"/>
                  <a:pt x="99997" y="28702"/>
                  <a:pt x="99938" y="28790"/>
                </a:cubicBezTo>
                <a:cubicBezTo>
                  <a:pt x="99879" y="28879"/>
                  <a:pt x="99776" y="28949"/>
                  <a:pt x="99628" y="29001"/>
                </a:cubicBezTo>
                <a:cubicBezTo>
                  <a:pt x="99480" y="29053"/>
                  <a:pt x="99284" y="29097"/>
                  <a:pt x="99040" y="29134"/>
                </a:cubicBezTo>
                <a:cubicBezTo>
                  <a:pt x="98796" y="29171"/>
                  <a:pt x="98489" y="29190"/>
                  <a:pt x="98120" y="29190"/>
                </a:cubicBezTo>
                <a:cubicBezTo>
                  <a:pt x="97765" y="29190"/>
                  <a:pt x="97462" y="29171"/>
                  <a:pt x="97210" y="29134"/>
                </a:cubicBezTo>
                <a:cubicBezTo>
                  <a:pt x="96959" y="29097"/>
                  <a:pt x="96759" y="29053"/>
                  <a:pt x="96611" y="29001"/>
                </a:cubicBezTo>
                <a:cubicBezTo>
                  <a:pt x="96463" y="28949"/>
                  <a:pt x="96360" y="28879"/>
                  <a:pt x="96301" y="28790"/>
                </a:cubicBezTo>
                <a:cubicBezTo>
                  <a:pt x="96242" y="28702"/>
                  <a:pt x="96212" y="28598"/>
                  <a:pt x="96212" y="28480"/>
                </a:cubicBezTo>
                <a:lnTo>
                  <a:pt x="96212" y="932"/>
                </a:lnTo>
                <a:cubicBezTo>
                  <a:pt x="96212" y="813"/>
                  <a:pt x="96242" y="710"/>
                  <a:pt x="96301" y="621"/>
                </a:cubicBezTo>
                <a:cubicBezTo>
                  <a:pt x="96360" y="532"/>
                  <a:pt x="96463" y="462"/>
                  <a:pt x="96611" y="410"/>
                </a:cubicBezTo>
                <a:cubicBezTo>
                  <a:pt x="96759" y="359"/>
                  <a:pt x="96959" y="314"/>
                  <a:pt x="97210" y="277"/>
                </a:cubicBezTo>
                <a:cubicBezTo>
                  <a:pt x="97462" y="240"/>
                  <a:pt x="97765" y="222"/>
                  <a:pt x="98120" y="222"/>
                </a:cubicBezTo>
                <a:cubicBezTo>
                  <a:pt x="98489" y="222"/>
                  <a:pt x="98796" y="240"/>
                  <a:pt x="99040" y="277"/>
                </a:cubicBezTo>
                <a:cubicBezTo>
                  <a:pt x="99284" y="314"/>
                  <a:pt x="99480" y="359"/>
                  <a:pt x="99628" y="410"/>
                </a:cubicBezTo>
                <a:cubicBezTo>
                  <a:pt x="99776" y="462"/>
                  <a:pt x="99879" y="532"/>
                  <a:pt x="99938" y="621"/>
                </a:cubicBezTo>
                <a:cubicBezTo>
                  <a:pt x="99997" y="710"/>
                  <a:pt x="100027" y="813"/>
                  <a:pt x="100027" y="932"/>
                </a:cubicBezTo>
                <a:lnTo>
                  <a:pt x="100027" y="12421"/>
                </a:lnTo>
                <a:lnTo>
                  <a:pt x="113091" y="12421"/>
                </a:lnTo>
                <a:lnTo>
                  <a:pt x="113091" y="932"/>
                </a:lnTo>
                <a:cubicBezTo>
                  <a:pt x="113091" y="813"/>
                  <a:pt x="113121" y="710"/>
                  <a:pt x="113180" y="621"/>
                </a:cubicBezTo>
                <a:cubicBezTo>
                  <a:pt x="113239" y="532"/>
                  <a:pt x="113343" y="462"/>
                  <a:pt x="113491" y="410"/>
                </a:cubicBezTo>
                <a:cubicBezTo>
                  <a:pt x="113639" y="359"/>
                  <a:pt x="113831" y="314"/>
                  <a:pt x="114067" y="277"/>
                </a:cubicBezTo>
                <a:cubicBezTo>
                  <a:pt x="114304" y="240"/>
                  <a:pt x="114614" y="222"/>
                  <a:pt x="114999" y="222"/>
                </a:cubicBezTo>
                <a:cubicBezTo>
                  <a:pt x="115354" y="222"/>
                  <a:pt x="115653" y="240"/>
                  <a:pt x="115897" y="277"/>
                </a:cubicBezTo>
                <a:cubicBezTo>
                  <a:pt x="116141" y="314"/>
                  <a:pt x="116337" y="359"/>
                  <a:pt x="116485" y="410"/>
                </a:cubicBezTo>
                <a:cubicBezTo>
                  <a:pt x="116633" y="462"/>
                  <a:pt x="116736" y="532"/>
                  <a:pt x="116796" y="621"/>
                </a:cubicBezTo>
                <a:cubicBezTo>
                  <a:pt x="116855" y="710"/>
                  <a:pt x="116884" y="813"/>
                  <a:pt x="116884" y="932"/>
                </a:cubicBezTo>
                <a:lnTo>
                  <a:pt x="116884" y="28480"/>
                </a:lnTo>
                <a:close/>
                <a:moveTo>
                  <a:pt x="143274" y="35677"/>
                </a:moveTo>
                <a:cubicBezTo>
                  <a:pt x="143274" y="36199"/>
                  <a:pt x="143215" y="36578"/>
                  <a:pt x="143097" y="36817"/>
                </a:cubicBezTo>
                <a:cubicBezTo>
                  <a:pt x="142979" y="37055"/>
                  <a:pt x="142794" y="37175"/>
                  <a:pt x="142543" y="37175"/>
                </a:cubicBezTo>
                <a:lnTo>
                  <a:pt x="121183" y="37175"/>
                </a:lnTo>
                <a:cubicBezTo>
                  <a:pt x="120931" y="37175"/>
                  <a:pt x="120739" y="37063"/>
                  <a:pt x="120606" y="36839"/>
                </a:cubicBezTo>
                <a:cubicBezTo>
                  <a:pt x="120473" y="36616"/>
                  <a:pt x="120406" y="36243"/>
                  <a:pt x="120406" y="35722"/>
                </a:cubicBezTo>
                <a:cubicBezTo>
                  <a:pt x="120406" y="35215"/>
                  <a:pt x="120473" y="34835"/>
                  <a:pt x="120606" y="34582"/>
                </a:cubicBezTo>
                <a:cubicBezTo>
                  <a:pt x="120739" y="34329"/>
                  <a:pt x="120931" y="34202"/>
                  <a:pt x="121183" y="34202"/>
                </a:cubicBezTo>
                <a:lnTo>
                  <a:pt x="142543" y="34202"/>
                </a:lnTo>
                <a:cubicBezTo>
                  <a:pt x="142779" y="34202"/>
                  <a:pt x="142960" y="34322"/>
                  <a:pt x="143086" y="34560"/>
                </a:cubicBezTo>
                <a:cubicBezTo>
                  <a:pt x="143212" y="34798"/>
                  <a:pt x="143274" y="35171"/>
                  <a:pt x="143274" y="35677"/>
                </a:cubicBezTo>
                <a:close/>
                <a:moveTo>
                  <a:pt x="168692" y="27501"/>
                </a:moveTo>
                <a:cubicBezTo>
                  <a:pt x="168692" y="27797"/>
                  <a:pt x="168644" y="28049"/>
                  <a:pt x="168548" y="28257"/>
                </a:cubicBezTo>
                <a:cubicBezTo>
                  <a:pt x="168451" y="28464"/>
                  <a:pt x="168326" y="28635"/>
                  <a:pt x="168171" y="28768"/>
                </a:cubicBezTo>
                <a:cubicBezTo>
                  <a:pt x="168015" y="28901"/>
                  <a:pt x="167842" y="28997"/>
                  <a:pt x="167649" y="29056"/>
                </a:cubicBezTo>
                <a:cubicBezTo>
                  <a:pt x="167457" y="29116"/>
                  <a:pt x="167265" y="29145"/>
                  <a:pt x="167073" y="29145"/>
                </a:cubicBezTo>
                <a:lnTo>
                  <a:pt x="165853" y="29145"/>
                </a:lnTo>
                <a:cubicBezTo>
                  <a:pt x="165468" y="29145"/>
                  <a:pt x="165132" y="29104"/>
                  <a:pt x="164843" y="29022"/>
                </a:cubicBezTo>
                <a:cubicBezTo>
                  <a:pt x="164555" y="28940"/>
                  <a:pt x="164282" y="28790"/>
                  <a:pt x="164023" y="28573"/>
                </a:cubicBezTo>
                <a:cubicBezTo>
                  <a:pt x="163764" y="28357"/>
                  <a:pt x="163505" y="28061"/>
                  <a:pt x="163246" y="27688"/>
                </a:cubicBezTo>
                <a:cubicBezTo>
                  <a:pt x="162988" y="27314"/>
                  <a:pt x="162703" y="26838"/>
                  <a:pt x="162393" y="26262"/>
                </a:cubicBezTo>
                <a:lnTo>
                  <a:pt x="153343" y="9937"/>
                </a:lnTo>
                <a:cubicBezTo>
                  <a:pt x="152870" y="9094"/>
                  <a:pt x="152393" y="8210"/>
                  <a:pt x="151912" y="7286"/>
                </a:cubicBezTo>
                <a:cubicBezTo>
                  <a:pt x="151432" y="6362"/>
                  <a:pt x="150984" y="5464"/>
                  <a:pt x="150570" y="4591"/>
                </a:cubicBezTo>
                <a:lnTo>
                  <a:pt x="150526" y="4591"/>
                </a:lnTo>
                <a:cubicBezTo>
                  <a:pt x="150556" y="5656"/>
                  <a:pt x="150578" y="6743"/>
                  <a:pt x="150592" y="7852"/>
                </a:cubicBezTo>
                <a:cubicBezTo>
                  <a:pt x="150607" y="8961"/>
                  <a:pt x="150615" y="10063"/>
                  <a:pt x="150615" y="11157"/>
                </a:cubicBezTo>
                <a:lnTo>
                  <a:pt x="150615" y="28480"/>
                </a:lnTo>
                <a:cubicBezTo>
                  <a:pt x="150615" y="28583"/>
                  <a:pt x="150585" y="28683"/>
                  <a:pt x="150526" y="28779"/>
                </a:cubicBezTo>
                <a:cubicBezTo>
                  <a:pt x="150467" y="28875"/>
                  <a:pt x="150367" y="28949"/>
                  <a:pt x="150226" y="29001"/>
                </a:cubicBezTo>
                <a:cubicBezTo>
                  <a:pt x="150086" y="29053"/>
                  <a:pt x="149901" y="29097"/>
                  <a:pt x="149672" y="29134"/>
                </a:cubicBezTo>
                <a:cubicBezTo>
                  <a:pt x="149443" y="29171"/>
                  <a:pt x="149151" y="29190"/>
                  <a:pt x="148796" y="29190"/>
                </a:cubicBezTo>
                <a:cubicBezTo>
                  <a:pt x="148441" y="29190"/>
                  <a:pt x="148149" y="29171"/>
                  <a:pt x="147920" y="29134"/>
                </a:cubicBezTo>
                <a:cubicBezTo>
                  <a:pt x="147691" y="29097"/>
                  <a:pt x="147509" y="29053"/>
                  <a:pt x="147376" y="29001"/>
                </a:cubicBezTo>
                <a:cubicBezTo>
                  <a:pt x="147243" y="28949"/>
                  <a:pt x="147147" y="28875"/>
                  <a:pt x="147088" y="28779"/>
                </a:cubicBezTo>
                <a:cubicBezTo>
                  <a:pt x="147029" y="28683"/>
                  <a:pt x="146999" y="28583"/>
                  <a:pt x="146999" y="28480"/>
                </a:cubicBezTo>
                <a:lnTo>
                  <a:pt x="146999" y="1996"/>
                </a:lnTo>
                <a:cubicBezTo>
                  <a:pt x="146999" y="1405"/>
                  <a:pt x="147162" y="983"/>
                  <a:pt x="147487" y="732"/>
                </a:cubicBezTo>
                <a:cubicBezTo>
                  <a:pt x="147813" y="481"/>
                  <a:pt x="148167" y="355"/>
                  <a:pt x="148552" y="355"/>
                </a:cubicBezTo>
                <a:lnTo>
                  <a:pt x="150371" y="355"/>
                </a:lnTo>
                <a:cubicBezTo>
                  <a:pt x="150799" y="355"/>
                  <a:pt x="151158" y="392"/>
                  <a:pt x="151446" y="466"/>
                </a:cubicBezTo>
                <a:cubicBezTo>
                  <a:pt x="151735" y="540"/>
                  <a:pt x="151994" y="662"/>
                  <a:pt x="152223" y="832"/>
                </a:cubicBezTo>
                <a:cubicBezTo>
                  <a:pt x="152452" y="1002"/>
                  <a:pt x="152674" y="1238"/>
                  <a:pt x="152888" y="1542"/>
                </a:cubicBezTo>
                <a:cubicBezTo>
                  <a:pt x="153103" y="1845"/>
                  <a:pt x="153335" y="2225"/>
                  <a:pt x="153587" y="2684"/>
                </a:cubicBezTo>
                <a:lnTo>
                  <a:pt x="160552" y="15282"/>
                </a:lnTo>
                <a:cubicBezTo>
                  <a:pt x="160980" y="16051"/>
                  <a:pt x="161394" y="16802"/>
                  <a:pt x="161794" y="17534"/>
                </a:cubicBezTo>
                <a:cubicBezTo>
                  <a:pt x="162193" y="18266"/>
                  <a:pt x="162577" y="18987"/>
                  <a:pt x="162947" y="19696"/>
                </a:cubicBezTo>
                <a:cubicBezTo>
                  <a:pt x="163317" y="20406"/>
                  <a:pt x="163683" y="21105"/>
                  <a:pt x="164045" y="21792"/>
                </a:cubicBezTo>
                <a:cubicBezTo>
                  <a:pt x="164407" y="22480"/>
                  <a:pt x="164766" y="23171"/>
                  <a:pt x="165121" y="23866"/>
                </a:cubicBezTo>
                <a:lnTo>
                  <a:pt x="165143" y="23866"/>
                </a:lnTo>
                <a:cubicBezTo>
                  <a:pt x="165113" y="22697"/>
                  <a:pt x="165095" y="21480"/>
                  <a:pt x="165087" y="20214"/>
                </a:cubicBezTo>
                <a:cubicBezTo>
                  <a:pt x="165080" y="18948"/>
                  <a:pt x="165076" y="17731"/>
                  <a:pt x="165076" y="16562"/>
                </a:cubicBezTo>
                <a:lnTo>
                  <a:pt x="165076" y="977"/>
                </a:lnTo>
                <a:cubicBezTo>
                  <a:pt x="165076" y="873"/>
                  <a:pt x="165106" y="777"/>
                  <a:pt x="165165" y="688"/>
                </a:cubicBezTo>
                <a:cubicBezTo>
                  <a:pt x="165224" y="599"/>
                  <a:pt x="165324" y="521"/>
                  <a:pt x="165465" y="455"/>
                </a:cubicBezTo>
                <a:cubicBezTo>
                  <a:pt x="165605" y="388"/>
                  <a:pt x="165790" y="340"/>
                  <a:pt x="166019" y="311"/>
                </a:cubicBezTo>
                <a:cubicBezTo>
                  <a:pt x="166248" y="281"/>
                  <a:pt x="166548" y="266"/>
                  <a:pt x="166917" y="266"/>
                </a:cubicBezTo>
                <a:cubicBezTo>
                  <a:pt x="167243" y="266"/>
                  <a:pt x="167524" y="281"/>
                  <a:pt x="167760" y="311"/>
                </a:cubicBezTo>
                <a:cubicBezTo>
                  <a:pt x="167997" y="340"/>
                  <a:pt x="168182" y="388"/>
                  <a:pt x="168315" y="455"/>
                </a:cubicBezTo>
                <a:cubicBezTo>
                  <a:pt x="168448" y="522"/>
                  <a:pt x="168544" y="600"/>
                  <a:pt x="168603" y="688"/>
                </a:cubicBezTo>
                <a:cubicBezTo>
                  <a:pt x="168662" y="777"/>
                  <a:pt x="168692" y="873"/>
                  <a:pt x="168692" y="977"/>
                </a:cubicBezTo>
                <a:lnTo>
                  <a:pt x="168692" y="27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11F91-FDF9-4394-B343-B80C84C1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749" y="3137751"/>
            <a:ext cx="15937" cy="15938"/>
          </a:xfrm>
          <a:custGeom xmlns:a="http://schemas.openxmlformats.org/drawingml/2006/main">
            <a:pathLst>
              <a:path w="15937" h="15938">
                <a:moveTo>
                  <a:pt x="15937" y="7969"/>
                </a:moveTo>
                <a:cubicBezTo>
                  <a:pt x="15937" y="12369"/>
                  <a:pt x="12369" y="15938"/>
                  <a:pt x="7969" y="15938"/>
                </a:cubicBezTo>
                <a:cubicBezTo>
                  <a:pt x="3567" y="15938"/>
                  <a:pt x="0" y="12369"/>
                  <a:pt x="0" y="7969"/>
                </a:cubicBezTo>
                <a:cubicBezTo>
                  <a:pt x="0" y="3569"/>
                  <a:pt x="3567" y="0"/>
                  <a:pt x="7969" y="0"/>
                </a:cubicBezTo>
                <a:cubicBezTo>
                  <a:pt x="12369" y="0"/>
                  <a:pt x="15937" y="3569"/>
                  <a:pt x="15937" y="796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7F7E1-18B6-48E2-902C-30640917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779" y="3073778"/>
            <a:ext cx="177074" cy="177090"/>
          </a:xfrm>
          <a:custGeom xmlns:a="http://schemas.openxmlformats.org/drawingml/2006/main">
            <a:pathLst>
              <a:path w="177074" h="177090">
                <a:moveTo>
                  <a:pt x="88535" y="177090"/>
                </a:moveTo>
                <a:cubicBezTo>
                  <a:pt x="39640" y="177090"/>
                  <a:pt x="0" y="137447"/>
                  <a:pt x="0" y="88544"/>
                </a:cubicBez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4" y="137448"/>
                  <a:pt x="137435" y="177090"/>
                  <a:pt x="88535" y="177090"/>
                </a:cubicBezTo>
                <a:close/>
                <a:moveTo>
                  <a:pt x="44270" y="55340"/>
                </a:moveTo>
                <a:lnTo>
                  <a:pt x="44270" y="92751"/>
                </a:lnTo>
                <a:cubicBezTo>
                  <a:pt x="44281" y="97145"/>
                  <a:pt x="46030" y="101362"/>
                  <a:pt x="49140" y="104472"/>
                </a:cubicBezTo>
                <a:lnTo>
                  <a:pt x="84680" y="140034"/>
                </a:lnTo>
                <a:cubicBezTo>
                  <a:pt x="89873" y="145216"/>
                  <a:pt x="98275" y="145216"/>
                  <a:pt x="103467" y="140034"/>
                </a:cubicBezTo>
                <a:lnTo>
                  <a:pt x="140026" y="103476"/>
                </a:lnTo>
                <a:cubicBezTo>
                  <a:pt x="145209" y="98283"/>
                  <a:pt x="145209" y="89876"/>
                  <a:pt x="140026" y="84680"/>
                </a:cubicBezTo>
                <a:lnTo>
                  <a:pt x="104463" y="49142"/>
                </a:lnTo>
                <a:cubicBezTo>
                  <a:pt x="101355" y="46025"/>
                  <a:pt x="97131" y="44281"/>
                  <a:pt x="92731" y="44272"/>
                </a:cubicBezTo>
                <a:lnTo>
                  <a:pt x="55337" y="44272"/>
                </a:lnTo>
                <a:cubicBezTo>
                  <a:pt x="49225" y="44272"/>
                  <a:pt x="44270" y="49225"/>
                  <a:pt x="44270" y="55340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57399-3166-4AF5-B705-EA2D100A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2135" y="4208803"/>
            <a:ext cx="689993" cy="2079588"/>
          </a:xfrm>
          <a:custGeom xmlns:a="http://schemas.openxmlformats.org/drawingml/2006/main">
            <a:pathLst>
              <a:path w="689993" h="2079588">
                <a:moveTo>
                  <a:pt x="0" y="2079588"/>
                </a:moveTo>
                <a:lnTo>
                  <a:pt x="0" y="0"/>
                </a:lnTo>
                <a:lnTo>
                  <a:pt x="689993" y="0"/>
                </a:lnTo>
                <a:lnTo>
                  <a:pt x="689993" y="2079588"/>
                </a:lnTo>
                <a:lnTo>
                  <a:pt x="0" y="2079588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C">
            <a:extLst xmlns:a="http://schemas.openxmlformats.org/drawingml/2006/main">
              <a:ext uri="{FF2B5EF4-FFF2-40B4-BE49-F238E27FC236}">
                <a16:creationId xmlns:a16="http://schemas.microsoft.com/office/drawing/2014/main" id="{1EB257EB-241E-408A-8ED4-18D5B5A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17" y="4641041"/>
            <a:ext cx="121608" cy="109217"/>
          </a:xfrm>
          <a:custGeom xmlns:a="http://schemas.openxmlformats.org/drawingml/2006/main">
            <a:pathLst>
              <a:path w="121608" h="109217">
                <a:moveTo>
                  <a:pt x="121608" y="66985"/>
                </a:moveTo>
                <a:cubicBezTo>
                  <a:pt x="121608" y="73551"/>
                  <a:pt x="120936" y="80131"/>
                  <a:pt x="119593" y="86726"/>
                </a:cubicBezTo>
                <a:cubicBezTo>
                  <a:pt x="118251" y="93321"/>
                  <a:pt x="116864" y="98304"/>
                  <a:pt x="115431" y="101675"/>
                </a:cubicBezTo>
                <a:lnTo>
                  <a:pt x="113285" y="106644"/>
                </a:lnTo>
                <a:lnTo>
                  <a:pt x="112747" y="106999"/>
                </a:lnTo>
                <a:cubicBezTo>
                  <a:pt x="104990" y="105165"/>
                  <a:pt x="97113" y="103953"/>
                  <a:pt x="89117" y="103361"/>
                </a:cubicBezTo>
                <a:lnTo>
                  <a:pt x="88939" y="97949"/>
                </a:lnTo>
                <a:cubicBezTo>
                  <a:pt x="96577" y="94045"/>
                  <a:pt x="102215" y="89491"/>
                  <a:pt x="105855" y="84286"/>
                </a:cubicBezTo>
                <a:cubicBezTo>
                  <a:pt x="109496" y="79081"/>
                  <a:pt x="111317" y="72486"/>
                  <a:pt x="111317" y="64501"/>
                </a:cubicBezTo>
                <a:cubicBezTo>
                  <a:pt x="111317" y="60479"/>
                  <a:pt x="110473" y="56531"/>
                  <a:pt x="108785" y="52657"/>
                </a:cubicBezTo>
                <a:cubicBezTo>
                  <a:pt x="107098" y="48782"/>
                  <a:pt x="104463" y="45056"/>
                  <a:pt x="100881" y="41478"/>
                </a:cubicBezTo>
                <a:cubicBezTo>
                  <a:pt x="97300" y="37899"/>
                  <a:pt x="92195" y="35030"/>
                  <a:pt x="85565" y="32872"/>
                </a:cubicBezTo>
                <a:cubicBezTo>
                  <a:pt x="78935" y="30713"/>
                  <a:pt x="71268" y="29633"/>
                  <a:pt x="62564" y="29633"/>
                </a:cubicBezTo>
                <a:cubicBezTo>
                  <a:pt x="49481" y="29633"/>
                  <a:pt x="37597" y="33286"/>
                  <a:pt x="26911" y="40590"/>
                </a:cubicBezTo>
                <a:cubicBezTo>
                  <a:pt x="16226" y="47895"/>
                  <a:pt x="10883" y="56398"/>
                  <a:pt x="10883" y="66098"/>
                </a:cubicBezTo>
                <a:cubicBezTo>
                  <a:pt x="10883" y="74674"/>
                  <a:pt x="11978" y="81580"/>
                  <a:pt x="14169" y="86815"/>
                </a:cubicBezTo>
                <a:cubicBezTo>
                  <a:pt x="16359" y="92049"/>
                  <a:pt x="20681" y="98038"/>
                  <a:pt x="27133" y="104781"/>
                </a:cubicBezTo>
                <a:lnTo>
                  <a:pt x="20917" y="109217"/>
                </a:lnTo>
                <a:cubicBezTo>
                  <a:pt x="6953" y="95790"/>
                  <a:pt x="0" y="80264"/>
                  <a:pt x="59" y="62638"/>
                </a:cubicBezTo>
                <a:cubicBezTo>
                  <a:pt x="59" y="47141"/>
                  <a:pt x="4054" y="33951"/>
                  <a:pt x="12045" y="23068"/>
                </a:cubicBezTo>
                <a:cubicBezTo>
                  <a:pt x="17609" y="15556"/>
                  <a:pt x="24533" y="9833"/>
                  <a:pt x="32820" y="5900"/>
                </a:cubicBezTo>
                <a:cubicBezTo>
                  <a:pt x="41106" y="1967"/>
                  <a:pt x="49866" y="0"/>
                  <a:pt x="59101" y="0"/>
                </a:cubicBezTo>
                <a:cubicBezTo>
                  <a:pt x="69060" y="0"/>
                  <a:pt x="78322" y="1967"/>
                  <a:pt x="86888" y="5900"/>
                </a:cubicBezTo>
                <a:cubicBezTo>
                  <a:pt x="95453" y="9833"/>
                  <a:pt x="102521" y="15378"/>
                  <a:pt x="108092" y="22535"/>
                </a:cubicBezTo>
                <a:cubicBezTo>
                  <a:pt x="117103" y="34010"/>
                  <a:pt x="121608" y="48827"/>
                  <a:pt x="121608" y="669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Text O">
            <a:extLst xmlns:a="http://schemas.openxmlformats.org/drawingml/2006/main">
              <a:ext uri="{FF2B5EF4-FFF2-40B4-BE49-F238E27FC236}">
                <a16:creationId xmlns:a16="http://schemas.microsoft.com/office/drawing/2014/main" id="{12090DA6-2527-4154-8ADA-125A80DE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76" y="4769259"/>
            <a:ext cx="121549" cy="126340"/>
          </a:xfrm>
          <a:custGeom xmlns:a="http://schemas.openxmlformats.org/drawingml/2006/main">
            <a:pathLst>
              <a:path w="121549" h="126340">
                <a:moveTo>
                  <a:pt x="112500" y="60331"/>
                </a:moveTo>
                <a:cubicBezTo>
                  <a:pt x="112500" y="39629"/>
                  <a:pt x="95453" y="29278"/>
                  <a:pt x="61360" y="29278"/>
                </a:cubicBezTo>
                <a:cubicBezTo>
                  <a:pt x="44282" y="29278"/>
                  <a:pt x="31295" y="32650"/>
                  <a:pt x="22397" y="39393"/>
                </a:cubicBezTo>
                <a:cubicBezTo>
                  <a:pt x="13499" y="46135"/>
                  <a:pt x="9050" y="55185"/>
                  <a:pt x="9050" y="66542"/>
                </a:cubicBezTo>
                <a:cubicBezTo>
                  <a:pt x="9050" y="86888"/>
                  <a:pt x="25437" y="97062"/>
                  <a:pt x="58213" y="97062"/>
                </a:cubicBezTo>
                <a:cubicBezTo>
                  <a:pt x="77327" y="97062"/>
                  <a:pt x="91153" y="94149"/>
                  <a:pt x="99690" y="88323"/>
                </a:cubicBezTo>
                <a:cubicBezTo>
                  <a:pt x="108230" y="82497"/>
                  <a:pt x="112500" y="73166"/>
                  <a:pt x="112500" y="60331"/>
                </a:cubicBezTo>
                <a:moveTo>
                  <a:pt x="61717" y="126340"/>
                </a:moveTo>
                <a:cubicBezTo>
                  <a:pt x="43398" y="126340"/>
                  <a:pt x="28532" y="120588"/>
                  <a:pt x="17118" y="109084"/>
                </a:cubicBezTo>
                <a:cubicBezTo>
                  <a:pt x="5706" y="97579"/>
                  <a:pt x="0" y="82186"/>
                  <a:pt x="0" y="62904"/>
                </a:cubicBezTo>
                <a:cubicBezTo>
                  <a:pt x="0" y="44864"/>
                  <a:pt x="5451" y="29870"/>
                  <a:pt x="16353" y="17922"/>
                </a:cubicBezTo>
                <a:cubicBezTo>
                  <a:pt x="27254" y="5974"/>
                  <a:pt x="41208" y="0"/>
                  <a:pt x="58213" y="0"/>
                </a:cubicBezTo>
                <a:cubicBezTo>
                  <a:pt x="76275" y="0"/>
                  <a:pt x="91347" y="5885"/>
                  <a:pt x="103428" y="17656"/>
                </a:cubicBezTo>
                <a:cubicBezTo>
                  <a:pt x="115509" y="29426"/>
                  <a:pt x="121549" y="44450"/>
                  <a:pt x="121549" y="62726"/>
                </a:cubicBezTo>
                <a:cubicBezTo>
                  <a:pt x="121549" y="82009"/>
                  <a:pt x="116089" y="97432"/>
                  <a:pt x="105169" y="108995"/>
                </a:cubicBezTo>
                <a:cubicBezTo>
                  <a:pt x="94251" y="120558"/>
                  <a:pt x="79767" y="126340"/>
                  <a:pt x="61717" y="1263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Text D">
            <a:extLst xmlns:a="http://schemas.openxmlformats.org/drawingml/2006/main">
              <a:ext uri="{FF2B5EF4-FFF2-40B4-BE49-F238E27FC236}">
                <a16:creationId xmlns:a16="http://schemas.microsoft.com/office/drawing/2014/main" id="{B70AEDCE-47B9-4D2C-9EAE-28CCDEB3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4921182"/>
            <a:ext cx="118355" cy="116137"/>
          </a:xfrm>
          <a:custGeom xmlns:a="http://schemas.openxmlformats.org/drawingml/2006/main">
            <a:pathLst>
              <a:path w="118355" h="116137">
                <a:moveTo>
                  <a:pt x="18471" y="28391"/>
                </a:moveTo>
                <a:cubicBezTo>
                  <a:pt x="15181" y="28391"/>
                  <a:pt x="12818" y="29722"/>
                  <a:pt x="11381" y="32384"/>
                </a:cubicBezTo>
                <a:cubicBezTo>
                  <a:pt x="9945" y="35045"/>
                  <a:pt x="9227" y="40546"/>
                  <a:pt x="9227" y="48886"/>
                </a:cubicBezTo>
                <a:cubicBezTo>
                  <a:pt x="9227" y="55806"/>
                  <a:pt x="9721" y="61381"/>
                  <a:pt x="10708" y="65610"/>
                </a:cubicBezTo>
                <a:cubicBezTo>
                  <a:pt x="11695" y="69839"/>
                  <a:pt x="13699" y="73624"/>
                  <a:pt x="16721" y="76966"/>
                </a:cubicBezTo>
                <a:cubicBezTo>
                  <a:pt x="19743" y="80308"/>
                  <a:pt x="24096" y="82674"/>
                  <a:pt x="29780" y="84064"/>
                </a:cubicBezTo>
                <a:cubicBezTo>
                  <a:pt x="35466" y="85454"/>
                  <a:pt x="42916" y="86149"/>
                  <a:pt x="52130" y="86149"/>
                </a:cubicBezTo>
                <a:cubicBezTo>
                  <a:pt x="58891" y="86149"/>
                  <a:pt x="64561" y="85972"/>
                  <a:pt x="69139" y="85617"/>
                </a:cubicBezTo>
                <a:cubicBezTo>
                  <a:pt x="73718" y="85262"/>
                  <a:pt x="78759" y="84286"/>
                  <a:pt x="84264" y="82689"/>
                </a:cubicBezTo>
                <a:cubicBezTo>
                  <a:pt x="89768" y="81092"/>
                  <a:pt x="94181" y="78874"/>
                  <a:pt x="97503" y="76035"/>
                </a:cubicBezTo>
                <a:cubicBezTo>
                  <a:pt x="100824" y="73196"/>
                  <a:pt x="103622" y="69085"/>
                  <a:pt x="105895" y="63702"/>
                </a:cubicBezTo>
                <a:cubicBezTo>
                  <a:pt x="108169" y="58320"/>
                  <a:pt x="109306" y="51873"/>
                  <a:pt x="109306" y="44361"/>
                </a:cubicBezTo>
                <a:cubicBezTo>
                  <a:pt x="109306" y="39629"/>
                  <a:pt x="108527" y="35785"/>
                  <a:pt x="106971" y="32827"/>
                </a:cubicBezTo>
                <a:cubicBezTo>
                  <a:pt x="105417" y="29870"/>
                  <a:pt x="103113" y="28391"/>
                  <a:pt x="100062" y="28391"/>
                </a:cubicBezTo>
                <a:lnTo>
                  <a:pt x="18471" y="28391"/>
                </a:lnTo>
                <a:moveTo>
                  <a:pt x="117823" y="15615"/>
                </a:moveTo>
                <a:cubicBezTo>
                  <a:pt x="117823" y="20229"/>
                  <a:pt x="117912" y="26173"/>
                  <a:pt x="118089" y="33448"/>
                </a:cubicBezTo>
                <a:cubicBezTo>
                  <a:pt x="118266" y="40723"/>
                  <a:pt x="118355" y="46668"/>
                  <a:pt x="118355" y="51281"/>
                </a:cubicBezTo>
                <a:cubicBezTo>
                  <a:pt x="118355" y="68848"/>
                  <a:pt x="112256" y="84049"/>
                  <a:pt x="100056" y="96884"/>
                </a:cubicBezTo>
                <a:cubicBezTo>
                  <a:pt x="87857" y="109720"/>
                  <a:pt x="73348" y="116137"/>
                  <a:pt x="56530" y="116137"/>
                </a:cubicBezTo>
                <a:cubicBezTo>
                  <a:pt x="47951" y="116137"/>
                  <a:pt x="40290" y="114806"/>
                  <a:pt x="33545" y="112145"/>
                </a:cubicBezTo>
                <a:cubicBezTo>
                  <a:pt x="26801" y="109483"/>
                  <a:pt x="21401" y="106067"/>
                  <a:pt x="17348" y="101897"/>
                </a:cubicBezTo>
                <a:cubicBezTo>
                  <a:pt x="13296" y="97727"/>
                  <a:pt x="9939" y="92848"/>
                  <a:pt x="7275" y="87258"/>
                </a:cubicBezTo>
                <a:cubicBezTo>
                  <a:pt x="4614" y="81669"/>
                  <a:pt x="2765" y="76212"/>
                  <a:pt x="1730" y="70889"/>
                </a:cubicBezTo>
                <a:cubicBezTo>
                  <a:pt x="695" y="65566"/>
                  <a:pt x="177" y="60124"/>
                  <a:pt x="177" y="54564"/>
                </a:cubicBezTo>
                <a:cubicBezTo>
                  <a:pt x="177" y="47999"/>
                  <a:pt x="237" y="41049"/>
                  <a:pt x="355" y="33714"/>
                </a:cubicBezTo>
                <a:cubicBezTo>
                  <a:pt x="473" y="26380"/>
                  <a:pt x="532" y="20347"/>
                  <a:pt x="532" y="15615"/>
                </a:cubicBez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Text E">
            <a:extLst xmlns:a="http://schemas.openxmlformats.org/drawingml/2006/main">
              <a:ext uri="{FF2B5EF4-FFF2-40B4-BE49-F238E27FC236}">
                <a16:creationId xmlns:a16="http://schemas.microsoft.com/office/drawing/2014/main" id="{E3AD423D-F5C3-4C41-96D7-760CA09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060388"/>
            <a:ext cx="118355" cy="82157"/>
          </a:xfrm>
          <a:custGeom xmlns:a="http://schemas.openxmlformats.org/drawingml/2006/main">
            <a:pathLst>
              <a:path w="118355" h="82157">
                <a:moveTo>
                  <a:pt x="36955" y="28391"/>
                </a:moveTo>
                <a:cubicBezTo>
                  <a:pt x="24806" y="28391"/>
                  <a:pt x="17101" y="28864"/>
                  <a:pt x="13841" y="29811"/>
                </a:cubicBezTo>
                <a:cubicBezTo>
                  <a:pt x="13841" y="37086"/>
                  <a:pt x="14166" y="45056"/>
                  <a:pt x="14817" y="53721"/>
                </a:cubicBezTo>
                <a:cubicBezTo>
                  <a:pt x="15469" y="62386"/>
                  <a:pt x="16122" y="69233"/>
                  <a:pt x="16774" y="74260"/>
                </a:cubicBezTo>
                <a:lnTo>
                  <a:pt x="17841" y="81802"/>
                </a:lnTo>
                <a:lnTo>
                  <a:pt x="17040" y="82157"/>
                </a:lnTo>
                <a:cubicBezTo>
                  <a:pt x="15086" y="81920"/>
                  <a:pt x="11772" y="81802"/>
                  <a:pt x="7098" y="81802"/>
                </a:cubicBezTo>
                <a:cubicBezTo>
                  <a:pt x="6151" y="81802"/>
                  <a:pt x="3963" y="81920"/>
                  <a:pt x="532" y="82157"/>
                </a:cubicBezTo>
                <a:lnTo>
                  <a:pt x="0" y="81802"/>
                </a:lnTo>
                <a:cubicBezTo>
                  <a:pt x="355" y="78903"/>
                  <a:pt x="532" y="75266"/>
                  <a:pt x="532" y="70889"/>
                </a:cubicBezTo>
                <a:lnTo>
                  <a:pt x="532" y="15615"/>
                </a:ln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lnTo>
                  <a:pt x="117823" y="69026"/>
                </a:lnTo>
                <a:cubicBezTo>
                  <a:pt x="117823" y="73403"/>
                  <a:pt x="118000" y="77040"/>
                  <a:pt x="118355" y="79939"/>
                </a:cubicBezTo>
                <a:lnTo>
                  <a:pt x="117823" y="80293"/>
                </a:lnTo>
                <a:cubicBezTo>
                  <a:pt x="114427" y="80057"/>
                  <a:pt x="112282" y="79939"/>
                  <a:pt x="111388" y="79939"/>
                </a:cubicBezTo>
                <a:cubicBezTo>
                  <a:pt x="108358" y="79939"/>
                  <a:pt x="105863" y="80057"/>
                  <a:pt x="103902" y="80293"/>
                </a:cubicBezTo>
                <a:lnTo>
                  <a:pt x="103195" y="79939"/>
                </a:lnTo>
                <a:cubicBezTo>
                  <a:pt x="104666" y="62726"/>
                  <a:pt x="105402" y="46017"/>
                  <a:pt x="105402" y="29811"/>
                </a:cubicBezTo>
                <a:cubicBezTo>
                  <a:pt x="102163" y="28864"/>
                  <a:pt x="94187" y="28391"/>
                  <a:pt x="81472" y="28391"/>
                </a:cubicBezTo>
                <a:lnTo>
                  <a:pt x="68316" y="28391"/>
                </a:lnTo>
                <a:cubicBezTo>
                  <a:pt x="68316" y="41581"/>
                  <a:pt x="68905" y="55303"/>
                  <a:pt x="70082" y="69558"/>
                </a:cubicBezTo>
                <a:lnTo>
                  <a:pt x="69553" y="70179"/>
                </a:lnTo>
                <a:cubicBezTo>
                  <a:pt x="67946" y="69824"/>
                  <a:pt x="65685" y="69632"/>
                  <a:pt x="62768" y="69602"/>
                </a:cubicBezTo>
                <a:cubicBezTo>
                  <a:pt x="59851" y="69573"/>
                  <a:pt x="57559" y="69765"/>
                  <a:pt x="55892" y="70179"/>
                </a:cubicBezTo>
                <a:lnTo>
                  <a:pt x="55271" y="69558"/>
                </a:lnTo>
                <a:cubicBezTo>
                  <a:pt x="56456" y="57551"/>
                  <a:pt x="57078" y="43829"/>
                  <a:pt x="57137" y="28391"/>
                </a:cubicBezTo>
                <a:lnTo>
                  <a:pt x="36955" y="28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Text 2">
            <a:extLst xmlns:a="http://schemas.openxmlformats.org/drawingml/2006/main">
              <a:ext uri="{FF2B5EF4-FFF2-40B4-BE49-F238E27FC236}">
                <a16:creationId xmlns:a16="http://schemas.microsoft.com/office/drawing/2014/main" id="{9D6CAA23-FF6B-41C3-B5AB-5DBD3788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841" y="5158707"/>
            <a:ext cx="111612" cy="77011"/>
          </a:xfrm>
          <a:custGeom xmlns:a="http://schemas.openxmlformats.org/drawingml/2006/main">
            <a:pathLst>
              <a:path w="111612" h="77011">
                <a:moveTo>
                  <a:pt x="102563" y="34158"/>
                </a:moveTo>
                <a:cubicBezTo>
                  <a:pt x="102563" y="29781"/>
                  <a:pt x="101339" y="25922"/>
                  <a:pt x="98892" y="22580"/>
                </a:cubicBezTo>
                <a:cubicBezTo>
                  <a:pt x="96446" y="19238"/>
                  <a:pt x="92480" y="16059"/>
                  <a:pt x="86992" y="13042"/>
                </a:cubicBezTo>
                <a:lnTo>
                  <a:pt x="87172" y="5057"/>
                </a:lnTo>
                <a:lnTo>
                  <a:pt x="101578" y="1242"/>
                </a:lnTo>
                <a:lnTo>
                  <a:pt x="102382" y="1774"/>
                </a:lnTo>
                <a:cubicBezTo>
                  <a:pt x="104416" y="4318"/>
                  <a:pt x="106462" y="9079"/>
                  <a:pt x="108521" y="16059"/>
                </a:cubicBezTo>
                <a:cubicBezTo>
                  <a:pt x="110582" y="23038"/>
                  <a:pt x="111612" y="29544"/>
                  <a:pt x="111612" y="35578"/>
                </a:cubicBezTo>
                <a:cubicBezTo>
                  <a:pt x="111612" y="47230"/>
                  <a:pt x="109233" y="56900"/>
                  <a:pt x="104476" y="64590"/>
                </a:cubicBezTo>
                <a:cubicBezTo>
                  <a:pt x="99720" y="72279"/>
                  <a:pt x="92788" y="76124"/>
                  <a:pt x="83682" y="76124"/>
                </a:cubicBezTo>
                <a:cubicBezTo>
                  <a:pt x="81951" y="76124"/>
                  <a:pt x="80266" y="75946"/>
                  <a:pt x="78624" y="75591"/>
                </a:cubicBezTo>
                <a:cubicBezTo>
                  <a:pt x="76985" y="75236"/>
                  <a:pt x="75583" y="74926"/>
                  <a:pt x="74418" y="74660"/>
                </a:cubicBezTo>
                <a:cubicBezTo>
                  <a:pt x="73256" y="74393"/>
                  <a:pt x="71884" y="73728"/>
                  <a:pt x="70304" y="72663"/>
                </a:cubicBezTo>
                <a:cubicBezTo>
                  <a:pt x="68724" y="71599"/>
                  <a:pt x="67560" y="70874"/>
                  <a:pt x="66813" y="70490"/>
                </a:cubicBezTo>
                <a:cubicBezTo>
                  <a:pt x="66068" y="70105"/>
                  <a:pt x="64816" y="69070"/>
                  <a:pt x="63056" y="67384"/>
                </a:cubicBezTo>
                <a:cubicBezTo>
                  <a:pt x="61297" y="65699"/>
                  <a:pt x="60193" y="64678"/>
                  <a:pt x="59746" y="64323"/>
                </a:cubicBezTo>
                <a:cubicBezTo>
                  <a:pt x="59299" y="63969"/>
                  <a:pt x="58075" y="62726"/>
                  <a:pt x="56075" y="60597"/>
                </a:cubicBezTo>
                <a:cubicBezTo>
                  <a:pt x="54077" y="58468"/>
                  <a:pt x="52900" y="57226"/>
                  <a:pt x="52543" y="56871"/>
                </a:cubicBezTo>
                <a:lnTo>
                  <a:pt x="34735" y="38683"/>
                </a:lnTo>
                <a:cubicBezTo>
                  <a:pt x="32766" y="36613"/>
                  <a:pt x="29977" y="34365"/>
                  <a:pt x="26367" y="31940"/>
                </a:cubicBezTo>
                <a:cubicBezTo>
                  <a:pt x="22759" y="29515"/>
                  <a:pt x="20299" y="28302"/>
                  <a:pt x="18987" y="28302"/>
                </a:cubicBezTo>
                <a:lnTo>
                  <a:pt x="18987" y="43208"/>
                </a:lnTo>
                <a:cubicBezTo>
                  <a:pt x="18987" y="50010"/>
                  <a:pt x="19523" y="61277"/>
                  <a:pt x="20597" y="77011"/>
                </a:cubicBezTo>
                <a:cubicBezTo>
                  <a:pt x="17446" y="76301"/>
                  <a:pt x="13432" y="75946"/>
                  <a:pt x="8556" y="75946"/>
                </a:cubicBezTo>
                <a:cubicBezTo>
                  <a:pt x="6002" y="75946"/>
                  <a:pt x="3150" y="76301"/>
                  <a:pt x="0" y="77011"/>
                </a:cubicBezTo>
                <a:cubicBezTo>
                  <a:pt x="473" y="64885"/>
                  <a:pt x="710" y="54357"/>
                  <a:pt x="710" y="45426"/>
                </a:cubicBezTo>
                <a:cubicBezTo>
                  <a:pt x="710" y="44716"/>
                  <a:pt x="473" y="29633"/>
                  <a:pt x="0" y="177"/>
                </a:cubicBezTo>
                <a:lnTo>
                  <a:pt x="715" y="0"/>
                </a:lnTo>
                <a:cubicBezTo>
                  <a:pt x="6074" y="0"/>
                  <a:pt x="11343" y="1627"/>
                  <a:pt x="16522" y="4880"/>
                </a:cubicBezTo>
                <a:cubicBezTo>
                  <a:pt x="21703" y="8133"/>
                  <a:pt x="28937" y="14255"/>
                  <a:pt x="38225" y="23245"/>
                </a:cubicBezTo>
                <a:lnTo>
                  <a:pt x="51559" y="36731"/>
                </a:lnTo>
                <a:cubicBezTo>
                  <a:pt x="56570" y="41581"/>
                  <a:pt x="61431" y="44657"/>
                  <a:pt x="66142" y="45958"/>
                </a:cubicBezTo>
                <a:cubicBezTo>
                  <a:pt x="70856" y="47259"/>
                  <a:pt x="76762" y="47910"/>
                  <a:pt x="83862" y="47910"/>
                </a:cubicBezTo>
                <a:cubicBezTo>
                  <a:pt x="89229" y="47910"/>
                  <a:pt x="93688" y="46490"/>
                  <a:pt x="97237" y="43651"/>
                </a:cubicBezTo>
                <a:cubicBezTo>
                  <a:pt x="100787" y="40812"/>
                  <a:pt x="102563" y="37648"/>
                  <a:pt x="102563" y="341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I">
            <a:extLst xmlns:a="http://schemas.openxmlformats.org/drawingml/2006/main">
              <a:ext uri="{FF2B5EF4-FFF2-40B4-BE49-F238E27FC236}">
                <a16:creationId xmlns:a16="http://schemas.microsoft.com/office/drawing/2014/main" id="{8D1DFB31-DB91-4458-82EF-F410FFB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262305"/>
            <a:ext cx="118355" cy="30520"/>
          </a:xfrm>
          <a:custGeom xmlns:a="http://schemas.openxmlformats.org/drawingml/2006/main">
            <a:pathLst>
              <a:path w="118355" h="30520">
                <a:moveTo>
                  <a:pt x="81419" y="2129"/>
                </a:moveTo>
                <a:cubicBezTo>
                  <a:pt x="95389" y="2129"/>
                  <a:pt x="107524" y="1420"/>
                  <a:pt x="117823" y="0"/>
                </a:cubicBezTo>
                <a:lnTo>
                  <a:pt x="118355" y="355"/>
                </a:lnTo>
                <a:cubicBezTo>
                  <a:pt x="118000" y="6151"/>
                  <a:pt x="117823" y="11120"/>
                  <a:pt x="117823" y="15260"/>
                </a:cubicBezTo>
                <a:lnTo>
                  <a:pt x="118355" y="30343"/>
                </a:lnTo>
                <a:lnTo>
                  <a:pt x="117823" y="30520"/>
                </a:lnTo>
                <a:cubicBezTo>
                  <a:pt x="108233" y="29042"/>
                  <a:pt x="96099" y="28302"/>
                  <a:pt x="81419" y="28302"/>
                </a:cubicBezTo>
                <a:lnTo>
                  <a:pt x="36936" y="28302"/>
                </a:lnTo>
                <a:cubicBezTo>
                  <a:pt x="23144" y="28302"/>
                  <a:pt x="11009" y="29042"/>
                  <a:pt x="532" y="30520"/>
                </a:cubicBezTo>
                <a:lnTo>
                  <a:pt x="0" y="30077"/>
                </a:lnTo>
                <a:cubicBezTo>
                  <a:pt x="355" y="24280"/>
                  <a:pt x="532" y="19341"/>
                  <a:pt x="532" y="15260"/>
                </a:cubicBez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188"/>
                  <a:pt x="36936" y="2129"/>
                </a:cubicBezTo>
                <a:lnTo>
                  <a:pt x="81419" y="21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Text M">
            <a:extLst xmlns:a="http://schemas.openxmlformats.org/drawingml/2006/main">
              <a:ext uri="{FF2B5EF4-FFF2-40B4-BE49-F238E27FC236}">
                <a16:creationId xmlns:a16="http://schemas.microsoft.com/office/drawing/2014/main" id="{FE7D7D22-8CCF-42F5-9A7C-9CE8BED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316413"/>
            <a:ext cx="120839" cy="154288"/>
          </a:xfrm>
          <a:custGeom xmlns:a="http://schemas.openxmlformats.org/drawingml/2006/main">
            <a:pathLst>
              <a:path w="120839" h="154288">
                <a:moveTo>
                  <a:pt x="120839" y="20317"/>
                </a:moveTo>
                <a:lnTo>
                  <a:pt x="120839" y="35045"/>
                </a:lnTo>
                <a:cubicBezTo>
                  <a:pt x="78549" y="55510"/>
                  <a:pt x="49389" y="70031"/>
                  <a:pt x="33359" y="78608"/>
                </a:cubicBezTo>
                <a:lnTo>
                  <a:pt x="120839" y="125719"/>
                </a:lnTo>
                <a:lnTo>
                  <a:pt x="120839" y="140092"/>
                </a:lnTo>
                <a:cubicBezTo>
                  <a:pt x="111731" y="141157"/>
                  <a:pt x="98511" y="142635"/>
                  <a:pt x="81181" y="144528"/>
                </a:cubicBezTo>
                <a:cubicBezTo>
                  <a:pt x="63850" y="146421"/>
                  <a:pt x="48930" y="148092"/>
                  <a:pt x="36420" y="149541"/>
                </a:cubicBezTo>
                <a:cubicBezTo>
                  <a:pt x="23911" y="150990"/>
                  <a:pt x="11770" y="152572"/>
                  <a:pt x="0" y="154288"/>
                </a:cubicBezTo>
                <a:cubicBezTo>
                  <a:pt x="355" y="152454"/>
                  <a:pt x="532" y="147545"/>
                  <a:pt x="532" y="139560"/>
                </a:cubicBezTo>
                <a:cubicBezTo>
                  <a:pt x="532" y="134236"/>
                  <a:pt x="355" y="130658"/>
                  <a:pt x="0" y="128824"/>
                </a:cubicBezTo>
                <a:cubicBezTo>
                  <a:pt x="38505" y="125630"/>
                  <a:pt x="67310" y="122880"/>
                  <a:pt x="86415" y="120573"/>
                </a:cubicBezTo>
                <a:cubicBezTo>
                  <a:pt x="84877" y="119745"/>
                  <a:pt x="80988" y="117631"/>
                  <a:pt x="74748" y="114230"/>
                </a:cubicBezTo>
                <a:cubicBezTo>
                  <a:pt x="68508" y="110829"/>
                  <a:pt x="64294" y="108537"/>
                  <a:pt x="62105" y="107354"/>
                </a:cubicBezTo>
                <a:cubicBezTo>
                  <a:pt x="59917" y="106171"/>
                  <a:pt x="56117" y="104130"/>
                  <a:pt x="50705" y="101232"/>
                </a:cubicBezTo>
                <a:cubicBezTo>
                  <a:pt x="45293" y="98334"/>
                  <a:pt x="41019" y="96101"/>
                  <a:pt x="37884" y="94533"/>
                </a:cubicBezTo>
                <a:cubicBezTo>
                  <a:pt x="34749" y="92966"/>
                  <a:pt x="30860" y="91014"/>
                  <a:pt x="26217" y="88678"/>
                </a:cubicBezTo>
                <a:cubicBezTo>
                  <a:pt x="21574" y="86341"/>
                  <a:pt x="17183" y="84212"/>
                  <a:pt x="13042" y="82290"/>
                </a:cubicBezTo>
                <a:cubicBezTo>
                  <a:pt x="8902" y="80367"/>
                  <a:pt x="4732" y="78489"/>
                  <a:pt x="532" y="76656"/>
                </a:cubicBezTo>
                <a:lnTo>
                  <a:pt x="532" y="66719"/>
                </a:lnTo>
                <a:cubicBezTo>
                  <a:pt x="10351" y="62105"/>
                  <a:pt x="36908" y="48738"/>
                  <a:pt x="80205" y="26617"/>
                </a:cubicBezTo>
                <a:cubicBezTo>
                  <a:pt x="76005" y="26084"/>
                  <a:pt x="67015" y="24901"/>
                  <a:pt x="53233" y="23068"/>
                </a:cubicBezTo>
                <a:cubicBezTo>
                  <a:pt x="39452" y="21234"/>
                  <a:pt x="28450" y="19874"/>
                  <a:pt x="20229" y="18987"/>
                </a:cubicBezTo>
                <a:cubicBezTo>
                  <a:pt x="12007" y="18099"/>
                  <a:pt x="5264" y="17656"/>
                  <a:pt x="0" y="17656"/>
                </a:cubicBezTo>
                <a:cubicBezTo>
                  <a:pt x="355" y="16295"/>
                  <a:pt x="532" y="13367"/>
                  <a:pt x="532" y="8872"/>
                </a:cubicBezTo>
                <a:cubicBezTo>
                  <a:pt x="532" y="4259"/>
                  <a:pt x="355" y="1301"/>
                  <a:pt x="0" y="0"/>
                </a:cubicBezTo>
                <a:cubicBezTo>
                  <a:pt x="38269" y="6979"/>
                  <a:pt x="78549" y="13752"/>
                  <a:pt x="120839" y="2031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A">
            <a:extLst xmlns:a="http://schemas.openxmlformats.org/drawingml/2006/main">
              <a:ext uri="{FF2B5EF4-FFF2-40B4-BE49-F238E27FC236}">
                <a16:creationId xmlns:a16="http://schemas.microsoft.com/office/drawing/2014/main" id="{229096A0-B7DE-490D-A2B9-C72FA52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481763"/>
            <a:ext cx="120307" cy="119775"/>
          </a:xfrm>
          <a:custGeom xmlns:a="http://schemas.openxmlformats.org/drawingml/2006/main">
            <a:pathLst>
              <a:path w="120307" h="119775">
                <a:moveTo>
                  <a:pt x="50572" y="71155"/>
                </a:moveTo>
                <a:cubicBezTo>
                  <a:pt x="65643" y="65359"/>
                  <a:pt x="78912" y="60006"/>
                  <a:pt x="90377" y="55096"/>
                </a:cubicBezTo>
                <a:lnTo>
                  <a:pt x="90319" y="53943"/>
                </a:lnTo>
                <a:lnTo>
                  <a:pt x="50749" y="36997"/>
                </a:lnTo>
                <a:cubicBezTo>
                  <a:pt x="50512" y="42143"/>
                  <a:pt x="50394" y="48472"/>
                  <a:pt x="50394" y="55984"/>
                </a:cubicBezTo>
                <a:cubicBezTo>
                  <a:pt x="50394" y="59769"/>
                  <a:pt x="50453" y="64826"/>
                  <a:pt x="50572" y="71155"/>
                </a:cubicBezTo>
                <a:moveTo>
                  <a:pt x="41433" y="32738"/>
                </a:moveTo>
                <a:cubicBezTo>
                  <a:pt x="23463" y="25641"/>
                  <a:pt x="9652" y="20850"/>
                  <a:pt x="0" y="18365"/>
                </a:cubicBezTo>
                <a:cubicBezTo>
                  <a:pt x="355" y="16887"/>
                  <a:pt x="532" y="14166"/>
                  <a:pt x="532" y="10203"/>
                </a:cubicBezTo>
                <a:cubicBezTo>
                  <a:pt x="532" y="4880"/>
                  <a:pt x="355" y="1479"/>
                  <a:pt x="0" y="0"/>
                </a:cubicBezTo>
                <a:cubicBezTo>
                  <a:pt x="45256" y="20584"/>
                  <a:pt x="85358" y="38446"/>
                  <a:pt x="120307" y="53588"/>
                </a:cubicBezTo>
                <a:lnTo>
                  <a:pt x="120307" y="69913"/>
                </a:lnTo>
                <a:cubicBezTo>
                  <a:pt x="57222" y="94637"/>
                  <a:pt x="17120" y="111257"/>
                  <a:pt x="0" y="119775"/>
                </a:cubicBezTo>
                <a:cubicBezTo>
                  <a:pt x="355" y="117705"/>
                  <a:pt x="532" y="112174"/>
                  <a:pt x="532" y="103184"/>
                </a:cubicBezTo>
                <a:cubicBezTo>
                  <a:pt x="532" y="95435"/>
                  <a:pt x="355" y="90526"/>
                  <a:pt x="0" y="88456"/>
                </a:cubicBezTo>
                <a:cubicBezTo>
                  <a:pt x="10745" y="85558"/>
                  <a:pt x="24585" y="81062"/>
                  <a:pt x="41522" y="74970"/>
                </a:cubicBezTo>
                <a:cubicBezTo>
                  <a:pt x="41699" y="67636"/>
                  <a:pt x="41788" y="61603"/>
                  <a:pt x="41788" y="56871"/>
                </a:cubicBezTo>
                <a:cubicBezTo>
                  <a:pt x="41788" y="53795"/>
                  <a:pt x="41744" y="49921"/>
                  <a:pt x="41655" y="45248"/>
                </a:cubicBezTo>
                <a:cubicBezTo>
                  <a:pt x="41566" y="40576"/>
                  <a:pt x="41492" y="36406"/>
                  <a:pt x="41433" y="327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G">
            <a:extLst xmlns:a="http://schemas.openxmlformats.org/drawingml/2006/main">
              <a:ext uri="{FF2B5EF4-FFF2-40B4-BE49-F238E27FC236}">
                <a16:creationId xmlns:a16="http://schemas.microsoft.com/office/drawing/2014/main" id="{AC5241FF-52FB-44FA-B9FF-56ED7424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76" y="5612597"/>
            <a:ext cx="121549" cy="118976"/>
          </a:xfrm>
          <a:custGeom xmlns:a="http://schemas.openxmlformats.org/drawingml/2006/main">
            <a:pathLst>
              <a:path w="121549" h="118976">
                <a:moveTo>
                  <a:pt x="22308" y="92093"/>
                </a:moveTo>
                <a:cubicBezTo>
                  <a:pt x="36879" y="92093"/>
                  <a:pt x="48494" y="91502"/>
                  <a:pt x="57154" y="90319"/>
                </a:cubicBezTo>
                <a:lnTo>
                  <a:pt x="57691" y="90674"/>
                </a:lnTo>
                <a:cubicBezTo>
                  <a:pt x="57333" y="96470"/>
                  <a:pt x="57154" y="101439"/>
                  <a:pt x="57154" y="105579"/>
                </a:cubicBezTo>
                <a:lnTo>
                  <a:pt x="57691" y="118799"/>
                </a:lnTo>
                <a:lnTo>
                  <a:pt x="57154" y="118976"/>
                </a:lnTo>
                <a:cubicBezTo>
                  <a:pt x="49091" y="117793"/>
                  <a:pt x="38699" y="117202"/>
                  <a:pt x="25979" y="117202"/>
                </a:cubicBezTo>
                <a:cubicBezTo>
                  <a:pt x="20844" y="117202"/>
                  <a:pt x="17530" y="117793"/>
                  <a:pt x="16037" y="118976"/>
                </a:cubicBezTo>
                <a:lnTo>
                  <a:pt x="15499" y="118976"/>
                </a:lnTo>
                <a:cubicBezTo>
                  <a:pt x="10669" y="112943"/>
                  <a:pt x="6878" y="105106"/>
                  <a:pt x="4126" y="95465"/>
                </a:cubicBezTo>
                <a:cubicBezTo>
                  <a:pt x="1375" y="85824"/>
                  <a:pt x="0" y="75680"/>
                  <a:pt x="0" y="65033"/>
                </a:cubicBezTo>
                <a:cubicBezTo>
                  <a:pt x="0" y="48945"/>
                  <a:pt x="3464" y="35696"/>
                  <a:pt x="10392" y="25286"/>
                </a:cubicBezTo>
                <a:cubicBezTo>
                  <a:pt x="15676" y="17419"/>
                  <a:pt x="22472" y="11238"/>
                  <a:pt x="30778" y="6743"/>
                </a:cubicBezTo>
                <a:cubicBezTo>
                  <a:pt x="39085" y="2248"/>
                  <a:pt x="47877" y="0"/>
                  <a:pt x="57154" y="0"/>
                </a:cubicBezTo>
                <a:cubicBezTo>
                  <a:pt x="78530" y="0"/>
                  <a:pt x="94920" y="7009"/>
                  <a:pt x="106322" y="21027"/>
                </a:cubicBezTo>
                <a:cubicBezTo>
                  <a:pt x="116474" y="33626"/>
                  <a:pt x="121549" y="49211"/>
                  <a:pt x="121549" y="67784"/>
                </a:cubicBezTo>
                <a:cubicBezTo>
                  <a:pt x="121549" y="74349"/>
                  <a:pt x="120877" y="81255"/>
                  <a:pt x="119534" y="88500"/>
                </a:cubicBezTo>
                <a:cubicBezTo>
                  <a:pt x="118192" y="95746"/>
                  <a:pt x="116804" y="101350"/>
                  <a:pt x="115372" y="105313"/>
                </a:cubicBezTo>
                <a:lnTo>
                  <a:pt x="113226" y="111169"/>
                </a:lnTo>
                <a:lnTo>
                  <a:pt x="112688" y="111524"/>
                </a:lnTo>
                <a:cubicBezTo>
                  <a:pt x="104866" y="109690"/>
                  <a:pt x="96924" y="108477"/>
                  <a:pt x="88863" y="107886"/>
                </a:cubicBezTo>
                <a:lnTo>
                  <a:pt x="88683" y="102474"/>
                </a:lnTo>
                <a:cubicBezTo>
                  <a:pt x="95909" y="98984"/>
                  <a:pt x="101477" y="93779"/>
                  <a:pt x="105388" y="86859"/>
                </a:cubicBezTo>
                <a:cubicBezTo>
                  <a:pt x="109301" y="79939"/>
                  <a:pt x="111257" y="72722"/>
                  <a:pt x="111257" y="65211"/>
                </a:cubicBezTo>
                <a:cubicBezTo>
                  <a:pt x="111257" y="53322"/>
                  <a:pt x="106673" y="44258"/>
                  <a:pt x="97506" y="38017"/>
                </a:cubicBezTo>
                <a:cubicBezTo>
                  <a:pt x="88339" y="31777"/>
                  <a:pt x="76112" y="28657"/>
                  <a:pt x="60824" y="28657"/>
                </a:cubicBezTo>
                <a:cubicBezTo>
                  <a:pt x="47866" y="28657"/>
                  <a:pt x="35996" y="32487"/>
                  <a:pt x="25216" y="40147"/>
                </a:cubicBezTo>
                <a:cubicBezTo>
                  <a:pt x="14439" y="47806"/>
                  <a:pt x="9050" y="57492"/>
                  <a:pt x="9050" y="69203"/>
                </a:cubicBezTo>
                <a:cubicBezTo>
                  <a:pt x="9050" y="79613"/>
                  <a:pt x="11379" y="87243"/>
                  <a:pt x="16037" y="92093"/>
                </a:cubicBezTo>
                <a:lnTo>
                  <a:pt x="22308" y="920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Text E">
            <a:extLst xmlns:a="http://schemas.openxmlformats.org/drawingml/2006/main">
              <a:ext uri="{FF2B5EF4-FFF2-40B4-BE49-F238E27FC236}">
                <a16:creationId xmlns:a16="http://schemas.microsoft.com/office/drawing/2014/main" id="{B7B8727D-C855-45BF-9ED2-30D4521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759216"/>
            <a:ext cx="118355" cy="82157"/>
          </a:xfrm>
          <a:custGeom xmlns:a="http://schemas.openxmlformats.org/drawingml/2006/main">
            <a:pathLst>
              <a:path w="118355" h="82157">
                <a:moveTo>
                  <a:pt x="36955" y="28391"/>
                </a:moveTo>
                <a:cubicBezTo>
                  <a:pt x="24806" y="28391"/>
                  <a:pt x="17101" y="28864"/>
                  <a:pt x="13841" y="29811"/>
                </a:cubicBezTo>
                <a:cubicBezTo>
                  <a:pt x="13841" y="37086"/>
                  <a:pt x="14166" y="45056"/>
                  <a:pt x="14817" y="53721"/>
                </a:cubicBezTo>
                <a:cubicBezTo>
                  <a:pt x="15469" y="62386"/>
                  <a:pt x="16122" y="69233"/>
                  <a:pt x="16774" y="74260"/>
                </a:cubicBezTo>
                <a:lnTo>
                  <a:pt x="17841" y="81802"/>
                </a:lnTo>
                <a:lnTo>
                  <a:pt x="17040" y="82157"/>
                </a:lnTo>
                <a:cubicBezTo>
                  <a:pt x="15086" y="81920"/>
                  <a:pt x="11772" y="81802"/>
                  <a:pt x="7098" y="81802"/>
                </a:cubicBezTo>
                <a:cubicBezTo>
                  <a:pt x="6151" y="81802"/>
                  <a:pt x="3963" y="81920"/>
                  <a:pt x="532" y="82157"/>
                </a:cubicBezTo>
                <a:lnTo>
                  <a:pt x="0" y="81802"/>
                </a:lnTo>
                <a:cubicBezTo>
                  <a:pt x="355" y="78903"/>
                  <a:pt x="532" y="75266"/>
                  <a:pt x="532" y="70889"/>
                </a:cubicBezTo>
                <a:lnTo>
                  <a:pt x="532" y="15615"/>
                </a:ln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lnTo>
                  <a:pt x="117823" y="69026"/>
                </a:lnTo>
                <a:cubicBezTo>
                  <a:pt x="117823" y="73403"/>
                  <a:pt x="118000" y="77040"/>
                  <a:pt x="118355" y="79939"/>
                </a:cubicBezTo>
                <a:lnTo>
                  <a:pt x="117823" y="80293"/>
                </a:lnTo>
                <a:cubicBezTo>
                  <a:pt x="114427" y="80057"/>
                  <a:pt x="112282" y="79939"/>
                  <a:pt x="111388" y="79939"/>
                </a:cubicBezTo>
                <a:cubicBezTo>
                  <a:pt x="108358" y="79939"/>
                  <a:pt x="105863" y="80057"/>
                  <a:pt x="103902" y="80293"/>
                </a:cubicBezTo>
                <a:lnTo>
                  <a:pt x="103195" y="79939"/>
                </a:lnTo>
                <a:cubicBezTo>
                  <a:pt x="104666" y="62726"/>
                  <a:pt x="105402" y="46017"/>
                  <a:pt x="105402" y="29811"/>
                </a:cubicBezTo>
                <a:cubicBezTo>
                  <a:pt x="102163" y="28864"/>
                  <a:pt x="94187" y="28391"/>
                  <a:pt x="81472" y="28391"/>
                </a:cubicBezTo>
                <a:lnTo>
                  <a:pt x="68316" y="28391"/>
                </a:lnTo>
                <a:cubicBezTo>
                  <a:pt x="68316" y="41581"/>
                  <a:pt x="68905" y="55303"/>
                  <a:pt x="70082" y="69558"/>
                </a:cubicBezTo>
                <a:lnTo>
                  <a:pt x="69553" y="70179"/>
                </a:lnTo>
                <a:cubicBezTo>
                  <a:pt x="67946" y="69824"/>
                  <a:pt x="65685" y="69632"/>
                  <a:pt x="62768" y="69602"/>
                </a:cubicBezTo>
                <a:cubicBezTo>
                  <a:pt x="59851" y="69573"/>
                  <a:pt x="57559" y="69765"/>
                  <a:pt x="55892" y="70179"/>
                </a:cubicBezTo>
                <a:lnTo>
                  <a:pt x="55271" y="69558"/>
                </a:lnTo>
                <a:cubicBezTo>
                  <a:pt x="56456" y="57551"/>
                  <a:pt x="57078" y="43829"/>
                  <a:pt x="57137" y="28391"/>
                </a:cubicBezTo>
                <a:lnTo>
                  <a:pt x="36955" y="28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E6936-5AFF-48DE-A44F-0C38B8D3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2135" y="45699"/>
            <a:ext cx="689993" cy="2079587"/>
          </a:xfrm>
          <a:custGeom xmlns:a="http://schemas.openxmlformats.org/drawingml/2006/main">
            <a:pathLst>
              <a:path w="689993" h="2079587">
                <a:moveTo>
                  <a:pt x="0" y="2079587"/>
                </a:moveTo>
                <a:lnTo>
                  <a:pt x="0" y="0"/>
                </a:lnTo>
                <a:lnTo>
                  <a:pt x="689993" y="0"/>
                </a:lnTo>
                <a:lnTo>
                  <a:pt x="689993" y="2079587"/>
                </a:lnTo>
                <a:lnTo>
                  <a:pt x="0" y="2079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I">
            <a:extLst xmlns:a="http://schemas.openxmlformats.org/drawingml/2006/main">
              <a:ext uri="{FF2B5EF4-FFF2-40B4-BE49-F238E27FC236}">
                <a16:creationId xmlns:a16="http://schemas.microsoft.com/office/drawing/2014/main" id="{8BB2BABF-100A-4164-B299-B301686C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487930"/>
            <a:ext cx="118355" cy="30520"/>
          </a:xfrm>
          <a:custGeom xmlns:a="http://schemas.openxmlformats.org/drawingml/2006/main">
            <a:pathLst>
              <a:path w="118355" h="30520">
                <a:moveTo>
                  <a:pt x="81419" y="2129"/>
                </a:moveTo>
                <a:cubicBezTo>
                  <a:pt x="95389" y="2129"/>
                  <a:pt x="107524" y="1420"/>
                  <a:pt x="117823" y="0"/>
                </a:cubicBezTo>
                <a:lnTo>
                  <a:pt x="118355" y="355"/>
                </a:lnTo>
                <a:cubicBezTo>
                  <a:pt x="118000" y="6151"/>
                  <a:pt x="117823" y="11120"/>
                  <a:pt x="117823" y="15260"/>
                </a:cubicBezTo>
                <a:lnTo>
                  <a:pt x="118355" y="30343"/>
                </a:lnTo>
                <a:lnTo>
                  <a:pt x="117823" y="30520"/>
                </a:lnTo>
                <a:cubicBezTo>
                  <a:pt x="108233" y="29042"/>
                  <a:pt x="96099" y="28302"/>
                  <a:pt x="81419" y="28302"/>
                </a:cubicBezTo>
                <a:lnTo>
                  <a:pt x="36936" y="28302"/>
                </a:lnTo>
                <a:cubicBezTo>
                  <a:pt x="23144" y="28302"/>
                  <a:pt x="11009" y="29042"/>
                  <a:pt x="532" y="30520"/>
                </a:cubicBezTo>
                <a:lnTo>
                  <a:pt x="0" y="30077"/>
                </a:lnTo>
                <a:cubicBezTo>
                  <a:pt x="355" y="24280"/>
                  <a:pt x="532" y="19341"/>
                  <a:pt x="532" y="15260"/>
                </a:cubicBez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188"/>
                  <a:pt x="36936" y="2129"/>
                </a:cubicBezTo>
                <a:lnTo>
                  <a:pt x="81419" y="21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M">
            <a:extLst xmlns:a="http://schemas.openxmlformats.org/drawingml/2006/main">
              <a:ext uri="{FF2B5EF4-FFF2-40B4-BE49-F238E27FC236}">
                <a16:creationId xmlns:a16="http://schemas.microsoft.com/office/drawing/2014/main" id="{E894B013-7EE0-41A4-A946-2104EA03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542037"/>
            <a:ext cx="120839" cy="154288"/>
          </a:xfrm>
          <a:custGeom xmlns:a="http://schemas.openxmlformats.org/drawingml/2006/main">
            <a:pathLst>
              <a:path w="120839" h="154288">
                <a:moveTo>
                  <a:pt x="120839" y="20317"/>
                </a:moveTo>
                <a:lnTo>
                  <a:pt x="120839" y="35045"/>
                </a:lnTo>
                <a:cubicBezTo>
                  <a:pt x="78549" y="55510"/>
                  <a:pt x="49389" y="70031"/>
                  <a:pt x="33359" y="78608"/>
                </a:cubicBezTo>
                <a:lnTo>
                  <a:pt x="120839" y="125719"/>
                </a:lnTo>
                <a:lnTo>
                  <a:pt x="120839" y="140092"/>
                </a:lnTo>
                <a:cubicBezTo>
                  <a:pt x="111731" y="141157"/>
                  <a:pt x="98511" y="142635"/>
                  <a:pt x="81181" y="144528"/>
                </a:cubicBezTo>
                <a:cubicBezTo>
                  <a:pt x="63850" y="146421"/>
                  <a:pt x="48930" y="148092"/>
                  <a:pt x="36420" y="149541"/>
                </a:cubicBezTo>
                <a:cubicBezTo>
                  <a:pt x="23911" y="150990"/>
                  <a:pt x="11770" y="152572"/>
                  <a:pt x="0" y="154288"/>
                </a:cubicBezTo>
                <a:cubicBezTo>
                  <a:pt x="355" y="152454"/>
                  <a:pt x="532" y="147545"/>
                  <a:pt x="532" y="139560"/>
                </a:cubicBezTo>
                <a:cubicBezTo>
                  <a:pt x="532" y="134236"/>
                  <a:pt x="355" y="130658"/>
                  <a:pt x="0" y="128824"/>
                </a:cubicBezTo>
                <a:cubicBezTo>
                  <a:pt x="38505" y="125630"/>
                  <a:pt x="67310" y="122880"/>
                  <a:pt x="86415" y="120573"/>
                </a:cubicBezTo>
                <a:cubicBezTo>
                  <a:pt x="84877" y="119745"/>
                  <a:pt x="80988" y="117631"/>
                  <a:pt x="74748" y="114230"/>
                </a:cubicBezTo>
                <a:cubicBezTo>
                  <a:pt x="68508" y="110829"/>
                  <a:pt x="64294" y="108537"/>
                  <a:pt x="62105" y="107354"/>
                </a:cubicBezTo>
                <a:cubicBezTo>
                  <a:pt x="59917" y="106171"/>
                  <a:pt x="56117" y="104130"/>
                  <a:pt x="50705" y="101232"/>
                </a:cubicBezTo>
                <a:cubicBezTo>
                  <a:pt x="45293" y="98334"/>
                  <a:pt x="41019" y="96101"/>
                  <a:pt x="37884" y="94533"/>
                </a:cubicBezTo>
                <a:cubicBezTo>
                  <a:pt x="34749" y="92966"/>
                  <a:pt x="30860" y="91014"/>
                  <a:pt x="26217" y="88678"/>
                </a:cubicBezTo>
                <a:cubicBezTo>
                  <a:pt x="21574" y="86341"/>
                  <a:pt x="17183" y="84212"/>
                  <a:pt x="13042" y="82290"/>
                </a:cubicBezTo>
                <a:cubicBezTo>
                  <a:pt x="8902" y="80367"/>
                  <a:pt x="4732" y="78489"/>
                  <a:pt x="532" y="76656"/>
                </a:cubicBezTo>
                <a:lnTo>
                  <a:pt x="532" y="66719"/>
                </a:lnTo>
                <a:cubicBezTo>
                  <a:pt x="10351" y="62105"/>
                  <a:pt x="36908" y="48738"/>
                  <a:pt x="80205" y="26617"/>
                </a:cubicBezTo>
                <a:cubicBezTo>
                  <a:pt x="76005" y="26084"/>
                  <a:pt x="67015" y="24901"/>
                  <a:pt x="53233" y="23068"/>
                </a:cubicBezTo>
                <a:cubicBezTo>
                  <a:pt x="39452" y="21234"/>
                  <a:pt x="28450" y="19874"/>
                  <a:pt x="20229" y="18987"/>
                </a:cubicBezTo>
                <a:cubicBezTo>
                  <a:pt x="12007" y="18099"/>
                  <a:pt x="5264" y="17656"/>
                  <a:pt x="0" y="17656"/>
                </a:cubicBezTo>
                <a:cubicBezTo>
                  <a:pt x="355" y="16295"/>
                  <a:pt x="532" y="13367"/>
                  <a:pt x="532" y="8872"/>
                </a:cubicBezTo>
                <a:cubicBezTo>
                  <a:pt x="532" y="4259"/>
                  <a:pt x="355" y="1301"/>
                  <a:pt x="0" y="0"/>
                </a:cubicBezTo>
                <a:cubicBezTo>
                  <a:pt x="38269" y="6979"/>
                  <a:pt x="78549" y="13752"/>
                  <a:pt x="120839" y="2031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Text A">
            <a:extLst xmlns:a="http://schemas.openxmlformats.org/drawingml/2006/main">
              <a:ext uri="{FF2B5EF4-FFF2-40B4-BE49-F238E27FC236}">
                <a16:creationId xmlns:a16="http://schemas.microsoft.com/office/drawing/2014/main" id="{79614E1F-1455-4425-AE00-F6975E8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707388"/>
            <a:ext cx="120307" cy="119775"/>
          </a:xfrm>
          <a:custGeom xmlns:a="http://schemas.openxmlformats.org/drawingml/2006/main">
            <a:pathLst>
              <a:path w="120307" h="119775">
                <a:moveTo>
                  <a:pt x="50572" y="71155"/>
                </a:moveTo>
                <a:cubicBezTo>
                  <a:pt x="65643" y="65359"/>
                  <a:pt x="78912" y="60006"/>
                  <a:pt x="90377" y="55096"/>
                </a:cubicBezTo>
                <a:lnTo>
                  <a:pt x="90319" y="53943"/>
                </a:lnTo>
                <a:lnTo>
                  <a:pt x="50749" y="36997"/>
                </a:lnTo>
                <a:cubicBezTo>
                  <a:pt x="50512" y="42143"/>
                  <a:pt x="50394" y="48472"/>
                  <a:pt x="50394" y="55984"/>
                </a:cubicBezTo>
                <a:cubicBezTo>
                  <a:pt x="50394" y="59769"/>
                  <a:pt x="50453" y="64826"/>
                  <a:pt x="50572" y="71155"/>
                </a:cubicBezTo>
                <a:moveTo>
                  <a:pt x="41433" y="32738"/>
                </a:moveTo>
                <a:cubicBezTo>
                  <a:pt x="23463" y="25641"/>
                  <a:pt x="9652" y="20850"/>
                  <a:pt x="0" y="18365"/>
                </a:cubicBezTo>
                <a:cubicBezTo>
                  <a:pt x="355" y="16887"/>
                  <a:pt x="532" y="14166"/>
                  <a:pt x="532" y="10203"/>
                </a:cubicBezTo>
                <a:cubicBezTo>
                  <a:pt x="532" y="4880"/>
                  <a:pt x="355" y="1479"/>
                  <a:pt x="0" y="0"/>
                </a:cubicBezTo>
                <a:cubicBezTo>
                  <a:pt x="45256" y="20584"/>
                  <a:pt x="85358" y="38446"/>
                  <a:pt x="120307" y="53588"/>
                </a:cubicBezTo>
                <a:lnTo>
                  <a:pt x="120307" y="69913"/>
                </a:lnTo>
                <a:cubicBezTo>
                  <a:pt x="57222" y="94637"/>
                  <a:pt x="17120" y="111257"/>
                  <a:pt x="0" y="119775"/>
                </a:cubicBezTo>
                <a:cubicBezTo>
                  <a:pt x="355" y="117705"/>
                  <a:pt x="532" y="112174"/>
                  <a:pt x="532" y="103184"/>
                </a:cubicBezTo>
                <a:cubicBezTo>
                  <a:pt x="532" y="95435"/>
                  <a:pt x="355" y="90526"/>
                  <a:pt x="0" y="88456"/>
                </a:cubicBezTo>
                <a:cubicBezTo>
                  <a:pt x="10745" y="85558"/>
                  <a:pt x="24585" y="81062"/>
                  <a:pt x="41522" y="74970"/>
                </a:cubicBezTo>
                <a:cubicBezTo>
                  <a:pt x="41699" y="67636"/>
                  <a:pt x="41788" y="61603"/>
                  <a:pt x="41788" y="56871"/>
                </a:cubicBezTo>
                <a:cubicBezTo>
                  <a:pt x="41788" y="53795"/>
                  <a:pt x="41744" y="49921"/>
                  <a:pt x="41655" y="45248"/>
                </a:cubicBezTo>
                <a:cubicBezTo>
                  <a:pt x="41566" y="40576"/>
                  <a:pt x="41492" y="36406"/>
                  <a:pt x="41433" y="327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Text G">
            <a:extLst xmlns:a="http://schemas.openxmlformats.org/drawingml/2006/main">
              <a:ext uri="{FF2B5EF4-FFF2-40B4-BE49-F238E27FC236}">
                <a16:creationId xmlns:a16="http://schemas.microsoft.com/office/drawing/2014/main" id="{0497E1D5-4F1E-4AC5-8688-3170702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76" y="837676"/>
            <a:ext cx="121549" cy="118976"/>
          </a:xfrm>
          <a:custGeom xmlns:a="http://schemas.openxmlformats.org/drawingml/2006/main">
            <a:pathLst>
              <a:path w="121549" h="118976">
                <a:moveTo>
                  <a:pt x="22308" y="92093"/>
                </a:moveTo>
                <a:cubicBezTo>
                  <a:pt x="36879" y="92093"/>
                  <a:pt x="48494" y="91502"/>
                  <a:pt x="57154" y="90319"/>
                </a:cubicBezTo>
                <a:lnTo>
                  <a:pt x="57691" y="90674"/>
                </a:lnTo>
                <a:cubicBezTo>
                  <a:pt x="57333" y="96470"/>
                  <a:pt x="57154" y="101439"/>
                  <a:pt x="57154" y="105579"/>
                </a:cubicBezTo>
                <a:lnTo>
                  <a:pt x="57691" y="118799"/>
                </a:lnTo>
                <a:lnTo>
                  <a:pt x="57154" y="118976"/>
                </a:lnTo>
                <a:cubicBezTo>
                  <a:pt x="49091" y="117793"/>
                  <a:pt x="38699" y="117202"/>
                  <a:pt x="25979" y="117202"/>
                </a:cubicBezTo>
                <a:cubicBezTo>
                  <a:pt x="20844" y="117202"/>
                  <a:pt x="17530" y="117793"/>
                  <a:pt x="16037" y="118976"/>
                </a:cubicBezTo>
                <a:lnTo>
                  <a:pt x="15499" y="118976"/>
                </a:lnTo>
                <a:cubicBezTo>
                  <a:pt x="10669" y="112943"/>
                  <a:pt x="6878" y="105106"/>
                  <a:pt x="4126" y="95465"/>
                </a:cubicBezTo>
                <a:cubicBezTo>
                  <a:pt x="1375" y="85824"/>
                  <a:pt x="0" y="75680"/>
                  <a:pt x="0" y="65033"/>
                </a:cubicBezTo>
                <a:cubicBezTo>
                  <a:pt x="0" y="48945"/>
                  <a:pt x="3464" y="35696"/>
                  <a:pt x="10392" y="25286"/>
                </a:cubicBezTo>
                <a:cubicBezTo>
                  <a:pt x="15676" y="17419"/>
                  <a:pt x="22472" y="11238"/>
                  <a:pt x="30778" y="6743"/>
                </a:cubicBezTo>
                <a:cubicBezTo>
                  <a:pt x="39085" y="2248"/>
                  <a:pt x="47877" y="0"/>
                  <a:pt x="57154" y="0"/>
                </a:cubicBezTo>
                <a:cubicBezTo>
                  <a:pt x="78530" y="0"/>
                  <a:pt x="94920" y="7009"/>
                  <a:pt x="106322" y="21027"/>
                </a:cubicBezTo>
                <a:cubicBezTo>
                  <a:pt x="116474" y="33626"/>
                  <a:pt x="121549" y="49211"/>
                  <a:pt x="121549" y="67784"/>
                </a:cubicBezTo>
                <a:cubicBezTo>
                  <a:pt x="121549" y="74349"/>
                  <a:pt x="120877" y="81255"/>
                  <a:pt x="119534" y="88500"/>
                </a:cubicBezTo>
                <a:cubicBezTo>
                  <a:pt x="118192" y="95746"/>
                  <a:pt x="116804" y="101350"/>
                  <a:pt x="115372" y="105313"/>
                </a:cubicBezTo>
                <a:lnTo>
                  <a:pt x="113226" y="111169"/>
                </a:lnTo>
                <a:lnTo>
                  <a:pt x="112688" y="111524"/>
                </a:lnTo>
                <a:cubicBezTo>
                  <a:pt x="104866" y="109690"/>
                  <a:pt x="96924" y="108477"/>
                  <a:pt x="88863" y="107886"/>
                </a:cubicBezTo>
                <a:lnTo>
                  <a:pt x="88683" y="102474"/>
                </a:lnTo>
                <a:cubicBezTo>
                  <a:pt x="95909" y="98984"/>
                  <a:pt x="101477" y="93779"/>
                  <a:pt x="105388" y="86859"/>
                </a:cubicBezTo>
                <a:cubicBezTo>
                  <a:pt x="109301" y="79939"/>
                  <a:pt x="111257" y="72722"/>
                  <a:pt x="111257" y="65211"/>
                </a:cubicBezTo>
                <a:cubicBezTo>
                  <a:pt x="111257" y="53322"/>
                  <a:pt x="106673" y="44258"/>
                  <a:pt x="97506" y="38017"/>
                </a:cubicBezTo>
                <a:cubicBezTo>
                  <a:pt x="88339" y="31777"/>
                  <a:pt x="76112" y="28657"/>
                  <a:pt x="60824" y="28657"/>
                </a:cubicBezTo>
                <a:cubicBezTo>
                  <a:pt x="47866" y="28657"/>
                  <a:pt x="35996" y="32487"/>
                  <a:pt x="25216" y="40147"/>
                </a:cubicBezTo>
                <a:cubicBezTo>
                  <a:pt x="14439" y="47806"/>
                  <a:pt x="9050" y="57492"/>
                  <a:pt x="9050" y="69203"/>
                </a:cubicBezTo>
                <a:cubicBezTo>
                  <a:pt x="9050" y="79613"/>
                  <a:pt x="11379" y="87243"/>
                  <a:pt x="16037" y="92093"/>
                </a:cubicBezTo>
                <a:lnTo>
                  <a:pt x="22308" y="920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Text E">
            <a:extLst xmlns:a="http://schemas.openxmlformats.org/drawingml/2006/main">
              <a:ext uri="{FF2B5EF4-FFF2-40B4-BE49-F238E27FC236}">
                <a16:creationId xmlns:a16="http://schemas.microsoft.com/office/drawing/2014/main" id="{39671BBD-822A-4AF9-9515-CC348D5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983751"/>
            <a:ext cx="118355" cy="82157"/>
          </a:xfrm>
          <a:custGeom xmlns:a="http://schemas.openxmlformats.org/drawingml/2006/main">
            <a:pathLst>
              <a:path w="118355" h="82157">
                <a:moveTo>
                  <a:pt x="36955" y="28391"/>
                </a:moveTo>
                <a:cubicBezTo>
                  <a:pt x="24806" y="28391"/>
                  <a:pt x="17101" y="28864"/>
                  <a:pt x="13841" y="29811"/>
                </a:cubicBezTo>
                <a:cubicBezTo>
                  <a:pt x="13841" y="37086"/>
                  <a:pt x="14166" y="45056"/>
                  <a:pt x="14817" y="53721"/>
                </a:cubicBezTo>
                <a:cubicBezTo>
                  <a:pt x="15469" y="62386"/>
                  <a:pt x="16122" y="69233"/>
                  <a:pt x="16774" y="74260"/>
                </a:cubicBezTo>
                <a:lnTo>
                  <a:pt x="17841" y="81802"/>
                </a:lnTo>
                <a:lnTo>
                  <a:pt x="17040" y="82157"/>
                </a:lnTo>
                <a:cubicBezTo>
                  <a:pt x="15086" y="81920"/>
                  <a:pt x="11772" y="81802"/>
                  <a:pt x="7098" y="81802"/>
                </a:cubicBezTo>
                <a:cubicBezTo>
                  <a:pt x="6151" y="81802"/>
                  <a:pt x="3963" y="81920"/>
                  <a:pt x="532" y="82157"/>
                </a:cubicBezTo>
                <a:lnTo>
                  <a:pt x="0" y="81802"/>
                </a:lnTo>
                <a:cubicBezTo>
                  <a:pt x="355" y="78903"/>
                  <a:pt x="532" y="75266"/>
                  <a:pt x="532" y="70889"/>
                </a:cubicBezTo>
                <a:lnTo>
                  <a:pt x="532" y="15615"/>
                </a:ln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lnTo>
                  <a:pt x="117823" y="69026"/>
                </a:lnTo>
                <a:cubicBezTo>
                  <a:pt x="117823" y="73403"/>
                  <a:pt x="118000" y="77040"/>
                  <a:pt x="118355" y="79939"/>
                </a:cubicBezTo>
                <a:lnTo>
                  <a:pt x="117823" y="80293"/>
                </a:lnTo>
                <a:cubicBezTo>
                  <a:pt x="114427" y="80057"/>
                  <a:pt x="112282" y="79939"/>
                  <a:pt x="111388" y="79939"/>
                </a:cubicBezTo>
                <a:cubicBezTo>
                  <a:pt x="108358" y="79939"/>
                  <a:pt x="105863" y="80057"/>
                  <a:pt x="103902" y="80293"/>
                </a:cubicBezTo>
                <a:lnTo>
                  <a:pt x="103195" y="79939"/>
                </a:lnTo>
                <a:cubicBezTo>
                  <a:pt x="104666" y="62726"/>
                  <a:pt x="105402" y="46017"/>
                  <a:pt x="105402" y="29811"/>
                </a:cubicBezTo>
                <a:cubicBezTo>
                  <a:pt x="102163" y="28864"/>
                  <a:pt x="94187" y="28391"/>
                  <a:pt x="81472" y="28391"/>
                </a:cubicBezTo>
                <a:lnTo>
                  <a:pt x="68316" y="28391"/>
                </a:lnTo>
                <a:cubicBezTo>
                  <a:pt x="68316" y="41581"/>
                  <a:pt x="68905" y="55303"/>
                  <a:pt x="70082" y="69558"/>
                </a:cubicBezTo>
                <a:lnTo>
                  <a:pt x="69553" y="70179"/>
                </a:lnTo>
                <a:cubicBezTo>
                  <a:pt x="67946" y="69824"/>
                  <a:pt x="65685" y="69632"/>
                  <a:pt x="62768" y="69602"/>
                </a:cubicBezTo>
                <a:cubicBezTo>
                  <a:pt x="59851" y="69573"/>
                  <a:pt x="57559" y="69765"/>
                  <a:pt x="55892" y="70179"/>
                </a:cubicBezTo>
                <a:lnTo>
                  <a:pt x="55271" y="69558"/>
                </a:lnTo>
                <a:cubicBezTo>
                  <a:pt x="56456" y="57551"/>
                  <a:pt x="57078" y="43829"/>
                  <a:pt x="57137" y="28391"/>
                </a:cubicBezTo>
                <a:lnTo>
                  <a:pt x="36955" y="28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Text 2">
            <a:extLst xmlns:a="http://schemas.openxmlformats.org/drawingml/2006/main">
              <a:ext uri="{FF2B5EF4-FFF2-40B4-BE49-F238E27FC236}">
                <a16:creationId xmlns:a16="http://schemas.microsoft.com/office/drawing/2014/main" id="{D7CEDFB7-40E6-45FF-9955-0C34460E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1841" y="1081525"/>
            <a:ext cx="111612" cy="77011"/>
          </a:xfrm>
          <a:custGeom xmlns:a="http://schemas.openxmlformats.org/drawingml/2006/main">
            <a:pathLst>
              <a:path w="111612" h="77011">
                <a:moveTo>
                  <a:pt x="102563" y="34158"/>
                </a:moveTo>
                <a:cubicBezTo>
                  <a:pt x="102563" y="29781"/>
                  <a:pt x="101339" y="25922"/>
                  <a:pt x="98892" y="22580"/>
                </a:cubicBezTo>
                <a:cubicBezTo>
                  <a:pt x="96446" y="19238"/>
                  <a:pt x="92480" y="16059"/>
                  <a:pt x="86992" y="13042"/>
                </a:cubicBezTo>
                <a:lnTo>
                  <a:pt x="87172" y="5057"/>
                </a:lnTo>
                <a:lnTo>
                  <a:pt x="101578" y="1242"/>
                </a:lnTo>
                <a:lnTo>
                  <a:pt x="102382" y="1774"/>
                </a:lnTo>
                <a:cubicBezTo>
                  <a:pt x="104416" y="4318"/>
                  <a:pt x="106462" y="9079"/>
                  <a:pt x="108521" y="16059"/>
                </a:cubicBezTo>
                <a:cubicBezTo>
                  <a:pt x="110582" y="23038"/>
                  <a:pt x="111612" y="29544"/>
                  <a:pt x="111612" y="35578"/>
                </a:cubicBezTo>
                <a:cubicBezTo>
                  <a:pt x="111612" y="47230"/>
                  <a:pt x="109233" y="56900"/>
                  <a:pt x="104476" y="64590"/>
                </a:cubicBezTo>
                <a:cubicBezTo>
                  <a:pt x="99720" y="72279"/>
                  <a:pt x="92788" y="76124"/>
                  <a:pt x="83682" y="76124"/>
                </a:cubicBezTo>
                <a:cubicBezTo>
                  <a:pt x="81951" y="76124"/>
                  <a:pt x="80266" y="75946"/>
                  <a:pt x="78624" y="75591"/>
                </a:cubicBezTo>
                <a:cubicBezTo>
                  <a:pt x="76985" y="75236"/>
                  <a:pt x="75583" y="74926"/>
                  <a:pt x="74418" y="74660"/>
                </a:cubicBezTo>
                <a:cubicBezTo>
                  <a:pt x="73256" y="74393"/>
                  <a:pt x="71884" y="73728"/>
                  <a:pt x="70304" y="72663"/>
                </a:cubicBezTo>
                <a:cubicBezTo>
                  <a:pt x="68724" y="71599"/>
                  <a:pt x="67560" y="70874"/>
                  <a:pt x="66813" y="70490"/>
                </a:cubicBezTo>
                <a:cubicBezTo>
                  <a:pt x="66068" y="70105"/>
                  <a:pt x="64816" y="69070"/>
                  <a:pt x="63056" y="67384"/>
                </a:cubicBezTo>
                <a:cubicBezTo>
                  <a:pt x="61297" y="65699"/>
                  <a:pt x="60193" y="64678"/>
                  <a:pt x="59746" y="64323"/>
                </a:cubicBezTo>
                <a:cubicBezTo>
                  <a:pt x="59299" y="63969"/>
                  <a:pt x="58075" y="62726"/>
                  <a:pt x="56075" y="60597"/>
                </a:cubicBezTo>
                <a:cubicBezTo>
                  <a:pt x="54077" y="58468"/>
                  <a:pt x="52900" y="57226"/>
                  <a:pt x="52543" y="56871"/>
                </a:cubicBezTo>
                <a:lnTo>
                  <a:pt x="34735" y="38683"/>
                </a:lnTo>
                <a:cubicBezTo>
                  <a:pt x="32766" y="36613"/>
                  <a:pt x="29977" y="34365"/>
                  <a:pt x="26367" y="31940"/>
                </a:cubicBezTo>
                <a:cubicBezTo>
                  <a:pt x="22759" y="29515"/>
                  <a:pt x="20299" y="28302"/>
                  <a:pt x="18987" y="28302"/>
                </a:cubicBezTo>
                <a:lnTo>
                  <a:pt x="18987" y="43208"/>
                </a:lnTo>
                <a:cubicBezTo>
                  <a:pt x="18987" y="50010"/>
                  <a:pt x="19523" y="61277"/>
                  <a:pt x="20597" y="77011"/>
                </a:cubicBezTo>
                <a:cubicBezTo>
                  <a:pt x="17446" y="76301"/>
                  <a:pt x="13432" y="75946"/>
                  <a:pt x="8556" y="75946"/>
                </a:cubicBezTo>
                <a:cubicBezTo>
                  <a:pt x="6002" y="75946"/>
                  <a:pt x="3150" y="76301"/>
                  <a:pt x="0" y="77011"/>
                </a:cubicBezTo>
                <a:cubicBezTo>
                  <a:pt x="473" y="64885"/>
                  <a:pt x="710" y="54357"/>
                  <a:pt x="710" y="45426"/>
                </a:cubicBezTo>
                <a:cubicBezTo>
                  <a:pt x="710" y="44716"/>
                  <a:pt x="473" y="29633"/>
                  <a:pt x="0" y="177"/>
                </a:cubicBezTo>
                <a:lnTo>
                  <a:pt x="715" y="0"/>
                </a:lnTo>
                <a:cubicBezTo>
                  <a:pt x="6074" y="0"/>
                  <a:pt x="11343" y="1627"/>
                  <a:pt x="16522" y="4880"/>
                </a:cubicBezTo>
                <a:cubicBezTo>
                  <a:pt x="21703" y="8133"/>
                  <a:pt x="28937" y="14255"/>
                  <a:pt x="38225" y="23245"/>
                </a:cubicBezTo>
                <a:lnTo>
                  <a:pt x="51559" y="36731"/>
                </a:lnTo>
                <a:cubicBezTo>
                  <a:pt x="56570" y="41581"/>
                  <a:pt x="61431" y="44657"/>
                  <a:pt x="66142" y="45958"/>
                </a:cubicBezTo>
                <a:cubicBezTo>
                  <a:pt x="70856" y="47259"/>
                  <a:pt x="76762" y="47910"/>
                  <a:pt x="83862" y="47910"/>
                </a:cubicBezTo>
                <a:cubicBezTo>
                  <a:pt x="89229" y="47910"/>
                  <a:pt x="93688" y="46490"/>
                  <a:pt x="97237" y="43651"/>
                </a:cubicBezTo>
                <a:cubicBezTo>
                  <a:pt x="100787" y="40812"/>
                  <a:pt x="102563" y="37648"/>
                  <a:pt x="102563" y="341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Text C">
            <a:extLst xmlns:a="http://schemas.openxmlformats.org/drawingml/2006/main">
              <a:ext uri="{FF2B5EF4-FFF2-40B4-BE49-F238E27FC236}">
                <a16:creationId xmlns:a16="http://schemas.microsoft.com/office/drawing/2014/main" id="{1FEFE804-44AA-43FD-8C92-7E37B778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17" y="1174743"/>
            <a:ext cx="121608" cy="109217"/>
          </a:xfrm>
          <a:custGeom xmlns:a="http://schemas.openxmlformats.org/drawingml/2006/main">
            <a:pathLst>
              <a:path w="121608" h="109217">
                <a:moveTo>
                  <a:pt x="121608" y="66985"/>
                </a:moveTo>
                <a:cubicBezTo>
                  <a:pt x="121608" y="73551"/>
                  <a:pt x="120936" y="80131"/>
                  <a:pt x="119593" y="86726"/>
                </a:cubicBezTo>
                <a:cubicBezTo>
                  <a:pt x="118251" y="93321"/>
                  <a:pt x="116864" y="98304"/>
                  <a:pt x="115431" y="101675"/>
                </a:cubicBezTo>
                <a:lnTo>
                  <a:pt x="113285" y="106644"/>
                </a:lnTo>
                <a:lnTo>
                  <a:pt x="112747" y="106999"/>
                </a:lnTo>
                <a:cubicBezTo>
                  <a:pt x="104990" y="105165"/>
                  <a:pt x="97113" y="103953"/>
                  <a:pt x="89117" y="103361"/>
                </a:cubicBezTo>
                <a:lnTo>
                  <a:pt x="88939" y="97949"/>
                </a:lnTo>
                <a:cubicBezTo>
                  <a:pt x="96577" y="94045"/>
                  <a:pt x="102215" y="89491"/>
                  <a:pt x="105855" y="84286"/>
                </a:cubicBezTo>
                <a:cubicBezTo>
                  <a:pt x="109496" y="79081"/>
                  <a:pt x="111317" y="72486"/>
                  <a:pt x="111317" y="64501"/>
                </a:cubicBezTo>
                <a:cubicBezTo>
                  <a:pt x="111317" y="60479"/>
                  <a:pt x="110473" y="56531"/>
                  <a:pt x="108785" y="52657"/>
                </a:cubicBezTo>
                <a:cubicBezTo>
                  <a:pt x="107098" y="48782"/>
                  <a:pt x="104463" y="45056"/>
                  <a:pt x="100881" y="41478"/>
                </a:cubicBezTo>
                <a:cubicBezTo>
                  <a:pt x="97300" y="37899"/>
                  <a:pt x="92195" y="35030"/>
                  <a:pt x="85565" y="32872"/>
                </a:cubicBezTo>
                <a:cubicBezTo>
                  <a:pt x="78935" y="30713"/>
                  <a:pt x="71268" y="29633"/>
                  <a:pt x="62564" y="29633"/>
                </a:cubicBezTo>
                <a:cubicBezTo>
                  <a:pt x="49481" y="29633"/>
                  <a:pt x="37597" y="33286"/>
                  <a:pt x="26911" y="40590"/>
                </a:cubicBezTo>
                <a:cubicBezTo>
                  <a:pt x="16226" y="47895"/>
                  <a:pt x="10883" y="56398"/>
                  <a:pt x="10883" y="66098"/>
                </a:cubicBezTo>
                <a:cubicBezTo>
                  <a:pt x="10883" y="74674"/>
                  <a:pt x="11978" y="81580"/>
                  <a:pt x="14169" y="86815"/>
                </a:cubicBezTo>
                <a:cubicBezTo>
                  <a:pt x="16359" y="92049"/>
                  <a:pt x="20681" y="98038"/>
                  <a:pt x="27133" y="104781"/>
                </a:cubicBezTo>
                <a:lnTo>
                  <a:pt x="20917" y="109217"/>
                </a:lnTo>
                <a:cubicBezTo>
                  <a:pt x="6953" y="95790"/>
                  <a:pt x="0" y="80264"/>
                  <a:pt x="59" y="62638"/>
                </a:cubicBezTo>
                <a:cubicBezTo>
                  <a:pt x="59" y="47141"/>
                  <a:pt x="4054" y="33951"/>
                  <a:pt x="12045" y="23068"/>
                </a:cubicBezTo>
                <a:cubicBezTo>
                  <a:pt x="17609" y="15556"/>
                  <a:pt x="24533" y="9833"/>
                  <a:pt x="32820" y="5900"/>
                </a:cubicBezTo>
                <a:cubicBezTo>
                  <a:pt x="41106" y="1967"/>
                  <a:pt x="49866" y="0"/>
                  <a:pt x="59101" y="0"/>
                </a:cubicBezTo>
                <a:cubicBezTo>
                  <a:pt x="69060" y="0"/>
                  <a:pt x="78322" y="1967"/>
                  <a:pt x="86888" y="5900"/>
                </a:cubicBezTo>
                <a:cubicBezTo>
                  <a:pt x="95453" y="9833"/>
                  <a:pt x="102521" y="15378"/>
                  <a:pt x="108092" y="22535"/>
                </a:cubicBezTo>
                <a:cubicBezTo>
                  <a:pt x="117103" y="34010"/>
                  <a:pt x="121608" y="48827"/>
                  <a:pt x="121608" y="669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Text O">
            <a:extLst xmlns:a="http://schemas.openxmlformats.org/drawingml/2006/main">
              <a:ext uri="{FF2B5EF4-FFF2-40B4-BE49-F238E27FC236}">
                <a16:creationId xmlns:a16="http://schemas.microsoft.com/office/drawing/2014/main" id="{AEA5ACBB-3C41-4486-BCA5-975250F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776" y="1302961"/>
            <a:ext cx="121549" cy="126340"/>
          </a:xfrm>
          <a:custGeom xmlns:a="http://schemas.openxmlformats.org/drawingml/2006/main">
            <a:pathLst>
              <a:path w="121549" h="126340">
                <a:moveTo>
                  <a:pt x="112500" y="60331"/>
                </a:moveTo>
                <a:cubicBezTo>
                  <a:pt x="112500" y="39629"/>
                  <a:pt x="95453" y="29278"/>
                  <a:pt x="61360" y="29278"/>
                </a:cubicBezTo>
                <a:cubicBezTo>
                  <a:pt x="44282" y="29278"/>
                  <a:pt x="31295" y="32650"/>
                  <a:pt x="22397" y="39393"/>
                </a:cubicBezTo>
                <a:cubicBezTo>
                  <a:pt x="13499" y="46135"/>
                  <a:pt x="9050" y="55185"/>
                  <a:pt x="9050" y="66542"/>
                </a:cubicBezTo>
                <a:cubicBezTo>
                  <a:pt x="9050" y="86888"/>
                  <a:pt x="25437" y="97062"/>
                  <a:pt x="58213" y="97062"/>
                </a:cubicBezTo>
                <a:cubicBezTo>
                  <a:pt x="77327" y="97062"/>
                  <a:pt x="91153" y="94149"/>
                  <a:pt x="99690" y="88323"/>
                </a:cubicBezTo>
                <a:cubicBezTo>
                  <a:pt x="108230" y="82497"/>
                  <a:pt x="112500" y="73166"/>
                  <a:pt x="112500" y="60331"/>
                </a:cubicBezTo>
                <a:moveTo>
                  <a:pt x="61717" y="126340"/>
                </a:moveTo>
                <a:cubicBezTo>
                  <a:pt x="43398" y="126340"/>
                  <a:pt x="28532" y="120588"/>
                  <a:pt x="17118" y="109084"/>
                </a:cubicBezTo>
                <a:cubicBezTo>
                  <a:pt x="5706" y="97579"/>
                  <a:pt x="0" y="82186"/>
                  <a:pt x="0" y="62904"/>
                </a:cubicBezTo>
                <a:cubicBezTo>
                  <a:pt x="0" y="44864"/>
                  <a:pt x="5451" y="29870"/>
                  <a:pt x="16353" y="17922"/>
                </a:cubicBezTo>
                <a:cubicBezTo>
                  <a:pt x="27254" y="5974"/>
                  <a:pt x="41208" y="0"/>
                  <a:pt x="58213" y="0"/>
                </a:cubicBezTo>
                <a:cubicBezTo>
                  <a:pt x="76275" y="0"/>
                  <a:pt x="91347" y="5885"/>
                  <a:pt x="103428" y="17656"/>
                </a:cubicBezTo>
                <a:cubicBezTo>
                  <a:pt x="115509" y="29426"/>
                  <a:pt x="121549" y="44450"/>
                  <a:pt x="121549" y="62726"/>
                </a:cubicBezTo>
                <a:cubicBezTo>
                  <a:pt x="121549" y="82009"/>
                  <a:pt x="116089" y="97432"/>
                  <a:pt x="105169" y="108995"/>
                </a:cubicBezTo>
                <a:cubicBezTo>
                  <a:pt x="94251" y="120558"/>
                  <a:pt x="79767" y="126340"/>
                  <a:pt x="61717" y="1263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Text D">
            <a:extLst xmlns:a="http://schemas.openxmlformats.org/drawingml/2006/main">
              <a:ext uri="{FF2B5EF4-FFF2-40B4-BE49-F238E27FC236}">
                <a16:creationId xmlns:a16="http://schemas.microsoft.com/office/drawing/2014/main" id="{EB90A5CB-A31D-4798-9F81-6EC5E55D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1454884"/>
            <a:ext cx="118355" cy="116137"/>
          </a:xfrm>
          <a:custGeom xmlns:a="http://schemas.openxmlformats.org/drawingml/2006/main">
            <a:pathLst>
              <a:path w="118355" h="116137">
                <a:moveTo>
                  <a:pt x="18471" y="28391"/>
                </a:moveTo>
                <a:cubicBezTo>
                  <a:pt x="15181" y="28391"/>
                  <a:pt x="12818" y="29722"/>
                  <a:pt x="11381" y="32384"/>
                </a:cubicBezTo>
                <a:cubicBezTo>
                  <a:pt x="9945" y="35045"/>
                  <a:pt x="9227" y="40546"/>
                  <a:pt x="9227" y="48886"/>
                </a:cubicBezTo>
                <a:cubicBezTo>
                  <a:pt x="9227" y="55806"/>
                  <a:pt x="9721" y="61381"/>
                  <a:pt x="10708" y="65610"/>
                </a:cubicBezTo>
                <a:cubicBezTo>
                  <a:pt x="11695" y="69839"/>
                  <a:pt x="13699" y="73624"/>
                  <a:pt x="16721" y="76966"/>
                </a:cubicBezTo>
                <a:cubicBezTo>
                  <a:pt x="19743" y="80308"/>
                  <a:pt x="24096" y="82674"/>
                  <a:pt x="29780" y="84064"/>
                </a:cubicBezTo>
                <a:cubicBezTo>
                  <a:pt x="35466" y="85454"/>
                  <a:pt x="42916" y="86149"/>
                  <a:pt x="52130" y="86149"/>
                </a:cubicBezTo>
                <a:cubicBezTo>
                  <a:pt x="58891" y="86149"/>
                  <a:pt x="64561" y="85972"/>
                  <a:pt x="69139" y="85617"/>
                </a:cubicBezTo>
                <a:cubicBezTo>
                  <a:pt x="73718" y="85262"/>
                  <a:pt x="78759" y="84286"/>
                  <a:pt x="84264" y="82689"/>
                </a:cubicBezTo>
                <a:cubicBezTo>
                  <a:pt x="89768" y="81092"/>
                  <a:pt x="94181" y="78874"/>
                  <a:pt x="97503" y="76035"/>
                </a:cubicBezTo>
                <a:cubicBezTo>
                  <a:pt x="100824" y="73196"/>
                  <a:pt x="103622" y="69085"/>
                  <a:pt x="105895" y="63702"/>
                </a:cubicBezTo>
                <a:cubicBezTo>
                  <a:pt x="108169" y="58320"/>
                  <a:pt x="109306" y="51873"/>
                  <a:pt x="109306" y="44361"/>
                </a:cubicBezTo>
                <a:cubicBezTo>
                  <a:pt x="109306" y="39629"/>
                  <a:pt x="108527" y="35785"/>
                  <a:pt x="106971" y="32827"/>
                </a:cubicBezTo>
                <a:cubicBezTo>
                  <a:pt x="105417" y="29870"/>
                  <a:pt x="103113" y="28391"/>
                  <a:pt x="100062" y="28391"/>
                </a:cubicBezTo>
                <a:lnTo>
                  <a:pt x="18471" y="28391"/>
                </a:lnTo>
                <a:moveTo>
                  <a:pt x="117823" y="15615"/>
                </a:moveTo>
                <a:cubicBezTo>
                  <a:pt x="117823" y="20229"/>
                  <a:pt x="117912" y="26173"/>
                  <a:pt x="118089" y="33448"/>
                </a:cubicBezTo>
                <a:cubicBezTo>
                  <a:pt x="118266" y="40723"/>
                  <a:pt x="118355" y="46668"/>
                  <a:pt x="118355" y="51281"/>
                </a:cubicBezTo>
                <a:cubicBezTo>
                  <a:pt x="118355" y="68848"/>
                  <a:pt x="112256" y="84049"/>
                  <a:pt x="100056" y="96884"/>
                </a:cubicBezTo>
                <a:cubicBezTo>
                  <a:pt x="87857" y="109720"/>
                  <a:pt x="73348" y="116137"/>
                  <a:pt x="56530" y="116137"/>
                </a:cubicBezTo>
                <a:cubicBezTo>
                  <a:pt x="47951" y="116137"/>
                  <a:pt x="40290" y="114806"/>
                  <a:pt x="33545" y="112145"/>
                </a:cubicBezTo>
                <a:cubicBezTo>
                  <a:pt x="26801" y="109483"/>
                  <a:pt x="21401" y="106067"/>
                  <a:pt x="17348" y="101897"/>
                </a:cubicBezTo>
                <a:cubicBezTo>
                  <a:pt x="13296" y="97727"/>
                  <a:pt x="9939" y="92848"/>
                  <a:pt x="7275" y="87258"/>
                </a:cubicBezTo>
                <a:cubicBezTo>
                  <a:pt x="4614" y="81669"/>
                  <a:pt x="2765" y="76212"/>
                  <a:pt x="1730" y="70889"/>
                </a:cubicBezTo>
                <a:cubicBezTo>
                  <a:pt x="695" y="65566"/>
                  <a:pt x="177" y="60124"/>
                  <a:pt x="177" y="54564"/>
                </a:cubicBezTo>
                <a:cubicBezTo>
                  <a:pt x="177" y="47999"/>
                  <a:pt x="237" y="41049"/>
                  <a:pt x="355" y="33714"/>
                </a:cubicBezTo>
                <a:cubicBezTo>
                  <a:pt x="473" y="26380"/>
                  <a:pt x="532" y="20347"/>
                  <a:pt x="532" y="15615"/>
                </a:cubicBez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Text E">
            <a:extLst xmlns:a="http://schemas.openxmlformats.org/drawingml/2006/main">
              <a:ext uri="{FF2B5EF4-FFF2-40B4-BE49-F238E27FC236}">
                <a16:creationId xmlns:a16="http://schemas.microsoft.com/office/drawing/2014/main" id="{95CBD47B-8988-4AB0-98C2-08E1B2A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2018" y="1594090"/>
            <a:ext cx="118355" cy="82157"/>
          </a:xfrm>
          <a:custGeom xmlns:a="http://schemas.openxmlformats.org/drawingml/2006/main">
            <a:pathLst>
              <a:path w="118355" h="82157">
                <a:moveTo>
                  <a:pt x="36955" y="28391"/>
                </a:moveTo>
                <a:cubicBezTo>
                  <a:pt x="24806" y="28391"/>
                  <a:pt x="17101" y="28864"/>
                  <a:pt x="13841" y="29811"/>
                </a:cubicBezTo>
                <a:cubicBezTo>
                  <a:pt x="13841" y="37086"/>
                  <a:pt x="14166" y="45056"/>
                  <a:pt x="14817" y="53721"/>
                </a:cubicBezTo>
                <a:cubicBezTo>
                  <a:pt x="15469" y="62386"/>
                  <a:pt x="16122" y="69233"/>
                  <a:pt x="16774" y="74260"/>
                </a:cubicBezTo>
                <a:lnTo>
                  <a:pt x="17841" y="81802"/>
                </a:lnTo>
                <a:lnTo>
                  <a:pt x="17040" y="82157"/>
                </a:lnTo>
                <a:cubicBezTo>
                  <a:pt x="15086" y="81920"/>
                  <a:pt x="11772" y="81802"/>
                  <a:pt x="7098" y="81802"/>
                </a:cubicBezTo>
                <a:cubicBezTo>
                  <a:pt x="6151" y="81802"/>
                  <a:pt x="3963" y="81920"/>
                  <a:pt x="532" y="82157"/>
                </a:cubicBezTo>
                <a:lnTo>
                  <a:pt x="0" y="81802"/>
                </a:lnTo>
                <a:cubicBezTo>
                  <a:pt x="355" y="78903"/>
                  <a:pt x="532" y="75266"/>
                  <a:pt x="532" y="70889"/>
                </a:cubicBezTo>
                <a:lnTo>
                  <a:pt x="532" y="15615"/>
                </a:lnTo>
                <a:lnTo>
                  <a:pt x="0" y="177"/>
                </a:lnTo>
                <a:lnTo>
                  <a:pt x="532" y="0"/>
                </a:lnTo>
                <a:cubicBezTo>
                  <a:pt x="10358" y="1479"/>
                  <a:pt x="22493" y="2218"/>
                  <a:pt x="36936" y="2218"/>
                </a:cubicBezTo>
                <a:lnTo>
                  <a:pt x="81419" y="2218"/>
                </a:lnTo>
                <a:cubicBezTo>
                  <a:pt x="95389" y="2218"/>
                  <a:pt x="107524" y="1479"/>
                  <a:pt x="117823" y="0"/>
                </a:cubicBezTo>
                <a:lnTo>
                  <a:pt x="118355" y="355"/>
                </a:lnTo>
                <a:cubicBezTo>
                  <a:pt x="118000" y="6388"/>
                  <a:pt x="117823" y="11475"/>
                  <a:pt x="117823" y="15615"/>
                </a:cubicBezTo>
                <a:lnTo>
                  <a:pt x="117823" y="69026"/>
                </a:lnTo>
                <a:cubicBezTo>
                  <a:pt x="117823" y="73403"/>
                  <a:pt x="118000" y="77040"/>
                  <a:pt x="118355" y="79939"/>
                </a:cubicBezTo>
                <a:lnTo>
                  <a:pt x="117823" y="80293"/>
                </a:lnTo>
                <a:cubicBezTo>
                  <a:pt x="114427" y="80057"/>
                  <a:pt x="112282" y="79939"/>
                  <a:pt x="111388" y="79939"/>
                </a:cubicBezTo>
                <a:cubicBezTo>
                  <a:pt x="108358" y="79939"/>
                  <a:pt x="105863" y="80057"/>
                  <a:pt x="103902" y="80293"/>
                </a:cubicBezTo>
                <a:lnTo>
                  <a:pt x="103195" y="79939"/>
                </a:lnTo>
                <a:cubicBezTo>
                  <a:pt x="104666" y="62726"/>
                  <a:pt x="105402" y="46017"/>
                  <a:pt x="105402" y="29811"/>
                </a:cubicBezTo>
                <a:cubicBezTo>
                  <a:pt x="102163" y="28864"/>
                  <a:pt x="94187" y="28391"/>
                  <a:pt x="81472" y="28391"/>
                </a:cubicBezTo>
                <a:lnTo>
                  <a:pt x="68316" y="28391"/>
                </a:lnTo>
                <a:cubicBezTo>
                  <a:pt x="68316" y="41581"/>
                  <a:pt x="68905" y="55303"/>
                  <a:pt x="70082" y="69558"/>
                </a:cubicBezTo>
                <a:lnTo>
                  <a:pt x="69553" y="70179"/>
                </a:lnTo>
                <a:cubicBezTo>
                  <a:pt x="67946" y="69824"/>
                  <a:pt x="65685" y="69632"/>
                  <a:pt x="62768" y="69602"/>
                </a:cubicBezTo>
                <a:cubicBezTo>
                  <a:pt x="59851" y="69573"/>
                  <a:pt x="57559" y="69765"/>
                  <a:pt x="55892" y="70179"/>
                </a:cubicBezTo>
                <a:lnTo>
                  <a:pt x="55271" y="69558"/>
                </a:lnTo>
                <a:cubicBezTo>
                  <a:pt x="56456" y="57551"/>
                  <a:pt x="57078" y="43829"/>
                  <a:pt x="57137" y="28391"/>
                </a:cubicBezTo>
                <a:lnTo>
                  <a:pt x="36955" y="28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9CCE9-AB20-4076-96BC-5EE0B8F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879184"/>
            <a:ext cx="2526705" cy="1075150"/>
          </a:xfrm>
          <a:custGeom xmlns:a="http://schemas.openxmlformats.org/drawingml/2006/main">
            <a:pathLst>
              <a:path w="2526705" h="1075150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3AE95-4E37-41EB-BD05-7FB3B67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879184"/>
            <a:ext cx="2526705" cy="1075150"/>
          </a:xfrm>
          <a:custGeom xmlns:a="http://schemas.openxmlformats.org/drawingml/2006/main">
            <a:pathLst>
              <a:path w="2526705" h="1075150" fill="none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397" name="Text IssueReport">
            <a:extLst xmlns:a="http://schemas.openxmlformats.org/drawingml/2006/main">
              <a:ext uri="{FF2B5EF4-FFF2-40B4-BE49-F238E27FC236}">
                <a16:creationId xmlns:a16="http://schemas.microsoft.com/office/drawing/2014/main" id="{9AD052B0-E232-47A1-A55C-960F6343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" y="1102793"/>
            <a:ext cx="814179" cy="124433"/>
          </a:xfrm>
          <a:custGeom xmlns:a="http://schemas.openxmlformats.org/drawingml/2006/main">
            <a:pathLst>
              <a:path w="814179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6" y="78142"/>
                  <a:pt x="52946" y="80887"/>
                  <a:pt x="55385" y="82761"/>
                </a:cubicBezTo>
                <a:cubicBezTo>
                  <a:pt x="57825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6" y="82915"/>
                </a:cubicBezTo>
                <a:cubicBezTo>
                  <a:pt x="78187" y="81674"/>
                  <a:pt x="79008" y="80013"/>
                  <a:pt x="79008" y="77931"/>
                </a:cubicBezTo>
                <a:cubicBezTo>
                  <a:pt x="79008" y="76512"/>
                  <a:pt x="78564" y="75338"/>
                  <a:pt x="77677" y="74408"/>
                </a:cubicBezTo>
                <a:cubicBezTo>
                  <a:pt x="76745" y="73522"/>
                  <a:pt x="74660" y="72703"/>
                  <a:pt x="71422" y="71950"/>
                </a:cubicBezTo>
                <a:cubicBezTo>
                  <a:pt x="56339" y="68629"/>
                  <a:pt x="46779" y="65594"/>
                  <a:pt x="42743" y="62846"/>
                </a:cubicBezTo>
                <a:cubicBezTo>
                  <a:pt x="37153" y="59034"/>
                  <a:pt x="34358" y="53738"/>
                  <a:pt x="34358" y="46958"/>
                </a:cubicBezTo>
                <a:cubicBezTo>
                  <a:pt x="34358" y="40841"/>
                  <a:pt x="36776" y="35700"/>
                  <a:pt x="41611" y="31534"/>
                </a:cubicBezTo>
                <a:cubicBezTo>
                  <a:pt x="46447" y="27369"/>
                  <a:pt x="53944" y="25286"/>
                  <a:pt x="64102" y="25286"/>
                </a:cubicBezTo>
                <a:cubicBezTo>
                  <a:pt x="73773" y="25286"/>
                  <a:pt x="80960" y="26855"/>
                  <a:pt x="85662" y="29994"/>
                </a:cubicBezTo>
                <a:cubicBezTo>
                  <a:pt x="90364" y="33132"/>
                  <a:pt x="93602" y="37773"/>
                  <a:pt x="95377" y="43917"/>
                </a:cubicBezTo>
                <a:lnTo>
                  <a:pt x="77743" y="47244"/>
                </a:lnTo>
                <a:cubicBezTo>
                  <a:pt x="76989" y="44494"/>
                  <a:pt x="75559" y="42387"/>
                  <a:pt x="73451" y="40923"/>
                </a:cubicBezTo>
                <a:cubicBezTo>
                  <a:pt x="71344" y="39459"/>
                  <a:pt x="68339" y="38727"/>
                  <a:pt x="64435" y="38727"/>
                </a:cubicBezTo>
                <a:cubicBezTo>
                  <a:pt x="59511" y="38727"/>
                  <a:pt x="55984" y="39414"/>
                  <a:pt x="53855" y="40788"/>
                </a:cubicBezTo>
                <a:cubicBezTo>
                  <a:pt x="52435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6" y="53212"/>
                </a:cubicBezTo>
                <a:cubicBezTo>
                  <a:pt x="81015" y="55472"/>
                  <a:pt x="87969" y="58244"/>
                  <a:pt x="91917" y="61528"/>
                </a:cubicBezTo>
                <a:cubicBezTo>
                  <a:pt x="95820" y="64858"/>
                  <a:pt x="97772" y="69496"/>
                  <a:pt x="97772" y="75444"/>
                </a:cubicBezTo>
                <a:cubicBezTo>
                  <a:pt x="97772" y="81924"/>
                  <a:pt x="95066" y="87495"/>
                  <a:pt x="89654" y="92156"/>
                </a:cubicBezTo>
                <a:cubicBezTo>
                  <a:pt x="84242" y="96817"/>
                  <a:pt x="76235" y="99147"/>
                  <a:pt x="65633" y="99147"/>
                </a:cubicBezTo>
                <a:cubicBezTo>
                  <a:pt x="56006" y="99147"/>
                  <a:pt x="48387" y="97201"/>
                  <a:pt x="42776" y="93310"/>
                </a:cubicBezTo>
                <a:cubicBezTo>
                  <a:pt x="37164" y="89417"/>
                  <a:pt x="33493" y="84132"/>
                  <a:pt x="31763" y="77454"/>
                </a:cubicBezTo>
                <a:close/>
                <a:moveTo>
                  <a:pt x="107533" y="77454"/>
                </a:moveTo>
                <a:lnTo>
                  <a:pt x="126298" y="74527"/>
                </a:lnTo>
                <a:cubicBezTo>
                  <a:pt x="127097" y="78142"/>
                  <a:pt x="128716" y="80887"/>
                  <a:pt x="131156" y="82761"/>
                </a:cubicBezTo>
                <a:cubicBezTo>
                  <a:pt x="133595" y="84635"/>
                  <a:pt x="137011" y="85572"/>
                  <a:pt x="141403" y="85572"/>
                </a:cubicBezTo>
                <a:cubicBezTo>
                  <a:pt x="146238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5" y="73522"/>
                  <a:pt x="150430" y="72703"/>
                  <a:pt x="147192" y="71950"/>
                </a:cubicBezTo>
                <a:cubicBezTo>
                  <a:pt x="132109" y="68629"/>
                  <a:pt x="122550" y="65594"/>
                  <a:pt x="118513" y="62846"/>
                </a:cubicBezTo>
                <a:cubicBezTo>
                  <a:pt x="112923" y="59034"/>
                  <a:pt x="110128" y="53738"/>
                  <a:pt x="110128" y="46958"/>
                </a:cubicBezTo>
                <a:cubicBezTo>
                  <a:pt x="110128" y="40841"/>
                  <a:pt x="112546" y="35700"/>
                  <a:pt x="117381" y="31534"/>
                </a:cubicBezTo>
                <a:cubicBezTo>
                  <a:pt x="122217" y="27369"/>
                  <a:pt x="129714" y="25286"/>
                  <a:pt x="139872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3" y="37773"/>
                  <a:pt x="171147" y="43917"/>
                </a:cubicBezTo>
                <a:lnTo>
                  <a:pt x="153513" y="47244"/>
                </a:lnTo>
                <a:cubicBezTo>
                  <a:pt x="152759" y="44494"/>
                  <a:pt x="151329" y="42387"/>
                  <a:pt x="149222" y="40923"/>
                </a:cubicBezTo>
                <a:cubicBezTo>
                  <a:pt x="147114" y="39459"/>
                  <a:pt x="144109" y="38727"/>
                  <a:pt x="140205" y="38727"/>
                </a:cubicBezTo>
                <a:cubicBezTo>
                  <a:pt x="135281" y="38727"/>
                  <a:pt x="131754" y="39414"/>
                  <a:pt x="129625" y="40788"/>
                </a:cubicBezTo>
                <a:cubicBezTo>
                  <a:pt x="128206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2" y="69496"/>
                  <a:pt x="173542" y="75444"/>
                </a:cubicBezTo>
                <a:cubicBezTo>
                  <a:pt x="173542" y="81924"/>
                  <a:pt x="170836" y="87495"/>
                  <a:pt x="165424" y="92156"/>
                </a:cubicBezTo>
                <a:cubicBezTo>
                  <a:pt x="160012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3" y="84132"/>
                  <a:pt x="107533" y="77454"/>
                </a:cubicBezTo>
                <a:close/>
                <a:moveTo>
                  <a:pt x="235995" y="97550"/>
                </a:moveTo>
                <a:lnTo>
                  <a:pt x="235995" y="86970"/>
                </a:lnTo>
                <a:cubicBezTo>
                  <a:pt x="233422" y="90740"/>
                  <a:pt x="230039" y="93713"/>
                  <a:pt x="225847" y="95886"/>
                </a:cubicBezTo>
                <a:cubicBezTo>
                  <a:pt x="221655" y="98060"/>
                  <a:pt x="217230" y="99147"/>
                  <a:pt x="212572" y="99147"/>
                </a:cubicBezTo>
                <a:cubicBezTo>
                  <a:pt x="207825" y="99147"/>
                  <a:pt x="203567" y="98104"/>
                  <a:pt x="199796" y="96019"/>
                </a:cubicBezTo>
                <a:cubicBezTo>
                  <a:pt x="196025" y="93934"/>
                  <a:pt x="193297" y="91007"/>
                  <a:pt x="191611" y="87236"/>
                </a:cubicBezTo>
                <a:cubicBezTo>
                  <a:pt x="189926" y="83465"/>
                  <a:pt x="189083" y="78253"/>
                  <a:pt x="189083" y="71599"/>
                </a:cubicBezTo>
                <a:lnTo>
                  <a:pt x="189083" y="26883"/>
                </a:lnTo>
                <a:lnTo>
                  <a:pt x="207781" y="26883"/>
                </a:lnTo>
                <a:lnTo>
                  <a:pt x="207781" y="59280"/>
                </a:lnTo>
                <a:cubicBezTo>
                  <a:pt x="207781" y="69195"/>
                  <a:pt x="208125" y="75270"/>
                  <a:pt x="208812" y="77504"/>
                </a:cubicBezTo>
                <a:cubicBezTo>
                  <a:pt x="209500" y="79739"/>
                  <a:pt x="210753" y="81509"/>
                  <a:pt x="212572" y="82815"/>
                </a:cubicBezTo>
                <a:cubicBezTo>
                  <a:pt x="214391" y="84121"/>
                  <a:pt x="216698" y="84774"/>
                  <a:pt x="219492" y="84774"/>
                </a:cubicBezTo>
                <a:cubicBezTo>
                  <a:pt x="222686" y="84774"/>
                  <a:pt x="225548" y="83900"/>
                  <a:pt x="228076" y="82152"/>
                </a:cubicBezTo>
                <a:cubicBezTo>
                  <a:pt x="230605" y="80404"/>
                  <a:pt x="232335" y="78235"/>
                  <a:pt x="233266" y="75645"/>
                </a:cubicBezTo>
                <a:cubicBezTo>
                  <a:pt x="234198" y="73056"/>
                  <a:pt x="234664" y="66715"/>
                  <a:pt x="234664" y="56625"/>
                </a:cubicBezTo>
                <a:lnTo>
                  <a:pt x="234664" y="26883"/>
                </a:lnTo>
                <a:lnTo>
                  <a:pt x="253362" y="26883"/>
                </a:lnTo>
                <a:lnTo>
                  <a:pt x="253362" y="97550"/>
                </a:lnTo>
                <a:lnTo>
                  <a:pt x="235995" y="97550"/>
                </a:lnTo>
                <a:close/>
                <a:moveTo>
                  <a:pt x="313670" y="75059"/>
                </a:moveTo>
                <a:lnTo>
                  <a:pt x="332302" y="78253"/>
                </a:lnTo>
                <a:cubicBezTo>
                  <a:pt x="329907" y="85062"/>
                  <a:pt x="326125" y="90247"/>
                  <a:pt x="320957" y="93807"/>
                </a:cubicBezTo>
                <a:cubicBezTo>
                  <a:pt x="315789" y="97367"/>
                  <a:pt x="309323" y="99147"/>
                  <a:pt x="301560" y="99147"/>
                </a:cubicBezTo>
                <a:cubicBezTo>
                  <a:pt x="289272" y="99147"/>
                  <a:pt x="280178" y="95132"/>
                  <a:pt x="274278" y="87103"/>
                </a:cubicBezTo>
                <a:cubicBezTo>
                  <a:pt x="269620" y="80671"/>
                  <a:pt x="267291" y="72552"/>
                  <a:pt x="267291" y="62749"/>
                </a:cubicBezTo>
                <a:cubicBezTo>
                  <a:pt x="267291" y="51037"/>
                  <a:pt x="270352" y="41866"/>
                  <a:pt x="276474" y="35234"/>
                </a:cubicBezTo>
                <a:cubicBezTo>
                  <a:pt x="282595" y="28602"/>
                  <a:pt x="290336" y="25286"/>
                  <a:pt x="299697" y="25286"/>
                </a:cubicBezTo>
                <a:cubicBezTo>
                  <a:pt x="310210" y="25286"/>
                  <a:pt x="318506" y="28757"/>
                  <a:pt x="324583" y="35700"/>
                </a:cubicBezTo>
                <a:cubicBezTo>
                  <a:pt x="330661" y="42642"/>
                  <a:pt x="333566" y="53278"/>
                  <a:pt x="333300" y="67606"/>
                </a:cubicBezTo>
                <a:lnTo>
                  <a:pt x="286455" y="67606"/>
                </a:lnTo>
                <a:cubicBezTo>
                  <a:pt x="286588" y="73151"/>
                  <a:pt x="288096" y="77465"/>
                  <a:pt x="290980" y="80549"/>
                </a:cubicBezTo>
                <a:cubicBezTo>
                  <a:pt x="293863" y="83632"/>
                  <a:pt x="297456" y="85173"/>
                  <a:pt x="301759" y="85173"/>
                </a:cubicBezTo>
                <a:cubicBezTo>
                  <a:pt x="304687" y="85173"/>
                  <a:pt x="307149" y="84375"/>
                  <a:pt x="309146" y="82778"/>
                </a:cubicBezTo>
                <a:cubicBezTo>
                  <a:pt x="311142" y="81181"/>
                  <a:pt x="312650" y="78608"/>
                  <a:pt x="313670" y="75059"/>
                </a:cubicBezTo>
                <a:moveTo>
                  <a:pt x="314735" y="56161"/>
                </a:moveTo>
                <a:cubicBezTo>
                  <a:pt x="314602" y="50771"/>
                  <a:pt x="313205" y="46673"/>
                  <a:pt x="310543" y="43867"/>
                </a:cubicBezTo>
                <a:cubicBezTo>
                  <a:pt x="307881" y="41062"/>
                  <a:pt x="304643" y="39659"/>
                  <a:pt x="300828" y="39659"/>
                </a:cubicBezTo>
                <a:cubicBezTo>
                  <a:pt x="296747" y="39659"/>
                  <a:pt x="293375" y="41139"/>
                  <a:pt x="290714" y="44098"/>
                </a:cubicBezTo>
                <a:cubicBezTo>
                  <a:pt x="288052" y="47059"/>
                  <a:pt x="286743" y="51080"/>
                  <a:pt x="286788" y="56161"/>
                </a:cubicBezTo>
                <a:lnTo>
                  <a:pt x="314735" y="56161"/>
                </a:lnTo>
                <a:close/>
                <a:moveTo>
                  <a:pt x="386602" y="97550"/>
                </a:moveTo>
                <a:lnTo>
                  <a:pt x="386602" y="0"/>
                </a:lnTo>
                <a:lnTo>
                  <a:pt x="428057" y="0"/>
                </a:lnTo>
                <a:cubicBezTo>
                  <a:pt x="438482" y="0"/>
                  <a:pt x="446057" y="876"/>
                  <a:pt x="450781" y="2628"/>
                </a:cubicBezTo>
                <a:cubicBezTo>
                  <a:pt x="455506" y="4381"/>
                  <a:pt x="459288" y="7497"/>
                  <a:pt x="462127" y="11977"/>
                </a:cubicBezTo>
                <a:cubicBezTo>
                  <a:pt x="464966" y="16458"/>
                  <a:pt x="466385" y="21582"/>
                  <a:pt x="466385" y="27349"/>
                </a:cubicBezTo>
                <a:cubicBezTo>
                  <a:pt x="466385" y="34668"/>
                  <a:pt x="464234" y="40712"/>
                  <a:pt x="459931" y="45481"/>
                </a:cubicBezTo>
                <a:cubicBezTo>
                  <a:pt x="455628" y="50250"/>
                  <a:pt x="449195" y="53255"/>
                  <a:pt x="440634" y="54498"/>
                </a:cubicBezTo>
                <a:cubicBezTo>
                  <a:pt x="444892" y="56982"/>
                  <a:pt x="448408" y="59710"/>
                  <a:pt x="451181" y="62682"/>
                </a:cubicBezTo>
                <a:cubicBezTo>
                  <a:pt x="453953" y="65654"/>
                  <a:pt x="457691" y="70933"/>
                  <a:pt x="462393" y="78519"/>
                </a:cubicBezTo>
                <a:lnTo>
                  <a:pt x="474304" y="97550"/>
                </a:lnTo>
                <a:lnTo>
                  <a:pt x="450748" y="97550"/>
                </a:lnTo>
                <a:lnTo>
                  <a:pt x="436508" y="76317"/>
                </a:lnTo>
                <a:cubicBezTo>
                  <a:pt x="431451" y="68734"/>
                  <a:pt x="427991" y="63956"/>
                  <a:pt x="426128" y="61983"/>
                </a:cubicBezTo>
                <a:cubicBezTo>
                  <a:pt x="424265" y="60009"/>
                  <a:pt x="422290" y="58656"/>
                  <a:pt x="420205" y="57924"/>
                </a:cubicBezTo>
                <a:cubicBezTo>
                  <a:pt x="418121" y="57192"/>
                  <a:pt x="414816" y="56826"/>
                  <a:pt x="410291" y="56826"/>
                </a:cubicBezTo>
                <a:lnTo>
                  <a:pt x="406298" y="56826"/>
                </a:lnTo>
                <a:lnTo>
                  <a:pt x="406298" y="97550"/>
                </a:lnTo>
                <a:lnTo>
                  <a:pt x="386602" y="97550"/>
                </a:lnTo>
                <a:moveTo>
                  <a:pt x="406298" y="41256"/>
                </a:moveTo>
                <a:lnTo>
                  <a:pt x="420871" y="41256"/>
                </a:lnTo>
                <a:cubicBezTo>
                  <a:pt x="430320" y="41256"/>
                  <a:pt x="436220" y="40856"/>
                  <a:pt x="438571" y="40058"/>
                </a:cubicBezTo>
                <a:cubicBezTo>
                  <a:pt x="440922" y="39259"/>
                  <a:pt x="442763" y="37884"/>
                  <a:pt x="444094" y="35932"/>
                </a:cubicBezTo>
                <a:cubicBezTo>
                  <a:pt x="445425" y="33981"/>
                  <a:pt x="446090" y="31541"/>
                  <a:pt x="446090" y="28613"/>
                </a:cubicBezTo>
                <a:cubicBezTo>
                  <a:pt x="446090" y="25330"/>
                  <a:pt x="445214" y="22680"/>
                  <a:pt x="443462" y="20661"/>
                </a:cubicBezTo>
                <a:cubicBezTo>
                  <a:pt x="441709" y="18643"/>
                  <a:pt x="439236" y="17367"/>
                  <a:pt x="436042" y="16835"/>
                </a:cubicBezTo>
                <a:cubicBezTo>
                  <a:pt x="434445" y="16613"/>
                  <a:pt x="429654" y="16502"/>
                  <a:pt x="421669" y="16502"/>
                </a:cubicBezTo>
                <a:lnTo>
                  <a:pt x="406298" y="16502"/>
                </a:lnTo>
                <a:lnTo>
                  <a:pt x="406298" y="41256"/>
                </a:lnTo>
                <a:close/>
                <a:moveTo>
                  <a:pt x="525717" y="75059"/>
                </a:moveTo>
                <a:lnTo>
                  <a:pt x="544349" y="78253"/>
                </a:lnTo>
                <a:cubicBezTo>
                  <a:pt x="541954" y="85062"/>
                  <a:pt x="538172" y="90247"/>
                  <a:pt x="533004" y="93807"/>
                </a:cubicBezTo>
                <a:cubicBezTo>
                  <a:pt x="527836" y="97367"/>
                  <a:pt x="521370" y="99147"/>
                  <a:pt x="513607" y="99147"/>
                </a:cubicBezTo>
                <a:cubicBezTo>
                  <a:pt x="501319" y="99147"/>
                  <a:pt x="492225" y="95132"/>
                  <a:pt x="486325" y="87103"/>
                </a:cubicBezTo>
                <a:cubicBezTo>
                  <a:pt x="481667" y="80671"/>
                  <a:pt x="479338" y="72552"/>
                  <a:pt x="479338" y="62749"/>
                </a:cubicBezTo>
                <a:cubicBezTo>
                  <a:pt x="479338" y="51037"/>
                  <a:pt x="482399" y="41866"/>
                  <a:pt x="488521" y="35234"/>
                </a:cubicBezTo>
                <a:cubicBezTo>
                  <a:pt x="494643" y="28602"/>
                  <a:pt x="502384" y="25286"/>
                  <a:pt x="511744" y="25286"/>
                </a:cubicBezTo>
                <a:cubicBezTo>
                  <a:pt x="522257" y="25286"/>
                  <a:pt x="530553" y="28757"/>
                  <a:pt x="536630" y="35700"/>
                </a:cubicBezTo>
                <a:cubicBezTo>
                  <a:pt x="542708" y="42642"/>
                  <a:pt x="545613" y="53278"/>
                  <a:pt x="545347" y="67606"/>
                </a:cubicBezTo>
                <a:lnTo>
                  <a:pt x="498502" y="67606"/>
                </a:lnTo>
                <a:cubicBezTo>
                  <a:pt x="498635" y="73151"/>
                  <a:pt x="500143" y="77465"/>
                  <a:pt x="503027" y="80549"/>
                </a:cubicBezTo>
                <a:cubicBezTo>
                  <a:pt x="505910" y="83632"/>
                  <a:pt x="509503" y="85173"/>
                  <a:pt x="513807" y="85173"/>
                </a:cubicBezTo>
                <a:cubicBezTo>
                  <a:pt x="516734" y="85173"/>
                  <a:pt x="519196" y="84375"/>
                  <a:pt x="521193" y="82778"/>
                </a:cubicBezTo>
                <a:cubicBezTo>
                  <a:pt x="523189" y="81181"/>
                  <a:pt x="524697" y="78608"/>
                  <a:pt x="525717" y="75059"/>
                </a:cubicBezTo>
                <a:moveTo>
                  <a:pt x="526782" y="56161"/>
                </a:moveTo>
                <a:cubicBezTo>
                  <a:pt x="526649" y="50771"/>
                  <a:pt x="525252" y="46673"/>
                  <a:pt x="522590" y="43867"/>
                </a:cubicBezTo>
                <a:cubicBezTo>
                  <a:pt x="519928" y="41062"/>
                  <a:pt x="516690" y="39659"/>
                  <a:pt x="512875" y="39659"/>
                </a:cubicBezTo>
                <a:cubicBezTo>
                  <a:pt x="508794" y="39659"/>
                  <a:pt x="505422" y="41139"/>
                  <a:pt x="502761" y="44098"/>
                </a:cubicBezTo>
                <a:cubicBezTo>
                  <a:pt x="500099" y="47059"/>
                  <a:pt x="498790" y="51080"/>
                  <a:pt x="498835" y="56161"/>
                </a:cubicBezTo>
                <a:lnTo>
                  <a:pt x="526782" y="56161"/>
                </a:lnTo>
                <a:close/>
                <a:moveTo>
                  <a:pt x="559623" y="26883"/>
                </a:moveTo>
                <a:lnTo>
                  <a:pt x="577057" y="26883"/>
                </a:lnTo>
                <a:lnTo>
                  <a:pt x="577057" y="37263"/>
                </a:lnTo>
                <a:cubicBezTo>
                  <a:pt x="579320" y="33714"/>
                  <a:pt x="582380" y="30831"/>
                  <a:pt x="586240" y="28613"/>
                </a:cubicBezTo>
                <a:cubicBezTo>
                  <a:pt x="590099" y="26395"/>
                  <a:pt x="594380" y="25286"/>
                  <a:pt x="599082" y="25286"/>
                </a:cubicBezTo>
                <a:cubicBezTo>
                  <a:pt x="607289" y="25286"/>
                  <a:pt x="614254" y="28502"/>
                  <a:pt x="619976" y="34934"/>
                </a:cubicBezTo>
                <a:cubicBezTo>
                  <a:pt x="625699" y="41367"/>
                  <a:pt x="628560" y="50328"/>
                  <a:pt x="628560" y="61817"/>
                </a:cubicBezTo>
                <a:cubicBezTo>
                  <a:pt x="628560" y="73617"/>
                  <a:pt x="625677" y="82789"/>
                  <a:pt x="619910" y="89332"/>
                </a:cubicBezTo>
                <a:cubicBezTo>
                  <a:pt x="614143" y="95875"/>
                  <a:pt x="607156" y="99147"/>
                  <a:pt x="598949" y="99147"/>
                </a:cubicBezTo>
                <a:cubicBezTo>
                  <a:pt x="595045" y="99147"/>
                  <a:pt x="591508" y="98371"/>
                  <a:pt x="588336" y="96818"/>
                </a:cubicBezTo>
                <a:cubicBezTo>
                  <a:pt x="585164" y="95265"/>
                  <a:pt x="581826" y="92604"/>
                  <a:pt x="578321" y="88833"/>
                </a:cubicBezTo>
                <a:lnTo>
                  <a:pt x="578321" y="124433"/>
                </a:lnTo>
                <a:lnTo>
                  <a:pt x="559623" y="124433"/>
                </a:lnTo>
                <a:lnTo>
                  <a:pt x="559623" y="26883"/>
                </a:lnTo>
                <a:moveTo>
                  <a:pt x="578122" y="60987"/>
                </a:moveTo>
                <a:cubicBezTo>
                  <a:pt x="578122" y="68916"/>
                  <a:pt x="579697" y="74773"/>
                  <a:pt x="582846" y="78561"/>
                </a:cubicBezTo>
                <a:cubicBezTo>
                  <a:pt x="585996" y="82348"/>
                  <a:pt x="589833" y="84242"/>
                  <a:pt x="594358" y="84242"/>
                </a:cubicBezTo>
                <a:cubicBezTo>
                  <a:pt x="598705" y="84242"/>
                  <a:pt x="602321" y="82503"/>
                  <a:pt x="605204" y="79026"/>
                </a:cubicBezTo>
                <a:cubicBezTo>
                  <a:pt x="608088" y="75550"/>
                  <a:pt x="609529" y="69846"/>
                  <a:pt x="609529" y="61917"/>
                </a:cubicBezTo>
                <a:cubicBezTo>
                  <a:pt x="609529" y="54520"/>
                  <a:pt x="608043" y="49027"/>
                  <a:pt x="605071" y="45440"/>
                </a:cubicBezTo>
                <a:cubicBezTo>
                  <a:pt x="602099" y="41852"/>
                  <a:pt x="598417" y="40058"/>
                  <a:pt x="594025" y="40058"/>
                </a:cubicBezTo>
                <a:cubicBezTo>
                  <a:pt x="589456" y="40058"/>
                  <a:pt x="585663" y="41819"/>
                  <a:pt x="582647" y="45340"/>
                </a:cubicBezTo>
                <a:cubicBezTo>
                  <a:pt x="579630" y="48861"/>
                  <a:pt x="578122" y="54077"/>
                  <a:pt x="578122" y="60987"/>
                </a:cubicBezTo>
                <a:close/>
                <a:moveTo>
                  <a:pt x="639096" y="61218"/>
                </a:moveTo>
                <a:cubicBezTo>
                  <a:pt x="639096" y="55008"/>
                  <a:pt x="640626" y="48997"/>
                  <a:pt x="643687" y="43185"/>
                </a:cubicBezTo>
                <a:cubicBezTo>
                  <a:pt x="646748" y="37374"/>
                  <a:pt x="651084" y="32938"/>
                  <a:pt x="656696" y="29877"/>
                </a:cubicBezTo>
                <a:cubicBezTo>
                  <a:pt x="662308" y="26816"/>
                  <a:pt x="668574" y="25286"/>
                  <a:pt x="675494" y="25286"/>
                </a:cubicBezTo>
                <a:cubicBezTo>
                  <a:pt x="686185" y="25286"/>
                  <a:pt x="694946" y="28757"/>
                  <a:pt x="701778" y="35700"/>
                </a:cubicBezTo>
                <a:cubicBezTo>
                  <a:pt x="708609" y="42642"/>
                  <a:pt x="712025" y="51414"/>
                  <a:pt x="712025" y="62017"/>
                </a:cubicBezTo>
                <a:cubicBezTo>
                  <a:pt x="712025" y="72708"/>
                  <a:pt x="708576" y="81569"/>
                  <a:pt x="701678" y="88600"/>
                </a:cubicBezTo>
                <a:cubicBezTo>
                  <a:pt x="694780" y="95631"/>
                  <a:pt x="686096" y="99147"/>
                  <a:pt x="675627" y="99147"/>
                </a:cubicBezTo>
                <a:cubicBezTo>
                  <a:pt x="669150" y="99147"/>
                  <a:pt x="662973" y="97683"/>
                  <a:pt x="657095" y="94755"/>
                </a:cubicBezTo>
                <a:cubicBezTo>
                  <a:pt x="651217" y="91827"/>
                  <a:pt x="646748" y="87535"/>
                  <a:pt x="643687" y="81879"/>
                </a:cubicBezTo>
                <a:cubicBezTo>
                  <a:pt x="640626" y="76223"/>
                  <a:pt x="639096" y="69336"/>
                  <a:pt x="639096" y="61218"/>
                </a:cubicBezTo>
                <a:moveTo>
                  <a:pt x="658260" y="62216"/>
                </a:moveTo>
                <a:cubicBezTo>
                  <a:pt x="658260" y="69203"/>
                  <a:pt x="659923" y="74554"/>
                  <a:pt x="663250" y="78269"/>
                </a:cubicBezTo>
                <a:cubicBezTo>
                  <a:pt x="666577" y="81985"/>
                  <a:pt x="670681" y="83842"/>
                  <a:pt x="675560" y="83842"/>
                </a:cubicBezTo>
                <a:cubicBezTo>
                  <a:pt x="680440" y="83842"/>
                  <a:pt x="684532" y="81985"/>
                  <a:pt x="687837" y="78269"/>
                </a:cubicBezTo>
                <a:cubicBezTo>
                  <a:pt x="691142" y="74554"/>
                  <a:pt x="692795" y="69159"/>
                  <a:pt x="692795" y="62083"/>
                </a:cubicBezTo>
                <a:cubicBezTo>
                  <a:pt x="692795" y="55185"/>
                  <a:pt x="691142" y="49878"/>
                  <a:pt x="687837" y="46163"/>
                </a:cubicBezTo>
                <a:cubicBezTo>
                  <a:pt x="684532" y="42448"/>
                  <a:pt x="680440" y="40590"/>
                  <a:pt x="675560" y="40590"/>
                </a:cubicBezTo>
                <a:cubicBezTo>
                  <a:pt x="670681" y="40590"/>
                  <a:pt x="666577" y="42448"/>
                  <a:pt x="663250" y="46163"/>
                </a:cubicBezTo>
                <a:cubicBezTo>
                  <a:pt x="659923" y="49878"/>
                  <a:pt x="658260" y="55229"/>
                  <a:pt x="658260" y="62216"/>
                </a:cubicBezTo>
                <a:close/>
                <a:moveTo>
                  <a:pt x="745131" y="97550"/>
                </a:moveTo>
                <a:lnTo>
                  <a:pt x="726433" y="97550"/>
                </a:lnTo>
                <a:lnTo>
                  <a:pt x="726433" y="26883"/>
                </a:lnTo>
                <a:lnTo>
                  <a:pt x="743800" y="26883"/>
                </a:lnTo>
                <a:lnTo>
                  <a:pt x="743800" y="36931"/>
                </a:lnTo>
                <a:cubicBezTo>
                  <a:pt x="746772" y="32184"/>
                  <a:pt x="749445" y="29056"/>
                  <a:pt x="751818" y="27548"/>
                </a:cubicBezTo>
                <a:cubicBezTo>
                  <a:pt x="754192" y="26040"/>
                  <a:pt x="756887" y="25286"/>
                  <a:pt x="759903" y="25286"/>
                </a:cubicBezTo>
                <a:cubicBezTo>
                  <a:pt x="764162" y="25286"/>
                  <a:pt x="768265" y="26461"/>
                  <a:pt x="772213" y="28812"/>
                </a:cubicBezTo>
                <a:lnTo>
                  <a:pt x="766424" y="45115"/>
                </a:lnTo>
                <a:cubicBezTo>
                  <a:pt x="763275" y="43075"/>
                  <a:pt x="760347" y="42054"/>
                  <a:pt x="757641" y="42054"/>
                </a:cubicBezTo>
                <a:cubicBezTo>
                  <a:pt x="755023" y="42054"/>
                  <a:pt x="752805" y="42775"/>
                  <a:pt x="750987" y="44217"/>
                </a:cubicBezTo>
                <a:cubicBezTo>
                  <a:pt x="749168" y="45659"/>
                  <a:pt x="747737" y="48265"/>
                  <a:pt x="746695" y="52035"/>
                </a:cubicBezTo>
                <a:cubicBezTo>
                  <a:pt x="745652" y="55806"/>
                  <a:pt x="745131" y="63702"/>
                  <a:pt x="745131" y="75724"/>
                </a:cubicBezTo>
                <a:lnTo>
                  <a:pt x="745131" y="97550"/>
                </a:lnTo>
                <a:close/>
                <a:moveTo>
                  <a:pt x="812649" y="26883"/>
                </a:moveTo>
                <a:lnTo>
                  <a:pt x="812649" y="41788"/>
                </a:lnTo>
                <a:lnTo>
                  <a:pt x="799873" y="41788"/>
                </a:lnTo>
                <a:lnTo>
                  <a:pt x="799873" y="70222"/>
                </a:lnTo>
                <a:cubicBezTo>
                  <a:pt x="799873" y="75981"/>
                  <a:pt x="799995" y="79336"/>
                  <a:pt x="800239" y="80289"/>
                </a:cubicBezTo>
                <a:cubicBezTo>
                  <a:pt x="800483" y="81240"/>
                  <a:pt x="801037" y="82026"/>
                  <a:pt x="801902" y="82647"/>
                </a:cubicBezTo>
                <a:cubicBezTo>
                  <a:pt x="802767" y="83266"/>
                  <a:pt x="803821" y="83576"/>
                  <a:pt x="805063" y="83576"/>
                </a:cubicBezTo>
                <a:cubicBezTo>
                  <a:pt x="806793" y="83576"/>
                  <a:pt x="809299" y="82977"/>
                  <a:pt x="812582" y="81780"/>
                </a:cubicBezTo>
                <a:lnTo>
                  <a:pt x="814179" y="96340"/>
                </a:lnTo>
                <a:cubicBezTo>
                  <a:pt x="809832" y="98211"/>
                  <a:pt x="804908" y="99147"/>
                  <a:pt x="799407" y="99147"/>
                </a:cubicBezTo>
                <a:cubicBezTo>
                  <a:pt x="796036" y="99147"/>
                  <a:pt x="792997" y="98581"/>
                  <a:pt x="790291" y="97450"/>
                </a:cubicBezTo>
                <a:cubicBezTo>
                  <a:pt x="787585" y="96319"/>
                  <a:pt x="785600" y="94855"/>
                  <a:pt x="784335" y="93058"/>
                </a:cubicBezTo>
                <a:cubicBezTo>
                  <a:pt x="783071" y="91262"/>
                  <a:pt x="782195" y="88833"/>
                  <a:pt x="781707" y="85772"/>
                </a:cubicBezTo>
                <a:cubicBezTo>
                  <a:pt x="781308" y="83598"/>
                  <a:pt x="781108" y="79207"/>
                  <a:pt x="781108" y="72597"/>
                </a:cubicBezTo>
                <a:lnTo>
                  <a:pt x="781108" y="41788"/>
                </a:lnTo>
                <a:lnTo>
                  <a:pt x="772524" y="41788"/>
                </a:lnTo>
                <a:lnTo>
                  <a:pt x="772524" y="26883"/>
                </a:lnTo>
                <a:lnTo>
                  <a:pt x="781108" y="26883"/>
                </a:lnTo>
                <a:lnTo>
                  <a:pt x="781108" y="12776"/>
                </a:lnTo>
                <a:lnTo>
                  <a:pt x="799873" y="1730"/>
                </a:lnTo>
                <a:lnTo>
                  <a:pt x="799873" y="26883"/>
                </a:lnTo>
                <a:lnTo>
                  <a:pt x="812649" y="268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1B775-542C-4019-9E09-13A999F8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42" y="1061047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0" y="175835"/>
                </a:cubicBezTo>
                <a:cubicBezTo>
                  <a:pt x="39361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0" y="163846"/>
                </a:cubicBezTo>
                <a:cubicBezTo>
                  <a:pt x="129842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Text Description">
            <a:extLst xmlns:a="http://schemas.openxmlformats.org/drawingml/2006/main">
              <a:ext uri="{FF2B5EF4-FFF2-40B4-BE49-F238E27FC236}">
                <a16:creationId xmlns:a16="http://schemas.microsoft.com/office/drawing/2014/main" id="{E17483FF-F93C-4F40-99D5-E2AABDDC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19" y="1343892"/>
            <a:ext cx="366036" cy="69000"/>
          </a:xfrm>
          <a:custGeom xmlns:a="http://schemas.openxmlformats.org/drawingml/2006/main">
            <a:pathLst>
              <a:path w="366036" h="69000">
                <a:moveTo>
                  <a:pt x="0" y="53978"/>
                </a:moveTo>
                <a:lnTo>
                  <a:pt x="0" y="0"/>
                </a:lnTo>
                <a:lnTo>
                  <a:pt x="18594" y="0"/>
                </a:lnTo>
                <a:cubicBezTo>
                  <a:pt x="22791" y="0"/>
                  <a:pt x="25995" y="258"/>
                  <a:pt x="28204" y="773"/>
                </a:cubicBezTo>
                <a:cubicBezTo>
                  <a:pt x="31297" y="1485"/>
                  <a:pt x="33935" y="2774"/>
                  <a:pt x="36120" y="4639"/>
                </a:cubicBezTo>
                <a:cubicBezTo>
                  <a:pt x="38967" y="7045"/>
                  <a:pt x="41097" y="10119"/>
                  <a:pt x="42508" y="13863"/>
                </a:cubicBezTo>
                <a:cubicBezTo>
                  <a:pt x="43920" y="17606"/>
                  <a:pt x="44625" y="21883"/>
                  <a:pt x="44625" y="26694"/>
                </a:cubicBezTo>
                <a:cubicBezTo>
                  <a:pt x="44625" y="30793"/>
                  <a:pt x="44147" y="34426"/>
                  <a:pt x="43189" y="37593"/>
                </a:cubicBezTo>
                <a:cubicBezTo>
                  <a:pt x="42232" y="40759"/>
                  <a:pt x="41005" y="43380"/>
                  <a:pt x="39507" y="45454"/>
                </a:cubicBezTo>
                <a:cubicBezTo>
                  <a:pt x="38010" y="47528"/>
                  <a:pt x="36372" y="49160"/>
                  <a:pt x="34592" y="50351"/>
                </a:cubicBezTo>
                <a:cubicBezTo>
                  <a:pt x="32812" y="51541"/>
                  <a:pt x="30665" y="52443"/>
                  <a:pt x="28149" y="53057"/>
                </a:cubicBezTo>
                <a:cubicBezTo>
                  <a:pt x="25633" y="53671"/>
                  <a:pt x="22742" y="53978"/>
                  <a:pt x="19478" y="53978"/>
                </a:cubicBezTo>
                <a:lnTo>
                  <a:pt x="0" y="53978"/>
                </a:lnTo>
                <a:moveTo>
                  <a:pt x="7143" y="47608"/>
                </a:moveTo>
                <a:lnTo>
                  <a:pt x="18668" y="47608"/>
                </a:lnTo>
                <a:cubicBezTo>
                  <a:pt x="22227" y="47608"/>
                  <a:pt x="25019" y="47276"/>
                  <a:pt x="27044" y="46614"/>
                </a:cubicBezTo>
                <a:cubicBezTo>
                  <a:pt x="29069" y="45951"/>
                  <a:pt x="30683" y="45018"/>
                  <a:pt x="31886" y="43815"/>
                </a:cubicBezTo>
                <a:cubicBezTo>
                  <a:pt x="33580" y="42122"/>
                  <a:pt x="34899" y="39845"/>
                  <a:pt x="35844" y="36985"/>
                </a:cubicBezTo>
                <a:cubicBezTo>
                  <a:pt x="36789" y="34126"/>
                  <a:pt x="37261" y="30658"/>
                  <a:pt x="37261" y="26584"/>
                </a:cubicBezTo>
                <a:cubicBezTo>
                  <a:pt x="37261" y="20938"/>
                  <a:pt x="36335" y="16600"/>
                  <a:pt x="34482" y="13568"/>
                </a:cubicBezTo>
                <a:cubicBezTo>
                  <a:pt x="32628" y="10537"/>
                  <a:pt x="30376" y="8505"/>
                  <a:pt x="27725" y="7474"/>
                </a:cubicBezTo>
                <a:cubicBezTo>
                  <a:pt x="25811" y="6738"/>
                  <a:pt x="22730" y="6370"/>
                  <a:pt x="18483" y="6370"/>
                </a:cubicBezTo>
                <a:lnTo>
                  <a:pt x="7143" y="6370"/>
                </a:lnTo>
                <a:lnTo>
                  <a:pt x="7143" y="47608"/>
                </a:lnTo>
                <a:close/>
                <a:moveTo>
                  <a:pt x="80365" y="41385"/>
                </a:moveTo>
                <a:lnTo>
                  <a:pt x="87213" y="42232"/>
                </a:lnTo>
                <a:cubicBezTo>
                  <a:pt x="86133" y="46233"/>
                  <a:pt x="84133" y="49338"/>
                  <a:pt x="81211" y="51548"/>
                </a:cubicBezTo>
                <a:cubicBezTo>
                  <a:pt x="78290" y="53757"/>
                  <a:pt x="74559" y="54861"/>
                  <a:pt x="70018" y="54861"/>
                </a:cubicBezTo>
                <a:cubicBezTo>
                  <a:pt x="64299" y="54861"/>
                  <a:pt x="59764" y="53100"/>
                  <a:pt x="56413" y="49578"/>
                </a:cubicBezTo>
                <a:cubicBezTo>
                  <a:pt x="53063" y="46055"/>
                  <a:pt x="51388" y="41115"/>
                  <a:pt x="51388" y="34758"/>
                </a:cubicBezTo>
                <a:cubicBezTo>
                  <a:pt x="51388" y="28179"/>
                  <a:pt x="53081" y="23074"/>
                  <a:pt x="56469" y="19441"/>
                </a:cubicBezTo>
                <a:cubicBezTo>
                  <a:pt x="59856" y="15808"/>
                  <a:pt x="64250" y="13991"/>
                  <a:pt x="69650" y="13991"/>
                </a:cubicBezTo>
                <a:cubicBezTo>
                  <a:pt x="74879" y="13991"/>
                  <a:pt x="79150" y="15768"/>
                  <a:pt x="82463" y="19322"/>
                </a:cubicBezTo>
                <a:cubicBezTo>
                  <a:pt x="85777" y="22875"/>
                  <a:pt x="87434" y="27874"/>
                  <a:pt x="87434" y="34319"/>
                </a:cubicBezTo>
                <a:cubicBezTo>
                  <a:pt x="87434" y="34711"/>
                  <a:pt x="87422" y="35299"/>
                  <a:pt x="87397" y="36083"/>
                </a:cubicBezTo>
                <a:lnTo>
                  <a:pt x="58236" y="36083"/>
                </a:lnTo>
                <a:cubicBezTo>
                  <a:pt x="58481" y="40367"/>
                  <a:pt x="59697" y="43647"/>
                  <a:pt x="61881" y="45923"/>
                </a:cubicBezTo>
                <a:cubicBezTo>
                  <a:pt x="64066" y="48200"/>
                  <a:pt x="66790" y="49338"/>
                  <a:pt x="70055" y="49338"/>
                </a:cubicBezTo>
                <a:cubicBezTo>
                  <a:pt x="72485" y="49338"/>
                  <a:pt x="74559" y="48706"/>
                  <a:pt x="76278" y="47442"/>
                </a:cubicBezTo>
                <a:cubicBezTo>
                  <a:pt x="77996" y="46177"/>
                  <a:pt x="79358" y="44158"/>
                  <a:pt x="80365" y="41385"/>
                </a:cubicBezTo>
                <a:moveTo>
                  <a:pt x="58604" y="30560"/>
                </a:moveTo>
                <a:lnTo>
                  <a:pt x="80438" y="30560"/>
                </a:lnTo>
                <a:cubicBezTo>
                  <a:pt x="80144" y="27325"/>
                  <a:pt x="79309" y="24898"/>
                  <a:pt x="77935" y="23280"/>
                </a:cubicBezTo>
                <a:cubicBezTo>
                  <a:pt x="75824" y="20770"/>
                  <a:pt x="73087" y="19514"/>
                  <a:pt x="69724" y="19514"/>
                </a:cubicBezTo>
                <a:cubicBezTo>
                  <a:pt x="66680" y="19514"/>
                  <a:pt x="64121" y="20517"/>
                  <a:pt x="62047" y="22521"/>
                </a:cubicBezTo>
                <a:cubicBezTo>
                  <a:pt x="59973" y="24525"/>
                  <a:pt x="58825" y="27204"/>
                  <a:pt x="58604" y="30560"/>
                </a:cubicBezTo>
                <a:close/>
                <a:moveTo>
                  <a:pt x="92872" y="42269"/>
                </a:moveTo>
                <a:lnTo>
                  <a:pt x="99426" y="41238"/>
                </a:lnTo>
                <a:cubicBezTo>
                  <a:pt x="99794" y="43853"/>
                  <a:pt x="100819" y="45857"/>
                  <a:pt x="102500" y="47250"/>
                </a:cubicBezTo>
                <a:cubicBezTo>
                  <a:pt x="104182" y="48642"/>
                  <a:pt x="106532" y="49338"/>
                  <a:pt x="109551" y="49338"/>
                </a:cubicBezTo>
                <a:cubicBezTo>
                  <a:pt x="112595" y="49338"/>
                  <a:pt x="114853" y="48724"/>
                  <a:pt x="116326" y="47494"/>
                </a:cubicBezTo>
                <a:cubicBezTo>
                  <a:pt x="117799" y="46263"/>
                  <a:pt x="118535" y="44821"/>
                  <a:pt x="118535" y="43165"/>
                </a:cubicBezTo>
                <a:cubicBezTo>
                  <a:pt x="118535" y="41679"/>
                  <a:pt x="117885" y="40510"/>
                  <a:pt x="116584" y="39658"/>
                </a:cubicBezTo>
                <a:cubicBezTo>
                  <a:pt x="115675" y="39074"/>
                  <a:pt x="113417" y="38331"/>
                  <a:pt x="109809" y="37429"/>
                </a:cubicBezTo>
                <a:cubicBezTo>
                  <a:pt x="104949" y="36201"/>
                  <a:pt x="101580" y="35139"/>
                  <a:pt x="99702" y="34242"/>
                </a:cubicBezTo>
                <a:cubicBezTo>
                  <a:pt x="97824" y="33346"/>
                  <a:pt x="96400" y="32105"/>
                  <a:pt x="95431" y="30520"/>
                </a:cubicBezTo>
                <a:cubicBezTo>
                  <a:pt x="94461" y="28935"/>
                  <a:pt x="93976" y="27185"/>
                  <a:pt x="93976" y="25269"/>
                </a:cubicBezTo>
                <a:cubicBezTo>
                  <a:pt x="93976" y="23524"/>
                  <a:pt x="94375" y="21909"/>
                  <a:pt x="95173" y="20422"/>
                </a:cubicBezTo>
                <a:cubicBezTo>
                  <a:pt x="95971" y="18936"/>
                  <a:pt x="97057" y="17701"/>
                  <a:pt x="98432" y="16718"/>
                </a:cubicBezTo>
                <a:cubicBezTo>
                  <a:pt x="99463" y="15957"/>
                  <a:pt x="100868" y="15312"/>
                  <a:pt x="102647" y="14784"/>
                </a:cubicBezTo>
                <a:cubicBezTo>
                  <a:pt x="104427" y="14256"/>
                  <a:pt x="106336" y="13991"/>
                  <a:pt x="108373" y="13991"/>
                </a:cubicBezTo>
                <a:cubicBezTo>
                  <a:pt x="111441" y="13991"/>
                  <a:pt x="114135" y="14436"/>
                  <a:pt x="116455" y="15326"/>
                </a:cubicBezTo>
                <a:cubicBezTo>
                  <a:pt x="118774" y="16215"/>
                  <a:pt x="120487" y="17420"/>
                  <a:pt x="121591" y="18940"/>
                </a:cubicBezTo>
                <a:cubicBezTo>
                  <a:pt x="122696" y="20460"/>
                  <a:pt x="123457" y="22492"/>
                  <a:pt x="123874" y="25037"/>
                </a:cubicBezTo>
                <a:lnTo>
                  <a:pt x="117394" y="25921"/>
                </a:lnTo>
                <a:cubicBezTo>
                  <a:pt x="117099" y="23908"/>
                  <a:pt x="116246" y="22337"/>
                  <a:pt x="114835" y="21208"/>
                </a:cubicBezTo>
                <a:cubicBezTo>
                  <a:pt x="113423" y="20079"/>
                  <a:pt x="111429" y="19514"/>
                  <a:pt x="108852" y="19514"/>
                </a:cubicBezTo>
                <a:cubicBezTo>
                  <a:pt x="105808" y="19514"/>
                  <a:pt x="103635" y="20015"/>
                  <a:pt x="102334" y="21017"/>
                </a:cubicBezTo>
                <a:cubicBezTo>
                  <a:pt x="101033" y="22018"/>
                  <a:pt x="100383" y="23191"/>
                  <a:pt x="100383" y="24535"/>
                </a:cubicBezTo>
                <a:cubicBezTo>
                  <a:pt x="100383" y="25389"/>
                  <a:pt x="100653" y="26158"/>
                  <a:pt x="101193" y="26843"/>
                </a:cubicBezTo>
                <a:cubicBezTo>
                  <a:pt x="101733" y="27551"/>
                  <a:pt x="102580" y="28137"/>
                  <a:pt x="103734" y="28601"/>
                </a:cubicBezTo>
                <a:cubicBezTo>
                  <a:pt x="104396" y="28846"/>
                  <a:pt x="106348" y="29407"/>
                  <a:pt x="109588" y="30286"/>
                </a:cubicBezTo>
                <a:cubicBezTo>
                  <a:pt x="114276" y="31538"/>
                  <a:pt x="117547" y="32562"/>
                  <a:pt x="119400" y="33359"/>
                </a:cubicBezTo>
                <a:cubicBezTo>
                  <a:pt x="121254" y="34156"/>
                  <a:pt x="122708" y="35315"/>
                  <a:pt x="123763" y="36836"/>
                </a:cubicBezTo>
                <a:cubicBezTo>
                  <a:pt x="124819" y="38356"/>
                  <a:pt x="125347" y="40244"/>
                  <a:pt x="125347" y="42500"/>
                </a:cubicBezTo>
                <a:cubicBezTo>
                  <a:pt x="125347" y="44708"/>
                  <a:pt x="124702" y="46787"/>
                  <a:pt x="123414" y="48737"/>
                </a:cubicBezTo>
                <a:cubicBezTo>
                  <a:pt x="122125" y="50686"/>
                  <a:pt x="120266" y="52194"/>
                  <a:pt x="117836" y="53261"/>
                </a:cubicBezTo>
                <a:cubicBezTo>
                  <a:pt x="115405" y="54328"/>
                  <a:pt x="112656" y="54861"/>
                  <a:pt x="109588" y="54861"/>
                </a:cubicBezTo>
                <a:cubicBezTo>
                  <a:pt x="104507" y="54861"/>
                  <a:pt x="100635" y="53803"/>
                  <a:pt x="97971" y="51686"/>
                </a:cubicBezTo>
                <a:cubicBezTo>
                  <a:pt x="95308" y="49568"/>
                  <a:pt x="93608" y="46430"/>
                  <a:pt x="92872" y="42269"/>
                </a:cubicBezTo>
                <a:close/>
                <a:moveTo>
                  <a:pt x="159044" y="39618"/>
                </a:moveTo>
                <a:lnTo>
                  <a:pt x="165561" y="40465"/>
                </a:lnTo>
                <a:cubicBezTo>
                  <a:pt x="164849" y="44968"/>
                  <a:pt x="163027" y="48494"/>
                  <a:pt x="160093" y="51041"/>
                </a:cubicBezTo>
                <a:cubicBezTo>
                  <a:pt x="157160" y="53588"/>
                  <a:pt x="153558" y="54861"/>
                  <a:pt x="149287" y="54861"/>
                </a:cubicBezTo>
                <a:cubicBezTo>
                  <a:pt x="143936" y="54861"/>
                  <a:pt x="139634" y="53112"/>
                  <a:pt x="136381" y="49614"/>
                </a:cubicBezTo>
                <a:cubicBezTo>
                  <a:pt x="133129" y="46117"/>
                  <a:pt x="131503" y="41103"/>
                  <a:pt x="131503" y="34574"/>
                </a:cubicBezTo>
                <a:cubicBezTo>
                  <a:pt x="131503" y="30352"/>
                  <a:pt x="132202" y="26657"/>
                  <a:pt x="133601" y="23491"/>
                </a:cubicBezTo>
                <a:cubicBezTo>
                  <a:pt x="135001" y="20324"/>
                  <a:pt x="137130" y="17950"/>
                  <a:pt x="139990" y="16366"/>
                </a:cubicBezTo>
                <a:cubicBezTo>
                  <a:pt x="142849" y="14783"/>
                  <a:pt x="145961" y="13991"/>
                  <a:pt x="149323" y="13991"/>
                </a:cubicBezTo>
                <a:cubicBezTo>
                  <a:pt x="153570" y="13991"/>
                  <a:pt x="157043" y="15069"/>
                  <a:pt x="159743" y="17224"/>
                </a:cubicBezTo>
                <a:cubicBezTo>
                  <a:pt x="162444" y="19377"/>
                  <a:pt x="164174" y="22436"/>
                  <a:pt x="164935" y="26400"/>
                </a:cubicBezTo>
                <a:lnTo>
                  <a:pt x="158492" y="27394"/>
                </a:lnTo>
                <a:cubicBezTo>
                  <a:pt x="157878" y="24780"/>
                  <a:pt x="156792" y="22813"/>
                  <a:pt x="155233" y="21493"/>
                </a:cubicBezTo>
                <a:cubicBezTo>
                  <a:pt x="153674" y="20174"/>
                  <a:pt x="151790" y="19514"/>
                  <a:pt x="149581" y="19514"/>
                </a:cubicBezTo>
                <a:cubicBezTo>
                  <a:pt x="146243" y="19514"/>
                  <a:pt x="143531" y="20705"/>
                  <a:pt x="141444" y="23087"/>
                </a:cubicBezTo>
                <a:cubicBezTo>
                  <a:pt x="139358" y="25468"/>
                  <a:pt x="138314" y="29236"/>
                  <a:pt x="138314" y="34390"/>
                </a:cubicBezTo>
                <a:cubicBezTo>
                  <a:pt x="138314" y="39617"/>
                  <a:pt x="139321" y="43416"/>
                  <a:pt x="141334" y="45785"/>
                </a:cubicBezTo>
                <a:cubicBezTo>
                  <a:pt x="143346" y="48154"/>
                  <a:pt x="145973" y="49338"/>
                  <a:pt x="149213" y="49338"/>
                </a:cubicBezTo>
                <a:cubicBezTo>
                  <a:pt x="151815" y="49338"/>
                  <a:pt x="153987" y="48544"/>
                  <a:pt x="155730" y="46954"/>
                </a:cubicBezTo>
                <a:cubicBezTo>
                  <a:pt x="157473" y="45365"/>
                  <a:pt x="158577" y="42919"/>
                  <a:pt x="159044" y="39618"/>
                </a:cubicBezTo>
                <a:close/>
                <a:moveTo>
                  <a:pt x="171535" y="53978"/>
                </a:moveTo>
                <a:lnTo>
                  <a:pt x="171535" y="14875"/>
                </a:lnTo>
                <a:lnTo>
                  <a:pt x="177499" y="14875"/>
                </a:lnTo>
                <a:lnTo>
                  <a:pt x="177499" y="20766"/>
                </a:lnTo>
                <a:cubicBezTo>
                  <a:pt x="179021" y="18008"/>
                  <a:pt x="180426" y="16189"/>
                  <a:pt x="181715" y="15310"/>
                </a:cubicBezTo>
                <a:cubicBezTo>
                  <a:pt x="183004" y="14431"/>
                  <a:pt x="184421" y="13991"/>
                  <a:pt x="185968" y="13991"/>
                </a:cubicBezTo>
                <a:cubicBezTo>
                  <a:pt x="188202" y="13991"/>
                  <a:pt x="190472" y="14700"/>
                  <a:pt x="192779" y="16118"/>
                </a:cubicBezTo>
                <a:lnTo>
                  <a:pt x="190497" y="22239"/>
                </a:lnTo>
                <a:cubicBezTo>
                  <a:pt x="188877" y="21282"/>
                  <a:pt x="187257" y="20803"/>
                  <a:pt x="185636" y="20803"/>
                </a:cubicBezTo>
                <a:cubicBezTo>
                  <a:pt x="184188" y="20803"/>
                  <a:pt x="182887" y="21240"/>
                  <a:pt x="181734" y="22112"/>
                </a:cubicBezTo>
                <a:cubicBezTo>
                  <a:pt x="180580" y="22985"/>
                  <a:pt x="179758" y="24195"/>
                  <a:pt x="179267" y="25743"/>
                </a:cubicBezTo>
                <a:cubicBezTo>
                  <a:pt x="178530" y="28101"/>
                  <a:pt x="178162" y="30682"/>
                  <a:pt x="178162" y="33483"/>
                </a:cubicBezTo>
                <a:lnTo>
                  <a:pt x="178162" y="53978"/>
                </a:lnTo>
                <a:lnTo>
                  <a:pt x="171535" y="53978"/>
                </a:lnTo>
                <a:close/>
                <a:moveTo>
                  <a:pt x="196982" y="7658"/>
                </a:moveTo>
                <a:lnTo>
                  <a:pt x="196982" y="0"/>
                </a:lnTo>
                <a:lnTo>
                  <a:pt x="203609" y="0"/>
                </a:lnTo>
                <a:lnTo>
                  <a:pt x="203609" y="7658"/>
                </a:lnTo>
                <a:lnTo>
                  <a:pt x="196982" y="7658"/>
                </a:lnTo>
                <a:moveTo>
                  <a:pt x="196982" y="53978"/>
                </a:moveTo>
                <a:lnTo>
                  <a:pt x="196982" y="14875"/>
                </a:lnTo>
                <a:lnTo>
                  <a:pt x="203609" y="14875"/>
                </a:lnTo>
                <a:lnTo>
                  <a:pt x="203609" y="53978"/>
                </a:lnTo>
                <a:lnTo>
                  <a:pt x="196982" y="53978"/>
                </a:lnTo>
                <a:close/>
                <a:moveTo>
                  <a:pt x="213308" y="69000"/>
                </a:moveTo>
                <a:lnTo>
                  <a:pt x="213308" y="14875"/>
                </a:lnTo>
                <a:lnTo>
                  <a:pt x="219346" y="14875"/>
                </a:lnTo>
                <a:lnTo>
                  <a:pt x="219346" y="19919"/>
                </a:lnTo>
                <a:cubicBezTo>
                  <a:pt x="220770" y="17943"/>
                  <a:pt x="222378" y="16461"/>
                  <a:pt x="224170" y="15473"/>
                </a:cubicBezTo>
                <a:cubicBezTo>
                  <a:pt x="225962" y="14485"/>
                  <a:pt x="228134" y="13991"/>
                  <a:pt x="230687" y="13991"/>
                </a:cubicBezTo>
                <a:cubicBezTo>
                  <a:pt x="234025" y="13991"/>
                  <a:pt x="236971" y="14851"/>
                  <a:pt x="239524" y="16569"/>
                </a:cubicBezTo>
                <a:cubicBezTo>
                  <a:pt x="242076" y="18287"/>
                  <a:pt x="244003" y="20711"/>
                  <a:pt x="245304" y="23841"/>
                </a:cubicBezTo>
                <a:cubicBezTo>
                  <a:pt x="246605" y="26970"/>
                  <a:pt x="247256" y="30401"/>
                  <a:pt x="247256" y="34132"/>
                </a:cubicBezTo>
                <a:cubicBezTo>
                  <a:pt x="247256" y="38133"/>
                  <a:pt x="246538" y="41735"/>
                  <a:pt x="245102" y="44938"/>
                </a:cubicBezTo>
                <a:cubicBezTo>
                  <a:pt x="243666" y="48142"/>
                  <a:pt x="241579" y="50596"/>
                  <a:pt x="238842" y="52302"/>
                </a:cubicBezTo>
                <a:cubicBezTo>
                  <a:pt x="236106" y="54008"/>
                  <a:pt x="233227" y="54861"/>
                  <a:pt x="230208" y="54861"/>
                </a:cubicBezTo>
                <a:cubicBezTo>
                  <a:pt x="227999" y="54861"/>
                  <a:pt x="226017" y="54389"/>
                  <a:pt x="224262" y="53444"/>
                </a:cubicBezTo>
                <a:cubicBezTo>
                  <a:pt x="222507" y="52498"/>
                  <a:pt x="221065" y="51304"/>
                  <a:pt x="219936" y="49861"/>
                </a:cubicBezTo>
                <a:lnTo>
                  <a:pt x="219936" y="69000"/>
                </a:lnTo>
                <a:lnTo>
                  <a:pt x="213308" y="69000"/>
                </a:lnTo>
                <a:moveTo>
                  <a:pt x="219310" y="34592"/>
                </a:moveTo>
                <a:cubicBezTo>
                  <a:pt x="219310" y="39618"/>
                  <a:pt x="220328" y="43332"/>
                  <a:pt x="222366" y="45735"/>
                </a:cubicBezTo>
                <a:cubicBezTo>
                  <a:pt x="224403" y="48137"/>
                  <a:pt x="226870" y="49338"/>
                  <a:pt x="229766" y="49338"/>
                </a:cubicBezTo>
                <a:cubicBezTo>
                  <a:pt x="232712" y="49338"/>
                  <a:pt x="235234" y="48094"/>
                  <a:pt x="237333" y="45606"/>
                </a:cubicBezTo>
                <a:cubicBezTo>
                  <a:pt x="239432" y="43117"/>
                  <a:pt x="240481" y="39262"/>
                  <a:pt x="240481" y="34040"/>
                </a:cubicBezTo>
                <a:cubicBezTo>
                  <a:pt x="240481" y="29063"/>
                  <a:pt x="239456" y="25337"/>
                  <a:pt x="237406" y="22860"/>
                </a:cubicBezTo>
                <a:cubicBezTo>
                  <a:pt x="235357" y="20384"/>
                  <a:pt x="232908" y="19146"/>
                  <a:pt x="230061" y="19146"/>
                </a:cubicBezTo>
                <a:cubicBezTo>
                  <a:pt x="227238" y="19146"/>
                  <a:pt x="224741" y="20464"/>
                  <a:pt x="222568" y="23100"/>
                </a:cubicBezTo>
                <a:cubicBezTo>
                  <a:pt x="220396" y="25735"/>
                  <a:pt x="219310" y="29566"/>
                  <a:pt x="219310" y="34592"/>
                </a:cubicBezTo>
                <a:close/>
                <a:moveTo>
                  <a:pt x="269704" y="48123"/>
                </a:moveTo>
                <a:lnTo>
                  <a:pt x="270662" y="53978"/>
                </a:lnTo>
                <a:cubicBezTo>
                  <a:pt x="268796" y="54321"/>
                  <a:pt x="267127" y="54493"/>
                  <a:pt x="265654" y="54493"/>
                </a:cubicBezTo>
                <a:cubicBezTo>
                  <a:pt x="263249" y="54493"/>
                  <a:pt x="261383" y="54113"/>
                  <a:pt x="260058" y="53352"/>
                </a:cubicBezTo>
                <a:cubicBezTo>
                  <a:pt x="258732" y="52591"/>
                  <a:pt x="257799" y="51590"/>
                  <a:pt x="257259" y="50351"/>
                </a:cubicBezTo>
                <a:cubicBezTo>
                  <a:pt x="256719" y="49111"/>
                  <a:pt x="256449" y="46503"/>
                  <a:pt x="256449" y="42527"/>
                </a:cubicBezTo>
                <a:lnTo>
                  <a:pt x="256449" y="20030"/>
                </a:lnTo>
                <a:lnTo>
                  <a:pt x="251589" y="20030"/>
                </a:lnTo>
                <a:lnTo>
                  <a:pt x="251589" y="14875"/>
                </a:lnTo>
                <a:lnTo>
                  <a:pt x="256449" y="14875"/>
                </a:lnTo>
                <a:lnTo>
                  <a:pt x="256449" y="5165"/>
                </a:lnTo>
                <a:lnTo>
                  <a:pt x="263040" y="1178"/>
                </a:lnTo>
                <a:lnTo>
                  <a:pt x="263040" y="14875"/>
                </a:lnTo>
                <a:lnTo>
                  <a:pt x="269704" y="14875"/>
                </a:lnTo>
                <a:lnTo>
                  <a:pt x="269704" y="20030"/>
                </a:lnTo>
                <a:lnTo>
                  <a:pt x="263040" y="20030"/>
                </a:lnTo>
                <a:lnTo>
                  <a:pt x="263040" y="42895"/>
                </a:lnTo>
                <a:cubicBezTo>
                  <a:pt x="263040" y="44785"/>
                  <a:pt x="263157" y="46000"/>
                  <a:pt x="263390" y="46540"/>
                </a:cubicBezTo>
                <a:cubicBezTo>
                  <a:pt x="263623" y="47080"/>
                  <a:pt x="264003" y="47510"/>
                  <a:pt x="264531" y="47829"/>
                </a:cubicBezTo>
                <a:cubicBezTo>
                  <a:pt x="265059" y="48148"/>
                  <a:pt x="265814" y="48307"/>
                  <a:pt x="266796" y="48307"/>
                </a:cubicBezTo>
                <a:cubicBezTo>
                  <a:pt x="267532" y="48307"/>
                  <a:pt x="268502" y="48246"/>
                  <a:pt x="269704" y="48123"/>
                </a:cubicBezTo>
                <a:close/>
                <a:moveTo>
                  <a:pt x="276234" y="7658"/>
                </a:moveTo>
                <a:lnTo>
                  <a:pt x="276234" y="0"/>
                </a:lnTo>
                <a:lnTo>
                  <a:pt x="282862" y="0"/>
                </a:lnTo>
                <a:lnTo>
                  <a:pt x="282862" y="7658"/>
                </a:lnTo>
                <a:lnTo>
                  <a:pt x="276234" y="7658"/>
                </a:lnTo>
                <a:moveTo>
                  <a:pt x="276234" y="53978"/>
                </a:moveTo>
                <a:lnTo>
                  <a:pt x="276234" y="14875"/>
                </a:lnTo>
                <a:lnTo>
                  <a:pt x="282862" y="14875"/>
                </a:lnTo>
                <a:lnTo>
                  <a:pt x="282862" y="53978"/>
                </a:lnTo>
                <a:lnTo>
                  <a:pt x="276234" y="53978"/>
                </a:lnTo>
                <a:close/>
                <a:moveTo>
                  <a:pt x="289867" y="34426"/>
                </a:moveTo>
                <a:cubicBezTo>
                  <a:pt x="289867" y="27185"/>
                  <a:pt x="291880" y="21822"/>
                  <a:pt x="295906" y="18336"/>
                </a:cubicBezTo>
                <a:cubicBezTo>
                  <a:pt x="299269" y="15440"/>
                  <a:pt x="303368" y="13991"/>
                  <a:pt x="308203" y="13991"/>
                </a:cubicBezTo>
                <a:cubicBezTo>
                  <a:pt x="313579" y="13991"/>
                  <a:pt x="317973" y="15753"/>
                  <a:pt x="321385" y="19275"/>
                </a:cubicBezTo>
                <a:cubicBezTo>
                  <a:pt x="324797" y="22797"/>
                  <a:pt x="326503" y="27664"/>
                  <a:pt x="326503" y="33874"/>
                </a:cubicBezTo>
                <a:cubicBezTo>
                  <a:pt x="326503" y="38906"/>
                  <a:pt x="325748" y="42864"/>
                  <a:pt x="324238" y="45748"/>
                </a:cubicBezTo>
                <a:cubicBezTo>
                  <a:pt x="322729" y="48633"/>
                  <a:pt x="320532" y="50872"/>
                  <a:pt x="317648" y="52468"/>
                </a:cubicBezTo>
                <a:cubicBezTo>
                  <a:pt x="314763" y="54064"/>
                  <a:pt x="311615" y="54861"/>
                  <a:pt x="308203" y="54861"/>
                </a:cubicBezTo>
                <a:cubicBezTo>
                  <a:pt x="302730" y="54861"/>
                  <a:pt x="298305" y="53106"/>
                  <a:pt x="294930" y="49596"/>
                </a:cubicBezTo>
                <a:cubicBezTo>
                  <a:pt x="291555" y="46086"/>
                  <a:pt x="289867" y="41029"/>
                  <a:pt x="289867" y="34426"/>
                </a:cubicBezTo>
                <a:moveTo>
                  <a:pt x="296679" y="34408"/>
                </a:moveTo>
                <a:cubicBezTo>
                  <a:pt x="296679" y="39397"/>
                  <a:pt x="297771" y="43133"/>
                  <a:pt x="299956" y="45615"/>
                </a:cubicBezTo>
                <a:cubicBezTo>
                  <a:pt x="302140" y="48097"/>
                  <a:pt x="304890" y="49338"/>
                  <a:pt x="308203" y="49338"/>
                </a:cubicBezTo>
                <a:cubicBezTo>
                  <a:pt x="311493" y="49338"/>
                  <a:pt x="314230" y="48091"/>
                  <a:pt x="316414" y="45597"/>
                </a:cubicBezTo>
                <a:cubicBezTo>
                  <a:pt x="318599" y="43102"/>
                  <a:pt x="319691" y="39299"/>
                  <a:pt x="319691" y="34188"/>
                </a:cubicBezTo>
                <a:cubicBezTo>
                  <a:pt x="319691" y="29370"/>
                  <a:pt x="318593" y="25720"/>
                  <a:pt x="316396" y="23238"/>
                </a:cubicBezTo>
                <a:cubicBezTo>
                  <a:pt x="314199" y="20756"/>
                  <a:pt x="311468" y="19514"/>
                  <a:pt x="308203" y="19514"/>
                </a:cubicBezTo>
                <a:cubicBezTo>
                  <a:pt x="304890" y="19514"/>
                  <a:pt x="302140" y="20749"/>
                  <a:pt x="299956" y="23219"/>
                </a:cubicBezTo>
                <a:cubicBezTo>
                  <a:pt x="297771" y="25689"/>
                  <a:pt x="296679" y="29419"/>
                  <a:pt x="296679" y="34408"/>
                </a:cubicBezTo>
                <a:close/>
                <a:moveTo>
                  <a:pt x="334260" y="53978"/>
                </a:moveTo>
                <a:lnTo>
                  <a:pt x="334260" y="14875"/>
                </a:lnTo>
                <a:lnTo>
                  <a:pt x="340225" y="14875"/>
                </a:lnTo>
                <a:lnTo>
                  <a:pt x="340225" y="20398"/>
                </a:lnTo>
                <a:cubicBezTo>
                  <a:pt x="343097" y="16127"/>
                  <a:pt x="347245" y="13991"/>
                  <a:pt x="352670" y="13991"/>
                </a:cubicBezTo>
                <a:cubicBezTo>
                  <a:pt x="355027" y="13991"/>
                  <a:pt x="357193" y="14415"/>
                  <a:pt x="359169" y="15262"/>
                </a:cubicBezTo>
                <a:cubicBezTo>
                  <a:pt x="361145" y="16109"/>
                  <a:pt x="362624" y="17219"/>
                  <a:pt x="363606" y="18594"/>
                </a:cubicBezTo>
                <a:cubicBezTo>
                  <a:pt x="364587" y="19969"/>
                  <a:pt x="365275" y="21601"/>
                  <a:pt x="365667" y="23491"/>
                </a:cubicBezTo>
                <a:cubicBezTo>
                  <a:pt x="365913" y="24718"/>
                  <a:pt x="366036" y="26866"/>
                  <a:pt x="366036" y="29934"/>
                </a:cubicBezTo>
                <a:lnTo>
                  <a:pt x="366036" y="53978"/>
                </a:lnTo>
                <a:lnTo>
                  <a:pt x="359408" y="53978"/>
                </a:lnTo>
                <a:lnTo>
                  <a:pt x="359408" y="30167"/>
                </a:lnTo>
                <a:cubicBezTo>
                  <a:pt x="359408" y="27464"/>
                  <a:pt x="359150" y="25442"/>
                  <a:pt x="358635" y="24103"/>
                </a:cubicBezTo>
                <a:cubicBezTo>
                  <a:pt x="358119" y="22764"/>
                  <a:pt x="357205" y="21695"/>
                  <a:pt x="355892" y="20896"/>
                </a:cubicBezTo>
                <a:cubicBezTo>
                  <a:pt x="354579" y="20098"/>
                  <a:pt x="353038" y="19699"/>
                  <a:pt x="351271" y="19699"/>
                </a:cubicBezTo>
                <a:cubicBezTo>
                  <a:pt x="348448" y="19699"/>
                  <a:pt x="346012" y="20596"/>
                  <a:pt x="343962" y="22390"/>
                </a:cubicBezTo>
                <a:cubicBezTo>
                  <a:pt x="341913" y="24183"/>
                  <a:pt x="340888" y="27586"/>
                  <a:pt x="340888" y="32599"/>
                </a:cubicBezTo>
                <a:lnTo>
                  <a:pt x="340888" y="53978"/>
                </a:lnTo>
                <a:lnTo>
                  <a:pt x="334260" y="53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77865-07FD-4C09-A707-C663BE8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52" y="1326506"/>
            <a:ext cx="115591" cy="86698"/>
          </a:xfrm>
          <a:custGeom xmlns:a="http://schemas.openxmlformats.org/drawingml/2006/main">
            <a:pathLst>
              <a:path w="115591" h="86698">
                <a:moveTo>
                  <a:pt x="0" y="8429"/>
                </a:moveTo>
                <a:cubicBezTo>
                  <a:pt x="0" y="3777"/>
                  <a:pt x="3776" y="0"/>
                  <a:pt x="8429" y="0"/>
                </a:cubicBezTo>
                <a:lnTo>
                  <a:pt x="107162" y="0"/>
                </a:lnTo>
                <a:cubicBezTo>
                  <a:pt x="111818" y="0"/>
                  <a:pt x="115591" y="3777"/>
                  <a:pt x="115591" y="8429"/>
                </a:cubicBezTo>
                <a:lnTo>
                  <a:pt x="115591" y="78269"/>
                </a:lnTo>
                <a:cubicBezTo>
                  <a:pt x="115591" y="82925"/>
                  <a:pt x="111818" y="86698"/>
                  <a:pt x="107162" y="86698"/>
                </a:cubicBezTo>
                <a:lnTo>
                  <a:pt x="8429" y="86698"/>
                </a:lnTo>
                <a:cubicBezTo>
                  <a:pt x="3774" y="86698"/>
                  <a:pt x="0" y="82924"/>
                  <a:pt x="0" y="78269"/>
                </a:cubicBezTo>
                <a:lnTo>
                  <a:pt x="0" y="8429"/>
                </a:lnTo>
                <a:close/>
                <a:moveTo>
                  <a:pt x="8429" y="7225"/>
                </a:moveTo>
                <a:cubicBezTo>
                  <a:pt x="7764" y="7225"/>
                  <a:pt x="7225" y="7763"/>
                  <a:pt x="7225" y="8429"/>
                </a:cubicBezTo>
                <a:lnTo>
                  <a:pt x="7225" y="78269"/>
                </a:lnTo>
                <a:cubicBezTo>
                  <a:pt x="7225" y="78934"/>
                  <a:pt x="7764" y="79473"/>
                  <a:pt x="8429" y="79473"/>
                </a:cubicBezTo>
                <a:lnTo>
                  <a:pt x="107162" y="79474"/>
                </a:lnTo>
                <a:cubicBezTo>
                  <a:pt x="107828" y="79474"/>
                  <a:pt x="108366" y="78935"/>
                  <a:pt x="108366" y="78269"/>
                </a:cubicBezTo>
                <a:lnTo>
                  <a:pt x="108366" y="8429"/>
                </a:lnTo>
                <a:cubicBezTo>
                  <a:pt x="108366" y="7763"/>
                  <a:pt x="107828" y="7225"/>
                  <a:pt x="107162" y="7225"/>
                </a:cubicBezTo>
                <a:lnTo>
                  <a:pt x="8429" y="7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1E3D5-0373-4F08-A862-93492F4C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4" y="1350589"/>
            <a:ext cx="62611" cy="26491"/>
          </a:xfrm>
          <a:custGeom xmlns:a="http://schemas.openxmlformats.org/drawingml/2006/main">
            <a:pathLst>
              <a:path w="62611" h="26491">
                <a:moveTo>
                  <a:pt x="0" y="3612"/>
                </a:moveTo>
                <a:cubicBezTo>
                  <a:pt x="0" y="1618"/>
                  <a:pt x="1617" y="0"/>
                  <a:pt x="3612" y="0"/>
                </a:cubicBezTo>
                <a:lnTo>
                  <a:pt x="58998" y="0"/>
                </a:lnTo>
                <a:cubicBezTo>
                  <a:pt x="60993" y="0"/>
                  <a:pt x="62611" y="1618"/>
                  <a:pt x="62611" y="3613"/>
                </a:cubicBezTo>
                <a:cubicBezTo>
                  <a:pt x="62611" y="5607"/>
                  <a:pt x="60993" y="7225"/>
                  <a:pt x="58998" y="7225"/>
                </a:cubicBezTo>
                <a:lnTo>
                  <a:pt x="3612" y="7225"/>
                </a:lnTo>
                <a:cubicBezTo>
                  <a:pt x="1617" y="7225"/>
                  <a:pt x="0" y="5607"/>
                  <a:pt x="0" y="3612"/>
                </a:cubicBezTo>
                <a:close/>
                <a:moveTo>
                  <a:pt x="0" y="22879"/>
                </a:moveTo>
                <a:cubicBezTo>
                  <a:pt x="0" y="20884"/>
                  <a:pt x="1617" y="19266"/>
                  <a:pt x="3612" y="19266"/>
                </a:cubicBezTo>
                <a:lnTo>
                  <a:pt x="30100" y="19266"/>
                </a:lnTo>
                <a:cubicBezTo>
                  <a:pt x="32095" y="19266"/>
                  <a:pt x="33713" y="20884"/>
                  <a:pt x="33713" y="22879"/>
                </a:cubicBezTo>
                <a:cubicBezTo>
                  <a:pt x="33713" y="24874"/>
                  <a:pt x="32095" y="26491"/>
                  <a:pt x="30100" y="26491"/>
                </a:cubicBezTo>
                <a:lnTo>
                  <a:pt x="3612" y="26491"/>
                </a:lnTo>
                <a:cubicBezTo>
                  <a:pt x="1617" y="26491"/>
                  <a:pt x="0" y="24874"/>
                  <a:pt x="0" y="22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3ce3b92464011"/>
          <a:stretch xmlns:a="http://schemas.openxmlformats.org/drawingml/2006/main"/>
        </p:blipFill>
        <p:spPr>
          <a:xfrm xmlns:a="http://schemas.openxmlformats.org/drawingml/2006/main">
            <a:off x="388226" y="1472615"/>
            <a:ext cx="1414556" cy="419526"/>
          </a:xfrm>
          <a:prstGeom xmlns:a="http://schemas.openxmlformats.org/drawingml/2006/main" prst="rect">
            <a:avLst/>
          </a:prstGeom>
        </p:spPr>
      </p:pic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6551D-C97C-47A6-9209-10C1DFC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68" y="1481301"/>
            <a:ext cx="1353844" cy="358711"/>
          </a:xfrm>
          <a:custGeom xmlns:a="http://schemas.openxmlformats.org/drawingml/2006/main">
            <a:pathLst>
              <a:path w="1353844" h="358711">
                <a:moveTo>
                  <a:pt x="0" y="20669"/>
                </a:moveTo>
                <a:cubicBezTo>
                  <a:pt x="0" y="9312"/>
                  <a:pt x="9259" y="0"/>
                  <a:pt x="20669" y="0"/>
                </a:cubicBezTo>
                <a:lnTo>
                  <a:pt x="1333175" y="0"/>
                </a:lnTo>
                <a:cubicBezTo>
                  <a:pt x="1344532" y="0"/>
                  <a:pt x="1353844" y="9312"/>
                  <a:pt x="1353844" y="20669"/>
                </a:cubicBezTo>
                <a:lnTo>
                  <a:pt x="1353844" y="338043"/>
                </a:lnTo>
                <a:cubicBezTo>
                  <a:pt x="1353844" y="349475"/>
                  <a:pt x="1344532" y="358711"/>
                  <a:pt x="1333175" y="358711"/>
                </a:cubicBezTo>
                <a:lnTo>
                  <a:pt x="20669" y="358711"/>
                </a:lnTo>
                <a:cubicBezTo>
                  <a:pt x="9259" y="358711"/>
                  <a:pt x="0" y="349475"/>
                  <a:pt x="0" y="338043"/>
                </a:cubicBezTo>
                <a:lnTo>
                  <a:pt x="0" y="20669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8C187-F285-4B6F-8E6B-A524AD17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050" y="1324525"/>
            <a:ext cx="118008" cy="89369"/>
          </a:xfrm>
          <a:custGeom xmlns:a="http://schemas.openxmlformats.org/drawingml/2006/main">
            <a:pathLst>
              <a:path w="118008" h="89369">
                <a:moveTo>
                  <a:pt x="109029" y="89369"/>
                </a:moveTo>
                <a:lnTo>
                  <a:pt x="8979" y="89369"/>
                </a:lnTo>
                <a:cubicBezTo>
                  <a:pt x="4020" y="89369"/>
                  <a:pt x="0" y="85683"/>
                  <a:pt x="0" y="81137"/>
                </a:cubicBezTo>
                <a:lnTo>
                  <a:pt x="0" y="8231"/>
                </a:lnTo>
                <a:cubicBezTo>
                  <a:pt x="0" y="3688"/>
                  <a:pt x="4023" y="0"/>
                  <a:pt x="8979" y="0"/>
                </a:cubicBezTo>
                <a:lnTo>
                  <a:pt x="109029" y="0"/>
                </a:lnTo>
                <a:cubicBezTo>
                  <a:pt x="113989" y="0"/>
                  <a:pt x="118008" y="3689"/>
                  <a:pt x="118008" y="8232"/>
                </a:cubicBezTo>
                <a:lnTo>
                  <a:pt x="118008" y="81138"/>
                </a:lnTo>
                <a:cubicBezTo>
                  <a:pt x="118008" y="85684"/>
                  <a:pt x="113989" y="89369"/>
                  <a:pt x="109029" y="89369"/>
                </a:cubicBezTo>
                <a:close/>
                <a:moveTo>
                  <a:pt x="8979" y="7055"/>
                </a:moveTo>
                <a:cubicBezTo>
                  <a:pt x="8271" y="7055"/>
                  <a:pt x="7696" y="7581"/>
                  <a:pt x="7696" y="8231"/>
                </a:cubicBezTo>
                <a:lnTo>
                  <a:pt x="7696" y="81137"/>
                </a:lnTo>
                <a:cubicBezTo>
                  <a:pt x="7696" y="81786"/>
                  <a:pt x="8271" y="82313"/>
                  <a:pt x="8979" y="82313"/>
                </a:cubicBezTo>
                <a:lnTo>
                  <a:pt x="25285" y="82313"/>
                </a:lnTo>
                <a:lnTo>
                  <a:pt x="69265" y="39871"/>
                </a:lnTo>
                <a:cubicBezTo>
                  <a:pt x="72677" y="36579"/>
                  <a:pt x="78359" y="36441"/>
                  <a:pt x="81955" y="39569"/>
                </a:cubicBezTo>
                <a:cubicBezTo>
                  <a:pt x="82011" y="39620"/>
                  <a:pt x="82066" y="39671"/>
                  <a:pt x="82126" y="39722"/>
                </a:cubicBezTo>
                <a:lnTo>
                  <a:pt x="110312" y="65569"/>
                </a:lnTo>
                <a:lnTo>
                  <a:pt x="110312" y="8232"/>
                </a:lnTo>
                <a:cubicBezTo>
                  <a:pt x="110312" y="7581"/>
                  <a:pt x="109739" y="7056"/>
                  <a:pt x="109029" y="7056"/>
                </a:cubicBezTo>
                <a:lnTo>
                  <a:pt x="8979" y="7055"/>
                </a:lnTo>
                <a:close/>
                <a:moveTo>
                  <a:pt x="110312" y="81138"/>
                </a:moveTo>
                <a:lnTo>
                  <a:pt x="110312" y="75540"/>
                </a:lnTo>
                <a:lnTo>
                  <a:pt x="76679" y="44712"/>
                </a:lnTo>
                <a:cubicBezTo>
                  <a:pt x="76435" y="44489"/>
                  <a:pt x="76102" y="44363"/>
                  <a:pt x="75755" y="44371"/>
                </a:cubicBezTo>
                <a:cubicBezTo>
                  <a:pt x="75413" y="44371"/>
                  <a:pt x="75084" y="44500"/>
                  <a:pt x="74845" y="44732"/>
                </a:cubicBezTo>
                <a:lnTo>
                  <a:pt x="35901" y="82313"/>
                </a:lnTo>
                <a:lnTo>
                  <a:pt x="109029" y="82313"/>
                </a:lnTo>
                <a:cubicBezTo>
                  <a:pt x="109739" y="82313"/>
                  <a:pt x="110312" y="81787"/>
                  <a:pt x="110312" y="81138"/>
                </a:cubicBezTo>
                <a:close/>
                <a:moveTo>
                  <a:pt x="51307" y="31749"/>
                </a:moveTo>
                <a:cubicBezTo>
                  <a:pt x="51307" y="40192"/>
                  <a:pt x="43841" y="47036"/>
                  <a:pt x="34633" y="47036"/>
                </a:cubicBezTo>
                <a:cubicBezTo>
                  <a:pt x="25424" y="47036"/>
                  <a:pt x="17958" y="40192"/>
                  <a:pt x="17958" y="31749"/>
                </a:cubicBezTo>
                <a:cubicBezTo>
                  <a:pt x="17958" y="23306"/>
                  <a:pt x="25424" y="16463"/>
                  <a:pt x="34633" y="16463"/>
                </a:cubicBezTo>
                <a:cubicBezTo>
                  <a:pt x="43841" y="16463"/>
                  <a:pt x="51307" y="23307"/>
                  <a:pt x="51307" y="31749"/>
                </a:cubicBezTo>
                <a:close/>
                <a:moveTo>
                  <a:pt x="43610" y="31749"/>
                </a:moveTo>
                <a:cubicBezTo>
                  <a:pt x="43610" y="27203"/>
                  <a:pt x="39587" y="23518"/>
                  <a:pt x="34628" y="23518"/>
                </a:cubicBezTo>
                <a:cubicBezTo>
                  <a:pt x="29668" y="23518"/>
                  <a:pt x="25648" y="27207"/>
                  <a:pt x="25649" y="31753"/>
                </a:cubicBezTo>
                <a:cubicBezTo>
                  <a:pt x="25651" y="36300"/>
                  <a:pt x="29673" y="39989"/>
                  <a:pt x="34633" y="39985"/>
                </a:cubicBezTo>
                <a:cubicBezTo>
                  <a:pt x="39595" y="39985"/>
                  <a:pt x="43615" y="36296"/>
                  <a:pt x="43610" y="317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Text Image">
            <a:extLst xmlns:a="http://schemas.openxmlformats.org/drawingml/2006/main">
              <a:ext uri="{FF2B5EF4-FFF2-40B4-BE49-F238E27FC236}">
                <a16:creationId xmlns:a16="http://schemas.microsoft.com/office/drawing/2014/main" id="{5BC83D84-46FC-4CC3-8D93-CE63031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48" y="1343892"/>
            <a:ext cx="200686" cy="69884"/>
          </a:xfrm>
          <a:custGeom xmlns:a="http://schemas.openxmlformats.org/drawingml/2006/main">
            <a:pathLst>
              <a:path w="200686" h="69884">
                <a:moveTo>
                  <a:pt x="0" y="53978"/>
                </a:moveTo>
                <a:lnTo>
                  <a:pt x="0" y="0"/>
                </a:lnTo>
                <a:lnTo>
                  <a:pt x="7143" y="0"/>
                </a:lnTo>
                <a:lnTo>
                  <a:pt x="7143" y="53978"/>
                </a:lnTo>
                <a:lnTo>
                  <a:pt x="0" y="53978"/>
                </a:lnTo>
                <a:close/>
                <a:moveTo>
                  <a:pt x="18901" y="53978"/>
                </a:moveTo>
                <a:lnTo>
                  <a:pt x="18901" y="14875"/>
                </a:lnTo>
                <a:lnTo>
                  <a:pt x="24829" y="14875"/>
                </a:lnTo>
                <a:lnTo>
                  <a:pt x="24829" y="20324"/>
                </a:lnTo>
                <a:cubicBezTo>
                  <a:pt x="26057" y="18421"/>
                  <a:pt x="27689" y="16889"/>
                  <a:pt x="29726" y="15730"/>
                </a:cubicBezTo>
                <a:cubicBezTo>
                  <a:pt x="31764" y="14571"/>
                  <a:pt x="34083" y="13991"/>
                  <a:pt x="36685" y="13991"/>
                </a:cubicBezTo>
                <a:cubicBezTo>
                  <a:pt x="39582" y="13991"/>
                  <a:pt x="41957" y="14590"/>
                  <a:pt x="43810" y="15786"/>
                </a:cubicBezTo>
                <a:cubicBezTo>
                  <a:pt x="45663" y="16982"/>
                  <a:pt x="46970" y="18655"/>
                  <a:pt x="47731" y="20803"/>
                </a:cubicBezTo>
                <a:cubicBezTo>
                  <a:pt x="50824" y="16262"/>
                  <a:pt x="54850" y="13991"/>
                  <a:pt x="59808" y="13991"/>
                </a:cubicBezTo>
                <a:cubicBezTo>
                  <a:pt x="63686" y="13991"/>
                  <a:pt x="66669" y="15065"/>
                  <a:pt x="68755" y="17213"/>
                </a:cubicBezTo>
                <a:cubicBezTo>
                  <a:pt x="70842" y="19361"/>
                  <a:pt x="71885" y="22669"/>
                  <a:pt x="71885" y="27136"/>
                </a:cubicBezTo>
                <a:lnTo>
                  <a:pt x="71885" y="53978"/>
                </a:lnTo>
                <a:lnTo>
                  <a:pt x="65294" y="53978"/>
                </a:lnTo>
                <a:lnTo>
                  <a:pt x="65294" y="29319"/>
                </a:lnTo>
                <a:cubicBezTo>
                  <a:pt x="65294" y="26665"/>
                  <a:pt x="65079" y="24754"/>
                  <a:pt x="64650" y="23588"/>
                </a:cubicBezTo>
                <a:cubicBezTo>
                  <a:pt x="64220" y="22420"/>
                  <a:pt x="63441" y="21480"/>
                  <a:pt x="62312" y="20767"/>
                </a:cubicBezTo>
                <a:cubicBezTo>
                  <a:pt x="61183" y="20055"/>
                  <a:pt x="59857" y="19699"/>
                  <a:pt x="58335" y="19699"/>
                </a:cubicBezTo>
                <a:cubicBezTo>
                  <a:pt x="55586" y="19699"/>
                  <a:pt x="53303" y="20614"/>
                  <a:pt x="51487" y="22445"/>
                </a:cubicBezTo>
                <a:cubicBezTo>
                  <a:pt x="49670" y="24275"/>
                  <a:pt x="48762" y="27205"/>
                  <a:pt x="48762" y="31236"/>
                </a:cubicBezTo>
                <a:lnTo>
                  <a:pt x="48762" y="53978"/>
                </a:lnTo>
                <a:lnTo>
                  <a:pt x="42134" y="53978"/>
                </a:lnTo>
                <a:lnTo>
                  <a:pt x="42134" y="28544"/>
                </a:lnTo>
                <a:cubicBezTo>
                  <a:pt x="42134" y="25596"/>
                  <a:pt x="41594" y="23384"/>
                  <a:pt x="40514" y="21910"/>
                </a:cubicBezTo>
                <a:cubicBezTo>
                  <a:pt x="39434" y="20436"/>
                  <a:pt x="37667" y="19699"/>
                  <a:pt x="35212" y="19699"/>
                </a:cubicBezTo>
                <a:cubicBezTo>
                  <a:pt x="33347" y="19699"/>
                  <a:pt x="31622" y="20190"/>
                  <a:pt x="30039" y="21174"/>
                </a:cubicBezTo>
                <a:cubicBezTo>
                  <a:pt x="28456" y="22156"/>
                  <a:pt x="27308" y="23594"/>
                  <a:pt x="26597" y="25486"/>
                </a:cubicBezTo>
                <a:cubicBezTo>
                  <a:pt x="25885" y="27378"/>
                  <a:pt x="25529" y="30105"/>
                  <a:pt x="25529" y="33668"/>
                </a:cubicBezTo>
                <a:lnTo>
                  <a:pt x="25529" y="53978"/>
                </a:lnTo>
                <a:lnTo>
                  <a:pt x="18901" y="53978"/>
                </a:lnTo>
                <a:close/>
                <a:moveTo>
                  <a:pt x="108815" y="49150"/>
                </a:moveTo>
                <a:cubicBezTo>
                  <a:pt x="106360" y="51238"/>
                  <a:pt x="103997" y="52712"/>
                  <a:pt x="101727" y="53571"/>
                </a:cubicBezTo>
                <a:cubicBezTo>
                  <a:pt x="99456" y="54431"/>
                  <a:pt x="97020" y="54861"/>
                  <a:pt x="94418" y="54861"/>
                </a:cubicBezTo>
                <a:cubicBezTo>
                  <a:pt x="90122" y="54861"/>
                  <a:pt x="86821" y="53811"/>
                  <a:pt x="84514" y="51711"/>
                </a:cubicBezTo>
                <a:cubicBezTo>
                  <a:pt x="82206" y="49611"/>
                  <a:pt x="81053" y="46927"/>
                  <a:pt x="81053" y="43660"/>
                </a:cubicBezTo>
                <a:cubicBezTo>
                  <a:pt x="81053" y="41745"/>
                  <a:pt x="81488" y="39995"/>
                  <a:pt x="82360" y="38411"/>
                </a:cubicBezTo>
                <a:cubicBezTo>
                  <a:pt x="83231" y="36826"/>
                  <a:pt x="84372" y="35555"/>
                  <a:pt x="85784" y="34597"/>
                </a:cubicBezTo>
                <a:cubicBezTo>
                  <a:pt x="87195" y="33639"/>
                  <a:pt x="88785" y="32914"/>
                  <a:pt x="90552" y="32423"/>
                </a:cubicBezTo>
                <a:cubicBezTo>
                  <a:pt x="91853" y="32079"/>
                  <a:pt x="93817" y="31747"/>
                  <a:pt x="96443" y="31428"/>
                </a:cubicBezTo>
                <a:cubicBezTo>
                  <a:pt x="101794" y="30794"/>
                  <a:pt x="105734" y="30039"/>
                  <a:pt x="108262" y="29161"/>
                </a:cubicBezTo>
                <a:cubicBezTo>
                  <a:pt x="108287" y="28257"/>
                  <a:pt x="108299" y="27682"/>
                  <a:pt x="108299" y="27438"/>
                </a:cubicBezTo>
                <a:cubicBezTo>
                  <a:pt x="108299" y="24747"/>
                  <a:pt x="107673" y="22852"/>
                  <a:pt x="106421" y="21752"/>
                </a:cubicBezTo>
                <a:cubicBezTo>
                  <a:pt x="104728" y="20260"/>
                  <a:pt x="102212" y="19514"/>
                  <a:pt x="98873" y="19514"/>
                </a:cubicBezTo>
                <a:cubicBezTo>
                  <a:pt x="95756" y="19514"/>
                  <a:pt x="93455" y="20061"/>
                  <a:pt x="91970" y="21153"/>
                </a:cubicBezTo>
                <a:cubicBezTo>
                  <a:pt x="90484" y="22245"/>
                  <a:pt x="89386" y="24178"/>
                  <a:pt x="88674" y="26952"/>
                </a:cubicBezTo>
                <a:lnTo>
                  <a:pt x="82194" y="26068"/>
                </a:lnTo>
                <a:cubicBezTo>
                  <a:pt x="82783" y="23286"/>
                  <a:pt x="83753" y="21039"/>
                  <a:pt x="85103" y="19328"/>
                </a:cubicBezTo>
                <a:cubicBezTo>
                  <a:pt x="86453" y="17617"/>
                  <a:pt x="88404" y="16300"/>
                  <a:pt x="90957" y="15377"/>
                </a:cubicBezTo>
                <a:cubicBezTo>
                  <a:pt x="93510" y="14453"/>
                  <a:pt x="96468" y="13991"/>
                  <a:pt x="99831" y="13991"/>
                </a:cubicBezTo>
                <a:cubicBezTo>
                  <a:pt x="103169" y="13991"/>
                  <a:pt x="105881" y="14384"/>
                  <a:pt x="107968" y="15170"/>
                </a:cubicBezTo>
                <a:cubicBezTo>
                  <a:pt x="110054" y="15955"/>
                  <a:pt x="111588" y="16943"/>
                  <a:pt x="112570" y="18134"/>
                </a:cubicBezTo>
                <a:cubicBezTo>
                  <a:pt x="113552" y="19324"/>
                  <a:pt x="114239" y="20828"/>
                  <a:pt x="114632" y="22644"/>
                </a:cubicBezTo>
                <a:cubicBezTo>
                  <a:pt x="114853" y="23773"/>
                  <a:pt x="114963" y="25811"/>
                  <a:pt x="114963" y="28756"/>
                </a:cubicBezTo>
                <a:lnTo>
                  <a:pt x="114963" y="37593"/>
                </a:lnTo>
                <a:cubicBezTo>
                  <a:pt x="114963" y="43754"/>
                  <a:pt x="115105" y="47651"/>
                  <a:pt x="115387" y="49283"/>
                </a:cubicBezTo>
                <a:cubicBezTo>
                  <a:pt x="115669" y="50915"/>
                  <a:pt x="116228" y="52480"/>
                  <a:pt x="117062" y="53978"/>
                </a:cubicBezTo>
                <a:lnTo>
                  <a:pt x="110140" y="53978"/>
                </a:lnTo>
                <a:cubicBezTo>
                  <a:pt x="109453" y="52601"/>
                  <a:pt x="109011" y="50992"/>
                  <a:pt x="108815" y="49150"/>
                </a:cubicBezTo>
                <a:moveTo>
                  <a:pt x="108262" y="34316"/>
                </a:moveTo>
                <a:cubicBezTo>
                  <a:pt x="105857" y="35306"/>
                  <a:pt x="102248" y="36148"/>
                  <a:pt x="97437" y="36840"/>
                </a:cubicBezTo>
                <a:cubicBezTo>
                  <a:pt x="94713" y="37235"/>
                  <a:pt x="92786" y="37678"/>
                  <a:pt x="91657" y="38172"/>
                </a:cubicBezTo>
                <a:cubicBezTo>
                  <a:pt x="90527" y="38664"/>
                  <a:pt x="89656" y="39385"/>
                  <a:pt x="89042" y="40335"/>
                </a:cubicBezTo>
                <a:cubicBezTo>
                  <a:pt x="88429" y="41284"/>
                  <a:pt x="88122" y="42337"/>
                  <a:pt x="88122" y="43496"/>
                </a:cubicBezTo>
                <a:cubicBezTo>
                  <a:pt x="88122" y="45270"/>
                  <a:pt x="88791" y="46749"/>
                  <a:pt x="90129" y="47932"/>
                </a:cubicBezTo>
                <a:cubicBezTo>
                  <a:pt x="91466" y="49115"/>
                  <a:pt x="93424" y="49707"/>
                  <a:pt x="96001" y="49707"/>
                </a:cubicBezTo>
                <a:cubicBezTo>
                  <a:pt x="98554" y="49707"/>
                  <a:pt x="100825" y="49145"/>
                  <a:pt x="102813" y="48023"/>
                </a:cubicBezTo>
                <a:cubicBezTo>
                  <a:pt x="104801" y="46901"/>
                  <a:pt x="106262" y="45366"/>
                  <a:pt x="107194" y="43417"/>
                </a:cubicBezTo>
                <a:cubicBezTo>
                  <a:pt x="107906" y="41912"/>
                  <a:pt x="108262" y="39692"/>
                  <a:pt x="108262" y="36758"/>
                </a:cubicBezTo>
                <a:lnTo>
                  <a:pt x="108262" y="34316"/>
                </a:lnTo>
                <a:close/>
                <a:moveTo>
                  <a:pt x="124009" y="57218"/>
                </a:moveTo>
                <a:lnTo>
                  <a:pt x="130453" y="58175"/>
                </a:lnTo>
                <a:cubicBezTo>
                  <a:pt x="130723" y="60163"/>
                  <a:pt x="131472" y="61612"/>
                  <a:pt x="132699" y="62520"/>
                </a:cubicBezTo>
                <a:cubicBezTo>
                  <a:pt x="134344" y="63747"/>
                  <a:pt x="136590" y="64361"/>
                  <a:pt x="139437" y="64361"/>
                </a:cubicBezTo>
                <a:cubicBezTo>
                  <a:pt x="142505" y="64361"/>
                  <a:pt x="144874" y="63746"/>
                  <a:pt x="146543" y="62515"/>
                </a:cubicBezTo>
                <a:cubicBezTo>
                  <a:pt x="148212" y="61286"/>
                  <a:pt x="149341" y="59563"/>
                  <a:pt x="149931" y="57349"/>
                </a:cubicBezTo>
                <a:cubicBezTo>
                  <a:pt x="150274" y="55997"/>
                  <a:pt x="150434" y="53155"/>
                  <a:pt x="150409" y="48825"/>
                </a:cubicBezTo>
                <a:cubicBezTo>
                  <a:pt x="147513" y="52260"/>
                  <a:pt x="143904" y="53978"/>
                  <a:pt x="139584" y="53978"/>
                </a:cubicBezTo>
                <a:cubicBezTo>
                  <a:pt x="134209" y="53978"/>
                  <a:pt x="130048" y="52038"/>
                  <a:pt x="127102" y="48160"/>
                </a:cubicBezTo>
                <a:cubicBezTo>
                  <a:pt x="124157" y="44282"/>
                  <a:pt x="122684" y="39630"/>
                  <a:pt x="122684" y="34205"/>
                </a:cubicBezTo>
                <a:cubicBezTo>
                  <a:pt x="122684" y="30474"/>
                  <a:pt x="123359" y="27032"/>
                  <a:pt x="124709" y="23878"/>
                </a:cubicBezTo>
                <a:cubicBezTo>
                  <a:pt x="126059" y="20723"/>
                  <a:pt x="128017" y="18287"/>
                  <a:pt x="130582" y="16569"/>
                </a:cubicBezTo>
                <a:cubicBezTo>
                  <a:pt x="133147" y="14851"/>
                  <a:pt x="136160" y="13991"/>
                  <a:pt x="139621" y="13991"/>
                </a:cubicBezTo>
                <a:cubicBezTo>
                  <a:pt x="144236" y="13991"/>
                  <a:pt x="148040" y="15869"/>
                  <a:pt x="151035" y="19625"/>
                </a:cubicBezTo>
                <a:lnTo>
                  <a:pt x="151035" y="14875"/>
                </a:lnTo>
                <a:lnTo>
                  <a:pt x="157147" y="14875"/>
                </a:lnTo>
                <a:lnTo>
                  <a:pt x="157147" y="48699"/>
                </a:lnTo>
                <a:cubicBezTo>
                  <a:pt x="157147" y="54790"/>
                  <a:pt x="156527" y="59107"/>
                  <a:pt x="155288" y="61649"/>
                </a:cubicBezTo>
                <a:cubicBezTo>
                  <a:pt x="154048" y="64191"/>
                  <a:pt x="152084" y="66199"/>
                  <a:pt x="149397" y="67672"/>
                </a:cubicBezTo>
                <a:cubicBezTo>
                  <a:pt x="146709" y="69147"/>
                  <a:pt x="143401" y="69884"/>
                  <a:pt x="139474" y="69884"/>
                </a:cubicBezTo>
                <a:cubicBezTo>
                  <a:pt x="134810" y="69884"/>
                  <a:pt x="131042" y="68831"/>
                  <a:pt x="128170" y="66726"/>
                </a:cubicBezTo>
                <a:cubicBezTo>
                  <a:pt x="125298" y="64622"/>
                  <a:pt x="123911" y="61452"/>
                  <a:pt x="124009" y="57218"/>
                </a:cubicBezTo>
                <a:moveTo>
                  <a:pt x="129496" y="33728"/>
                </a:moveTo>
                <a:cubicBezTo>
                  <a:pt x="129496" y="38845"/>
                  <a:pt x="130514" y="42579"/>
                  <a:pt x="132552" y="44929"/>
                </a:cubicBezTo>
                <a:cubicBezTo>
                  <a:pt x="134589" y="47279"/>
                  <a:pt x="137142" y="48455"/>
                  <a:pt x="140210" y="48455"/>
                </a:cubicBezTo>
                <a:cubicBezTo>
                  <a:pt x="143254" y="48455"/>
                  <a:pt x="145807" y="47286"/>
                  <a:pt x="147869" y="44948"/>
                </a:cubicBezTo>
                <a:cubicBezTo>
                  <a:pt x="149931" y="42610"/>
                  <a:pt x="150961" y="38943"/>
                  <a:pt x="150961" y="33948"/>
                </a:cubicBezTo>
                <a:cubicBezTo>
                  <a:pt x="150961" y="29173"/>
                  <a:pt x="149900" y="25574"/>
                  <a:pt x="147777" y="23150"/>
                </a:cubicBezTo>
                <a:cubicBezTo>
                  <a:pt x="145653" y="20726"/>
                  <a:pt x="143094" y="19514"/>
                  <a:pt x="140100" y="19514"/>
                </a:cubicBezTo>
                <a:cubicBezTo>
                  <a:pt x="137154" y="19514"/>
                  <a:pt x="134650" y="20708"/>
                  <a:pt x="132588" y="23095"/>
                </a:cubicBezTo>
                <a:cubicBezTo>
                  <a:pt x="130527" y="25482"/>
                  <a:pt x="129496" y="29027"/>
                  <a:pt x="129496" y="33728"/>
                </a:cubicBezTo>
                <a:close/>
                <a:moveTo>
                  <a:pt x="193617" y="41385"/>
                </a:moveTo>
                <a:lnTo>
                  <a:pt x="200466" y="42232"/>
                </a:lnTo>
                <a:cubicBezTo>
                  <a:pt x="199385" y="46233"/>
                  <a:pt x="197385" y="49338"/>
                  <a:pt x="194464" y="51548"/>
                </a:cubicBezTo>
                <a:cubicBezTo>
                  <a:pt x="191543" y="53757"/>
                  <a:pt x="187812" y="54861"/>
                  <a:pt x="183271" y="54861"/>
                </a:cubicBezTo>
                <a:cubicBezTo>
                  <a:pt x="177551" y="54861"/>
                  <a:pt x="173016" y="53100"/>
                  <a:pt x="169666" y="49578"/>
                </a:cubicBezTo>
                <a:cubicBezTo>
                  <a:pt x="166315" y="46055"/>
                  <a:pt x="164640" y="41115"/>
                  <a:pt x="164640" y="34758"/>
                </a:cubicBezTo>
                <a:cubicBezTo>
                  <a:pt x="164640" y="28179"/>
                  <a:pt x="166334" y="23074"/>
                  <a:pt x="169721" y="19441"/>
                </a:cubicBezTo>
                <a:cubicBezTo>
                  <a:pt x="173109" y="15808"/>
                  <a:pt x="177502" y="13991"/>
                  <a:pt x="182903" y="13991"/>
                </a:cubicBezTo>
                <a:cubicBezTo>
                  <a:pt x="188131" y="13991"/>
                  <a:pt x="192402" y="15768"/>
                  <a:pt x="195716" y="19322"/>
                </a:cubicBezTo>
                <a:cubicBezTo>
                  <a:pt x="199030" y="22875"/>
                  <a:pt x="200686" y="27874"/>
                  <a:pt x="200686" y="34319"/>
                </a:cubicBezTo>
                <a:cubicBezTo>
                  <a:pt x="200686" y="34711"/>
                  <a:pt x="200674" y="35299"/>
                  <a:pt x="200650" y="36083"/>
                </a:cubicBezTo>
                <a:lnTo>
                  <a:pt x="171488" y="36083"/>
                </a:lnTo>
                <a:cubicBezTo>
                  <a:pt x="171734" y="40367"/>
                  <a:pt x="172949" y="43647"/>
                  <a:pt x="175134" y="45923"/>
                </a:cubicBezTo>
                <a:cubicBezTo>
                  <a:pt x="177318" y="48200"/>
                  <a:pt x="180043" y="49338"/>
                  <a:pt x="183308" y="49338"/>
                </a:cubicBezTo>
                <a:cubicBezTo>
                  <a:pt x="185738" y="49338"/>
                  <a:pt x="187812" y="48706"/>
                  <a:pt x="189530" y="47442"/>
                </a:cubicBezTo>
                <a:cubicBezTo>
                  <a:pt x="191248" y="46177"/>
                  <a:pt x="192611" y="44158"/>
                  <a:pt x="193617" y="41385"/>
                </a:cubicBezTo>
                <a:moveTo>
                  <a:pt x="171857" y="30560"/>
                </a:moveTo>
                <a:lnTo>
                  <a:pt x="193691" y="30560"/>
                </a:lnTo>
                <a:cubicBezTo>
                  <a:pt x="193396" y="27325"/>
                  <a:pt x="192562" y="24898"/>
                  <a:pt x="191187" y="23280"/>
                </a:cubicBezTo>
                <a:cubicBezTo>
                  <a:pt x="189076" y="20770"/>
                  <a:pt x="186339" y="19514"/>
                  <a:pt x="182976" y="19514"/>
                </a:cubicBezTo>
                <a:cubicBezTo>
                  <a:pt x="179932" y="19514"/>
                  <a:pt x="177373" y="20517"/>
                  <a:pt x="175299" y="22521"/>
                </a:cubicBezTo>
                <a:cubicBezTo>
                  <a:pt x="173225" y="24525"/>
                  <a:pt x="172078" y="27204"/>
                  <a:pt x="171857" y="30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10ccdccdf4c5d"/>
          <a:stretch xmlns:a="http://schemas.openxmlformats.org/drawingml/2006/main"/>
        </p:blipFill>
        <p:spPr>
          <a:xfrm xmlns:a="http://schemas.openxmlformats.org/drawingml/2006/main">
            <a:off x="1881823" y="1472871"/>
            <a:ext cx="722268" cy="423586"/>
          </a:xfrm>
          <a:prstGeom xmlns:a="http://schemas.openxmlformats.org/drawingml/2006/main" prst="rect">
            <a:avLst/>
          </a:prstGeom>
        </p:spPr>
      </p:pic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D02B9-33C0-47CD-A8AC-1A4506F6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848" y="1481301"/>
            <a:ext cx="661398" cy="363405"/>
          </a:xfrm>
          <a:custGeom xmlns:a="http://schemas.openxmlformats.org/drawingml/2006/main">
            <a:pathLst>
              <a:path w="661398" h="363405">
                <a:moveTo>
                  <a:pt x="0" y="15975"/>
                </a:moveTo>
                <a:cubicBezTo>
                  <a:pt x="0" y="7192"/>
                  <a:pt x="7192" y="0"/>
                  <a:pt x="15975" y="0"/>
                </a:cubicBezTo>
                <a:lnTo>
                  <a:pt x="645423" y="0"/>
                </a:lnTo>
                <a:cubicBezTo>
                  <a:pt x="654281" y="0"/>
                  <a:pt x="661398" y="7192"/>
                  <a:pt x="661398" y="15975"/>
                </a:cubicBezTo>
                <a:lnTo>
                  <a:pt x="661398" y="347431"/>
                </a:lnTo>
                <a:cubicBezTo>
                  <a:pt x="661398" y="356289"/>
                  <a:pt x="654281" y="363405"/>
                  <a:pt x="645423" y="363405"/>
                </a:cubicBezTo>
                <a:lnTo>
                  <a:pt x="15975" y="363405"/>
                </a:lnTo>
                <a:cubicBezTo>
                  <a:pt x="7192" y="363405"/>
                  <a:pt x="0" y="356289"/>
                  <a:pt x="0" y="347431"/>
                </a:cubicBezTo>
                <a:lnTo>
                  <a:pt x="0" y="15975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●">
            <a:extLst xmlns:a="http://schemas.openxmlformats.org/drawingml/2006/main">
              <a:ext uri="{FF2B5EF4-FFF2-40B4-BE49-F238E27FC236}">
                <a16:creationId xmlns:a16="http://schemas.microsoft.com/office/drawing/2014/main" id="{DB738317-F015-4690-8DCE-4FF7033B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001" y="1518132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●">
            <a:extLst xmlns:a="http://schemas.openxmlformats.org/drawingml/2006/main">
              <a:ext uri="{FF2B5EF4-FFF2-40B4-BE49-F238E27FC236}">
                <a16:creationId xmlns:a16="http://schemas.microsoft.com/office/drawing/2014/main" id="{645B013D-2602-4E95-BE15-C865DA58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82" y="1518132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●">
            <a:extLst xmlns:a="http://schemas.openxmlformats.org/drawingml/2006/main">
              <a:ext uri="{FF2B5EF4-FFF2-40B4-BE49-F238E27FC236}">
                <a16:creationId xmlns:a16="http://schemas.microsoft.com/office/drawing/2014/main" id="{65AE5B1F-4B43-4ABE-9DB2-AF51A70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3" y="1518132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f90939473426e"/>
          <a:stretch xmlns:a="http://schemas.openxmlformats.org/drawingml/2006/main"/>
        </p:blipFill>
        <p:spPr>
          <a:xfrm xmlns:a="http://schemas.openxmlformats.org/drawingml/2006/main">
            <a:off x="2004472" y="1549826"/>
            <a:ext cx="491339" cy="245669"/>
          </a:xfrm>
          <a:prstGeom xmlns:a="http://schemas.openxmlformats.org/drawingml/2006/main" prst="rect">
            <a:avLst/>
          </a:prstGeom>
        </p:spPr>
      </p:pic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ECD42-30B7-4C9F-9892-CCECA544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2055179"/>
            <a:ext cx="2526705" cy="1075150"/>
          </a:xfrm>
          <a:custGeom xmlns:a="http://schemas.openxmlformats.org/drawingml/2006/main">
            <a:pathLst>
              <a:path w="2526705" h="1075150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1DC9B-3215-4B18-ACA6-1E5F0913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2055179"/>
            <a:ext cx="2526705" cy="1075150"/>
          </a:xfrm>
          <a:custGeom xmlns:a="http://schemas.openxmlformats.org/drawingml/2006/main">
            <a:pathLst>
              <a:path w="2526705" h="1075150" fill="none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41D17-7E81-4B21-8316-0B631465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61" y="2225110"/>
            <a:ext cx="186837" cy="183479"/>
          </a:xfrm>
          <a:custGeom xmlns:a="http://schemas.openxmlformats.org/drawingml/2006/main">
            <a:pathLst>
              <a:path w="186837" h="183479">
                <a:moveTo>
                  <a:pt x="80797" y="857"/>
                </a:moveTo>
                <a:lnTo>
                  <a:pt x="87089" y="217"/>
                </a:lnTo>
                <a:lnTo>
                  <a:pt x="93498" y="0"/>
                </a:lnTo>
                <a:lnTo>
                  <a:pt x="99889" y="217"/>
                </a:lnTo>
                <a:lnTo>
                  <a:pt x="106166" y="857"/>
                </a:lnTo>
                <a:lnTo>
                  <a:pt x="112315" y="1908"/>
                </a:lnTo>
                <a:lnTo>
                  <a:pt x="118322" y="3355"/>
                </a:lnTo>
                <a:lnTo>
                  <a:pt x="124172" y="5184"/>
                </a:lnTo>
                <a:lnTo>
                  <a:pt x="129851" y="7382"/>
                </a:lnTo>
                <a:lnTo>
                  <a:pt x="135346" y="9934"/>
                </a:lnTo>
                <a:lnTo>
                  <a:pt x="140643" y="12827"/>
                </a:lnTo>
                <a:lnTo>
                  <a:pt x="145726" y="16046"/>
                </a:lnTo>
                <a:lnTo>
                  <a:pt x="150582" y="19578"/>
                </a:lnTo>
                <a:lnTo>
                  <a:pt x="155198" y="23408"/>
                </a:lnTo>
                <a:lnTo>
                  <a:pt x="159558" y="27524"/>
                </a:lnTo>
                <a:lnTo>
                  <a:pt x="163649" y="31910"/>
                </a:lnTo>
                <a:lnTo>
                  <a:pt x="167456" y="36554"/>
                </a:lnTo>
                <a:lnTo>
                  <a:pt x="170966" y="41440"/>
                </a:lnTo>
                <a:lnTo>
                  <a:pt x="174164" y="46556"/>
                </a:lnTo>
                <a:lnTo>
                  <a:pt x="177037" y="51887"/>
                </a:lnTo>
                <a:lnTo>
                  <a:pt x="179569" y="57420"/>
                </a:lnTo>
                <a:lnTo>
                  <a:pt x="181748" y="63140"/>
                </a:lnTo>
                <a:lnTo>
                  <a:pt x="183559" y="69033"/>
                </a:lnTo>
                <a:lnTo>
                  <a:pt x="184987" y="75086"/>
                </a:lnTo>
                <a:lnTo>
                  <a:pt x="186019" y="81285"/>
                </a:lnTo>
                <a:lnTo>
                  <a:pt x="186640" y="87615"/>
                </a:lnTo>
                <a:lnTo>
                  <a:pt x="186837" y="94063"/>
                </a:lnTo>
                <a:lnTo>
                  <a:pt x="186699" y="99227"/>
                </a:lnTo>
                <a:lnTo>
                  <a:pt x="186289" y="104316"/>
                </a:lnTo>
                <a:lnTo>
                  <a:pt x="185614" y="109325"/>
                </a:lnTo>
                <a:lnTo>
                  <a:pt x="184682" y="114247"/>
                </a:lnTo>
                <a:lnTo>
                  <a:pt x="183499" y="119073"/>
                </a:lnTo>
                <a:lnTo>
                  <a:pt x="182073" y="123797"/>
                </a:lnTo>
                <a:lnTo>
                  <a:pt x="180411" y="128412"/>
                </a:lnTo>
                <a:lnTo>
                  <a:pt x="178519" y="132911"/>
                </a:lnTo>
                <a:lnTo>
                  <a:pt x="176406" y="137287"/>
                </a:lnTo>
                <a:lnTo>
                  <a:pt x="174078" y="141532"/>
                </a:lnTo>
                <a:lnTo>
                  <a:pt x="171542" y="145640"/>
                </a:lnTo>
                <a:lnTo>
                  <a:pt x="168805" y="149604"/>
                </a:lnTo>
                <a:lnTo>
                  <a:pt x="165875" y="153415"/>
                </a:lnTo>
                <a:lnTo>
                  <a:pt x="162758" y="157068"/>
                </a:lnTo>
                <a:lnTo>
                  <a:pt x="159463" y="160555"/>
                </a:lnTo>
                <a:lnTo>
                  <a:pt x="155995" y="163869"/>
                </a:lnTo>
                <a:lnTo>
                  <a:pt x="152362" y="167003"/>
                </a:lnTo>
                <a:lnTo>
                  <a:pt x="148571" y="169950"/>
                </a:lnTo>
                <a:lnTo>
                  <a:pt x="144630" y="172703"/>
                </a:lnTo>
                <a:lnTo>
                  <a:pt x="140545" y="175254"/>
                </a:lnTo>
                <a:lnTo>
                  <a:pt x="136323" y="177597"/>
                </a:lnTo>
                <a:lnTo>
                  <a:pt x="131972" y="179724"/>
                </a:lnTo>
                <a:lnTo>
                  <a:pt x="127499" y="181629"/>
                </a:lnTo>
                <a:lnTo>
                  <a:pt x="122911" y="183303"/>
                </a:lnTo>
                <a:lnTo>
                  <a:pt x="122346" y="183400"/>
                </a:lnTo>
                <a:lnTo>
                  <a:pt x="121810" y="183458"/>
                </a:lnTo>
                <a:lnTo>
                  <a:pt x="121319" y="183479"/>
                </a:lnTo>
                <a:lnTo>
                  <a:pt x="121283" y="183479"/>
                </a:lnTo>
                <a:lnTo>
                  <a:pt x="120829" y="183466"/>
                </a:lnTo>
                <a:lnTo>
                  <a:pt x="120381" y="183420"/>
                </a:lnTo>
                <a:lnTo>
                  <a:pt x="119960" y="183342"/>
                </a:lnTo>
                <a:lnTo>
                  <a:pt x="119568" y="183235"/>
                </a:lnTo>
                <a:lnTo>
                  <a:pt x="119202" y="183101"/>
                </a:lnTo>
                <a:lnTo>
                  <a:pt x="118862" y="182942"/>
                </a:lnTo>
                <a:lnTo>
                  <a:pt x="118549" y="182759"/>
                </a:lnTo>
                <a:lnTo>
                  <a:pt x="118260" y="182554"/>
                </a:lnTo>
                <a:lnTo>
                  <a:pt x="117997" y="182329"/>
                </a:lnTo>
                <a:lnTo>
                  <a:pt x="117757" y="182087"/>
                </a:lnTo>
                <a:lnTo>
                  <a:pt x="117541" y="181829"/>
                </a:lnTo>
                <a:lnTo>
                  <a:pt x="117348" y="181556"/>
                </a:lnTo>
                <a:lnTo>
                  <a:pt x="117178" y="181272"/>
                </a:lnTo>
                <a:lnTo>
                  <a:pt x="117030" y="180977"/>
                </a:lnTo>
                <a:lnTo>
                  <a:pt x="116903" y="180674"/>
                </a:lnTo>
                <a:lnTo>
                  <a:pt x="116798" y="180364"/>
                </a:lnTo>
                <a:lnTo>
                  <a:pt x="116712" y="180050"/>
                </a:lnTo>
                <a:lnTo>
                  <a:pt x="116647" y="179733"/>
                </a:lnTo>
                <a:lnTo>
                  <a:pt x="116601" y="179415"/>
                </a:lnTo>
                <a:lnTo>
                  <a:pt x="116574" y="179099"/>
                </a:lnTo>
                <a:lnTo>
                  <a:pt x="116565" y="178785"/>
                </a:lnTo>
                <a:lnTo>
                  <a:pt x="116565" y="178360"/>
                </a:lnTo>
                <a:lnTo>
                  <a:pt x="116568" y="177863"/>
                </a:lnTo>
                <a:lnTo>
                  <a:pt x="116571" y="177298"/>
                </a:lnTo>
                <a:lnTo>
                  <a:pt x="116576" y="176665"/>
                </a:lnTo>
                <a:lnTo>
                  <a:pt x="116582" y="175967"/>
                </a:lnTo>
                <a:lnTo>
                  <a:pt x="116589" y="175206"/>
                </a:lnTo>
                <a:lnTo>
                  <a:pt x="116596" y="174384"/>
                </a:lnTo>
                <a:lnTo>
                  <a:pt x="116604" y="173502"/>
                </a:lnTo>
                <a:lnTo>
                  <a:pt x="116613" y="172563"/>
                </a:lnTo>
                <a:lnTo>
                  <a:pt x="116622" y="171569"/>
                </a:lnTo>
                <a:lnTo>
                  <a:pt x="116632" y="170521"/>
                </a:lnTo>
                <a:lnTo>
                  <a:pt x="116641" y="169422"/>
                </a:lnTo>
                <a:lnTo>
                  <a:pt x="116651" y="168273"/>
                </a:lnTo>
                <a:lnTo>
                  <a:pt x="116660" y="167077"/>
                </a:lnTo>
                <a:lnTo>
                  <a:pt x="116669" y="165835"/>
                </a:lnTo>
                <a:lnTo>
                  <a:pt x="116678" y="164550"/>
                </a:lnTo>
                <a:lnTo>
                  <a:pt x="116686" y="163223"/>
                </a:lnTo>
                <a:lnTo>
                  <a:pt x="116694" y="161856"/>
                </a:lnTo>
                <a:lnTo>
                  <a:pt x="116701" y="160452"/>
                </a:lnTo>
                <a:lnTo>
                  <a:pt x="116706" y="159012"/>
                </a:lnTo>
                <a:lnTo>
                  <a:pt x="116711" y="157538"/>
                </a:lnTo>
                <a:lnTo>
                  <a:pt x="116715" y="156032"/>
                </a:lnTo>
                <a:lnTo>
                  <a:pt x="116717" y="154497"/>
                </a:lnTo>
                <a:lnTo>
                  <a:pt x="116718" y="152933"/>
                </a:lnTo>
                <a:lnTo>
                  <a:pt x="116703" y="151840"/>
                </a:lnTo>
                <a:lnTo>
                  <a:pt x="116658" y="150781"/>
                </a:lnTo>
                <a:lnTo>
                  <a:pt x="116585" y="149756"/>
                </a:lnTo>
                <a:lnTo>
                  <a:pt x="116484" y="148764"/>
                </a:lnTo>
                <a:lnTo>
                  <a:pt x="116357" y="147805"/>
                </a:lnTo>
                <a:lnTo>
                  <a:pt x="116205" y="146878"/>
                </a:lnTo>
                <a:lnTo>
                  <a:pt x="116029" y="145984"/>
                </a:lnTo>
                <a:lnTo>
                  <a:pt x="115829" y="145123"/>
                </a:lnTo>
                <a:lnTo>
                  <a:pt x="115608" y="144293"/>
                </a:lnTo>
                <a:lnTo>
                  <a:pt x="115365" y="143494"/>
                </a:lnTo>
                <a:lnTo>
                  <a:pt x="115103" y="142728"/>
                </a:lnTo>
                <a:lnTo>
                  <a:pt x="114821" y="141992"/>
                </a:lnTo>
                <a:lnTo>
                  <a:pt x="114523" y="141287"/>
                </a:lnTo>
                <a:lnTo>
                  <a:pt x="114207" y="140613"/>
                </a:lnTo>
                <a:lnTo>
                  <a:pt x="113876" y="139969"/>
                </a:lnTo>
                <a:lnTo>
                  <a:pt x="113530" y="139355"/>
                </a:lnTo>
                <a:lnTo>
                  <a:pt x="113171" y="138770"/>
                </a:lnTo>
                <a:lnTo>
                  <a:pt x="112799" y="138216"/>
                </a:lnTo>
                <a:lnTo>
                  <a:pt x="112416" y="137690"/>
                </a:lnTo>
                <a:lnTo>
                  <a:pt x="112023" y="137193"/>
                </a:lnTo>
                <a:lnTo>
                  <a:pt x="111621" y="136725"/>
                </a:lnTo>
                <a:lnTo>
                  <a:pt x="111211" y="136286"/>
                </a:lnTo>
                <a:lnTo>
                  <a:pt x="110793" y="135874"/>
                </a:lnTo>
                <a:lnTo>
                  <a:pt x="110370" y="135491"/>
                </a:lnTo>
                <a:lnTo>
                  <a:pt x="112986" y="135168"/>
                </a:lnTo>
                <a:lnTo>
                  <a:pt x="115601" y="134777"/>
                </a:lnTo>
                <a:lnTo>
                  <a:pt x="118206" y="134307"/>
                </a:lnTo>
                <a:lnTo>
                  <a:pt x="120792" y="133750"/>
                </a:lnTo>
                <a:lnTo>
                  <a:pt x="123347" y="133096"/>
                </a:lnTo>
                <a:lnTo>
                  <a:pt x="125863" y="132334"/>
                </a:lnTo>
                <a:lnTo>
                  <a:pt x="128329" y="131455"/>
                </a:lnTo>
                <a:lnTo>
                  <a:pt x="130735" y="130448"/>
                </a:lnTo>
                <a:lnTo>
                  <a:pt x="133073" y="129305"/>
                </a:lnTo>
                <a:lnTo>
                  <a:pt x="135331" y="128016"/>
                </a:lnTo>
                <a:lnTo>
                  <a:pt x="137500" y="126570"/>
                </a:lnTo>
                <a:lnTo>
                  <a:pt x="139570" y="124958"/>
                </a:lnTo>
                <a:lnTo>
                  <a:pt x="141531" y="123169"/>
                </a:lnTo>
                <a:lnTo>
                  <a:pt x="143373" y="121195"/>
                </a:lnTo>
                <a:lnTo>
                  <a:pt x="145087" y="119026"/>
                </a:lnTo>
                <a:lnTo>
                  <a:pt x="146662" y="116651"/>
                </a:lnTo>
                <a:lnTo>
                  <a:pt x="148089" y="114060"/>
                </a:lnTo>
                <a:lnTo>
                  <a:pt x="149358" y="111245"/>
                </a:lnTo>
                <a:lnTo>
                  <a:pt x="150459" y="108195"/>
                </a:lnTo>
                <a:lnTo>
                  <a:pt x="151382" y="104900"/>
                </a:lnTo>
                <a:lnTo>
                  <a:pt x="152116" y="101351"/>
                </a:lnTo>
                <a:lnTo>
                  <a:pt x="152653" y="97537"/>
                </a:lnTo>
                <a:lnTo>
                  <a:pt x="152983" y="93450"/>
                </a:lnTo>
                <a:lnTo>
                  <a:pt x="153095" y="89078"/>
                </a:lnTo>
                <a:lnTo>
                  <a:pt x="153077" y="87803"/>
                </a:lnTo>
                <a:lnTo>
                  <a:pt x="153021" y="86547"/>
                </a:lnTo>
                <a:lnTo>
                  <a:pt x="152930" y="85311"/>
                </a:lnTo>
                <a:lnTo>
                  <a:pt x="152803" y="84094"/>
                </a:lnTo>
                <a:lnTo>
                  <a:pt x="152641" y="82897"/>
                </a:lnTo>
                <a:lnTo>
                  <a:pt x="152444" y="81719"/>
                </a:lnTo>
                <a:lnTo>
                  <a:pt x="152213" y="80561"/>
                </a:lnTo>
                <a:lnTo>
                  <a:pt x="151948" y="79422"/>
                </a:lnTo>
                <a:lnTo>
                  <a:pt x="151650" y="78302"/>
                </a:lnTo>
                <a:lnTo>
                  <a:pt x="151319" y="77202"/>
                </a:lnTo>
                <a:lnTo>
                  <a:pt x="150956" y="76122"/>
                </a:lnTo>
                <a:lnTo>
                  <a:pt x="150560" y="75061"/>
                </a:lnTo>
                <a:lnTo>
                  <a:pt x="150134" y="74020"/>
                </a:lnTo>
                <a:lnTo>
                  <a:pt x="149676" y="72998"/>
                </a:lnTo>
                <a:lnTo>
                  <a:pt x="149187" y="71995"/>
                </a:lnTo>
                <a:lnTo>
                  <a:pt x="148669" y="71012"/>
                </a:lnTo>
                <a:lnTo>
                  <a:pt x="148121" y="70048"/>
                </a:lnTo>
                <a:lnTo>
                  <a:pt x="147544" y="69104"/>
                </a:lnTo>
                <a:lnTo>
                  <a:pt x="146938" y="68180"/>
                </a:lnTo>
                <a:lnTo>
                  <a:pt x="146305" y="67275"/>
                </a:lnTo>
                <a:lnTo>
                  <a:pt x="145643" y="66389"/>
                </a:lnTo>
                <a:lnTo>
                  <a:pt x="144954" y="65523"/>
                </a:lnTo>
                <a:lnTo>
                  <a:pt x="144239" y="64676"/>
                </a:lnTo>
                <a:lnTo>
                  <a:pt x="143497" y="63849"/>
                </a:lnTo>
                <a:lnTo>
                  <a:pt x="143624" y="63519"/>
                </a:lnTo>
                <a:lnTo>
                  <a:pt x="143771" y="63115"/>
                </a:lnTo>
                <a:lnTo>
                  <a:pt x="143933" y="62638"/>
                </a:lnTo>
                <a:lnTo>
                  <a:pt x="144105" y="62090"/>
                </a:lnTo>
                <a:lnTo>
                  <a:pt x="144283" y="61473"/>
                </a:lnTo>
                <a:lnTo>
                  <a:pt x="144462" y="60788"/>
                </a:lnTo>
                <a:lnTo>
                  <a:pt x="144637" y="60037"/>
                </a:lnTo>
                <a:lnTo>
                  <a:pt x="144805" y="59223"/>
                </a:lnTo>
                <a:lnTo>
                  <a:pt x="144959" y="58346"/>
                </a:lnTo>
                <a:lnTo>
                  <a:pt x="145095" y="57409"/>
                </a:lnTo>
                <a:lnTo>
                  <a:pt x="145210" y="56413"/>
                </a:lnTo>
                <a:lnTo>
                  <a:pt x="145297" y="55361"/>
                </a:lnTo>
                <a:lnTo>
                  <a:pt x="145353" y="54253"/>
                </a:lnTo>
                <a:lnTo>
                  <a:pt x="145374" y="53092"/>
                </a:lnTo>
                <a:lnTo>
                  <a:pt x="145353" y="51879"/>
                </a:lnTo>
                <a:lnTo>
                  <a:pt x="145287" y="50616"/>
                </a:lnTo>
                <a:lnTo>
                  <a:pt x="145171" y="49305"/>
                </a:lnTo>
                <a:lnTo>
                  <a:pt x="145000" y="47948"/>
                </a:lnTo>
                <a:lnTo>
                  <a:pt x="144770" y="46546"/>
                </a:lnTo>
                <a:lnTo>
                  <a:pt x="144476" y="45101"/>
                </a:lnTo>
                <a:lnTo>
                  <a:pt x="144114" y="43615"/>
                </a:lnTo>
                <a:lnTo>
                  <a:pt x="143678" y="42090"/>
                </a:lnTo>
                <a:lnTo>
                  <a:pt x="143165" y="40527"/>
                </a:lnTo>
                <a:lnTo>
                  <a:pt x="142569" y="38929"/>
                </a:lnTo>
                <a:lnTo>
                  <a:pt x="142528" y="38917"/>
                </a:lnTo>
                <a:lnTo>
                  <a:pt x="142403" y="38887"/>
                </a:lnTo>
                <a:lnTo>
                  <a:pt x="142195" y="38845"/>
                </a:lnTo>
                <a:lnTo>
                  <a:pt x="141902" y="38800"/>
                </a:lnTo>
                <a:lnTo>
                  <a:pt x="141523" y="38759"/>
                </a:lnTo>
                <a:lnTo>
                  <a:pt x="141057" y="38729"/>
                </a:lnTo>
                <a:lnTo>
                  <a:pt x="140504" y="38718"/>
                </a:lnTo>
                <a:lnTo>
                  <a:pt x="139863" y="38733"/>
                </a:lnTo>
                <a:lnTo>
                  <a:pt x="139132" y="38781"/>
                </a:lnTo>
                <a:lnTo>
                  <a:pt x="138312" y="38870"/>
                </a:lnTo>
                <a:lnTo>
                  <a:pt x="137400" y="39008"/>
                </a:lnTo>
                <a:lnTo>
                  <a:pt x="136396" y="39202"/>
                </a:lnTo>
                <a:lnTo>
                  <a:pt x="135300" y="39458"/>
                </a:lnTo>
                <a:lnTo>
                  <a:pt x="134110" y="39786"/>
                </a:lnTo>
                <a:lnTo>
                  <a:pt x="132826" y="40192"/>
                </a:lnTo>
                <a:lnTo>
                  <a:pt x="131446" y="40683"/>
                </a:lnTo>
                <a:lnTo>
                  <a:pt x="129971" y="41267"/>
                </a:lnTo>
                <a:lnTo>
                  <a:pt x="128398" y="41952"/>
                </a:lnTo>
                <a:lnTo>
                  <a:pt x="126727" y="42744"/>
                </a:lnTo>
                <a:lnTo>
                  <a:pt x="124957" y="43652"/>
                </a:lnTo>
                <a:lnTo>
                  <a:pt x="123088" y="44683"/>
                </a:lnTo>
                <a:lnTo>
                  <a:pt x="121118" y="45844"/>
                </a:lnTo>
                <a:lnTo>
                  <a:pt x="119046" y="47142"/>
                </a:lnTo>
                <a:lnTo>
                  <a:pt x="116872" y="48585"/>
                </a:lnTo>
                <a:lnTo>
                  <a:pt x="115940" y="48337"/>
                </a:lnTo>
                <a:lnTo>
                  <a:pt x="115002" y="48099"/>
                </a:lnTo>
                <a:lnTo>
                  <a:pt x="114058" y="47870"/>
                </a:lnTo>
                <a:lnTo>
                  <a:pt x="113109" y="47652"/>
                </a:lnTo>
                <a:lnTo>
                  <a:pt x="112154" y="47443"/>
                </a:lnTo>
                <a:lnTo>
                  <a:pt x="111195" y="47245"/>
                </a:lnTo>
                <a:lnTo>
                  <a:pt x="110231" y="47056"/>
                </a:lnTo>
                <a:lnTo>
                  <a:pt x="109264" y="46878"/>
                </a:lnTo>
                <a:lnTo>
                  <a:pt x="108292" y="46710"/>
                </a:lnTo>
                <a:lnTo>
                  <a:pt x="107317" y="46552"/>
                </a:lnTo>
                <a:lnTo>
                  <a:pt x="106339" y="46405"/>
                </a:lnTo>
                <a:lnTo>
                  <a:pt x="105359" y="46269"/>
                </a:lnTo>
                <a:lnTo>
                  <a:pt x="104376" y="46142"/>
                </a:lnTo>
                <a:lnTo>
                  <a:pt x="103390" y="46027"/>
                </a:lnTo>
                <a:lnTo>
                  <a:pt x="102404" y="45922"/>
                </a:lnTo>
                <a:lnTo>
                  <a:pt x="101415" y="45828"/>
                </a:lnTo>
                <a:lnTo>
                  <a:pt x="100426" y="45744"/>
                </a:lnTo>
                <a:lnTo>
                  <a:pt x="99436" y="45672"/>
                </a:lnTo>
                <a:lnTo>
                  <a:pt x="98445" y="45611"/>
                </a:lnTo>
                <a:lnTo>
                  <a:pt x="97455" y="45560"/>
                </a:lnTo>
                <a:lnTo>
                  <a:pt x="96464" y="45521"/>
                </a:lnTo>
                <a:lnTo>
                  <a:pt x="95475" y="45493"/>
                </a:lnTo>
                <a:lnTo>
                  <a:pt x="94486" y="45476"/>
                </a:lnTo>
                <a:lnTo>
                  <a:pt x="93498" y="45470"/>
                </a:lnTo>
                <a:lnTo>
                  <a:pt x="92511" y="45476"/>
                </a:lnTo>
                <a:lnTo>
                  <a:pt x="91525" y="45494"/>
                </a:lnTo>
                <a:lnTo>
                  <a:pt x="90540" y="45522"/>
                </a:lnTo>
                <a:lnTo>
                  <a:pt x="89555" y="45560"/>
                </a:lnTo>
                <a:lnTo>
                  <a:pt x="88570" y="45610"/>
                </a:lnTo>
                <a:lnTo>
                  <a:pt x="87587" y="45670"/>
                </a:lnTo>
                <a:lnTo>
                  <a:pt x="86604" y="45742"/>
                </a:lnTo>
                <a:lnTo>
                  <a:pt x="85623" y="45824"/>
                </a:lnTo>
                <a:lnTo>
                  <a:pt x="84642" y="45916"/>
                </a:lnTo>
                <a:lnTo>
                  <a:pt x="83663" y="46020"/>
                </a:lnTo>
                <a:lnTo>
                  <a:pt x="82685" y="46134"/>
                </a:lnTo>
                <a:lnTo>
                  <a:pt x="81708" y="46258"/>
                </a:lnTo>
                <a:lnTo>
                  <a:pt x="80733" y="46394"/>
                </a:lnTo>
                <a:lnTo>
                  <a:pt x="79759" y="46540"/>
                </a:lnTo>
                <a:lnTo>
                  <a:pt x="78786" y="46697"/>
                </a:lnTo>
                <a:lnTo>
                  <a:pt x="77816" y="46864"/>
                </a:lnTo>
                <a:lnTo>
                  <a:pt x="76847" y="47042"/>
                </a:lnTo>
                <a:lnTo>
                  <a:pt x="75880" y="47231"/>
                </a:lnTo>
                <a:lnTo>
                  <a:pt x="74915" y="47430"/>
                </a:lnTo>
                <a:lnTo>
                  <a:pt x="73952" y="47640"/>
                </a:lnTo>
                <a:lnTo>
                  <a:pt x="72991" y="47861"/>
                </a:lnTo>
                <a:lnTo>
                  <a:pt x="72032" y="48092"/>
                </a:lnTo>
                <a:lnTo>
                  <a:pt x="71076" y="48333"/>
                </a:lnTo>
                <a:lnTo>
                  <a:pt x="70122" y="48585"/>
                </a:lnTo>
                <a:lnTo>
                  <a:pt x="67949" y="47142"/>
                </a:lnTo>
                <a:lnTo>
                  <a:pt x="65877" y="45843"/>
                </a:lnTo>
                <a:lnTo>
                  <a:pt x="63908" y="44683"/>
                </a:lnTo>
                <a:lnTo>
                  <a:pt x="62038" y="43652"/>
                </a:lnTo>
                <a:lnTo>
                  <a:pt x="60269" y="42744"/>
                </a:lnTo>
                <a:lnTo>
                  <a:pt x="58598" y="41952"/>
                </a:lnTo>
                <a:lnTo>
                  <a:pt x="57025" y="41267"/>
                </a:lnTo>
                <a:lnTo>
                  <a:pt x="55549" y="40683"/>
                </a:lnTo>
                <a:lnTo>
                  <a:pt x="54170" y="40191"/>
                </a:lnTo>
                <a:lnTo>
                  <a:pt x="52886" y="39786"/>
                </a:lnTo>
                <a:lnTo>
                  <a:pt x="51696" y="39458"/>
                </a:lnTo>
                <a:lnTo>
                  <a:pt x="50600" y="39201"/>
                </a:lnTo>
                <a:lnTo>
                  <a:pt x="49596" y="39008"/>
                </a:lnTo>
                <a:lnTo>
                  <a:pt x="48685" y="38870"/>
                </a:lnTo>
                <a:lnTo>
                  <a:pt x="47864" y="38781"/>
                </a:lnTo>
                <a:lnTo>
                  <a:pt x="47133" y="38732"/>
                </a:lnTo>
                <a:lnTo>
                  <a:pt x="46492" y="38718"/>
                </a:lnTo>
                <a:lnTo>
                  <a:pt x="45939" y="38729"/>
                </a:lnTo>
                <a:lnTo>
                  <a:pt x="45473" y="38759"/>
                </a:lnTo>
                <a:lnTo>
                  <a:pt x="45095" y="38800"/>
                </a:lnTo>
                <a:lnTo>
                  <a:pt x="44801" y="38845"/>
                </a:lnTo>
                <a:lnTo>
                  <a:pt x="44593" y="38886"/>
                </a:lnTo>
                <a:lnTo>
                  <a:pt x="44469" y="38917"/>
                </a:lnTo>
                <a:lnTo>
                  <a:pt x="44427" y="38928"/>
                </a:lnTo>
                <a:lnTo>
                  <a:pt x="43831" y="40527"/>
                </a:lnTo>
                <a:lnTo>
                  <a:pt x="43318" y="42090"/>
                </a:lnTo>
                <a:lnTo>
                  <a:pt x="42882" y="43615"/>
                </a:lnTo>
                <a:lnTo>
                  <a:pt x="42520" y="45101"/>
                </a:lnTo>
                <a:lnTo>
                  <a:pt x="42226" y="46545"/>
                </a:lnTo>
                <a:lnTo>
                  <a:pt x="41996" y="47947"/>
                </a:lnTo>
                <a:lnTo>
                  <a:pt x="41825" y="49305"/>
                </a:lnTo>
                <a:lnTo>
                  <a:pt x="41709" y="50616"/>
                </a:lnTo>
                <a:lnTo>
                  <a:pt x="41643" y="51878"/>
                </a:lnTo>
                <a:lnTo>
                  <a:pt x="41622" y="53091"/>
                </a:lnTo>
                <a:lnTo>
                  <a:pt x="41642" y="54253"/>
                </a:lnTo>
                <a:lnTo>
                  <a:pt x="41698" y="55360"/>
                </a:lnTo>
                <a:lnTo>
                  <a:pt x="41786" y="56413"/>
                </a:lnTo>
                <a:lnTo>
                  <a:pt x="41900" y="57409"/>
                </a:lnTo>
                <a:lnTo>
                  <a:pt x="42037" y="58346"/>
                </a:lnTo>
                <a:lnTo>
                  <a:pt x="42191" y="59223"/>
                </a:lnTo>
                <a:lnTo>
                  <a:pt x="42357" y="60037"/>
                </a:lnTo>
                <a:lnTo>
                  <a:pt x="42533" y="60788"/>
                </a:lnTo>
                <a:lnTo>
                  <a:pt x="42711" y="61472"/>
                </a:lnTo>
                <a:lnTo>
                  <a:pt x="42889" y="62090"/>
                </a:lnTo>
                <a:lnTo>
                  <a:pt x="43061" y="62638"/>
                </a:lnTo>
                <a:lnTo>
                  <a:pt x="43223" y="63115"/>
                </a:lnTo>
                <a:lnTo>
                  <a:pt x="43370" y="63519"/>
                </a:lnTo>
                <a:lnTo>
                  <a:pt x="43498" y="63849"/>
                </a:lnTo>
                <a:lnTo>
                  <a:pt x="42774" y="64676"/>
                </a:lnTo>
                <a:lnTo>
                  <a:pt x="42073" y="65523"/>
                </a:lnTo>
                <a:lnTo>
                  <a:pt x="41396" y="66389"/>
                </a:lnTo>
                <a:lnTo>
                  <a:pt x="40744" y="67274"/>
                </a:lnTo>
                <a:lnTo>
                  <a:pt x="40117" y="68180"/>
                </a:lnTo>
                <a:lnTo>
                  <a:pt x="39516" y="69104"/>
                </a:lnTo>
                <a:lnTo>
                  <a:pt x="38942" y="70048"/>
                </a:lnTo>
                <a:lnTo>
                  <a:pt x="38395" y="71012"/>
                </a:lnTo>
                <a:lnTo>
                  <a:pt x="37876" y="71995"/>
                </a:lnTo>
                <a:lnTo>
                  <a:pt x="37385" y="72997"/>
                </a:lnTo>
                <a:lnTo>
                  <a:pt x="36924" y="74019"/>
                </a:lnTo>
                <a:lnTo>
                  <a:pt x="36493" y="75061"/>
                </a:lnTo>
                <a:lnTo>
                  <a:pt x="36093" y="76122"/>
                </a:lnTo>
                <a:lnTo>
                  <a:pt x="35723" y="77202"/>
                </a:lnTo>
                <a:lnTo>
                  <a:pt x="35386" y="78302"/>
                </a:lnTo>
                <a:lnTo>
                  <a:pt x="35082" y="79421"/>
                </a:lnTo>
                <a:lnTo>
                  <a:pt x="34811" y="80560"/>
                </a:lnTo>
                <a:lnTo>
                  <a:pt x="34573" y="81719"/>
                </a:lnTo>
                <a:lnTo>
                  <a:pt x="34371" y="82897"/>
                </a:lnTo>
                <a:lnTo>
                  <a:pt x="34204" y="84094"/>
                </a:lnTo>
                <a:lnTo>
                  <a:pt x="34072" y="85311"/>
                </a:lnTo>
                <a:lnTo>
                  <a:pt x="33978" y="86547"/>
                </a:lnTo>
                <a:lnTo>
                  <a:pt x="33920" y="87803"/>
                </a:lnTo>
                <a:lnTo>
                  <a:pt x="33901" y="89078"/>
                </a:lnTo>
                <a:lnTo>
                  <a:pt x="34013" y="93450"/>
                </a:lnTo>
                <a:lnTo>
                  <a:pt x="34343" y="97540"/>
                </a:lnTo>
                <a:lnTo>
                  <a:pt x="34880" y="101357"/>
                </a:lnTo>
                <a:lnTo>
                  <a:pt x="35614" y="104911"/>
                </a:lnTo>
                <a:lnTo>
                  <a:pt x="36536" y="108211"/>
                </a:lnTo>
                <a:lnTo>
                  <a:pt x="37636" y="111267"/>
                </a:lnTo>
                <a:lnTo>
                  <a:pt x="38903" y="114088"/>
                </a:lnTo>
                <a:lnTo>
                  <a:pt x="40328" y="116685"/>
                </a:lnTo>
                <a:lnTo>
                  <a:pt x="41901" y="119067"/>
                </a:lnTo>
                <a:lnTo>
                  <a:pt x="43612" y="121243"/>
                </a:lnTo>
                <a:lnTo>
                  <a:pt x="45450" y="123223"/>
                </a:lnTo>
                <a:lnTo>
                  <a:pt x="47407" y="125016"/>
                </a:lnTo>
                <a:lnTo>
                  <a:pt x="49472" y="126633"/>
                </a:lnTo>
                <a:lnTo>
                  <a:pt x="51635" y="128082"/>
                </a:lnTo>
                <a:lnTo>
                  <a:pt x="53886" y="129374"/>
                </a:lnTo>
                <a:lnTo>
                  <a:pt x="56215" y="130518"/>
                </a:lnTo>
                <a:lnTo>
                  <a:pt x="58612" y="131523"/>
                </a:lnTo>
                <a:lnTo>
                  <a:pt x="61068" y="132399"/>
                </a:lnTo>
                <a:lnTo>
                  <a:pt x="63572" y="133157"/>
                </a:lnTo>
                <a:lnTo>
                  <a:pt x="66115" y="133804"/>
                </a:lnTo>
                <a:lnTo>
                  <a:pt x="68686" y="134352"/>
                </a:lnTo>
                <a:lnTo>
                  <a:pt x="71276" y="134809"/>
                </a:lnTo>
                <a:lnTo>
                  <a:pt x="73874" y="135186"/>
                </a:lnTo>
                <a:lnTo>
                  <a:pt x="76471" y="135491"/>
                </a:lnTo>
                <a:lnTo>
                  <a:pt x="76143" y="135792"/>
                </a:lnTo>
                <a:lnTo>
                  <a:pt x="75818" y="136113"/>
                </a:lnTo>
                <a:lnTo>
                  <a:pt x="75495" y="136454"/>
                </a:lnTo>
                <a:lnTo>
                  <a:pt x="75176" y="136814"/>
                </a:lnTo>
                <a:lnTo>
                  <a:pt x="74861" y="137194"/>
                </a:lnTo>
                <a:lnTo>
                  <a:pt x="74551" y="137593"/>
                </a:lnTo>
                <a:lnTo>
                  <a:pt x="74246" y="138011"/>
                </a:lnTo>
                <a:lnTo>
                  <a:pt x="73948" y="138449"/>
                </a:lnTo>
                <a:lnTo>
                  <a:pt x="73657" y="138906"/>
                </a:lnTo>
                <a:lnTo>
                  <a:pt x="73374" y="139383"/>
                </a:lnTo>
                <a:lnTo>
                  <a:pt x="73099" y="139880"/>
                </a:lnTo>
                <a:lnTo>
                  <a:pt x="72833" y="140396"/>
                </a:lnTo>
                <a:lnTo>
                  <a:pt x="72577" y="140931"/>
                </a:lnTo>
                <a:lnTo>
                  <a:pt x="72331" y="141486"/>
                </a:lnTo>
                <a:lnTo>
                  <a:pt x="72096" y="142060"/>
                </a:lnTo>
                <a:lnTo>
                  <a:pt x="71872" y="142654"/>
                </a:lnTo>
                <a:lnTo>
                  <a:pt x="71661" y="143267"/>
                </a:lnTo>
                <a:lnTo>
                  <a:pt x="71463" y="143900"/>
                </a:lnTo>
                <a:lnTo>
                  <a:pt x="71279" y="144552"/>
                </a:lnTo>
                <a:lnTo>
                  <a:pt x="71110" y="145224"/>
                </a:lnTo>
                <a:lnTo>
                  <a:pt x="70955" y="145915"/>
                </a:lnTo>
                <a:lnTo>
                  <a:pt x="70816" y="146626"/>
                </a:lnTo>
                <a:lnTo>
                  <a:pt x="70693" y="147356"/>
                </a:lnTo>
                <a:lnTo>
                  <a:pt x="70588" y="148105"/>
                </a:lnTo>
                <a:lnTo>
                  <a:pt x="69870" y="148423"/>
                </a:lnTo>
                <a:lnTo>
                  <a:pt x="69073" y="148749"/>
                </a:lnTo>
                <a:lnTo>
                  <a:pt x="68205" y="149074"/>
                </a:lnTo>
                <a:lnTo>
                  <a:pt x="67269" y="149388"/>
                </a:lnTo>
                <a:lnTo>
                  <a:pt x="66273" y="149685"/>
                </a:lnTo>
                <a:lnTo>
                  <a:pt x="65221" y="149954"/>
                </a:lnTo>
                <a:lnTo>
                  <a:pt x="64119" y="150188"/>
                </a:lnTo>
                <a:lnTo>
                  <a:pt x="62974" y="150377"/>
                </a:lnTo>
                <a:lnTo>
                  <a:pt x="61791" y="150514"/>
                </a:lnTo>
                <a:lnTo>
                  <a:pt x="60575" y="150589"/>
                </a:lnTo>
                <a:lnTo>
                  <a:pt x="59332" y="150593"/>
                </a:lnTo>
                <a:lnTo>
                  <a:pt x="58068" y="150519"/>
                </a:lnTo>
                <a:lnTo>
                  <a:pt x="56789" y="150357"/>
                </a:lnTo>
                <a:lnTo>
                  <a:pt x="55501" y="150098"/>
                </a:lnTo>
                <a:lnTo>
                  <a:pt x="54209" y="149735"/>
                </a:lnTo>
                <a:lnTo>
                  <a:pt x="52918" y="149258"/>
                </a:lnTo>
                <a:lnTo>
                  <a:pt x="51635" y="148659"/>
                </a:lnTo>
                <a:lnTo>
                  <a:pt x="50365" y="147930"/>
                </a:lnTo>
                <a:lnTo>
                  <a:pt x="49114" y="147060"/>
                </a:lnTo>
                <a:lnTo>
                  <a:pt x="47888" y="146043"/>
                </a:lnTo>
                <a:lnTo>
                  <a:pt x="46692" y="144868"/>
                </a:lnTo>
                <a:lnTo>
                  <a:pt x="45533" y="143529"/>
                </a:lnTo>
                <a:lnTo>
                  <a:pt x="44415" y="142015"/>
                </a:lnTo>
                <a:lnTo>
                  <a:pt x="43344" y="140318"/>
                </a:lnTo>
                <a:lnTo>
                  <a:pt x="43319" y="140273"/>
                </a:lnTo>
                <a:lnTo>
                  <a:pt x="43242" y="140140"/>
                </a:lnTo>
                <a:lnTo>
                  <a:pt x="43113" y="139929"/>
                </a:lnTo>
                <a:lnTo>
                  <a:pt x="42934" y="139646"/>
                </a:lnTo>
                <a:lnTo>
                  <a:pt x="42703" y="139300"/>
                </a:lnTo>
                <a:lnTo>
                  <a:pt x="42423" y="138897"/>
                </a:lnTo>
                <a:lnTo>
                  <a:pt x="42091" y="138446"/>
                </a:lnTo>
                <a:lnTo>
                  <a:pt x="41710" y="137953"/>
                </a:lnTo>
                <a:lnTo>
                  <a:pt x="41279" y="137427"/>
                </a:lnTo>
                <a:lnTo>
                  <a:pt x="40797" y="136876"/>
                </a:lnTo>
                <a:lnTo>
                  <a:pt x="40267" y="136305"/>
                </a:lnTo>
                <a:lnTo>
                  <a:pt x="39686" y="135724"/>
                </a:lnTo>
                <a:lnTo>
                  <a:pt x="39057" y="135140"/>
                </a:lnTo>
                <a:lnTo>
                  <a:pt x="38379" y="134560"/>
                </a:lnTo>
                <a:lnTo>
                  <a:pt x="37652" y="133991"/>
                </a:lnTo>
                <a:lnTo>
                  <a:pt x="36876" y="133443"/>
                </a:lnTo>
                <a:lnTo>
                  <a:pt x="36052" y="132921"/>
                </a:lnTo>
                <a:lnTo>
                  <a:pt x="35180" y="132434"/>
                </a:lnTo>
                <a:lnTo>
                  <a:pt x="34259" y="131989"/>
                </a:lnTo>
                <a:lnTo>
                  <a:pt x="33291" y="131594"/>
                </a:lnTo>
                <a:lnTo>
                  <a:pt x="32276" y="131256"/>
                </a:lnTo>
                <a:lnTo>
                  <a:pt x="31213" y="130983"/>
                </a:lnTo>
                <a:lnTo>
                  <a:pt x="30103" y="130782"/>
                </a:lnTo>
                <a:lnTo>
                  <a:pt x="28946" y="130661"/>
                </a:lnTo>
                <a:lnTo>
                  <a:pt x="28900" y="130662"/>
                </a:lnTo>
                <a:lnTo>
                  <a:pt x="28771" y="130665"/>
                </a:lnTo>
                <a:lnTo>
                  <a:pt x="28570" y="130673"/>
                </a:lnTo>
                <a:lnTo>
                  <a:pt x="28309" y="130688"/>
                </a:lnTo>
                <a:lnTo>
                  <a:pt x="27999" y="130714"/>
                </a:lnTo>
                <a:lnTo>
                  <a:pt x="27652" y="130751"/>
                </a:lnTo>
                <a:lnTo>
                  <a:pt x="27280" y="130804"/>
                </a:lnTo>
                <a:lnTo>
                  <a:pt x="26894" y="130875"/>
                </a:lnTo>
                <a:lnTo>
                  <a:pt x="26506" y="130965"/>
                </a:lnTo>
                <a:lnTo>
                  <a:pt x="26127" y="131078"/>
                </a:lnTo>
                <a:lnTo>
                  <a:pt x="25769" y="131216"/>
                </a:lnTo>
                <a:lnTo>
                  <a:pt x="25444" y="131382"/>
                </a:lnTo>
                <a:lnTo>
                  <a:pt x="25164" y="131577"/>
                </a:lnTo>
                <a:lnTo>
                  <a:pt x="24939" y="131805"/>
                </a:lnTo>
                <a:lnTo>
                  <a:pt x="24782" y="132068"/>
                </a:lnTo>
                <a:lnTo>
                  <a:pt x="24704" y="132369"/>
                </a:lnTo>
                <a:lnTo>
                  <a:pt x="24717" y="132709"/>
                </a:lnTo>
                <a:lnTo>
                  <a:pt x="24832" y="133093"/>
                </a:lnTo>
                <a:lnTo>
                  <a:pt x="25062" y="133521"/>
                </a:lnTo>
                <a:lnTo>
                  <a:pt x="25417" y="133996"/>
                </a:lnTo>
                <a:lnTo>
                  <a:pt x="25910" y="134522"/>
                </a:lnTo>
                <a:lnTo>
                  <a:pt x="26551" y="135100"/>
                </a:lnTo>
                <a:lnTo>
                  <a:pt x="27353" y="135733"/>
                </a:lnTo>
                <a:lnTo>
                  <a:pt x="28327" y="136424"/>
                </a:lnTo>
                <a:lnTo>
                  <a:pt x="28359" y="136439"/>
                </a:lnTo>
                <a:lnTo>
                  <a:pt x="28452" y="136485"/>
                </a:lnTo>
                <a:lnTo>
                  <a:pt x="28602" y="136566"/>
                </a:lnTo>
                <a:lnTo>
                  <a:pt x="28805" y="136682"/>
                </a:lnTo>
                <a:lnTo>
                  <a:pt x="29059" y="136837"/>
                </a:lnTo>
                <a:lnTo>
                  <a:pt x="29360" y="137032"/>
                </a:lnTo>
                <a:lnTo>
                  <a:pt x="29704" y="137271"/>
                </a:lnTo>
                <a:lnTo>
                  <a:pt x="30088" y="137555"/>
                </a:lnTo>
                <a:lnTo>
                  <a:pt x="30507" y="137886"/>
                </a:lnTo>
                <a:lnTo>
                  <a:pt x="30959" y="138267"/>
                </a:lnTo>
                <a:lnTo>
                  <a:pt x="31440" y="138700"/>
                </a:lnTo>
                <a:lnTo>
                  <a:pt x="31946" y="139188"/>
                </a:lnTo>
                <a:lnTo>
                  <a:pt x="32474" y="139733"/>
                </a:lnTo>
                <a:lnTo>
                  <a:pt x="33020" y="140337"/>
                </a:lnTo>
                <a:lnTo>
                  <a:pt x="33581" y="141002"/>
                </a:lnTo>
                <a:lnTo>
                  <a:pt x="34153" y="141730"/>
                </a:lnTo>
                <a:lnTo>
                  <a:pt x="34733" y="142525"/>
                </a:lnTo>
                <a:lnTo>
                  <a:pt x="35316" y="143388"/>
                </a:lnTo>
                <a:lnTo>
                  <a:pt x="35900" y="144322"/>
                </a:lnTo>
                <a:lnTo>
                  <a:pt x="36480" y="145328"/>
                </a:lnTo>
                <a:lnTo>
                  <a:pt x="37054" y="146410"/>
                </a:lnTo>
                <a:lnTo>
                  <a:pt x="37618" y="147569"/>
                </a:lnTo>
                <a:lnTo>
                  <a:pt x="38168" y="148807"/>
                </a:lnTo>
                <a:lnTo>
                  <a:pt x="38700" y="150128"/>
                </a:lnTo>
                <a:lnTo>
                  <a:pt x="38730" y="150213"/>
                </a:lnTo>
                <a:lnTo>
                  <a:pt x="38822" y="150456"/>
                </a:lnTo>
                <a:lnTo>
                  <a:pt x="38984" y="150840"/>
                </a:lnTo>
                <a:lnTo>
                  <a:pt x="39222" y="151348"/>
                </a:lnTo>
                <a:lnTo>
                  <a:pt x="39543" y="151964"/>
                </a:lnTo>
                <a:lnTo>
                  <a:pt x="39953" y="152669"/>
                </a:lnTo>
                <a:lnTo>
                  <a:pt x="40459" y="153447"/>
                </a:lnTo>
                <a:lnTo>
                  <a:pt x="41068" y="154282"/>
                </a:lnTo>
                <a:lnTo>
                  <a:pt x="41786" y="155155"/>
                </a:lnTo>
                <a:lnTo>
                  <a:pt x="42619" y="156050"/>
                </a:lnTo>
                <a:lnTo>
                  <a:pt x="43575" y="156951"/>
                </a:lnTo>
                <a:lnTo>
                  <a:pt x="44659" y="157838"/>
                </a:lnTo>
                <a:lnTo>
                  <a:pt x="45880" y="158697"/>
                </a:lnTo>
                <a:lnTo>
                  <a:pt x="47242" y="159510"/>
                </a:lnTo>
                <a:lnTo>
                  <a:pt x="48753" y="160259"/>
                </a:lnTo>
                <a:lnTo>
                  <a:pt x="50419" y="160928"/>
                </a:lnTo>
                <a:lnTo>
                  <a:pt x="52246" y="161499"/>
                </a:lnTo>
                <a:lnTo>
                  <a:pt x="54243" y="161956"/>
                </a:lnTo>
                <a:lnTo>
                  <a:pt x="56414" y="162282"/>
                </a:lnTo>
                <a:lnTo>
                  <a:pt x="58767" y="162459"/>
                </a:lnTo>
                <a:lnTo>
                  <a:pt x="61308" y="162471"/>
                </a:lnTo>
                <a:lnTo>
                  <a:pt x="64043" y="162300"/>
                </a:lnTo>
                <a:lnTo>
                  <a:pt x="66980" y="161930"/>
                </a:lnTo>
                <a:lnTo>
                  <a:pt x="70125" y="161343"/>
                </a:lnTo>
                <a:lnTo>
                  <a:pt x="70126" y="162314"/>
                </a:lnTo>
                <a:lnTo>
                  <a:pt x="70128" y="163280"/>
                </a:lnTo>
                <a:lnTo>
                  <a:pt x="70132" y="164239"/>
                </a:lnTo>
                <a:lnTo>
                  <a:pt x="70137" y="165188"/>
                </a:lnTo>
                <a:lnTo>
                  <a:pt x="70143" y="166125"/>
                </a:lnTo>
                <a:lnTo>
                  <a:pt x="70149" y="167047"/>
                </a:lnTo>
                <a:lnTo>
                  <a:pt x="70157" y="167954"/>
                </a:lnTo>
                <a:lnTo>
                  <a:pt x="70165" y="168842"/>
                </a:lnTo>
                <a:lnTo>
                  <a:pt x="70174" y="169710"/>
                </a:lnTo>
                <a:lnTo>
                  <a:pt x="70183" y="170555"/>
                </a:lnTo>
                <a:lnTo>
                  <a:pt x="70192" y="171375"/>
                </a:lnTo>
                <a:lnTo>
                  <a:pt x="70202" y="172168"/>
                </a:lnTo>
                <a:lnTo>
                  <a:pt x="70212" y="172931"/>
                </a:lnTo>
                <a:lnTo>
                  <a:pt x="70221" y="173664"/>
                </a:lnTo>
                <a:lnTo>
                  <a:pt x="70230" y="174363"/>
                </a:lnTo>
                <a:lnTo>
                  <a:pt x="70239" y="175026"/>
                </a:lnTo>
                <a:lnTo>
                  <a:pt x="70247" y="175651"/>
                </a:lnTo>
                <a:lnTo>
                  <a:pt x="70255" y="176236"/>
                </a:lnTo>
                <a:lnTo>
                  <a:pt x="70261" y="176780"/>
                </a:lnTo>
                <a:lnTo>
                  <a:pt x="70267" y="177278"/>
                </a:lnTo>
                <a:lnTo>
                  <a:pt x="70272" y="177731"/>
                </a:lnTo>
                <a:lnTo>
                  <a:pt x="70276" y="178134"/>
                </a:lnTo>
                <a:lnTo>
                  <a:pt x="70278" y="178487"/>
                </a:lnTo>
                <a:lnTo>
                  <a:pt x="70279" y="178787"/>
                </a:lnTo>
                <a:lnTo>
                  <a:pt x="70270" y="179100"/>
                </a:lnTo>
                <a:lnTo>
                  <a:pt x="70242" y="179417"/>
                </a:lnTo>
                <a:lnTo>
                  <a:pt x="70196" y="179734"/>
                </a:lnTo>
                <a:lnTo>
                  <a:pt x="70131" y="180051"/>
                </a:lnTo>
                <a:lnTo>
                  <a:pt x="70046" y="180365"/>
                </a:lnTo>
                <a:lnTo>
                  <a:pt x="69940" y="180675"/>
                </a:lnTo>
                <a:lnTo>
                  <a:pt x="69813" y="180978"/>
                </a:lnTo>
                <a:lnTo>
                  <a:pt x="69665" y="181272"/>
                </a:lnTo>
                <a:lnTo>
                  <a:pt x="69495" y="181557"/>
                </a:lnTo>
                <a:lnTo>
                  <a:pt x="69302" y="181829"/>
                </a:lnTo>
                <a:lnTo>
                  <a:pt x="69086" y="182087"/>
                </a:lnTo>
                <a:lnTo>
                  <a:pt x="68847" y="182329"/>
                </a:lnTo>
                <a:lnTo>
                  <a:pt x="68583" y="182554"/>
                </a:lnTo>
                <a:lnTo>
                  <a:pt x="68295" y="182758"/>
                </a:lnTo>
                <a:lnTo>
                  <a:pt x="67981" y="182941"/>
                </a:lnTo>
                <a:lnTo>
                  <a:pt x="67641" y="183101"/>
                </a:lnTo>
                <a:lnTo>
                  <a:pt x="67276" y="183235"/>
                </a:lnTo>
                <a:lnTo>
                  <a:pt x="66883" y="183341"/>
                </a:lnTo>
                <a:lnTo>
                  <a:pt x="66463" y="183419"/>
                </a:lnTo>
                <a:lnTo>
                  <a:pt x="66014" y="183465"/>
                </a:lnTo>
                <a:lnTo>
                  <a:pt x="65538" y="183478"/>
                </a:lnTo>
                <a:lnTo>
                  <a:pt x="65032" y="183457"/>
                </a:lnTo>
                <a:lnTo>
                  <a:pt x="64496" y="183399"/>
                </a:lnTo>
                <a:lnTo>
                  <a:pt x="63931" y="183301"/>
                </a:lnTo>
                <a:lnTo>
                  <a:pt x="59342" y="181627"/>
                </a:lnTo>
                <a:lnTo>
                  <a:pt x="54869" y="179723"/>
                </a:lnTo>
                <a:lnTo>
                  <a:pt x="50518" y="177596"/>
                </a:lnTo>
                <a:lnTo>
                  <a:pt x="46296" y="175253"/>
                </a:lnTo>
                <a:lnTo>
                  <a:pt x="42210" y="172702"/>
                </a:lnTo>
                <a:lnTo>
                  <a:pt x="38269" y="169950"/>
                </a:lnTo>
                <a:lnTo>
                  <a:pt x="34478" y="167003"/>
                </a:lnTo>
                <a:lnTo>
                  <a:pt x="30845" y="163869"/>
                </a:lnTo>
                <a:lnTo>
                  <a:pt x="27377" y="160555"/>
                </a:lnTo>
                <a:lnTo>
                  <a:pt x="24081" y="157068"/>
                </a:lnTo>
                <a:lnTo>
                  <a:pt x="20964" y="153415"/>
                </a:lnTo>
                <a:lnTo>
                  <a:pt x="18034" y="149604"/>
                </a:lnTo>
                <a:lnTo>
                  <a:pt x="15297" y="145640"/>
                </a:lnTo>
                <a:lnTo>
                  <a:pt x="12761" y="141533"/>
                </a:lnTo>
                <a:lnTo>
                  <a:pt x="10433" y="137287"/>
                </a:lnTo>
                <a:lnTo>
                  <a:pt x="8319" y="132911"/>
                </a:lnTo>
                <a:lnTo>
                  <a:pt x="6427" y="128412"/>
                </a:lnTo>
                <a:lnTo>
                  <a:pt x="4765" y="123797"/>
                </a:lnTo>
                <a:lnTo>
                  <a:pt x="3339" y="119073"/>
                </a:lnTo>
                <a:lnTo>
                  <a:pt x="2156" y="114246"/>
                </a:lnTo>
                <a:lnTo>
                  <a:pt x="1223" y="109325"/>
                </a:lnTo>
                <a:lnTo>
                  <a:pt x="548" y="104316"/>
                </a:lnTo>
                <a:lnTo>
                  <a:pt x="138" y="99226"/>
                </a:lnTo>
                <a:lnTo>
                  <a:pt x="0" y="94063"/>
                </a:lnTo>
                <a:lnTo>
                  <a:pt x="0" y="94063"/>
                </a:lnTo>
                <a:lnTo>
                  <a:pt x="215" y="87615"/>
                </a:lnTo>
                <a:lnTo>
                  <a:pt x="852" y="81284"/>
                </a:lnTo>
                <a:lnTo>
                  <a:pt x="1897" y="75086"/>
                </a:lnTo>
                <a:lnTo>
                  <a:pt x="3335" y="69033"/>
                </a:lnTo>
                <a:lnTo>
                  <a:pt x="5154" y="63139"/>
                </a:lnTo>
                <a:lnTo>
                  <a:pt x="7338" y="57419"/>
                </a:lnTo>
                <a:lnTo>
                  <a:pt x="9875" y="51887"/>
                </a:lnTo>
                <a:lnTo>
                  <a:pt x="12751" y="46556"/>
                </a:lnTo>
                <a:lnTo>
                  <a:pt x="15951" y="41440"/>
                </a:lnTo>
                <a:lnTo>
                  <a:pt x="19462" y="36554"/>
                </a:lnTo>
                <a:lnTo>
                  <a:pt x="23270" y="31910"/>
                </a:lnTo>
                <a:lnTo>
                  <a:pt x="27361" y="27524"/>
                </a:lnTo>
                <a:lnTo>
                  <a:pt x="31721" y="23408"/>
                </a:lnTo>
                <a:lnTo>
                  <a:pt x="36337" y="19578"/>
                </a:lnTo>
                <a:lnTo>
                  <a:pt x="41194" y="16046"/>
                </a:lnTo>
                <a:lnTo>
                  <a:pt x="46279" y="12826"/>
                </a:lnTo>
                <a:lnTo>
                  <a:pt x="51578" y="9934"/>
                </a:lnTo>
                <a:lnTo>
                  <a:pt x="57077" y="7382"/>
                </a:lnTo>
                <a:lnTo>
                  <a:pt x="62762" y="5184"/>
                </a:lnTo>
                <a:lnTo>
                  <a:pt x="68620" y="3355"/>
                </a:lnTo>
                <a:lnTo>
                  <a:pt x="74636" y="1908"/>
                </a:lnTo>
                <a:lnTo>
                  <a:pt x="80797" y="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24F63-4B32-47C5-A071-EDDE165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8" y="2548578"/>
            <a:ext cx="108601" cy="97748"/>
          </a:xfrm>
          <a:custGeom xmlns:a="http://schemas.openxmlformats.org/drawingml/2006/main">
            <a:pathLst>
              <a:path w="108601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1" y="88245"/>
                </a:lnTo>
                <a:cubicBezTo>
                  <a:pt x="108601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3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.github">
            <a:extLst xmlns:a="http://schemas.openxmlformats.org/drawingml/2006/main">
              <a:ext uri="{FF2B5EF4-FFF2-40B4-BE49-F238E27FC236}">
                <a16:creationId xmlns:a16="http://schemas.microsoft.com/office/drawing/2014/main" id="{40F5B713-56B1-47C4-881F-7C27329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29" y="2585333"/>
            <a:ext cx="174692" cy="56412"/>
          </a:xfrm>
          <a:custGeom xmlns:a="http://schemas.openxmlformats.org/drawingml/2006/main">
            <a:pathLst>
              <a:path w="174692" h="56412">
                <a:moveTo>
                  <a:pt x="0" y="43572"/>
                </a:moveTo>
                <a:lnTo>
                  <a:pt x="0" y="37450"/>
                </a:lnTo>
                <a:lnTo>
                  <a:pt x="6093" y="37450"/>
                </a:lnTo>
                <a:lnTo>
                  <a:pt x="6093" y="43572"/>
                </a:lnTo>
                <a:lnTo>
                  <a:pt x="0" y="43572"/>
                </a:lnTo>
                <a:close/>
                <a:moveTo>
                  <a:pt x="14765" y="46188"/>
                </a:moveTo>
                <a:lnTo>
                  <a:pt x="19967" y="46961"/>
                </a:lnTo>
                <a:cubicBezTo>
                  <a:pt x="20184" y="48566"/>
                  <a:pt x="20789" y="49735"/>
                  <a:pt x="21780" y="50468"/>
                </a:cubicBezTo>
                <a:cubicBezTo>
                  <a:pt x="23107" y="51458"/>
                  <a:pt x="24920" y="51954"/>
                  <a:pt x="27219" y="51954"/>
                </a:cubicBezTo>
                <a:cubicBezTo>
                  <a:pt x="29695" y="51954"/>
                  <a:pt x="31608" y="51457"/>
                  <a:pt x="32955" y="50464"/>
                </a:cubicBezTo>
                <a:cubicBezTo>
                  <a:pt x="34302" y="49471"/>
                  <a:pt x="35214" y="48081"/>
                  <a:pt x="35689" y="46294"/>
                </a:cubicBezTo>
                <a:cubicBezTo>
                  <a:pt x="35967" y="45202"/>
                  <a:pt x="36096" y="42908"/>
                  <a:pt x="36076" y="39413"/>
                </a:cubicBezTo>
                <a:cubicBezTo>
                  <a:pt x="33738" y="42186"/>
                  <a:pt x="30825" y="43572"/>
                  <a:pt x="27338" y="43572"/>
                </a:cubicBezTo>
                <a:cubicBezTo>
                  <a:pt x="22998" y="43572"/>
                  <a:pt x="19640" y="42007"/>
                  <a:pt x="17262" y="38876"/>
                </a:cubicBezTo>
                <a:cubicBezTo>
                  <a:pt x="14884" y="35746"/>
                  <a:pt x="13695" y="31991"/>
                  <a:pt x="13695" y="27612"/>
                </a:cubicBezTo>
                <a:cubicBezTo>
                  <a:pt x="13695" y="24600"/>
                  <a:pt x="14240" y="21821"/>
                  <a:pt x="15330" y="19275"/>
                </a:cubicBezTo>
                <a:cubicBezTo>
                  <a:pt x="16420" y="16728"/>
                  <a:pt x="18000" y="14762"/>
                  <a:pt x="20071" y="13375"/>
                </a:cubicBezTo>
                <a:cubicBezTo>
                  <a:pt x="22141" y="11988"/>
                  <a:pt x="24573" y="11294"/>
                  <a:pt x="27367" y="11294"/>
                </a:cubicBezTo>
                <a:cubicBezTo>
                  <a:pt x="31092" y="11294"/>
                  <a:pt x="34164" y="12810"/>
                  <a:pt x="36581" y="15842"/>
                </a:cubicBezTo>
                <a:lnTo>
                  <a:pt x="36581" y="12008"/>
                </a:lnTo>
                <a:lnTo>
                  <a:pt x="41515" y="12008"/>
                </a:lnTo>
                <a:lnTo>
                  <a:pt x="41515" y="39311"/>
                </a:lnTo>
                <a:cubicBezTo>
                  <a:pt x="41515" y="44228"/>
                  <a:pt x="41015" y="47713"/>
                  <a:pt x="40014" y="49765"/>
                </a:cubicBezTo>
                <a:cubicBezTo>
                  <a:pt x="39013" y="51817"/>
                  <a:pt x="37428" y="53437"/>
                  <a:pt x="35258" y="54627"/>
                </a:cubicBezTo>
                <a:cubicBezTo>
                  <a:pt x="33089" y="55817"/>
                  <a:pt x="30419" y="56412"/>
                  <a:pt x="27248" y="56412"/>
                </a:cubicBezTo>
                <a:cubicBezTo>
                  <a:pt x="23484" y="56412"/>
                  <a:pt x="20442" y="55563"/>
                  <a:pt x="18124" y="53863"/>
                </a:cubicBezTo>
                <a:cubicBezTo>
                  <a:pt x="15805" y="52164"/>
                  <a:pt x="14686" y="49606"/>
                  <a:pt x="14765" y="46188"/>
                </a:cubicBezTo>
                <a:moveTo>
                  <a:pt x="19194" y="27226"/>
                </a:moveTo>
                <a:cubicBezTo>
                  <a:pt x="19194" y="31357"/>
                  <a:pt x="20016" y="34371"/>
                  <a:pt x="21661" y="36268"/>
                </a:cubicBezTo>
                <a:cubicBezTo>
                  <a:pt x="23305" y="38165"/>
                  <a:pt x="25366" y="39114"/>
                  <a:pt x="27843" y="39114"/>
                </a:cubicBezTo>
                <a:cubicBezTo>
                  <a:pt x="30300" y="39114"/>
                  <a:pt x="32361" y="38170"/>
                  <a:pt x="34025" y="36283"/>
                </a:cubicBezTo>
                <a:cubicBezTo>
                  <a:pt x="35689" y="34396"/>
                  <a:pt x="36522" y="31436"/>
                  <a:pt x="36522" y="27404"/>
                </a:cubicBezTo>
                <a:cubicBezTo>
                  <a:pt x="36522" y="23550"/>
                  <a:pt x="35665" y="20644"/>
                  <a:pt x="33951" y="18688"/>
                </a:cubicBezTo>
                <a:cubicBezTo>
                  <a:pt x="32237" y="16731"/>
                  <a:pt x="30171" y="15753"/>
                  <a:pt x="27754" y="15753"/>
                </a:cubicBezTo>
                <a:cubicBezTo>
                  <a:pt x="25376" y="15753"/>
                  <a:pt x="23355" y="16716"/>
                  <a:pt x="21690" y="18643"/>
                </a:cubicBezTo>
                <a:cubicBezTo>
                  <a:pt x="20026" y="20570"/>
                  <a:pt x="19194" y="23431"/>
                  <a:pt x="19194" y="27226"/>
                </a:cubicBezTo>
                <a:close/>
                <a:moveTo>
                  <a:pt x="49376" y="6182"/>
                </a:moveTo>
                <a:lnTo>
                  <a:pt x="49376" y="0"/>
                </a:lnTo>
                <a:lnTo>
                  <a:pt x="54726" y="0"/>
                </a:lnTo>
                <a:lnTo>
                  <a:pt x="54726" y="6182"/>
                </a:lnTo>
                <a:lnTo>
                  <a:pt x="49376" y="6182"/>
                </a:lnTo>
                <a:moveTo>
                  <a:pt x="49376" y="43572"/>
                </a:moveTo>
                <a:lnTo>
                  <a:pt x="49376" y="12008"/>
                </a:lnTo>
                <a:lnTo>
                  <a:pt x="54726" y="12008"/>
                </a:lnTo>
                <a:lnTo>
                  <a:pt x="54726" y="43572"/>
                </a:lnTo>
                <a:lnTo>
                  <a:pt x="49376" y="43572"/>
                </a:lnTo>
                <a:close/>
                <a:moveTo>
                  <a:pt x="74540" y="38846"/>
                </a:moveTo>
                <a:lnTo>
                  <a:pt x="75313" y="43572"/>
                </a:lnTo>
                <a:cubicBezTo>
                  <a:pt x="73807" y="43850"/>
                  <a:pt x="72460" y="43988"/>
                  <a:pt x="71271" y="43988"/>
                </a:cubicBezTo>
                <a:cubicBezTo>
                  <a:pt x="69329" y="43988"/>
                  <a:pt x="67823" y="43681"/>
                  <a:pt x="66753" y="43067"/>
                </a:cubicBezTo>
                <a:cubicBezTo>
                  <a:pt x="65683" y="42453"/>
                  <a:pt x="64930" y="41645"/>
                  <a:pt x="64494" y="40645"/>
                </a:cubicBezTo>
                <a:cubicBezTo>
                  <a:pt x="64058" y="39644"/>
                  <a:pt x="63841" y="37539"/>
                  <a:pt x="63841" y="34329"/>
                </a:cubicBezTo>
                <a:lnTo>
                  <a:pt x="63841" y="16169"/>
                </a:lnTo>
                <a:lnTo>
                  <a:pt x="59917" y="16169"/>
                </a:lnTo>
                <a:lnTo>
                  <a:pt x="59917" y="12008"/>
                </a:lnTo>
                <a:lnTo>
                  <a:pt x="63841" y="12008"/>
                </a:lnTo>
                <a:lnTo>
                  <a:pt x="63841" y="4169"/>
                </a:lnTo>
                <a:lnTo>
                  <a:pt x="69161" y="951"/>
                </a:lnTo>
                <a:lnTo>
                  <a:pt x="69161" y="12008"/>
                </a:lnTo>
                <a:lnTo>
                  <a:pt x="74540" y="12008"/>
                </a:lnTo>
                <a:lnTo>
                  <a:pt x="74540" y="16169"/>
                </a:lnTo>
                <a:lnTo>
                  <a:pt x="69161" y="16169"/>
                </a:lnTo>
                <a:lnTo>
                  <a:pt x="69161" y="34626"/>
                </a:lnTo>
                <a:cubicBezTo>
                  <a:pt x="69161" y="36152"/>
                  <a:pt x="69255" y="37133"/>
                  <a:pt x="69443" y="37568"/>
                </a:cubicBezTo>
                <a:cubicBezTo>
                  <a:pt x="69631" y="38004"/>
                  <a:pt x="69938" y="38351"/>
                  <a:pt x="70364" y="38609"/>
                </a:cubicBezTo>
                <a:cubicBezTo>
                  <a:pt x="70790" y="38866"/>
                  <a:pt x="71400" y="38995"/>
                  <a:pt x="72192" y="38995"/>
                </a:cubicBezTo>
                <a:cubicBezTo>
                  <a:pt x="72787" y="38995"/>
                  <a:pt x="73569" y="38946"/>
                  <a:pt x="74540" y="38846"/>
                </a:cubicBezTo>
                <a:close/>
                <a:moveTo>
                  <a:pt x="80147" y="43572"/>
                </a:moveTo>
                <a:lnTo>
                  <a:pt x="80147" y="0"/>
                </a:lnTo>
                <a:lnTo>
                  <a:pt x="85497" y="0"/>
                </a:lnTo>
                <a:lnTo>
                  <a:pt x="85497" y="15634"/>
                </a:lnTo>
                <a:cubicBezTo>
                  <a:pt x="87993" y="12741"/>
                  <a:pt x="91144" y="11294"/>
                  <a:pt x="94948" y="11294"/>
                </a:cubicBezTo>
                <a:cubicBezTo>
                  <a:pt x="97287" y="11294"/>
                  <a:pt x="99318" y="11755"/>
                  <a:pt x="101041" y="12676"/>
                </a:cubicBezTo>
                <a:cubicBezTo>
                  <a:pt x="102765" y="13598"/>
                  <a:pt x="103999" y="14871"/>
                  <a:pt x="104742" y="16496"/>
                </a:cubicBezTo>
                <a:cubicBezTo>
                  <a:pt x="105485" y="18120"/>
                  <a:pt x="105856" y="20478"/>
                  <a:pt x="105856" y="23569"/>
                </a:cubicBezTo>
                <a:lnTo>
                  <a:pt x="105856" y="43572"/>
                </a:lnTo>
                <a:lnTo>
                  <a:pt x="100506" y="43572"/>
                </a:lnTo>
                <a:lnTo>
                  <a:pt x="100506" y="23569"/>
                </a:lnTo>
                <a:cubicBezTo>
                  <a:pt x="100506" y="20894"/>
                  <a:pt x="99927" y="18948"/>
                  <a:pt x="98768" y="17729"/>
                </a:cubicBezTo>
                <a:cubicBezTo>
                  <a:pt x="97609" y="16511"/>
                  <a:pt x="95969" y="15901"/>
                  <a:pt x="93849" y="15901"/>
                </a:cubicBezTo>
                <a:cubicBezTo>
                  <a:pt x="92264" y="15901"/>
                  <a:pt x="90772" y="16312"/>
                  <a:pt x="89376" y="17135"/>
                </a:cubicBezTo>
                <a:cubicBezTo>
                  <a:pt x="87979" y="17957"/>
                  <a:pt x="86983" y="19072"/>
                  <a:pt x="86388" y="20478"/>
                </a:cubicBezTo>
                <a:cubicBezTo>
                  <a:pt x="85794" y="21885"/>
                  <a:pt x="85497" y="23827"/>
                  <a:pt x="85497" y="26304"/>
                </a:cubicBezTo>
                <a:lnTo>
                  <a:pt x="85497" y="43572"/>
                </a:lnTo>
                <a:lnTo>
                  <a:pt x="80147" y="43572"/>
                </a:lnTo>
                <a:close/>
                <a:moveTo>
                  <a:pt x="134434" y="43572"/>
                </a:moveTo>
                <a:lnTo>
                  <a:pt x="134434" y="38936"/>
                </a:lnTo>
                <a:cubicBezTo>
                  <a:pt x="131977" y="42502"/>
                  <a:pt x="128638" y="44286"/>
                  <a:pt x="124418" y="44286"/>
                </a:cubicBezTo>
                <a:cubicBezTo>
                  <a:pt x="122555" y="44286"/>
                  <a:pt x="120816" y="43929"/>
                  <a:pt x="119201" y="43216"/>
                </a:cubicBezTo>
                <a:cubicBezTo>
                  <a:pt x="117586" y="42502"/>
                  <a:pt x="116388" y="41606"/>
                  <a:pt x="115605" y="40526"/>
                </a:cubicBezTo>
                <a:cubicBezTo>
                  <a:pt x="114822" y="39446"/>
                  <a:pt x="114272" y="38123"/>
                  <a:pt x="113955" y="36558"/>
                </a:cubicBezTo>
                <a:cubicBezTo>
                  <a:pt x="113737" y="35508"/>
                  <a:pt x="113628" y="33843"/>
                  <a:pt x="113628" y="31565"/>
                </a:cubicBezTo>
                <a:lnTo>
                  <a:pt x="113628" y="12008"/>
                </a:lnTo>
                <a:lnTo>
                  <a:pt x="118978" y="12008"/>
                </a:lnTo>
                <a:lnTo>
                  <a:pt x="118978" y="29514"/>
                </a:lnTo>
                <a:cubicBezTo>
                  <a:pt x="118978" y="32308"/>
                  <a:pt x="119087" y="34190"/>
                  <a:pt x="119305" y="35161"/>
                </a:cubicBezTo>
                <a:cubicBezTo>
                  <a:pt x="119642" y="36568"/>
                  <a:pt x="120356" y="37672"/>
                  <a:pt x="121445" y="38475"/>
                </a:cubicBezTo>
                <a:cubicBezTo>
                  <a:pt x="122535" y="39277"/>
                  <a:pt x="123883" y="39679"/>
                  <a:pt x="125488" y="39679"/>
                </a:cubicBezTo>
                <a:cubicBezTo>
                  <a:pt x="127092" y="39679"/>
                  <a:pt x="128598" y="39268"/>
                  <a:pt x="130005" y="38445"/>
                </a:cubicBezTo>
                <a:cubicBezTo>
                  <a:pt x="131412" y="37623"/>
                  <a:pt x="132408" y="36503"/>
                  <a:pt x="132992" y="35087"/>
                </a:cubicBezTo>
                <a:cubicBezTo>
                  <a:pt x="133577" y="33670"/>
                  <a:pt x="133869" y="31614"/>
                  <a:pt x="133869" y="28919"/>
                </a:cubicBezTo>
                <a:lnTo>
                  <a:pt x="133869" y="12008"/>
                </a:lnTo>
                <a:lnTo>
                  <a:pt x="139219" y="12008"/>
                </a:lnTo>
                <a:lnTo>
                  <a:pt x="139219" y="43572"/>
                </a:lnTo>
                <a:lnTo>
                  <a:pt x="134434" y="43572"/>
                </a:lnTo>
                <a:close/>
                <a:moveTo>
                  <a:pt x="152282" y="43572"/>
                </a:moveTo>
                <a:lnTo>
                  <a:pt x="147318" y="43572"/>
                </a:lnTo>
                <a:lnTo>
                  <a:pt x="147318" y="0"/>
                </a:lnTo>
                <a:lnTo>
                  <a:pt x="152668" y="0"/>
                </a:lnTo>
                <a:lnTo>
                  <a:pt x="152668" y="15602"/>
                </a:lnTo>
                <a:cubicBezTo>
                  <a:pt x="154927" y="12730"/>
                  <a:pt x="157810" y="11294"/>
                  <a:pt x="161317" y="11294"/>
                </a:cubicBezTo>
                <a:cubicBezTo>
                  <a:pt x="163259" y="11294"/>
                  <a:pt x="165097" y="11686"/>
                  <a:pt x="166831" y="12468"/>
                </a:cubicBezTo>
                <a:cubicBezTo>
                  <a:pt x="168564" y="13251"/>
                  <a:pt x="169991" y="14351"/>
                  <a:pt x="171110" y="15767"/>
                </a:cubicBezTo>
                <a:cubicBezTo>
                  <a:pt x="172230" y="17184"/>
                  <a:pt x="173107" y="18893"/>
                  <a:pt x="173741" y="20894"/>
                </a:cubicBezTo>
                <a:cubicBezTo>
                  <a:pt x="174375" y="22896"/>
                  <a:pt x="174692" y="25036"/>
                  <a:pt x="174692" y="27314"/>
                </a:cubicBezTo>
                <a:cubicBezTo>
                  <a:pt x="174692" y="32724"/>
                  <a:pt x="173354" y="36905"/>
                  <a:pt x="170679" y="39857"/>
                </a:cubicBezTo>
                <a:cubicBezTo>
                  <a:pt x="168005" y="42809"/>
                  <a:pt x="164795" y="44286"/>
                  <a:pt x="161050" y="44286"/>
                </a:cubicBezTo>
                <a:cubicBezTo>
                  <a:pt x="157324" y="44286"/>
                  <a:pt x="154402" y="42710"/>
                  <a:pt x="152282" y="39560"/>
                </a:cubicBezTo>
                <a:lnTo>
                  <a:pt x="152282" y="43572"/>
                </a:lnTo>
                <a:moveTo>
                  <a:pt x="152222" y="27553"/>
                </a:moveTo>
                <a:cubicBezTo>
                  <a:pt x="152222" y="31319"/>
                  <a:pt x="152737" y="34040"/>
                  <a:pt x="153768" y="35716"/>
                </a:cubicBezTo>
                <a:cubicBezTo>
                  <a:pt x="155452" y="38457"/>
                  <a:pt x="157731" y="39827"/>
                  <a:pt x="160604" y="39827"/>
                </a:cubicBezTo>
                <a:cubicBezTo>
                  <a:pt x="162942" y="39827"/>
                  <a:pt x="164963" y="38817"/>
                  <a:pt x="166667" y="36796"/>
                </a:cubicBezTo>
                <a:cubicBezTo>
                  <a:pt x="168371" y="34775"/>
                  <a:pt x="169223" y="31763"/>
                  <a:pt x="169223" y="27760"/>
                </a:cubicBezTo>
                <a:cubicBezTo>
                  <a:pt x="169223" y="23659"/>
                  <a:pt x="168406" y="20633"/>
                  <a:pt x="166771" y="18681"/>
                </a:cubicBezTo>
                <a:cubicBezTo>
                  <a:pt x="165136" y="16729"/>
                  <a:pt x="163160" y="15753"/>
                  <a:pt x="160842" y="15753"/>
                </a:cubicBezTo>
                <a:cubicBezTo>
                  <a:pt x="158503" y="15753"/>
                  <a:pt x="156482" y="16763"/>
                  <a:pt x="154778" y="18784"/>
                </a:cubicBezTo>
                <a:cubicBezTo>
                  <a:pt x="153074" y="20805"/>
                  <a:pt x="152222" y="23728"/>
                  <a:pt x="152222" y="275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641D1-6B6E-4221-BD3E-9F8F1D3C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8" y="2714154"/>
            <a:ext cx="108601" cy="97748"/>
          </a:xfrm>
          <a:custGeom xmlns:a="http://schemas.openxmlformats.org/drawingml/2006/main">
            <a:pathLst>
              <a:path w="108601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1" y="88245"/>
                </a:lnTo>
                <a:cubicBezTo>
                  <a:pt x="108601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3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Text auto">
            <a:extLst xmlns:a="http://schemas.openxmlformats.org/drawingml/2006/main">
              <a:ext uri="{FF2B5EF4-FFF2-40B4-BE49-F238E27FC236}">
                <a16:creationId xmlns:a16="http://schemas.microsoft.com/office/drawing/2014/main" id="{A4E2A6BB-F624-407B-94F0-B14B85A3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00" y="2751936"/>
            <a:ext cx="113822" cy="43334"/>
          </a:xfrm>
          <a:custGeom xmlns:a="http://schemas.openxmlformats.org/drawingml/2006/main">
            <a:pathLst>
              <a:path w="113822" h="43334">
                <a:moveTo>
                  <a:pt x="22410" y="38724"/>
                </a:moveTo>
                <a:cubicBezTo>
                  <a:pt x="20429" y="40409"/>
                  <a:pt x="18522" y="41599"/>
                  <a:pt x="16689" y="42293"/>
                </a:cubicBezTo>
                <a:cubicBezTo>
                  <a:pt x="14856" y="42987"/>
                  <a:pt x="12889" y="43334"/>
                  <a:pt x="10789" y="43334"/>
                </a:cubicBezTo>
                <a:cubicBezTo>
                  <a:pt x="7321" y="43334"/>
                  <a:pt x="4656" y="42487"/>
                  <a:pt x="2794" y="40791"/>
                </a:cubicBezTo>
                <a:cubicBezTo>
                  <a:pt x="931" y="39096"/>
                  <a:pt x="0" y="36930"/>
                  <a:pt x="0" y="34293"/>
                </a:cubicBezTo>
                <a:cubicBezTo>
                  <a:pt x="0" y="32746"/>
                  <a:pt x="352" y="31334"/>
                  <a:pt x="1055" y="30055"/>
                </a:cubicBezTo>
                <a:cubicBezTo>
                  <a:pt x="1759" y="28776"/>
                  <a:pt x="2680" y="27750"/>
                  <a:pt x="3819" y="26976"/>
                </a:cubicBezTo>
                <a:cubicBezTo>
                  <a:pt x="4959" y="26203"/>
                  <a:pt x="6242" y="25618"/>
                  <a:pt x="7668" y="25222"/>
                </a:cubicBezTo>
                <a:cubicBezTo>
                  <a:pt x="8718" y="24944"/>
                  <a:pt x="10304" y="24676"/>
                  <a:pt x="12424" y="24418"/>
                </a:cubicBezTo>
                <a:cubicBezTo>
                  <a:pt x="16743" y="23907"/>
                  <a:pt x="19924" y="23297"/>
                  <a:pt x="21964" y="22589"/>
                </a:cubicBezTo>
                <a:cubicBezTo>
                  <a:pt x="21984" y="21859"/>
                  <a:pt x="21994" y="21395"/>
                  <a:pt x="21994" y="21197"/>
                </a:cubicBezTo>
                <a:cubicBezTo>
                  <a:pt x="21994" y="19026"/>
                  <a:pt x="21489" y="17496"/>
                  <a:pt x="20478" y="16608"/>
                </a:cubicBezTo>
                <a:cubicBezTo>
                  <a:pt x="19111" y="15404"/>
                  <a:pt x="17080" y="14801"/>
                  <a:pt x="14385" y="14801"/>
                </a:cubicBezTo>
                <a:cubicBezTo>
                  <a:pt x="11869" y="14801"/>
                  <a:pt x="10011" y="15242"/>
                  <a:pt x="8813" y="16124"/>
                </a:cubicBezTo>
                <a:cubicBezTo>
                  <a:pt x="7614" y="17006"/>
                  <a:pt x="6727" y="18566"/>
                  <a:pt x="6152" y="20805"/>
                </a:cubicBezTo>
                <a:lnTo>
                  <a:pt x="921" y="20092"/>
                </a:lnTo>
                <a:cubicBezTo>
                  <a:pt x="1397" y="17846"/>
                  <a:pt x="2180" y="16032"/>
                  <a:pt x="3269" y="14651"/>
                </a:cubicBezTo>
                <a:cubicBezTo>
                  <a:pt x="4359" y="13270"/>
                  <a:pt x="5934" y="12206"/>
                  <a:pt x="7995" y="11461"/>
                </a:cubicBezTo>
                <a:cubicBezTo>
                  <a:pt x="10056" y="10716"/>
                  <a:pt x="12444" y="10343"/>
                  <a:pt x="15158" y="10343"/>
                </a:cubicBezTo>
                <a:cubicBezTo>
                  <a:pt x="17853" y="10343"/>
                  <a:pt x="20042" y="10660"/>
                  <a:pt x="21727" y="11294"/>
                </a:cubicBezTo>
                <a:cubicBezTo>
                  <a:pt x="23411" y="11928"/>
                  <a:pt x="24649" y="12726"/>
                  <a:pt x="25442" y="13687"/>
                </a:cubicBezTo>
                <a:cubicBezTo>
                  <a:pt x="26235" y="14648"/>
                  <a:pt x="26789" y="15862"/>
                  <a:pt x="27106" y="17328"/>
                </a:cubicBezTo>
                <a:cubicBezTo>
                  <a:pt x="27285" y="18239"/>
                  <a:pt x="27374" y="19884"/>
                  <a:pt x="27374" y="22262"/>
                </a:cubicBezTo>
                <a:lnTo>
                  <a:pt x="27374" y="29395"/>
                </a:lnTo>
                <a:cubicBezTo>
                  <a:pt x="27374" y="34368"/>
                  <a:pt x="27488" y="37514"/>
                  <a:pt x="27716" y="38832"/>
                </a:cubicBezTo>
                <a:cubicBezTo>
                  <a:pt x="27944" y="40149"/>
                  <a:pt x="28394" y="41412"/>
                  <a:pt x="29068" y="42621"/>
                </a:cubicBezTo>
                <a:lnTo>
                  <a:pt x="23480" y="42621"/>
                </a:lnTo>
                <a:cubicBezTo>
                  <a:pt x="22925" y="41510"/>
                  <a:pt x="22569" y="40211"/>
                  <a:pt x="22410" y="38724"/>
                </a:cubicBezTo>
                <a:moveTo>
                  <a:pt x="21964" y="26750"/>
                </a:moveTo>
                <a:cubicBezTo>
                  <a:pt x="20023" y="27549"/>
                  <a:pt x="17110" y="28228"/>
                  <a:pt x="13226" y="28787"/>
                </a:cubicBezTo>
                <a:cubicBezTo>
                  <a:pt x="11027" y="29106"/>
                  <a:pt x="9471" y="29464"/>
                  <a:pt x="8560" y="29862"/>
                </a:cubicBezTo>
                <a:cubicBezTo>
                  <a:pt x="7648" y="30260"/>
                  <a:pt x="6945" y="30842"/>
                  <a:pt x="6450" y="31608"/>
                </a:cubicBezTo>
                <a:cubicBezTo>
                  <a:pt x="5954" y="32374"/>
                  <a:pt x="5707" y="33225"/>
                  <a:pt x="5707" y="34160"/>
                </a:cubicBezTo>
                <a:cubicBezTo>
                  <a:pt x="5707" y="35592"/>
                  <a:pt x="6247" y="36786"/>
                  <a:pt x="7326" y="37741"/>
                </a:cubicBezTo>
                <a:cubicBezTo>
                  <a:pt x="8406" y="38696"/>
                  <a:pt x="9987" y="39173"/>
                  <a:pt x="12067" y="39173"/>
                </a:cubicBezTo>
                <a:cubicBezTo>
                  <a:pt x="14128" y="39173"/>
                  <a:pt x="15961" y="38720"/>
                  <a:pt x="17566" y="37815"/>
                </a:cubicBezTo>
                <a:cubicBezTo>
                  <a:pt x="19171" y="36909"/>
                  <a:pt x="20350" y="35669"/>
                  <a:pt x="21103" y="34097"/>
                </a:cubicBezTo>
                <a:cubicBezTo>
                  <a:pt x="21677" y="32882"/>
                  <a:pt x="21964" y="31090"/>
                  <a:pt x="21964" y="28721"/>
                </a:cubicBezTo>
                <a:lnTo>
                  <a:pt x="21964" y="26750"/>
                </a:lnTo>
                <a:close/>
                <a:moveTo>
                  <a:pt x="56100" y="42621"/>
                </a:moveTo>
                <a:lnTo>
                  <a:pt x="56100" y="37985"/>
                </a:lnTo>
                <a:cubicBezTo>
                  <a:pt x="53643" y="41551"/>
                  <a:pt x="50304" y="43334"/>
                  <a:pt x="46084" y="43334"/>
                </a:cubicBezTo>
                <a:cubicBezTo>
                  <a:pt x="44221" y="43334"/>
                  <a:pt x="42482" y="42978"/>
                  <a:pt x="40867" y="42265"/>
                </a:cubicBezTo>
                <a:cubicBezTo>
                  <a:pt x="39253" y="41551"/>
                  <a:pt x="38054" y="40655"/>
                  <a:pt x="37271" y="39575"/>
                </a:cubicBezTo>
                <a:cubicBezTo>
                  <a:pt x="36488" y="38495"/>
                  <a:pt x="35939" y="37172"/>
                  <a:pt x="35622" y="35607"/>
                </a:cubicBezTo>
                <a:cubicBezTo>
                  <a:pt x="35404" y="34557"/>
                  <a:pt x="35295" y="32892"/>
                  <a:pt x="35295" y="30614"/>
                </a:cubicBezTo>
                <a:lnTo>
                  <a:pt x="35295" y="11057"/>
                </a:lnTo>
                <a:lnTo>
                  <a:pt x="40645" y="11057"/>
                </a:lnTo>
                <a:lnTo>
                  <a:pt x="40645" y="28563"/>
                </a:lnTo>
                <a:cubicBezTo>
                  <a:pt x="40645" y="31357"/>
                  <a:pt x="40754" y="33239"/>
                  <a:pt x="40971" y="34210"/>
                </a:cubicBezTo>
                <a:cubicBezTo>
                  <a:pt x="41308" y="35617"/>
                  <a:pt x="42022" y="36721"/>
                  <a:pt x="43111" y="37524"/>
                </a:cubicBezTo>
                <a:cubicBezTo>
                  <a:pt x="44201" y="38326"/>
                  <a:pt x="45549" y="38728"/>
                  <a:pt x="47154" y="38728"/>
                </a:cubicBezTo>
                <a:cubicBezTo>
                  <a:pt x="48759" y="38728"/>
                  <a:pt x="50265" y="38316"/>
                  <a:pt x="51671" y="37494"/>
                </a:cubicBezTo>
                <a:cubicBezTo>
                  <a:pt x="53078" y="36672"/>
                  <a:pt x="54074" y="35552"/>
                  <a:pt x="54658" y="34136"/>
                </a:cubicBezTo>
                <a:cubicBezTo>
                  <a:pt x="55243" y="32719"/>
                  <a:pt x="55535" y="30663"/>
                  <a:pt x="55535" y="27968"/>
                </a:cubicBezTo>
                <a:lnTo>
                  <a:pt x="55535" y="11057"/>
                </a:lnTo>
                <a:lnTo>
                  <a:pt x="60885" y="11057"/>
                </a:lnTo>
                <a:lnTo>
                  <a:pt x="60885" y="42621"/>
                </a:lnTo>
                <a:lnTo>
                  <a:pt x="56100" y="42621"/>
                </a:lnTo>
                <a:close/>
                <a:moveTo>
                  <a:pt x="80695" y="37895"/>
                </a:moveTo>
                <a:lnTo>
                  <a:pt x="81467" y="42621"/>
                </a:lnTo>
                <a:cubicBezTo>
                  <a:pt x="79962" y="42899"/>
                  <a:pt x="78614" y="43037"/>
                  <a:pt x="77425" y="43037"/>
                </a:cubicBezTo>
                <a:cubicBezTo>
                  <a:pt x="75483" y="43037"/>
                  <a:pt x="73978" y="42730"/>
                  <a:pt x="72908" y="42116"/>
                </a:cubicBezTo>
                <a:cubicBezTo>
                  <a:pt x="71838" y="41502"/>
                  <a:pt x="71085" y="40694"/>
                  <a:pt x="70649" y="39694"/>
                </a:cubicBezTo>
                <a:cubicBezTo>
                  <a:pt x="70213" y="38693"/>
                  <a:pt x="69995" y="36588"/>
                  <a:pt x="69995" y="33378"/>
                </a:cubicBezTo>
                <a:lnTo>
                  <a:pt x="69995" y="15218"/>
                </a:lnTo>
                <a:lnTo>
                  <a:pt x="66071" y="15218"/>
                </a:lnTo>
                <a:lnTo>
                  <a:pt x="66071" y="11057"/>
                </a:lnTo>
                <a:lnTo>
                  <a:pt x="69995" y="11057"/>
                </a:lnTo>
                <a:lnTo>
                  <a:pt x="69995" y="3218"/>
                </a:lnTo>
                <a:lnTo>
                  <a:pt x="75315" y="0"/>
                </a:lnTo>
                <a:lnTo>
                  <a:pt x="75315" y="11057"/>
                </a:lnTo>
                <a:lnTo>
                  <a:pt x="80695" y="11057"/>
                </a:lnTo>
                <a:lnTo>
                  <a:pt x="80695" y="15218"/>
                </a:lnTo>
                <a:lnTo>
                  <a:pt x="75315" y="15218"/>
                </a:lnTo>
                <a:lnTo>
                  <a:pt x="75315" y="33675"/>
                </a:lnTo>
                <a:cubicBezTo>
                  <a:pt x="75315" y="35201"/>
                  <a:pt x="75409" y="36181"/>
                  <a:pt x="75597" y="36617"/>
                </a:cubicBezTo>
                <a:cubicBezTo>
                  <a:pt x="75786" y="37053"/>
                  <a:pt x="76093" y="37400"/>
                  <a:pt x="76519" y="37658"/>
                </a:cubicBezTo>
                <a:cubicBezTo>
                  <a:pt x="76945" y="37915"/>
                  <a:pt x="77554" y="38044"/>
                  <a:pt x="78347" y="38044"/>
                </a:cubicBezTo>
                <a:cubicBezTo>
                  <a:pt x="78941" y="38044"/>
                  <a:pt x="79724" y="37994"/>
                  <a:pt x="80695" y="37895"/>
                </a:cubicBezTo>
                <a:close/>
                <a:moveTo>
                  <a:pt x="84249" y="26839"/>
                </a:moveTo>
                <a:cubicBezTo>
                  <a:pt x="84249" y="20994"/>
                  <a:pt x="85874" y="16664"/>
                  <a:pt x="89123" y="13850"/>
                </a:cubicBezTo>
                <a:cubicBezTo>
                  <a:pt x="91838" y="11512"/>
                  <a:pt x="95147" y="10343"/>
                  <a:pt x="99050" y="10343"/>
                </a:cubicBezTo>
                <a:cubicBezTo>
                  <a:pt x="103390" y="10343"/>
                  <a:pt x="106937" y="11765"/>
                  <a:pt x="109691" y="14608"/>
                </a:cubicBezTo>
                <a:cubicBezTo>
                  <a:pt x="112445" y="17452"/>
                  <a:pt x="113822" y="21380"/>
                  <a:pt x="113822" y="26393"/>
                </a:cubicBezTo>
                <a:cubicBezTo>
                  <a:pt x="113822" y="30455"/>
                  <a:pt x="113213" y="33650"/>
                  <a:pt x="111994" y="35978"/>
                </a:cubicBezTo>
                <a:cubicBezTo>
                  <a:pt x="110776" y="38307"/>
                  <a:pt x="109002" y="40115"/>
                  <a:pt x="106674" y="41403"/>
                </a:cubicBezTo>
                <a:cubicBezTo>
                  <a:pt x="104346" y="42691"/>
                  <a:pt x="101805" y="43334"/>
                  <a:pt x="99050" y="43334"/>
                </a:cubicBezTo>
                <a:cubicBezTo>
                  <a:pt x="94632" y="43334"/>
                  <a:pt x="91060" y="41918"/>
                  <a:pt x="88336" y="39084"/>
                </a:cubicBezTo>
                <a:cubicBezTo>
                  <a:pt x="85611" y="36251"/>
                  <a:pt x="84249" y="32169"/>
                  <a:pt x="84249" y="26839"/>
                </a:cubicBezTo>
                <a:moveTo>
                  <a:pt x="89748" y="26824"/>
                </a:moveTo>
                <a:cubicBezTo>
                  <a:pt x="89748" y="30851"/>
                  <a:pt x="90629" y="33867"/>
                  <a:pt x="92393" y="35871"/>
                </a:cubicBezTo>
                <a:cubicBezTo>
                  <a:pt x="94156" y="37874"/>
                  <a:pt x="96375" y="38876"/>
                  <a:pt x="99050" y="38876"/>
                </a:cubicBezTo>
                <a:cubicBezTo>
                  <a:pt x="101706" y="38876"/>
                  <a:pt x="103915" y="37869"/>
                  <a:pt x="105678" y="35856"/>
                </a:cubicBezTo>
                <a:cubicBezTo>
                  <a:pt x="107442" y="33842"/>
                  <a:pt x="108324" y="30772"/>
                  <a:pt x="108324" y="26647"/>
                </a:cubicBezTo>
                <a:cubicBezTo>
                  <a:pt x="108324" y="22757"/>
                  <a:pt x="107437" y="19811"/>
                  <a:pt x="105664" y="17807"/>
                </a:cubicBezTo>
                <a:cubicBezTo>
                  <a:pt x="103890" y="15803"/>
                  <a:pt x="101686" y="14801"/>
                  <a:pt x="99050" y="14801"/>
                </a:cubicBezTo>
                <a:cubicBezTo>
                  <a:pt x="96375" y="14801"/>
                  <a:pt x="94156" y="15798"/>
                  <a:pt x="92393" y="17792"/>
                </a:cubicBezTo>
                <a:cubicBezTo>
                  <a:pt x="90629" y="19786"/>
                  <a:pt x="89748" y="22797"/>
                  <a:pt x="89748" y="26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9A2E7-F6BC-4162-9B78-9E3936C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8" y="2879731"/>
            <a:ext cx="108601" cy="97748"/>
          </a:xfrm>
          <a:custGeom xmlns:a="http://schemas.openxmlformats.org/drawingml/2006/main">
            <a:pathLst>
              <a:path w="108601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6"/>
                  <a:pt x="53100" y="15956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1" y="88244"/>
                </a:lnTo>
                <a:cubicBezTo>
                  <a:pt x="108601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3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Text helpers">
            <a:extLst xmlns:a="http://schemas.openxmlformats.org/drawingml/2006/main">
              <a:ext uri="{FF2B5EF4-FFF2-40B4-BE49-F238E27FC236}">
                <a16:creationId xmlns:a16="http://schemas.microsoft.com/office/drawing/2014/main" id="{7F1A04B1-424C-433D-804E-33795108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3" y="2916562"/>
            <a:ext cx="192077" cy="55699"/>
          </a:xfrm>
          <a:custGeom xmlns:a="http://schemas.openxmlformats.org/drawingml/2006/main">
            <a:pathLst>
              <a:path w="192077" h="55699">
                <a:moveTo>
                  <a:pt x="0" y="43572"/>
                </a:moveTo>
                <a:lnTo>
                  <a:pt x="0" y="0"/>
                </a:lnTo>
                <a:lnTo>
                  <a:pt x="5350" y="0"/>
                </a:lnTo>
                <a:lnTo>
                  <a:pt x="5350" y="15634"/>
                </a:lnTo>
                <a:cubicBezTo>
                  <a:pt x="7847" y="12741"/>
                  <a:pt x="10997" y="11294"/>
                  <a:pt x="14801" y="11294"/>
                </a:cubicBezTo>
                <a:cubicBezTo>
                  <a:pt x="17140" y="11294"/>
                  <a:pt x="19171" y="11755"/>
                  <a:pt x="20894" y="12676"/>
                </a:cubicBezTo>
                <a:cubicBezTo>
                  <a:pt x="22618" y="13598"/>
                  <a:pt x="23852" y="14871"/>
                  <a:pt x="24595" y="16496"/>
                </a:cubicBezTo>
                <a:cubicBezTo>
                  <a:pt x="25338" y="18120"/>
                  <a:pt x="25709" y="20478"/>
                  <a:pt x="25709" y="23569"/>
                </a:cubicBezTo>
                <a:lnTo>
                  <a:pt x="25709" y="43572"/>
                </a:lnTo>
                <a:lnTo>
                  <a:pt x="20359" y="43572"/>
                </a:lnTo>
                <a:lnTo>
                  <a:pt x="20359" y="23569"/>
                </a:lnTo>
                <a:cubicBezTo>
                  <a:pt x="20359" y="20894"/>
                  <a:pt x="19780" y="18948"/>
                  <a:pt x="18621" y="17729"/>
                </a:cubicBezTo>
                <a:cubicBezTo>
                  <a:pt x="17462" y="16511"/>
                  <a:pt x="15822" y="15901"/>
                  <a:pt x="13702" y="15901"/>
                </a:cubicBezTo>
                <a:cubicBezTo>
                  <a:pt x="12117" y="15901"/>
                  <a:pt x="10626" y="16312"/>
                  <a:pt x="9229" y="17135"/>
                </a:cubicBezTo>
                <a:cubicBezTo>
                  <a:pt x="7832" y="17957"/>
                  <a:pt x="6836" y="19072"/>
                  <a:pt x="6242" y="20478"/>
                </a:cubicBezTo>
                <a:cubicBezTo>
                  <a:pt x="5647" y="21885"/>
                  <a:pt x="5350" y="23827"/>
                  <a:pt x="5350" y="26304"/>
                </a:cubicBezTo>
                <a:lnTo>
                  <a:pt x="5350" y="43572"/>
                </a:lnTo>
                <a:lnTo>
                  <a:pt x="0" y="43572"/>
                </a:lnTo>
                <a:close/>
                <a:moveTo>
                  <a:pt x="55208" y="33407"/>
                </a:moveTo>
                <a:lnTo>
                  <a:pt x="60737" y="34091"/>
                </a:lnTo>
                <a:cubicBezTo>
                  <a:pt x="59865" y="37321"/>
                  <a:pt x="58250" y="39827"/>
                  <a:pt x="55892" y="41611"/>
                </a:cubicBezTo>
                <a:cubicBezTo>
                  <a:pt x="53534" y="43394"/>
                  <a:pt x="50522" y="44286"/>
                  <a:pt x="46856" y="44286"/>
                </a:cubicBezTo>
                <a:cubicBezTo>
                  <a:pt x="42240" y="44286"/>
                  <a:pt x="38579" y="42864"/>
                  <a:pt x="35874" y="40021"/>
                </a:cubicBezTo>
                <a:cubicBezTo>
                  <a:pt x="33169" y="37177"/>
                  <a:pt x="31817" y="33189"/>
                  <a:pt x="31817" y="28057"/>
                </a:cubicBezTo>
                <a:cubicBezTo>
                  <a:pt x="31817" y="22747"/>
                  <a:pt x="33184" y="18626"/>
                  <a:pt x="35919" y="15693"/>
                </a:cubicBezTo>
                <a:cubicBezTo>
                  <a:pt x="38653" y="12761"/>
                  <a:pt x="42200" y="11294"/>
                  <a:pt x="46559" y="11294"/>
                </a:cubicBezTo>
                <a:cubicBezTo>
                  <a:pt x="50780" y="11294"/>
                  <a:pt x="54227" y="12729"/>
                  <a:pt x="56902" y="15597"/>
                </a:cubicBezTo>
                <a:cubicBezTo>
                  <a:pt x="59577" y="18466"/>
                  <a:pt x="60915" y="22501"/>
                  <a:pt x="60915" y="27704"/>
                </a:cubicBezTo>
                <a:cubicBezTo>
                  <a:pt x="60915" y="28020"/>
                  <a:pt x="60905" y="28495"/>
                  <a:pt x="60885" y="29127"/>
                </a:cubicBezTo>
                <a:lnTo>
                  <a:pt x="37345" y="29127"/>
                </a:lnTo>
                <a:cubicBezTo>
                  <a:pt x="37544" y="32585"/>
                  <a:pt x="38524" y="35233"/>
                  <a:pt x="40288" y="37071"/>
                </a:cubicBezTo>
                <a:cubicBezTo>
                  <a:pt x="42051" y="38908"/>
                  <a:pt x="44251" y="39827"/>
                  <a:pt x="46886" y="39827"/>
                </a:cubicBezTo>
                <a:cubicBezTo>
                  <a:pt x="48848" y="39827"/>
                  <a:pt x="50522" y="39317"/>
                  <a:pt x="51909" y="38297"/>
                </a:cubicBezTo>
                <a:cubicBezTo>
                  <a:pt x="53296" y="37276"/>
                  <a:pt x="54396" y="35646"/>
                  <a:pt x="55208" y="33407"/>
                </a:cubicBezTo>
                <a:moveTo>
                  <a:pt x="37643" y="24669"/>
                </a:moveTo>
                <a:lnTo>
                  <a:pt x="55268" y="24669"/>
                </a:lnTo>
                <a:cubicBezTo>
                  <a:pt x="55030" y="22057"/>
                  <a:pt x="54356" y="20098"/>
                  <a:pt x="53247" y="18793"/>
                </a:cubicBezTo>
                <a:cubicBezTo>
                  <a:pt x="51543" y="16766"/>
                  <a:pt x="49333" y="15753"/>
                  <a:pt x="46619" y="15753"/>
                </a:cubicBezTo>
                <a:cubicBezTo>
                  <a:pt x="44162" y="15753"/>
                  <a:pt x="42096" y="16562"/>
                  <a:pt x="40422" y="18180"/>
                </a:cubicBezTo>
                <a:cubicBezTo>
                  <a:pt x="38747" y="19797"/>
                  <a:pt x="37821" y="21960"/>
                  <a:pt x="37643" y="24669"/>
                </a:cubicBezTo>
                <a:close/>
                <a:moveTo>
                  <a:pt x="67082" y="43572"/>
                </a:moveTo>
                <a:lnTo>
                  <a:pt x="67082" y="0"/>
                </a:lnTo>
                <a:lnTo>
                  <a:pt x="72432" y="0"/>
                </a:lnTo>
                <a:lnTo>
                  <a:pt x="72432" y="43572"/>
                </a:lnTo>
                <a:lnTo>
                  <a:pt x="67082" y="43572"/>
                </a:lnTo>
                <a:close/>
                <a:moveTo>
                  <a:pt x="80714" y="55699"/>
                </a:moveTo>
                <a:lnTo>
                  <a:pt x="80714" y="12008"/>
                </a:lnTo>
                <a:lnTo>
                  <a:pt x="85589" y="12008"/>
                </a:lnTo>
                <a:lnTo>
                  <a:pt x="85589" y="16080"/>
                </a:lnTo>
                <a:cubicBezTo>
                  <a:pt x="86738" y="14484"/>
                  <a:pt x="88036" y="13288"/>
                  <a:pt x="89482" y="12491"/>
                </a:cubicBezTo>
                <a:cubicBezTo>
                  <a:pt x="90929" y="11693"/>
                  <a:pt x="92682" y="11294"/>
                  <a:pt x="94743" y="11294"/>
                </a:cubicBezTo>
                <a:cubicBezTo>
                  <a:pt x="97438" y="11294"/>
                  <a:pt x="99815" y="11988"/>
                  <a:pt x="101876" y="13375"/>
                </a:cubicBezTo>
                <a:cubicBezTo>
                  <a:pt x="103937" y="14762"/>
                  <a:pt x="105492" y="16719"/>
                  <a:pt x="106542" y="19245"/>
                </a:cubicBezTo>
                <a:cubicBezTo>
                  <a:pt x="107593" y="21771"/>
                  <a:pt x="108118" y="24540"/>
                  <a:pt x="108118" y="27552"/>
                </a:cubicBezTo>
                <a:cubicBezTo>
                  <a:pt x="108118" y="30782"/>
                  <a:pt x="107538" y="33690"/>
                  <a:pt x="106379" y="36276"/>
                </a:cubicBezTo>
                <a:cubicBezTo>
                  <a:pt x="105220" y="38861"/>
                  <a:pt x="103536" y="40843"/>
                  <a:pt x="101326" y="42220"/>
                </a:cubicBezTo>
                <a:cubicBezTo>
                  <a:pt x="99117" y="43597"/>
                  <a:pt x="96794" y="44286"/>
                  <a:pt x="94357" y="44286"/>
                </a:cubicBezTo>
                <a:cubicBezTo>
                  <a:pt x="92573" y="44286"/>
                  <a:pt x="90973" y="43904"/>
                  <a:pt x="89556" y="43141"/>
                </a:cubicBezTo>
                <a:cubicBezTo>
                  <a:pt x="88140" y="42378"/>
                  <a:pt x="86976" y="41414"/>
                  <a:pt x="86064" y="40249"/>
                </a:cubicBezTo>
                <a:lnTo>
                  <a:pt x="86064" y="55699"/>
                </a:lnTo>
                <a:lnTo>
                  <a:pt x="80714" y="55699"/>
                </a:lnTo>
                <a:moveTo>
                  <a:pt x="85559" y="27924"/>
                </a:moveTo>
                <a:cubicBezTo>
                  <a:pt x="85559" y="31981"/>
                  <a:pt x="86381" y="34979"/>
                  <a:pt x="88026" y="36918"/>
                </a:cubicBezTo>
                <a:cubicBezTo>
                  <a:pt x="89670" y="38858"/>
                  <a:pt x="91662" y="39827"/>
                  <a:pt x="94000" y="39827"/>
                </a:cubicBezTo>
                <a:cubicBezTo>
                  <a:pt x="96378" y="39827"/>
                  <a:pt x="98414" y="38823"/>
                  <a:pt x="100108" y="36814"/>
                </a:cubicBezTo>
                <a:cubicBezTo>
                  <a:pt x="101802" y="34806"/>
                  <a:pt x="102649" y="31693"/>
                  <a:pt x="102649" y="27478"/>
                </a:cubicBezTo>
                <a:cubicBezTo>
                  <a:pt x="102649" y="23460"/>
                  <a:pt x="101822" y="20452"/>
                  <a:pt x="100167" y="18454"/>
                </a:cubicBezTo>
                <a:cubicBezTo>
                  <a:pt x="98513" y="16455"/>
                  <a:pt x="96536" y="15455"/>
                  <a:pt x="94238" y="15455"/>
                </a:cubicBezTo>
                <a:cubicBezTo>
                  <a:pt x="91959" y="15455"/>
                  <a:pt x="89943" y="16519"/>
                  <a:pt x="88189" y="18647"/>
                </a:cubicBezTo>
                <a:cubicBezTo>
                  <a:pt x="86436" y="20774"/>
                  <a:pt x="85559" y="23867"/>
                  <a:pt x="85559" y="27924"/>
                </a:cubicBezTo>
                <a:close/>
                <a:moveTo>
                  <a:pt x="136166" y="33407"/>
                </a:moveTo>
                <a:lnTo>
                  <a:pt x="141694" y="34091"/>
                </a:lnTo>
                <a:cubicBezTo>
                  <a:pt x="140822" y="37321"/>
                  <a:pt x="139207" y="39827"/>
                  <a:pt x="136850" y="41611"/>
                </a:cubicBezTo>
                <a:cubicBezTo>
                  <a:pt x="134492" y="43394"/>
                  <a:pt x="131480" y="44286"/>
                  <a:pt x="127814" y="44286"/>
                </a:cubicBezTo>
                <a:cubicBezTo>
                  <a:pt x="123197" y="44286"/>
                  <a:pt x="119537" y="42864"/>
                  <a:pt x="116832" y="40021"/>
                </a:cubicBezTo>
                <a:cubicBezTo>
                  <a:pt x="114127" y="37177"/>
                  <a:pt x="112775" y="33189"/>
                  <a:pt x="112775" y="28057"/>
                </a:cubicBezTo>
                <a:cubicBezTo>
                  <a:pt x="112775" y="22747"/>
                  <a:pt x="114142" y="18626"/>
                  <a:pt x="116876" y="15693"/>
                </a:cubicBezTo>
                <a:cubicBezTo>
                  <a:pt x="119611" y="12761"/>
                  <a:pt x="123158" y="11294"/>
                  <a:pt x="127517" y="11294"/>
                </a:cubicBezTo>
                <a:cubicBezTo>
                  <a:pt x="131737" y="11294"/>
                  <a:pt x="135185" y="12729"/>
                  <a:pt x="137860" y="15597"/>
                </a:cubicBezTo>
                <a:cubicBezTo>
                  <a:pt x="140535" y="18466"/>
                  <a:pt x="141873" y="22501"/>
                  <a:pt x="141873" y="27704"/>
                </a:cubicBezTo>
                <a:cubicBezTo>
                  <a:pt x="141873" y="28020"/>
                  <a:pt x="141863" y="28495"/>
                  <a:pt x="141843" y="29127"/>
                </a:cubicBezTo>
                <a:lnTo>
                  <a:pt x="118303" y="29127"/>
                </a:lnTo>
                <a:cubicBezTo>
                  <a:pt x="118501" y="32585"/>
                  <a:pt x="119482" y="35233"/>
                  <a:pt x="121246" y="37071"/>
                </a:cubicBezTo>
                <a:cubicBezTo>
                  <a:pt x="123009" y="38908"/>
                  <a:pt x="125208" y="39827"/>
                  <a:pt x="127844" y="39827"/>
                </a:cubicBezTo>
                <a:cubicBezTo>
                  <a:pt x="129805" y="39827"/>
                  <a:pt x="131480" y="39317"/>
                  <a:pt x="132867" y="38297"/>
                </a:cubicBezTo>
                <a:cubicBezTo>
                  <a:pt x="134254" y="37276"/>
                  <a:pt x="135354" y="35646"/>
                  <a:pt x="136166" y="33407"/>
                </a:cubicBezTo>
                <a:moveTo>
                  <a:pt x="118600" y="24669"/>
                </a:moveTo>
                <a:lnTo>
                  <a:pt x="136225" y="24669"/>
                </a:lnTo>
                <a:cubicBezTo>
                  <a:pt x="135988" y="22057"/>
                  <a:pt x="135314" y="20098"/>
                  <a:pt x="134204" y="18793"/>
                </a:cubicBezTo>
                <a:cubicBezTo>
                  <a:pt x="132500" y="16766"/>
                  <a:pt x="130291" y="15753"/>
                  <a:pt x="127576" y="15753"/>
                </a:cubicBezTo>
                <a:cubicBezTo>
                  <a:pt x="125119" y="15753"/>
                  <a:pt x="123054" y="16562"/>
                  <a:pt x="121379" y="18180"/>
                </a:cubicBezTo>
                <a:cubicBezTo>
                  <a:pt x="119705" y="19797"/>
                  <a:pt x="118779" y="21960"/>
                  <a:pt x="118600" y="24669"/>
                </a:cubicBezTo>
                <a:close/>
                <a:moveTo>
                  <a:pt x="147977" y="43572"/>
                </a:moveTo>
                <a:lnTo>
                  <a:pt x="147977" y="12008"/>
                </a:lnTo>
                <a:lnTo>
                  <a:pt x="152792" y="12008"/>
                </a:lnTo>
                <a:lnTo>
                  <a:pt x="152792" y="16763"/>
                </a:lnTo>
                <a:cubicBezTo>
                  <a:pt x="154021" y="14536"/>
                  <a:pt x="155155" y="13068"/>
                  <a:pt x="156196" y="12359"/>
                </a:cubicBezTo>
                <a:cubicBezTo>
                  <a:pt x="157236" y="11649"/>
                  <a:pt x="158380" y="11294"/>
                  <a:pt x="159628" y="11294"/>
                </a:cubicBezTo>
                <a:cubicBezTo>
                  <a:pt x="161432" y="11294"/>
                  <a:pt x="163264" y="11866"/>
                  <a:pt x="165127" y="13011"/>
                </a:cubicBezTo>
                <a:lnTo>
                  <a:pt x="163284" y="17952"/>
                </a:lnTo>
                <a:cubicBezTo>
                  <a:pt x="161976" y="17179"/>
                  <a:pt x="160669" y="16793"/>
                  <a:pt x="159361" y="16793"/>
                </a:cubicBezTo>
                <a:cubicBezTo>
                  <a:pt x="158192" y="16793"/>
                  <a:pt x="157142" y="17145"/>
                  <a:pt x="156210" y="17850"/>
                </a:cubicBezTo>
                <a:cubicBezTo>
                  <a:pt x="155279" y="18554"/>
                  <a:pt x="154615" y="19531"/>
                  <a:pt x="154219" y="20780"/>
                </a:cubicBezTo>
                <a:cubicBezTo>
                  <a:pt x="153625" y="22684"/>
                  <a:pt x="153327" y="24767"/>
                  <a:pt x="153327" y="27028"/>
                </a:cubicBezTo>
                <a:lnTo>
                  <a:pt x="153327" y="43572"/>
                </a:lnTo>
                <a:lnTo>
                  <a:pt x="147977" y="43572"/>
                </a:lnTo>
                <a:close/>
                <a:moveTo>
                  <a:pt x="165862" y="34121"/>
                </a:moveTo>
                <a:lnTo>
                  <a:pt x="171153" y="33289"/>
                </a:lnTo>
                <a:cubicBezTo>
                  <a:pt x="171450" y="35399"/>
                  <a:pt x="172277" y="37017"/>
                  <a:pt x="173635" y="38142"/>
                </a:cubicBezTo>
                <a:cubicBezTo>
                  <a:pt x="174992" y="39265"/>
                  <a:pt x="176889" y="39827"/>
                  <a:pt x="179326" y="39827"/>
                </a:cubicBezTo>
                <a:cubicBezTo>
                  <a:pt x="181783" y="39827"/>
                  <a:pt x="183606" y="39331"/>
                  <a:pt x="184795" y="38338"/>
                </a:cubicBezTo>
                <a:cubicBezTo>
                  <a:pt x="185984" y="37345"/>
                  <a:pt x="186579" y="36181"/>
                  <a:pt x="186579" y="34844"/>
                </a:cubicBezTo>
                <a:cubicBezTo>
                  <a:pt x="186579" y="33645"/>
                  <a:pt x="186053" y="32701"/>
                  <a:pt x="185003" y="32013"/>
                </a:cubicBezTo>
                <a:cubicBezTo>
                  <a:pt x="184270" y="31541"/>
                  <a:pt x="182447" y="30942"/>
                  <a:pt x="179534" y="30214"/>
                </a:cubicBezTo>
                <a:cubicBezTo>
                  <a:pt x="175611" y="29223"/>
                  <a:pt x="172892" y="28365"/>
                  <a:pt x="171376" y="27641"/>
                </a:cubicBezTo>
                <a:cubicBezTo>
                  <a:pt x="169860" y="26917"/>
                  <a:pt x="168711" y="25916"/>
                  <a:pt x="167928" y="24637"/>
                </a:cubicBezTo>
                <a:cubicBezTo>
                  <a:pt x="167145" y="23357"/>
                  <a:pt x="166754" y="21944"/>
                  <a:pt x="166754" y="20398"/>
                </a:cubicBezTo>
                <a:cubicBezTo>
                  <a:pt x="166754" y="18989"/>
                  <a:pt x="167076" y="17685"/>
                  <a:pt x="167720" y="16485"/>
                </a:cubicBezTo>
                <a:cubicBezTo>
                  <a:pt x="168364" y="15285"/>
                  <a:pt x="169241" y="14289"/>
                  <a:pt x="170350" y="13496"/>
                </a:cubicBezTo>
                <a:cubicBezTo>
                  <a:pt x="171183" y="12881"/>
                  <a:pt x="172317" y="12360"/>
                  <a:pt x="173754" y="11934"/>
                </a:cubicBezTo>
                <a:cubicBezTo>
                  <a:pt x="175190" y="11508"/>
                  <a:pt x="176731" y="11294"/>
                  <a:pt x="178375" y="11294"/>
                </a:cubicBezTo>
                <a:cubicBezTo>
                  <a:pt x="180852" y="11294"/>
                  <a:pt x="183027" y="11653"/>
                  <a:pt x="184899" y="12372"/>
                </a:cubicBezTo>
                <a:cubicBezTo>
                  <a:pt x="186772" y="13089"/>
                  <a:pt x="188154" y="14062"/>
                  <a:pt x="189045" y="15289"/>
                </a:cubicBezTo>
                <a:cubicBezTo>
                  <a:pt x="189937" y="16516"/>
                  <a:pt x="190551" y="18156"/>
                  <a:pt x="190888" y="20211"/>
                </a:cubicBezTo>
                <a:lnTo>
                  <a:pt x="185657" y="20924"/>
                </a:lnTo>
                <a:cubicBezTo>
                  <a:pt x="185419" y="19299"/>
                  <a:pt x="184731" y="18031"/>
                  <a:pt x="183591" y="17120"/>
                </a:cubicBezTo>
                <a:cubicBezTo>
                  <a:pt x="182452" y="16208"/>
                  <a:pt x="180842" y="15753"/>
                  <a:pt x="178762" y="15753"/>
                </a:cubicBezTo>
                <a:cubicBezTo>
                  <a:pt x="176305" y="15753"/>
                  <a:pt x="174551" y="16157"/>
                  <a:pt x="173501" y="16966"/>
                </a:cubicBezTo>
                <a:cubicBezTo>
                  <a:pt x="172451" y="17774"/>
                  <a:pt x="171926" y="18720"/>
                  <a:pt x="171926" y="19805"/>
                </a:cubicBezTo>
                <a:cubicBezTo>
                  <a:pt x="171926" y="20495"/>
                  <a:pt x="172144" y="21116"/>
                  <a:pt x="172580" y="21668"/>
                </a:cubicBezTo>
                <a:cubicBezTo>
                  <a:pt x="173015" y="22240"/>
                  <a:pt x="173699" y="22713"/>
                  <a:pt x="174630" y="23087"/>
                </a:cubicBezTo>
                <a:cubicBezTo>
                  <a:pt x="175165" y="23285"/>
                  <a:pt x="176741" y="23738"/>
                  <a:pt x="179356" y="24448"/>
                </a:cubicBezTo>
                <a:cubicBezTo>
                  <a:pt x="183141" y="25458"/>
                  <a:pt x="185781" y="26285"/>
                  <a:pt x="187277" y="26928"/>
                </a:cubicBezTo>
                <a:cubicBezTo>
                  <a:pt x="188773" y="27571"/>
                  <a:pt x="189947" y="28507"/>
                  <a:pt x="190799" y="29735"/>
                </a:cubicBezTo>
                <a:cubicBezTo>
                  <a:pt x="191651" y="30962"/>
                  <a:pt x="192077" y="32486"/>
                  <a:pt x="192077" y="34307"/>
                </a:cubicBezTo>
                <a:cubicBezTo>
                  <a:pt x="192077" y="36089"/>
                  <a:pt x="191557" y="37768"/>
                  <a:pt x="190517" y="39342"/>
                </a:cubicBezTo>
                <a:cubicBezTo>
                  <a:pt x="189476" y="40915"/>
                  <a:pt x="187975" y="42132"/>
                  <a:pt x="186014" y="42994"/>
                </a:cubicBezTo>
                <a:cubicBezTo>
                  <a:pt x="184052" y="43855"/>
                  <a:pt x="181833" y="44286"/>
                  <a:pt x="179356" y="44286"/>
                </a:cubicBezTo>
                <a:cubicBezTo>
                  <a:pt x="175255" y="44286"/>
                  <a:pt x="172129" y="43431"/>
                  <a:pt x="169979" y="41722"/>
                </a:cubicBezTo>
                <a:cubicBezTo>
                  <a:pt x="167829" y="40013"/>
                  <a:pt x="166457" y="37479"/>
                  <a:pt x="165862" y="34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49404-EA66-452F-B9FE-B1F6F430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35" y="2548578"/>
            <a:ext cx="108602" cy="97748"/>
          </a:xfrm>
          <a:custGeom xmlns:a="http://schemas.openxmlformats.org/drawingml/2006/main">
            <a:pathLst>
              <a:path w="108602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2" y="88245"/>
                </a:lnTo>
                <a:cubicBezTo>
                  <a:pt x="108602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4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Text scripts">
            <a:extLst xmlns:a="http://schemas.openxmlformats.org/drawingml/2006/main">
              <a:ext uri="{FF2B5EF4-FFF2-40B4-BE49-F238E27FC236}">
                <a16:creationId xmlns:a16="http://schemas.microsoft.com/office/drawing/2014/main" id="{35DCB098-8D9D-4162-A30C-F8D19337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76" y="2585333"/>
            <a:ext cx="172243" cy="55699"/>
          </a:xfrm>
          <a:custGeom xmlns:a="http://schemas.openxmlformats.org/drawingml/2006/main">
            <a:pathLst>
              <a:path w="172243" h="55699">
                <a:moveTo>
                  <a:pt x="0" y="34121"/>
                </a:moveTo>
                <a:lnTo>
                  <a:pt x="5290" y="33289"/>
                </a:lnTo>
                <a:cubicBezTo>
                  <a:pt x="5588" y="35399"/>
                  <a:pt x="6415" y="37017"/>
                  <a:pt x="7772" y="38142"/>
                </a:cubicBezTo>
                <a:cubicBezTo>
                  <a:pt x="9130" y="39265"/>
                  <a:pt x="11027" y="39827"/>
                  <a:pt x="13464" y="39827"/>
                </a:cubicBezTo>
                <a:cubicBezTo>
                  <a:pt x="15921" y="39827"/>
                  <a:pt x="17744" y="39331"/>
                  <a:pt x="18933" y="38338"/>
                </a:cubicBezTo>
                <a:cubicBezTo>
                  <a:pt x="20122" y="37345"/>
                  <a:pt x="20716" y="36181"/>
                  <a:pt x="20716" y="34844"/>
                </a:cubicBezTo>
                <a:cubicBezTo>
                  <a:pt x="20716" y="33645"/>
                  <a:pt x="20191" y="32701"/>
                  <a:pt x="19141" y="32013"/>
                </a:cubicBezTo>
                <a:cubicBezTo>
                  <a:pt x="18408" y="31541"/>
                  <a:pt x="16585" y="30942"/>
                  <a:pt x="13672" y="30214"/>
                </a:cubicBezTo>
                <a:cubicBezTo>
                  <a:pt x="9749" y="29223"/>
                  <a:pt x="7029" y="28365"/>
                  <a:pt x="5513" y="27641"/>
                </a:cubicBezTo>
                <a:cubicBezTo>
                  <a:pt x="3998" y="26917"/>
                  <a:pt x="2848" y="25916"/>
                  <a:pt x="2066" y="24637"/>
                </a:cubicBezTo>
                <a:cubicBezTo>
                  <a:pt x="1283" y="23357"/>
                  <a:pt x="892" y="21944"/>
                  <a:pt x="892" y="20398"/>
                </a:cubicBezTo>
                <a:cubicBezTo>
                  <a:pt x="892" y="18989"/>
                  <a:pt x="1214" y="17685"/>
                  <a:pt x="1858" y="16485"/>
                </a:cubicBezTo>
                <a:cubicBezTo>
                  <a:pt x="2502" y="15285"/>
                  <a:pt x="3378" y="14289"/>
                  <a:pt x="4488" y="13496"/>
                </a:cubicBezTo>
                <a:cubicBezTo>
                  <a:pt x="5320" y="12881"/>
                  <a:pt x="6455" y="12360"/>
                  <a:pt x="7891" y="11934"/>
                </a:cubicBezTo>
                <a:cubicBezTo>
                  <a:pt x="9328" y="11508"/>
                  <a:pt x="10868" y="11294"/>
                  <a:pt x="12513" y="11294"/>
                </a:cubicBezTo>
                <a:cubicBezTo>
                  <a:pt x="14990" y="11294"/>
                  <a:pt x="17164" y="11653"/>
                  <a:pt x="19037" y="12372"/>
                </a:cubicBezTo>
                <a:cubicBezTo>
                  <a:pt x="20909" y="13089"/>
                  <a:pt x="22291" y="14062"/>
                  <a:pt x="23183" y="15289"/>
                </a:cubicBezTo>
                <a:cubicBezTo>
                  <a:pt x="24075" y="16516"/>
                  <a:pt x="24689" y="18156"/>
                  <a:pt x="25026" y="20211"/>
                </a:cubicBezTo>
                <a:lnTo>
                  <a:pt x="19795" y="20924"/>
                </a:lnTo>
                <a:cubicBezTo>
                  <a:pt x="19557" y="19299"/>
                  <a:pt x="18868" y="18031"/>
                  <a:pt x="17729" y="17120"/>
                </a:cubicBezTo>
                <a:cubicBezTo>
                  <a:pt x="16590" y="16208"/>
                  <a:pt x="14980" y="15753"/>
                  <a:pt x="12899" y="15753"/>
                </a:cubicBezTo>
                <a:cubicBezTo>
                  <a:pt x="10442" y="15753"/>
                  <a:pt x="8689" y="16157"/>
                  <a:pt x="7639" y="16966"/>
                </a:cubicBezTo>
                <a:cubicBezTo>
                  <a:pt x="6588" y="17774"/>
                  <a:pt x="6063" y="18720"/>
                  <a:pt x="6063" y="19805"/>
                </a:cubicBezTo>
                <a:cubicBezTo>
                  <a:pt x="6063" y="20495"/>
                  <a:pt x="6281" y="21116"/>
                  <a:pt x="6717" y="21668"/>
                </a:cubicBezTo>
                <a:cubicBezTo>
                  <a:pt x="7153" y="22240"/>
                  <a:pt x="7837" y="22713"/>
                  <a:pt x="8768" y="23087"/>
                </a:cubicBezTo>
                <a:cubicBezTo>
                  <a:pt x="9303" y="23285"/>
                  <a:pt x="10878" y="23738"/>
                  <a:pt x="13494" y="24448"/>
                </a:cubicBezTo>
                <a:cubicBezTo>
                  <a:pt x="17278" y="25458"/>
                  <a:pt x="19919" y="26285"/>
                  <a:pt x="21415" y="26928"/>
                </a:cubicBezTo>
                <a:cubicBezTo>
                  <a:pt x="22911" y="27571"/>
                  <a:pt x="24085" y="28507"/>
                  <a:pt x="24937" y="29735"/>
                </a:cubicBezTo>
                <a:cubicBezTo>
                  <a:pt x="25789" y="30962"/>
                  <a:pt x="26215" y="32486"/>
                  <a:pt x="26215" y="34307"/>
                </a:cubicBezTo>
                <a:cubicBezTo>
                  <a:pt x="26215" y="36089"/>
                  <a:pt x="25695" y="37768"/>
                  <a:pt x="24654" y="39342"/>
                </a:cubicBezTo>
                <a:cubicBezTo>
                  <a:pt x="23614" y="40915"/>
                  <a:pt x="22113" y="42132"/>
                  <a:pt x="20151" y="42994"/>
                </a:cubicBezTo>
                <a:cubicBezTo>
                  <a:pt x="18190" y="43855"/>
                  <a:pt x="15971" y="44286"/>
                  <a:pt x="13494" y="44286"/>
                </a:cubicBezTo>
                <a:cubicBezTo>
                  <a:pt x="9392" y="44286"/>
                  <a:pt x="6266" y="43431"/>
                  <a:pt x="4116" y="41722"/>
                </a:cubicBezTo>
                <a:cubicBezTo>
                  <a:pt x="1967" y="40013"/>
                  <a:pt x="594" y="37479"/>
                  <a:pt x="0" y="34121"/>
                </a:cubicBezTo>
                <a:close/>
                <a:moveTo>
                  <a:pt x="53538" y="31981"/>
                </a:moveTo>
                <a:lnTo>
                  <a:pt x="58798" y="32664"/>
                </a:lnTo>
                <a:cubicBezTo>
                  <a:pt x="58224" y="36300"/>
                  <a:pt x="56752" y="39146"/>
                  <a:pt x="54385" y="41202"/>
                </a:cubicBezTo>
                <a:cubicBezTo>
                  <a:pt x="52017" y="43258"/>
                  <a:pt x="49109" y="44286"/>
                  <a:pt x="45661" y="44286"/>
                </a:cubicBezTo>
                <a:cubicBezTo>
                  <a:pt x="41342" y="44286"/>
                  <a:pt x="37869" y="42874"/>
                  <a:pt x="35244" y="40050"/>
                </a:cubicBezTo>
                <a:cubicBezTo>
                  <a:pt x="32618" y="37227"/>
                  <a:pt x="31306" y="33180"/>
                  <a:pt x="31306" y="27909"/>
                </a:cubicBezTo>
                <a:cubicBezTo>
                  <a:pt x="31306" y="24501"/>
                  <a:pt x="31870" y="21519"/>
                  <a:pt x="33000" y="18963"/>
                </a:cubicBezTo>
                <a:cubicBezTo>
                  <a:pt x="34129" y="16406"/>
                  <a:pt x="35848" y="14489"/>
                  <a:pt x="38157" y="13211"/>
                </a:cubicBezTo>
                <a:cubicBezTo>
                  <a:pt x="40465" y="11933"/>
                  <a:pt x="42976" y="11294"/>
                  <a:pt x="45691" y="11294"/>
                </a:cubicBezTo>
                <a:cubicBezTo>
                  <a:pt x="49119" y="11294"/>
                  <a:pt x="51923" y="12164"/>
                  <a:pt x="54102" y="13903"/>
                </a:cubicBezTo>
                <a:cubicBezTo>
                  <a:pt x="56282" y="15642"/>
                  <a:pt x="57679" y="18111"/>
                  <a:pt x="58293" y="21311"/>
                </a:cubicBezTo>
                <a:lnTo>
                  <a:pt x="53092" y="22113"/>
                </a:lnTo>
                <a:cubicBezTo>
                  <a:pt x="52596" y="20003"/>
                  <a:pt x="51720" y="18415"/>
                  <a:pt x="50461" y="17350"/>
                </a:cubicBezTo>
                <a:cubicBezTo>
                  <a:pt x="49203" y="16285"/>
                  <a:pt x="47682" y="15753"/>
                  <a:pt x="45899" y="15753"/>
                </a:cubicBezTo>
                <a:cubicBezTo>
                  <a:pt x="43204" y="15753"/>
                  <a:pt x="41015" y="16714"/>
                  <a:pt x="39331" y="18637"/>
                </a:cubicBezTo>
                <a:cubicBezTo>
                  <a:pt x="37646" y="20559"/>
                  <a:pt x="36804" y="23600"/>
                  <a:pt x="36804" y="27760"/>
                </a:cubicBezTo>
                <a:cubicBezTo>
                  <a:pt x="36804" y="31980"/>
                  <a:pt x="37617" y="35046"/>
                  <a:pt x="39241" y="36959"/>
                </a:cubicBezTo>
                <a:cubicBezTo>
                  <a:pt x="40866" y="38871"/>
                  <a:pt x="42986" y="39827"/>
                  <a:pt x="45602" y="39827"/>
                </a:cubicBezTo>
                <a:cubicBezTo>
                  <a:pt x="47702" y="39827"/>
                  <a:pt x="49456" y="39186"/>
                  <a:pt x="50863" y="37903"/>
                </a:cubicBezTo>
                <a:cubicBezTo>
                  <a:pt x="52269" y="36620"/>
                  <a:pt x="53161" y="34646"/>
                  <a:pt x="53538" y="31981"/>
                </a:cubicBezTo>
                <a:close/>
                <a:moveTo>
                  <a:pt x="63681" y="43572"/>
                </a:moveTo>
                <a:lnTo>
                  <a:pt x="63681" y="12008"/>
                </a:lnTo>
                <a:lnTo>
                  <a:pt x="68496" y="12008"/>
                </a:lnTo>
                <a:lnTo>
                  <a:pt x="68496" y="16763"/>
                </a:lnTo>
                <a:cubicBezTo>
                  <a:pt x="69725" y="14536"/>
                  <a:pt x="70859" y="13068"/>
                  <a:pt x="71899" y="12359"/>
                </a:cubicBezTo>
                <a:cubicBezTo>
                  <a:pt x="72940" y="11649"/>
                  <a:pt x="74084" y="11294"/>
                  <a:pt x="75332" y="11294"/>
                </a:cubicBezTo>
                <a:cubicBezTo>
                  <a:pt x="77135" y="11294"/>
                  <a:pt x="78968" y="11866"/>
                  <a:pt x="80831" y="13011"/>
                </a:cubicBezTo>
                <a:lnTo>
                  <a:pt x="78988" y="17952"/>
                </a:lnTo>
                <a:cubicBezTo>
                  <a:pt x="77680" y="17179"/>
                  <a:pt x="76373" y="16793"/>
                  <a:pt x="75065" y="16793"/>
                </a:cubicBezTo>
                <a:cubicBezTo>
                  <a:pt x="73896" y="16793"/>
                  <a:pt x="72846" y="17145"/>
                  <a:pt x="71914" y="17850"/>
                </a:cubicBezTo>
                <a:cubicBezTo>
                  <a:pt x="70983" y="18554"/>
                  <a:pt x="70319" y="19531"/>
                  <a:pt x="69923" y="20780"/>
                </a:cubicBezTo>
                <a:cubicBezTo>
                  <a:pt x="69328" y="22684"/>
                  <a:pt x="69031" y="24767"/>
                  <a:pt x="69031" y="27028"/>
                </a:cubicBezTo>
                <a:lnTo>
                  <a:pt x="69031" y="43572"/>
                </a:lnTo>
                <a:lnTo>
                  <a:pt x="63681" y="43572"/>
                </a:lnTo>
                <a:close/>
                <a:moveTo>
                  <a:pt x="83736" y="6182"/>
                </a:moveTo>
                <a:lnTo>
                  <a:pt x="83736" y="0"/>
                </a:lnTo>
                <a:lnTo>
                  <a:pt x="89086" y="0"/>
                </a:lnTo>
                <a:lnTo>
                  <a:pt x="89086" y="6182"/>
                </a:lnTo>
                <a:lnTo>
                  <a:pt x="83736" y="6182"/>
                </a:lnTo>
                <a:moveTo>
                  <a:pt x="83736" y="43572"/>
                </a:moveTo>
                <a:lnTo>
                  <a:pt x="83736" y="12008"/>
                </a:lnTo>
                <a:lnTo>
                  <a:pt x="89086" y="12008"/>
                </a:lnTo>
                <a:lnTo>
                  <a:pt x="89086" y="43572"/>
                </a:lnTo>
                <a:lnTo>
                  <a:pt x="83736" y="43572"/>
                </a:lnTo>
                <a:close/>
                <a:moveTo>
                  <a:pt x="97219" y="55699"/>
                </a:moveTo>
                <a:lnTo>
                  <a:pt x="97219" y="12008"/>
                </a:lnTo>
                <a:lnTo>
                  <a:pt x="102094" y="12008"/>
                </a:lnTo>
                <a:lnTo>
                  <a:pt x="102094" y="16080"/>
                </a:lnTo>
                <a:cubicBezTo>
                  <a:pt x="103243" y="14484"/>
                  <a:pt x="104541" y="13288"/>
                  <a:pt x="105987" y="12491"/>
                </a:cubicBezTo>
                <a:cubicBezTo>
                  <a:pt x="107434" y="11693"/>
                  <a:pt x="109187" y="11294"/>
                  <a:pt x="111248" y="11294"/>
                </a:cubicBezTo>
                <a:cubicBezTo>
                  <a:pt x="113943" y="11294"/>
                  <a:pt x="116321" y="11988"/>
                  <a:pt x="118381" y="13375"/>
                </a:cubicBezTo>
                <a:cubicBezTo>
                  <a:pt x="120442" y="14762"/>
                  <a:pt x="121998" y="16719"/>
                  <a:pt x="123048" y="19245"/>
                </a:cubicBezTo>
                <a:cubicBezTo>
                  <a:pt x="124098" y="21771"/>
                  <a:pt x="124623" y="24540"/>
                  <a:pt x="124623" y="27552"/>
                </a:cubicBezTo>
                <a:cubicBezTo>
                  <a:pt x="124623" y="30782"/>
                  <a:pt x="124043" y="33690"/>
                  <a:pt x="122884" y="36276"/>
                </a:cubicBezTo>
                <a:cubicBezTo>
                  <a:pt x="121725" y="38861"/>
                  <a:pt x="120041" y="40843"/>
                  <a:pt x="117832" y="42220"/>
                </a:cubicBezTo>
                <a:cubicBezTo>
                  <a:pt x="115622" y="43597"/>
                  <a:pt x="113299" y="44286"/>
                  <a:pt x="110862" y="44286"/>
                </a:cubicBezTo>
                <a:cubicBezTo>
                  <a:pt x="109078" y="44286"/>
                  <a:pt x="107478" y="43904"/>
                  <a:pt x="106062" y="43141"/>
                </a:cubicBezTo>
                <a:cubicBezTo>
                  <a:pt x="104645" y="42378"/>
                  <a:pt x="103481" y="41414"/>
                  <a:pt x="102569" y="40249"/>
                </a:cubicBezTo>
                <a:lnTo>
                  <a:pt x="102569" y="55699"/>
                </a:lnTo>
                <a:lnTo>
                  <a:pt x="97219" y="55699"/>
                </a:lnTo>
                <a:moveTo>
                  <a:pt x="102064" y="27924"/>
                </a:moveTo>
                <a:cubicBezTo>
                  <a:pt x="102064" y="31981"/>
                  <a:pt x="102886" y="34979"/>
                  <a:pt x="104531" y="36918"/>
                </a:cubicBezTo>
                <a:cubicBezTo>
                  <a:pt x="106176" y="38858"/>
                  <a:pt x="108167" y="39827"/>
                  <a:pt x="110505" y="39827"/>
                </a:cubicBezTo>
                <a:cubicBezTo>
                  <a:pt x="112883" y="39827"/>
                  <a:pt x="114919" y="38823"/>
                  <a:pt x="116613" y="36814"/>
                </a:cubicBezTo>
                <a:cubicBezTo>
                  <a:pt x="118307" y="34806"/>
                  <a:pt x="119154" y="31693"/>
                  <a:pt x="119154" y="27478"/>
                </a:cubicBezTo>
                <a:cubicBezTo>
                  <a:pt x="119154" y="23460"/>
                  <a:pt x="118327" y="20452"/>
                  <a:pt x="116672" y="18454"/>
                </a:cubicBezTo>
                <a:cubicBezTo>
                  <a:pt x="115018" y="16455"/>
                  <a:pt x="113041" y="15455"/>
                  <a:pt x="110743" y="15455"/>
                </a:cubicBezTo>
                <a:cubicBezTo>
                  <a:pt x="108464" y="15455"/>
                  <a:pt x="106448" y="16519"/>
                  <a:pt x="104694" y="18647"/>
                </a:cubicBezTo>
                <a:cubicBezTo>
                  <a:pt x="102941" y="20774"/>
                  <a:pt x="102064" y="23867"/>
                  <a:pt x="102064" y="27924"/>
                </a:cubicBezTo>
                <a:close/>
                <a:moveTo>
                  <a:pt x="142744" y="38846"/>
                </a:moveTo>
                <a:lnTo>
                  <a:pt x="143517" y="43572"/>
                </a:lnTo>
                <a:cubicBezTo>
                  <a:pt x="142011" y="43850"/>
                  <a:pt x="140664" y="43988"/>
                  <a:pt x="139475" y="43988"/>
                </a:cubicBezTo>
                <a:cubicBezTo>
                  <a:pt x="137533" y="43988"/>
                  <a:pt x="136027" y="43681"/>
                  <a:pt x="134957" y="43067"/>
                </a:cubicBezTo>
                <a:cubicBezTo>
                  <a:pt x="133887" y="42453"/>
                  <a:pt x="133134" y="41645"/>
                  <a:pt x="132698" y="40645"/>
                </a:cubicBezTo>
                <a:cubicBezTo>
                  <a:pt x="132262" y="39644"/>
                  <a:pt x="132044" y="37539"/>
                  <a:pt x="132044" y="34329"/>
                </a:cubicBezTo>
                <a:lnTo>
                  <a:pt x="132044" y="16169"/>
                </a:lnTo>
                <a:lnTo>
                  <a:pt x="128121" y="16169"/>
                </a:lnTo>
                <a:lnTo>
                  <a:pt x="128121" y="12008"/>
                </a:lnTo>
                <a:lnTo>
                  <a:pt x="132044" y="12008"/>
                </a:lnTo>
                <a:lnTo>
                  <a:pt x="132044" y="4169"/>
                </a:lnTo>
                <a:lnTo>
                  <a:pt x="137364" y="951"/>
                </a:lnTo>
                <a:lnTo>
                  <a:pt x="137364" y="12008"/>
                </a:lnTo>
                <a:lnTo>
                  <a:pt x="142744" y="12008"/>
                </a:lnTo>
                <a:lnTo>
                  <a:pt x="142744" y="16169"/>
                </a:lnTo>
                <a:lnTo>
                  <a:pt x="137364" y="16169"/>
                </a:lnTo>
                <a:lnTo>
                  <a:pt x="137364" y="34626"/>
                </a:lnTo>
                <a:cubicBezTo>
                  <a:pt x="137364" y="36152"/>
                  <a:pt x="137459" y="37133"/>
                  <a:pt x="137647" y="37568"/>
                </a:cubicBezTo>
                <a:cubicBezTo>
                  <a:pt x="137835" y="38004"/>
                  <a:pt x="138142" y="38351"/>
                  <a:pt x="138568" y="38609"/>
                </a:cubicBezTo>
                <a:cubicBezTo>
                  <a:pt x="138994" y="38866"/>
                  <a:pt x="139604" y="38995"/>
                  <a:pt x="140396" y="38995"/>
                </a:cubicBezTo>
                <a:cubicBezTo>
                  <a:pt x="140991" y="38995"/>
                  <a:pt x="141773" y="38946"/>
                  <a:pt x="142744" y="38846"/>
                </a:cubicBezTo>
                <a:close/>
                <a:moveTo>
                  <a:pt x="146028" y="34121"/>
                </a:moveTo>
                <a:lnTo>
                  <a:pt x="151319" y="33289"/>
                </a:lnTo>
                <a:cubicBezTo>
                  <a:pt x="151616" y="35399"/>
                  <a:pt x="152443" y="37017"/>
                  <a:pt x="153800" y="38142"/>
                </a:cubicBezTo>
                <a:cubicBezTo>
                  <a:pt x="155158" y="39265"/>
                  <a:pt x="157055" y="39827"/>
                  <a:pt x="159492" y="39827"/>
                </a:cubicBezTo>
                <a:cubicBezTo>
                  <a:pt x="161949" y="39827"/>
                  <a:pt x="163772" y="39331"/>
                  <a:pt x="164961" y="38338"/>
                </a:cubicBezTo>
                <a:cubicBezTo>
                  <a:pt x="166150" y="37345"/>
                  <a:pt x="166744" y="36181"/>
                  <a:pt x="166744" y="34844"/>
                </a:cubicBezTo>
                <a:cubicBezTo>
                  <a:pt x="166744" y="33645"/>
                  <a:pt x="166219" y="32701"/>
                  <a:pt x="165169" y="32013"/>
                </a:cubicBezTo>
                <a:cubicBezTo>
                  <a:pt x="164436" y="31541"/>
                  <a:pt x="162613" y="30942"/>
                  <a:pt x="159700" y="30214"/>
                </a:cubicBezTo>
                <a:cubicBezTo>
                  <a:pt x="155777" y="29223"/>
                  <a:pt x="153057" y="28365"/>
                  <a:pt x="151541" y="27641"/>
                </a:cubicBezTo>
                <a:cubicBezTo>
                  <a:pt x="150026" y="26917"/>
                  <a:pt x="148876" y="25916"/>
                  <a:pt x="148094" y="24637"/>
                </a:cubicBezTo>
                <a:cubicBezTo>
                  <a:pt x="147311" y="23357"/>
                  <a:pt x="146920" y="21944"/>
                  <a:pt x="146920" y="20398"/>
                </a:cubicBezTo>
                <a:cubicBezTo>
                  <a:pt x="146920" y="18989"/>
                  <a:pt x="147242" y="17685"/>
                  <a:pt x="147886" y="16485"/>
                </a:cubicBezTo>
                <a:cubicBezTo>
                  <a:pt x="148530" y="15285"/>
                  <a:pt x="149406" y="14289"/>
                  <a:pt x="150516" y="13496"/>
                </a:cubicBezTo>
                <a:cubicBezTo>
                  <a:pt x="151348" y="12881"/>
                  <a:pt x="152483" y="12360"/>
                  <a:pt x="153919" y="11934"/>
                </a:cubicBezTo>
                <a:cubicBezTo>
                  <a:pt x="155356" y="11508"/>
                  <a:pt x="156896" y="11294"/>
                  <a:pt x="158541" y="11294"/>
                </a:cubicBezTo>
                <a:cubicBezTo>
                  <a:pt x="161018" y="11294"/>
                  <a:pt x="163192" y="11653"/>
                  <a:pt x="165065" y="12372"/>
                </a:cubicBezTo>
                <a:cubicBezTo>
                  <a:pt x="166937" y="13089"/>
                  <a:pt x="168319" y="14062"/>
                  <a:pt x="169211" y="15289"/>
                </a:cubicBezTo>
                <a:cubicBezTo>
                  <a:pt x="170103" y="16516"/>
                  <a:pt x="170717" y="18156"/>
                  <a:pt x="171054" y="20211"/>
                </a:cubicBezTo>
                <a:lnTo>
                  <a:pt x="165823" y="20924"/>
                </a:lnTo>
                <a:cubicBezTo>
                  <a:pt x="165585" y="19299"/>
                  <a:pt x="164897" y="18031"/>
                  <a:pt x="163757" y="17120"/>
                </a:cubicBezTo>
                <a:cubicBezTo>
                  <a:pt x="162618" y="16208"/>
                  <a:pt x="161008" y="15753"/>
                  <a:pt x="158927" y="15753"/>
                </a:cubicBezTo>
                <a:cubicBezTo>
                  <a:pt x="156470" y="15753"/>
                  <a:pt x="154717" y="16157"/>
                  <a:pt x="153667" y="16966"/>
                </a:cubicBezTo>
                <a:cubicBezTo>
                  <a:pt x="152616" y="17774"/>
                  <a:pt x="152091" y="18720"/>
                  <a:pt x="152091" y="19805"/>
                </a:cubicBezTo>
                <a:cubicBezTo>
                  <a:pt x="152091" y="20495"/>
                  <a:pt x="152309" y="21116"/>
                  <a:pt x="152745" y="21668"/>
                </a:cubicBezTo>
                <a:cubicBezTo>
                  <a:pt x="153181" y="22240"/>
                  <a:pt x="153865" y="22713"/>
                  <a:pt x="154796" y="23087"/>
                </a:cubicBezTo>
                <a:cubicBezTo>
                  <a:pt x="155331" y="23285"/>
                  <a:pt x="156906" y="23738"/>
                  <a:pt x="159522" y="24448"/>
                </a:cubicBezTo>
                <a:cubicBezTo>
                  <a:pt x="163306" y="25458"/>
                  <a:pt x="165947" y="26285"/>
                  <a:pt x="167443" y="26928"/>
                </a:cubicBezTo>
                <a:cubicBezTo>
                  <a:pt x="168939" y="27571"/>
                  <a:pt x="170113" y="28507"/>
                  <a:pt x="170965" y="29735"/>
                </a:cubicBezTo>
                <a:cubicBezTo>
                  <a:pt x="171817" y="30962"/>
                  <a:pt x="172243" y="32486"/>
                  <a:pt x="172243" y="34307"/>
                </a:cubicBezTo>
                <a:cubicBezTo>
                  <a:pt x="172243" y="36089"/>
                  <a:pt x="171723" y="37768"/>
                  <a:pt x="170682" y="39342"/>
                </a:cubicBezTo>
                <a:cubicBezTo>
                  <a:pt x="169642" y="40915"/>
                  <a:pt x="168141" y="42132"/>
                  <a:pt x="166180" y="42994"/>
                </a:cubicBezTo>
                <a:cubicBezTo>
                  <a:pt x="164218" y="43855"/>
                  <a:pt x="161999" y="44286"/>
                  <a:pt x="159522" y="44286"/>
                </a:cubicBezTo>
                <a:cubicBezTo>
                  <a:pt x="155420" y="44286"/>
                  <a:pt x="152294" y="43431"/>
                  <a:pt x="150145" y="41722"/>
                </a:cubicBezTo>
                <a:cubicBezTo>
                  <a:pt x="147995" y="40013"/>
                  <a:pt x="146623" y="37479"/>
                  <a:pt x="146028" y="34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6502C-6D7C-43D2-AC54-DF17B9DE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35" y="2714154"/>
            <a:ext cx="108602" cy="97748"/>
          </a:xfrm>
          <a:custGeom xmlns:a="http://schemas.openxmlformats.org/drawingml/2006/main">
            <a:pathLst>
              <a:path w="108602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2" y="88245"/>
                </a:lnTo>
                <a:cubicBezTo>
                  <a:pt x="108602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4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Text src">
            <a:extLst xmlns:a="http://schemas.openxmlformats.org/drawingml/2006/main">
              <a:ext uri="{FF2B5EF4-FFF2-40B4-BE49-F238E27FC236}">
                <a16:creationId xmlns:a16="http://schemas.microsoft.com/office/drawing/2014/main" id="{629E91C5-F6FB-4EA2-BDE4-5A18F60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76" y="2762280"/>
            <a:ext cx="78764" cy="32991"/>
          </a:xfrm>
          <a:custGeom xmlns:a="http://schemas.openxmlformats.org/drawingml/2006/main">
            <a:pathLst>
              <a:path w="78764" h="32991">
                <a:moveTo>
                  <a:pt x="0" y="22826"/>
                </a:moveTo>
                <a:lnTo>
                  <a:pt x="5290" y="21994"/>
                </a:lnTo>
                <a:cubicBezTo>
                  <a:pt x="5588" y="24105"/>
                  <a:pt x="6415" y="25723"/>
                  <a:pt x="7772" y="26847"/>
                </a:cubicBezTo>
                <a:cubicBezTo>
                  <a:pt x="9130" y="27971"/>
                  <a:pt x="11027" y="28533"/>
                  <a:pt x="13464" y="28533"/>
                </a:cubicBezTo>
                <a:cubicBezTo>
                  <a:pt x="15921" y="28533"/>
                  <a:pt x="17744" y="28037"/>
                  <a:pt x="18933" y="27044"/>
                </a:cubicBezTo>
                <a:cubicBezTo>
                  <a:pt x="20122" y="26051"/>
                  <a:pt x="20716" y="24886"/>
                  <a:pt x="20716" y="23550"/>
                </a:cubicBezTo>
                <a:cubicBezTo>
                  <a:pt x="20716" y="22351"/>
                  <a:pt x="20191" y="21407"/>
                  <a:pt x="19141" y="20719"/>
                </a:cubicBezTo>
                <a:cubicBezTo>
                  <a:pt x="18408" y="20247"/>
                  <a:pt x="16585" y="19647"/>
                  <a:pt x="13672" y="18920"/>
                </a:cubicBezTo>
                <a:cubicBezTo>
                  <a:pt x="9749" y="17928"/>
                  <a:pt x="7029" y="17071"/>
                  <a:pt x="5513" y="16347"/>
                </a:cubicBezTo>
                <a:cubicBezTo>
                  <a:pt x="3998" y="15623"/>
                  <a:pt x="2848" y="14622"/>
                  <a:pt x="2066" y="13342"/>
                </a:cubicBezTo>
                <a:cubicBezTo>
                  <a:pt x="1283" y="12063"/>
                  <a:pt x="892" y="10650"/>
                  <a:pt x="892" y="9103"/>
                </a:cubicBezTo>
                <a:cubicBezTo>
                  <a:pt x="892" y="7695"/>
                  <a:pt x="1214" y="6391"/>
                  <a:pt x="1858" y="5191"/>
                </a:cubicBezTo>
                <a:cubicBezTo>
                  <a:pt x="2502" y="3991"/>
                  <a:pt x="3378" y="2994"/>
                  <a:pt x="4488" y="2201"/>
                </a:cubicBezTo>
                <a:cubicBezTo>
                  <a:pt x="5320" y="1586"/>
                  <a:pt x="6455" y="1066"/>
                  <a:pt x="7891" y="640"/>
                </a:cubicBezTo>
                <a:cubicBezTo>
                  <a:pt x="9328" y="213"/>
                  <a:pt x="10868" y="0"/>
                  <a:pt x="12513" y="0"/>
                </a:cubicBezTo>
                <a:cubicBezTo>
                  <a:pt x="14990" y="0"/>
                  <a:pt x="17164" y="359"/>
                  <a:pt x="19037" y="1077"/>
                </a:cubicBezTo>
                <a:cubicBezTo>
                  <a:pt x="20909" y="1795"/>
                  <a:pt x="22291" y="2768"/>
                  <a:pt x="23183" y="3995"/>
                </a:cubicBezTo>
                <a:cubicBezTo>
                  <a:pt x="24075" y="5221"/>
                  <a:pt x="24689" y="6862"/>
                  <a:pt x="25026" y="8917"/>
                </a:cubicBezTo>
                <a:lnTo>
                  <a:pt x="19795" y="9630"/>
                </a:lnTo>
                <a:cubicBezTo>
                  <a:pt x="19557" y="8005"/>
                  <a:pt x="18868" y="6737"/>
                  <a:pt x="17729" y="5825"/>
                </a:cubicBezTo>
                <a:cubicBezTo>
                  <a:pt x="16590" y="4914"/>
                  <a:pt x="14980" y="4458"/>
                  <a:pt x="12899" y="4458"/>
                </a:cubicBezTo>
                <a:cubicBezTo>
                  <a:pt x="10442" y="4458"/>
                  <a:pt x="8689" y="4863"/>
                  <a:pt x="7639" y="5671"/>
                </a:cubicBezTo>
                <a:cubicBezTo>
                  <a:pt x="6588" y="6479"/>
                  <a:pt x="6063" y="7426"/>
                  <a:pt x="6063" y="8511"/>
                </a:cubicBezTo>
                <a:cubicBezTo>
                  <a:pt x="6063" y="9200"/>
                  <a:pt x="6281" y="9822"/>
                  <a:pt x="6717" y="10374"/>
                </a:cubicBezTo>
                <a:cubicBezTo>
                  <a:pt x="7153" y="10945"/>
                  <a:pt x="7837" y="11418"/>
                  <a:pt x="8768" y="11793"/>
                </a:cubicBezTo>
                <a:cubicBezTo>
                  <a:pt x="9303" y="11991"/>
                  <a:pt x="10878" y="12444"/>
                  <a:pt x="13494" y="13154"/>
                </a:cubicBezTo>
                <a:cubicBezTo>
                  <a:pt x="17278" y="14164"/>
                  <a:pt x="19919" y="14990"/>
                  <a:pt x="21415" y="15634"/>
                </a:cubicBezTo>
                <a:cubicBezTo>
                  <a:pt x="22911" y="16277"/>
                  <a:pt x="24085" y="17213"/>
                  <a:pt x="24937" y="18441"/>
                </a:cubicBezTo>
                <a:cubicBezTo>
                  <a:pt x="25789" y="19668"/>
                  <a:pt x="26215" y="21192"/>
                  <a:pt x="26215" y="23013"/>
                </a:cubicBezTo>
                <a:cubicBezTo>
                  <a:pt x="26215" y="24795"/>
                  <a:pt x="25695" y="26473"/>
                  <a:pt x="24654" y="28047"/>
                </a:cubicBezTo>
                <a:cubicBezTo>
                  <a:pt x="23614" y="29621"/>
                  <a:pt x="22113" y="30838"/>
                  <a:pt x="20151" y="31699"/>
                </a:cubicBezTo>
                <a:cubicBezTo>
                  <a:pt x="18190" y="32561"/>
                  <a:pt x="15971" y="32991"/>
                  <a:pt x="13494" y="32991"/>
                </a:cubicBezTo>
                <a:cubicBezTo>
                  <a:pt x="9392" y="32991"/>
                  <a:pt x="6266" y="32137"/>
                  <a:pt x="4116" y="30428"/>
                </a:cubicBezTo>
                <a:cubicBezTo>
                  <a:pt x="1967" y="28719"/>
                  <a:pt x="594" y="26185"/>
                  <a:pt x="0" y="22826"/>
                </a:cubicBezTo>
                <a:close/>
                <a:moveTo>
                  <a:pt x="32881" y="32278"/>
                </a:moveTo>
                <a:lnTo>
                  <a:pt x="32881" y="713"/>
                </a:lnTo>
                <a:lnTo>
                  <a:pt x="37696" y="713"/>
                </a:lnTo>
                <a:lnTo>
                  <a:pt x="37696" y="5469"/>
                </a:lnTo>
                <a:cubicBezTo>
                  <a:pt x="38924" y="3242"/>
                  <a:pt x="40059" y="1774"/>
                  <a:pt x="41099" y="1064"/>
                </a:cubicBezTo>
                <a:cubicBezTo>
                  <a:pt x="42139" y="355"/>
                  <a:pt x="43284" y="0"/>
                  <a:pt x="44532" y="0"/>
                </a:cubicBezTo>
                <a:cubicBezTo>
                  <a:pt x="46335" y="0"/>
                  <a:pt x="48168" y="572"/>
                  <a:pt x="50030" y="1716"/>
                </a:cubicBezTo>
                <a:lnTo>
                  <a:pt x="48188" y="6658"/>
                </a:lnTo>
                <a:cubicBezTo>
                  <a:pt x="46880" y="5885"/>
                  <a:pt x="45572" y="5499"/>
                  <a:pt x="44264" y="5499"/>
                </a:cubicBezTo>
                <a:cubicBezTo>
                  <a:pt x="43095" y="5499"/>
                  <a:pt x="42045" y="5851"/>
                  <a:pt x="41114" y="6556"/>
                </a:cubicBezTo>
                <a:cubicBezTo>
                  <a:pt x="40183" y="7260"/>
                  <a:pt x="39519" y="8236"/>
                  <a:pt x="39122" y="9486"/>
                </a:cubicBezTo>
                <a:cubicBezTo>
                  <a:pt x="38528" y="11390"/>
                  <a:pt x="38231" y="13473"/>
                  <a:pt x="38231" y="15734"/>
                </a:cubicBezTo>
                <a:lnTo>
                  <a:pt x="38231" y="32278"/>
                </a:lnTo>
                <a:lnTo>
                  <a:pt x="32881" y="32278"/>
                </a:lnTo>
                <a:close/>
                <a:moveTo>
                  <a:pt x="73503" y="20686"/>
                </a:moveTo>
                <a:lnTo>
                  <a:pt x="78764" y="21370"/>
                </a:lnTo>
                <a:cubicBezTo>
                  <a:pt x="78189" y="25005"/>
                  <a:pt x="76718" y="27851"/>
                  <a:pt x="74350" y="29908"/>
                </a:cubicBezTo>
                <a:cubicBezTo>
                  <a:pt x="71982" y="31963"/>
                  <a:pt x="69074" y="32991"/>
                  <a:pt x="65627" y="32991"/>
                </a:cubicBezTo>
                <a:cubicBezTo>
                  <a:pt x="61307" y="32991"/>
                  <a:pt x="57835" y="31579"/>
                  <a:pt x="55209" y="28756"/>
                </a:cubicBezTo>
                <a:cubicBezTo>
                  <a:pt x="52584" y="25932"/>
                  <a:pt x="51271" y="21885"/>
                  <a:pt x="51271" y="16615"/>
                </a:cubicBezTo>
                <a:cubicBezTo>
                  <a:pt x="51271" y="13206"/>
                  <a:pt x="51836" y="10224"/>
                  <a:pt x="52965" y="7668"/>
                </a:cubicBezTo>
                <a:cubicBezTo>
                  <a:pt x="54095" y="5112"/>
                  <a:pt x="55814" y="3195"/>
                  <a:pt x="58122" y="1917"/>
                </a:cubicBezTo>
                <a:cubicBezTo>
                  <a:pt x="60430" y="639"/>
                  <a:pt x="62942" y="0"/>
                  <a:pt x="65656" y="0"/>
                </a:cubicBezTo>
                <a:cubicBezTo>
                  <a:pt x="69084" y="0"/>
                  <a:pt x="71888" y="870"/>
                  <a:pt x="74068" y="2609"/>
                </a:cubicBezTo>
                <a:cubicBezTo>
                  <a:pt x="76247" y="4348"/>
                  <a:pt x="77644" y="6817"/>
                  <a:pt x="78259" y="10016"/>
                </a:cubicBezTo>
                <a:lnTo>
                  <a:pt x="73057" y="10819"/>
                </a:lnTo>
                <a:cubicBezTo>
                  <a:pt x="72562" y="8709"/>
                  <a:pt x="71685" y="7121"/>
                  <a:pt x="70427" y="6056"/>
                </a:cubicBezTo>
                <a:cubicBezTo>
                  <a:pt x="69169" y="4991"/>
                  <a:pt x="67648" y="4458"/>
                  <a:pt x="65864" y="4458"/>
                </a:cubicBezTo>
                <a:cubicBezTo>
                  <a:pt x="63170" y="4458"/>
                  <a:pt x="60980" y="5420"/>
                  <a:pt x="59296" y="7342"/>
                </a:cubicBezTo>
                <a:cubicBezTo>
                  <a:pt x="57612" y="9264"/>
                  <a:pt x="56770" y="12305"/>
                  <a:pt x="56770" y="16466"/>
                </a:cubicBezTo>
                <a:cubicBezTo>
                  <a:pt x="56770" y="20686"/>
                  <a:pt x="57582" y="23752"/>
                  <a:pt x="59207" y="25665"/>
                </a:cubicBezTo>
                <a:cubicBezTo>
                  <a:pt x="60832" y="27577"/>
                  <a:pt x="62952" y="28533"/>
                  <a:pt x="65567" y="28533"/>
                </a:cubicBezTo>
                <a:cubicBezTo>
                  <a:pt x="67668" y="28533"/>
                  <a:pt x="69421" y="27892"/>
                  <a:pt x="70828" y="26609"/>
                </a:cubicBezTo>
                <a:cubicBezTo>
                  <a:pt x="72235" y="25326"/>
                  <a:pt x="73127" y="23351"/>
                  <a:pt x="73503" y="206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7B45D-639A-4D74-8DC7-49DE024C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35" y="2879731"/>
            <a:ext cx="108602" cy="97748"/>
          </a:xfrm>
          <a:custGeom xmlns:a="http://schemas.openxmlformats.org/drawingml/2006/main">
            <a:pathLst>
              <a:path w="108602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6"/>
                  <a:pt x="53100" y="15956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2" y="88244"/>
                </a:lnTo>
                <a:cubicBezTo>
                  <a:pt x="108602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4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Text test">
            <a:extLst xmlns:a="http://schemas.openxmlformats.org/drawingml/2006/main">
              <a:ext uri="{FF2B5EF4-FFF2-40B4-BE49-F238E27FC236}">
                <a16:creationId xmlns:a16="http://schemas.microsoft.com/office/drawing/2014/main" id="{3D42EF5F-E686-4BCE-BC6E-64D8522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74" y="2917513"/>
            <a:ext cx="97023" cy="43334"/>
          </a:xfrm>
          <a:custGeom xmlns:a="http://schemas.openxmlformats.org/drawingml/2006/main">
            <a:pathLst>
              <a:path w="97023" h="43334">
                <a:moveTo>
                  <a:pt x="14623" y="37895"/>
                </a:moveTo>
                <a:lnTo>
                  <a:pt x="15396" y="42621"/>
                </a:lnTo>
                <a:cubicBezTo>
                  <a:pt x="13890" y="42899"/>
                  <a:pt x="12543" y="43037"/>
                  <a:pt x="11354" y="43037"/>
                </a:cubicBezTo>
                <a:cubicBezTo>
                  <a:pt x="9412" y="43037"/>
                  <a:pt x="7906" y="42730"/>
                  <a:pt x="6836" y="42116"/>
                </a:cubicBezTo>
                <a:cubicBezTo>
                  <a:pt x="5766" y="41502"/>
                  <a:pt x="5013" y="40694"/>
                  <a:pt x="4577" y="39694"/>
                </a:cubicBezTo>
                <a:cubicBezTo>
                  <a:pt x="4141" y="38693"/>
                  <a:pt x="3923" y="36588"/>
                  <a:pt x="3923" y="33378"/>
                </a:cubicBezTo>
                <a:lnTo>
                  <a:pt x="3923" y="15218"/>
                </a:lnTo>
                <a:lnTo>
                  <a:pt x="0" y="15218"/>
                </a:lnTo>
                <a:lnTo>
                  <a:pt x="0" y="11057"/>
                </a:lnTo>
                <a:lnTo>
                  <a:pt x="3923" y="11057"/>
                </a:lnTo>
                <a:lnTo>
                  <a:pt x="3923" y="3218"/>
                </a:lnTo>
                <a:lnTo>
                  <a:pt x="9244" y="0"/>
                </a:lnTo>
                <a:lnTo>
                  <a:pt x="9244" y="11057"/>
                </a:lnTo>
                <a:lnTo>
                  <a:pt x="14623" y="11057"/>
                </a:lnTo>
                <a:lnTo>
                  <a:pt x="14623" y="15218"/>
                </a:lnTo>
                <a:lnTo>
                  <a:pt x="9244" y="15218"/>
                </a:lnTo>
                <a:lnTo>
                  <a:pt x="9244" y="33675"/>
                </a:lnTo>
                <a:cubicBezTo>
                  <a:pt x="9244" y="35201"/>
                  <a:pt x="9338" y="36181"/>
                  <a:pt x="9526" y="36617"/>
                </a:cubicBezTo>
                <a:cubicBezTo>
                  <a:pt x="9714" y="37053"/>
                  <a:pt x="10021" y="37400"/>
                  <a:pt x="10447" y="37658"/>
                </a:cubicBezTo>
                <a:cubicBezTo>
                  <a:pt x="10873" y="37915"/>
                  <a:pt x="11483" y="38044"/>
                  <a:pt x="12275" y="38044"/>
                </a:cubicBezTo>
                <a:cubicBezTo>
                  <a:pt x="12870" y="38044"/>
                  <a:pt x="13652" y="37994"/>
                  <a:pt x="14623" y="37895"/>
                </a:cubicBezTo>
                <a:close/>
                <a:moveTo>
                  <a:pt x="41777" y="32456"/>
                </a:moveTo>
                <a:lnTo>
                  <a:pt x="47305" y="33140"/>
                </a:lnTo>
                <a:cubicBezTo>
                  <a:pt x="46433" y="36370"/>
                  <a:pt x="44818" y="38876"/>
                  <a:pt x="42460" y="40660"/>
                </a:cubicBezTo>
                <a:cubicBezTo>
                  <a:pt x="40102" y="42443"/>
                  <a:pt x="37091" y="43334"/>
                  <a:pt x="33425" y="43334"/>
                </a:cubicBezTo>
                <a:cubicBezTo>
                  <a:pt x="28808" y="43334"/>
                  <a:pt x="25147" y="41913"/>
                  <a:pt x="22443" y="39069"/>
                </a:cubicBezTo>
                <a:cubicBezTo>
                  <a:pt x="19738" y="36226"/>
                  <a:pt x="18386" y="32238"/>
                  <a:pt x="18386" y="27106"/>
                </a:cubicBezTo>
                <a:cubicBezTo>
                  <a:pt x="18386" y="21796"/>
                  <a:pt x="19753" y="17675"/>
                  <a:pt x="22487" y="14742"/>
                </a:cubicBezTo>
                <a:cubicBezTo>
                  <a:pt x="25222" y="11809"/>
                  <a:pt x="28768" y="10343"/>
                  <a:pt x="33128" y="10343"/>
                </a:cubicBezTo>
                <a:cubicBezTo>
                  <a:pt x="37348" y="10343"/>
                  <a:pt x="40796" y="11778"/>
                  <a:pt x="43471" y="14646"/>
                </a:cubicBezTo>
                <a:cubicBezTo>
                  <a:pt x="46146" y="17515"/>
                  <a:pt x="47483" y="21550"/>
                  <a:pt x="47483" y="26752"/>
                </a:cubicBezTo>
                <a:cubicBezTo>
                  <a:pt x="47483" y="27069"/>
                  <a:pt x="47473" y="27544"/>
                  <a:pt x="47454" y="28176"/>
                </a:cubicBezTo>
                <a:lnTo>
                  <a:pt x="23914" y="28176"/>
                </a:lnTo>
                <a:cubicBezTo>
                  <a:pt x="24112" y="31634"/>
                  <a:pt x="25093" y="34282"/>
                  <a:pt x="26856" y="36120"/>
                </a:cubicBezTo>
                <a:cubicBezTo>
                  <a:pt x="28620" y="37957"/>
                  <a:pt x="30819" y="38876"/>
                  <a:pt x="33455" y="38876"/>
                </a:cubicBezTo>
                <a:cubicBezTo>
                  <a:pt x="35416" y="38876"/>
                  <a:pt x="37091" y="38366"/>
                  <a:pt x="38478" y="37346"/>
                </a:cubicBezTo>
                <a:cubicBezTo>
                  <a:pt x="39865" y="36324"/>
                  <a:pt x="40964" y="34695"/>
                  <a:pt x="41777" y="32456"/>
                </a:cubicBezTo>
                <a:moveTo>
                  <a:pt x="24211" y="23718"/>
                </a:moveTo>
                <a:lnTo>
                  <a:pt x="41836" y="23718"/>
                </a:lnTo>
                <a:cubicBezTo>
                  <a:pt x="41598" y="21106"/>
                  <a:pt x="40925" y="19147"/>
                  <a:pt x="39815" y="17841"/>
                </a:cubicBezTo>
                <a:cubicBezTo>
                  <a:pt x="38111" y="15815"/>
                  <a:pt x="35902" y="14801"/>
                  <a:pt x="33187" y="14801"/>
                </a:cubicBezTo>
                <a:cubicBezTo>
                  <a:pt x="30730" y="14801"/>
                  <a:pt x="28664" y="15610"/>
                  <a:pt x="26990" y="17228"/>
                </a:cubicBezTo>
                <a:cubicBezTo>
                  <a:pt x="25316" y="18846"/>
                  <a:pt x="24389" y="21009"/>
                  <a:pt x="24211" y="23718"/>
                </a:cubicBezTo>
                <a:close/>
                <a:moveTo>
                  <a:pt x="51629" y="33170"/>
                </a:moveTo>
                <a:lnTo>
                  <a:pt x="56920" y="32337"/>
                </a:lnTo>
                <a:cubicBezTo>
                  <a:pt x="57217" y="34448"/>
                  <a:pt x="58044" y="36066"/>
                  <a:pt x="59402" y="37190"/>
                </a:cubicBezTo>
                <a:cubicBezTo>
                  <a:pt x="60759" y="38314"/>
                  <a:pt x="62656" y="38876"/>
                  <a:pt x="65093" y="38876"/>
                </a:cubicBezTo>
                <a:cubicBezTo>
                  <a:pt x="67550" y="38876"/>
                  <a:pt x="69373" y="38380"/>
                  <a:pt x="70562" y="37387"/>
                </a:cubicBezTo>
                <a:cubicBezTo>
                  <a:pt x="71751" y="36394"/>
                  <a:pt x="72345" y="35229"/>
                  <a:pt x="72345" y="33893"/>
                </a:cubicBezTo>
                <a:cubicBezTo>
                  <a:pt x="72345" y="32694"/>
                  <a:pt x="71820" y="31750"/>
                  <a:pt x="70770" y="31062"/>
                </a:cubicBezTo>
                <a:cubicBezTo>
                  <a:pt x="70037" y="30590"/>
                  <a:pt x="68214" y="29991"/>
                  <a:pt x="65301" y="29263"/>
                </a:cubicBezTo>
                <a:cubicBezTo>
                  <a:pt x="61378" y="28272"/>
                  <a:pt x="58659" y="27414"/>
                  <a:pt x="57143" y="26690"/>
                </a:cubicBezTo>
                <a:cubicBezTo>
                  <a:pt x="55627" y="25966"/>
                  <a:pt x="54478" y="24965"/>
                  <a:pt x="53695" y="23686"/>
                </a:cubicBezTo>
                <a:cubicBezTo>
                  <a:pt x="52912" y="22406"/>
                  <a:pt x="52521" y="20993"/>
                  <a:pt x="52521" y="19446"/>
                </a:cubicBezTo>
                <a:cubicBezTo>
                  <a:pt x="52521" y="18038"/>
                  <a:pt x="52843" y="16734"/>
                  <a:pt x="53487" y="15534"/>
                </a:cubicBezTo>
                <a:cubicBezTo>
                  <a:pt x="54131" y="14334"/>
                  <a:pt x="55008" y="13338"/>
                  <a:pt x="56117" y="12544"/>
                </a:cubicBezTo>
                <a:cubicBezTo>
                  <a:pt x="56950" y="11930"/>
                  <a:pt x="58084" y="11409"/>
                  <a:pt x="59520" y="10983"/>
                </a:cubicBezTo>
                <a:cubicBezTo>
                  <a:pt x="60957" y="10557"/>
                  <a:pt x="62498" y="10343"/>
                  <a:pt x="64142" y="10343"/>
                </a:cubicBezTo>
                <a:cubicBezTo>
                  <a:pt x="66619" y="10343"/>
                  <a:pt x="68794" y="10702"/>
                  <a:pt x="70666" y="11421"/>
                </a:cubicBezTo>
                <a:cubicBezTo>
                  <a:pt x="72539" y="12138"/>
                  <a:pt x="73921" y="13111"/>
                  <a:pt x="74812" y="14338"/>
                </a:cubicBezTo>
                <a:cubicBezTo>
                  <a:pt x="75704" y="15565"/>
                  <a:pt x="76318" y="17205"/>
                  <a:pt x="76655" y="19260"/>
                </a:cubicBezTo>
                <a:lnTo>
                  <a:pt x="71424" y="19973"/>
                </a:lnTo>
                <a:cubicBezTo>
                  <a:pt x="71186" y="18348"/>
                  <a:pt x="70498" y="17080"/>
                  <a:pt x="69358" y="16169"/>
                </a:cubicBezTo>
                <a:cubicBezTo>
                  <a:pt x="68219" y="15257"/>
                  <a:pt x="66609" y="14801"/>
                  <a:pt x="64529" y="14801"/>
                </a:cubicBezTo>
                <a:cubicBezTo>
                  <a:pt x="62072" y="14801"/>
                  <a:pt x="60318" y="15206"/>
                  <a:pt x="59268" y="16015"/>
                </a:cubicBezTo>
                <a:cubicBezTo>
                  <a:pt x="58218" y="16823"/>
                  <a:pt x="57693" y="17769"/>
                  <a:pt x="57693" y="18854"/>
                </a:cubicBezTo>
                <a:cubicBezTo>
                  <a:pt x="57693" y="19544"/>
                  <a:pt x="57911" y="20165"/>
                  <a:pt x="58346" y="20717"/>
                </a:cubicBezTo>
                <a:cubicBezTo>
                  <a:pt x="58782" y="21289"/>
                  <a:pt x="59466" y="21762"/>
                  <a:pt x="60397" y="22136"/>
                </a:cubicBezTo>
                <a:cubicBezTo>
                  <a:pt x="60932" y="22334"/>
                  <a:pt x="62508" y="22787"/>
                  <a:pt x="65123" y="23497"/>
                </a:cubicBezTo>
                <a:cubicBezTo>
                  <a:pt x="68908" y="24507"/>
                  <a:pt x="71548" y="25334"/>
                  <a:pt x="73044" y="25977"/>
                </a:cubicBezTo>
                <a:cubicBezTo>
                  <a:pt x="74540" y="26620"/>
                  <a:pt x="75714" y="27556"/>
                  <a:pt x="76566" y="28784"/>
                </a:cubicBezTo>
                <a:cubicBezTo>
                  <a:pt x="77418" y="30011"/>
                  <a:pt x="77844" y="31535"/>
                  <a:pt x="77844" y="33356"/>
                </a:cubicBezTo>
                <a:cubicBezTo>
                  <a:pt x="77844" y="35138"/>
                  <a:pt x="77324" y="36816"/>
                  <a:pt x="76284" y="38390"/>
                </a:cubicBezTo>
                <a:cubicBezTo>
                  <a:pt x="75243" y="39964"/>
                  <a:pt x="73742" y="41181"/>
                  <a:pt x="71781" y="42043"/>
                </a:cubicBezTo>
                <a:cubicBezTo>
                  <a:pt x="69819" y="42904"/>
                  <a:pt x="67600" y="43334"/>
                  <a:pt x="65123" y="43334"/>
                </a:cubicBezTo>
                <a:cubicBezTo>
                  <a:pt x="61021" y="43334"/>
                  <a:pt x="57896" y="42480"/>
                  <a:pt x="55746" y="40771"/>
                </a:cubicBezTo>
                <a:cubicBezTo>
                  <a:pt x="53596" y="39062"/>
                  <a:pt x="52224" y="36528"/>
                  <a:pt x="51629" y="33170"/>
                </a:cubicBezTo>
                <a:close/>
                <a:moveTo>
                  <a:pt x="96250" y="37895"/>
                </a:moveTo>
                <a:lnTo>
                  <a:pt x="97023" y="42621"/>
                </a:lnTo>
                <a:cubicBezTo>
                  <a:pt x="95517" y="42899"/>
                  <a:pt x="94170" y="43037"/>
                  <a:pt x="92981" y="43037"/>
                </a:cubicBezTo>
                <a:cubicBezTo>
                  <a:pt x="91039" y="43037"/>
                  <a:pt x="89533" y="42730"/>
                  <a:pt x="88463" y="42116"/>
                </a:cubicBezTo>
                <a:cubicBezTo>
                  <a:pt x="87393" y="41502"/>
                  <a:pt x="86640" y="40694"/>
                  <a:pt x="86204" y="39694"/>
                </a:cubicBezTo>
                <a:cubicBezTo>
                  <a:pt x="85769" y="38693"/>
                  <a:pt x="85551" y="36588"/>
                  <a:pt x="85551" y="33378"/>
                </a:cubicBezTo>
                <a:lnTo>
                  <a:pt x="85551" y="15218"/>
                </a:lnTo>
                <a:lnTo>
                  <a:pt x="81627" y="15218"/>
                </a:lnTo>
                <a:lnTo>
                  <a:pt x="81627" y="11057"/>
                </a:lnTo>
                <a:lnTo>
                  <a:pt x="85551" y="11057"/>
                </a:lnTo>
                <a:lnTo>
                  <a:pt x="85551" y="3218"/>
                </a:lnTo>
                <a:lnTo>
                  <a:pt x="90871" y="0"/>
                </a:lnTo>
                <a:lnTo>
                  <a:pt x="90871" y="11057"/>
                </a:lnTo>
                <a:lnTo>
                  <a:pt x="96250" y="11057"/>
                </a:lnTo>
                <a:lnTo>
                  <a:pt x="96250" y="15218"/>
                </a:lnTo>
                <a:lnTo>
                  <a:pt x="90871" y="15218"/>
                </a:lnTo>
                <a:lnTo>
                  <a:pt x="90871" y="33675"/>
                </a:lnTo>
                <a:cubicBezTo>
                  <a:pt x="90871" y="35201"/>
                  <a:pt x="90965" y="36181"/>
                  <a:pt x="91153" y="36617"/>
                </a:cubicBezTo>
                <a:cubicBezTo>
                  <a:pt x="91341" y="37053"/>
                  <a:pt x="91649" y="37400"/>
                  <a:pt x="92075" y="37658"/>
                </a:cubicBezTo>
                <a:cubicBezTo>
                  <a:pt x="92501" y="37915"/>
                  <a:pt x="93110" y="38044"/>
                  <a:pt x="93902" y="38044"/>
                </a:cubicBezTo>
                <a:cubicBezTo>
                  <a:pt x="94497" y="38044"/>
                  <a:pt x="95280" y="37994"/>
                  <a:pt x="96250" y="378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C7A17-B2DE-4C70-A400-088F574D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003" y="2548578"/>
            <a:ext cx="108602" cy="97748"/>
          </a:xfrm>
          <a:custGeom xmlns:a="http://schemas.openxmlformats.org/drawingml/2006/main">
            <a:pathLst>
              <a:path w="108602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2" y="88245"/>
                </a:lnTo>
                <a:cubicBezTo>
                  <a:pt x="108602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4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Text types">
            <a:extLst xmlns:a="http://schemas.openxmlformats.org/drawingml/2006/main">
              <a:ext uri="{FF2B5EF4-FFF2-40B4-BE49-F238E27FC236}">
                <a16:creationId xmlns:a16="http://schemas.microsoft.com/office/drawing/2014/main" id="{441909A8-6206-41F1-8B87-0E479544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341" y="2586284"/>
            <a:ext cx="141454" cy="55461"/>
          </a:xfrm>
          <a:custGeom xmlns:a="http://schemas.openxmlformats.org/drawingml/2006/main">
            <a:pathLst>
              <a:path w="141454" h="55461">
                <a:moveTo>
                  <a:pt x="14623" y="37895"/>
                </a:moveTo>
                <a:lnTo>
                  <a:pt x="15396" y="42621"/>
                </a:lnTo>
                <a:cubicBezTo>
                  <a:pt x="13890" y="42899"/>
                  <a:pt x="12543" y="43037"/>
                  <a:pt x="11354" y="43037"/>
                </a:cubicBezTo>
                <a:cubicBezTo>
                  <a:pt x="9412" y="43037"/>
                  <a:pt x="7906" y="42730"/>
                  <a:pt x="6836" y="42116"/>
                </a:cubicBezTo>
                <a:cubicBezTo>
                  <a:pt x="5766" y="41502"/>
                  <a:pt x="5013" y="40694"/>
                  <a:pt x="4577" y="39694"/>
                </a:cubicBezTo>
                <a:cubicBezTo>
                  <a:pt x="4141" y="38693"/>
                  <a:pt x="3923" y="36588"/>
                  <a:pt x="3923" y="33378"/>
                </a:cubicBezTo>
                <a:lnTo>
                  <a:pt x="3923" y="15218"/>
                </a:lnTo>
                <a:lnTo>
                  <a:pt x="0" y="15218"/>
                </a:lnTo>
                <a:lnTo>
                  <a:pt x="0" y="11057"/>
                </a:lnTo>
                <a:lnTo>
                  <a:pt x="3923" y="11057"/>
                </a:lnTo>
                <a:lnTo>
                  <a:pt x="3923" y="3218"/>
                </a:lnTo>
                <a:lnTo>
                  <a:pt x="9244" y="0"/>
                </a:lnTo>
                <a:lnTo>
                  <a:pt x="9244" y="11057"/>
                </a:lnTo>
                <a:lnTo>
                  <a:pt x="14623" y="11057"/>
                </a:lnTo>
                <a:lnTo>
                  <a:pt x="14623" y="15218"/>
                </a:lnTo>
                <a:lnTo>
                  <a:pt x="9244" y="15218"/>
                </a:lnTo>
                <a:lnTo>
                  <a:pt x="9244" y="33675"/>
                </a:lnTo>
                <a:cubicBezTo>
                  <a:pt x="9244" y="35201"/>
                  <a:pt x="9338" y="36181"/>
                  <a:pt x="9526" y="36617"/>
                </a:cubicBezTo>
                <a:cubicBezTo>
                  <a:pt x="9714" y="37053"/>
                  <a:pt x="10021" y="37400"/>
                  <a:pt x="10447" y="37658"/>
                </a:cubicBezTo>
                <a:cubicBezTo>
                  <a:pt x="10873" y="37915"/>
                  <a:pt x="11483" y="38044"/>
                  <a:pt x="12275" y="38044"/>
                </a:cubicBezTo>
                <a:cubicBezTo>
                  <a:pt x="12870" y="38044"/>
                  <a:pt x="13652" y="37994"/>
                  <a:pt x="14623" y="37895"/>
                </a:cubicBezTo>
                <a:close/>
                <a:moveTo>
                  <a:pt x="19931" y="54807"/>
                </a:moveTo>
                <a:lnTo>
                  <a:pt x="19337" y="49784"/>
                </a:lnTo>
                <a:cubicBezTo>
                  <a:pt x="20506" y="50101"/>
                  <a:pt x="21526" y="50260"/>
                  <a:pt x="22398" y="50260"/>
                </a:cubicBezTo>
                <a:cubicBezTo>
                  <a:pt x="23587" y="50260"/>
                  <a:pt x="24538" y="50059"/>
                  <a:pt x="25251" y="49658"/>
                </a:cubicBezTo>
                <a:cubicBezTo>
                  <a:pt x="25965" y="49257"/>
                  <a:pt x="26549" y="48696"/>
                  <a:pt x="27005" y="47974"/>
                </a:cubicBezTo>
                <a:cubicBezTo>
                  <a:pt x="27342" y="47433"/>
                  <a:pt x="27887" y="46090"/>
                  <a:pt x="28639" y="43945"/>
                </a:cubicBezTo>
                <a:cubicBezTo>
                  <a:pt x="28739" y="43644"/>
                  <a:pt x="28897" y="43203"/>
                  <a:pt x="29115" y="42621"/>
                </a:cubicBezTo>
                <a:lnTo>
                  <a:pt x="17137" y="11057"/>
                </a:lnTo>
                <a:lnTo>
                  <a:pt x="22903" y="11057"/>
                </a:lnTo>
                <a:lnTo>
                  <a:pt x="29472" y="29293"/>
                </a:lnTo>
                <a:cubicBezTo>
                  <a:pt x="30324" y="31606"/>
                  <a:pt x="31087" y="34038"/>
                  <a:pt x="31760" y="36588"/>
                </a:cubicBezTo>
                <a:cubicBezTo>
                  <a:pt x="32375" y="34136"/>
                  <a:pt x="33108" y="31744"/>
                  <a:pt x="33960" y="29412"/>
                </a:cubicBezTo>
                <a:lnTo>
                  <a:pt x="40707" y="11057"/>
                </a:lnTo>
                <a:lnTo>
                  <a:pt x="46057" y="11057"/>
                </a:lnTo>
                <a:lnTo>
                  <a:pt x="34049" y="43178"/>
                </a:lnTo>
                <a:cubicBezTo>
                  <a:pt x="32761" y="46648"/>
                  <a:pt x="31760" y="49037"/>
                  <a:pt x="31047" y="50345"/>
                </a:cubicBezTo>
                <a:cubicBezTo>
                  <a:pt x="30096" y="52110"/>
                  <a:pt x="29006" y="53404"/>
                  <a:pt x="27778" y="54227"/>
                </a:cubicBezTo>
                <a:cubicBezTo>
                  <a:pt x="26549" y="55050"/>
                  <a:pt x="25083" y="55461"/>
                  <a:pt x="23379" y="55461"/>
                </a:cubicBezTo>
                <a:cubicBezTo>
                  <a:pt x="22348" y="55461"/>
                  <a:pt x="21199" y="55243"/>
                  <a:pt x="19931" y="54807"/>
                </a:cubicBezTo>
                <a:close/>
                <a:moveTo>
                  <a:pt x="50178" y="54748"/>
                </a:moveTo>
                <a:lnTo>
                  <a:pt x="50178" y="11057"/>
                </a:lnTo>
                <a:lnTo>
                  <a:pt x="55052" y="11057"/>
                </a:lnTo>
                <a:lnTo>
                  <a:pt x="55052" y="15128"/>
                </a:lnTo>
                <a:cubicBezTo>
                  <a:pt x="56202" y="13533"/>
                  <a:pt x="57500" y="12337"/>
                  <a:pt x="58946" y="11540"/>
                </a:cubicBezTo>
                <a:cubicBezTo>
                  <a:pt x="60392" y="10742"/>
                  <a:pt x="62146" y="10343"/>
                  <a:pt x="64207" y="10343"/>
                </a:cubicBezTo>
                <a:cubicBezTo>
                  <a:pt x="66902" y="10343"/>
                  <a:pt x="69279" y="11037"/>
                  <a:pt x="71340" y="12424"/>
                </a:cubicBezTo>
                <a:cubicBezTo>
                  <a:pt x="73401" y="13811"/>
                  <a:pt x="74956" y="15767"/>
                  <a:pt x="76006" y="18294"/>
                </a:cubicBezTo>
                <a:cubicBezTo>
                  <a:pt x="77057" y="20820"/>
                  <a:pt x="77582" y="23589"/>
                  <a:pt x="77582" y="26601"/>
                </a:cubicBezTo>
                <a:cubicBezTo>
                  <a:pt x="77582" y="29831"/>
                  <a:pt x="77002" y="32739"/>
                  <a:pt x="75843" y="35324"/>
                </a:cubicBezTo>
                <a:cubicBezTo>
                  <a:pt x="74684" y="37910"/>
                  <a:pt x="73000" y="39892"/>
                  <a:pt x="70790" y="41269"/>
                </a:cubicBezTo>
                <a:cubicBezTo>
                  <a:pt x="68581" y="42646"/>
                  <a:pt x="66258" y="43334"/>
                  <a:pt x="63820" y="43334"/>
                </a:cubicBezTo>
                <a:cubicBezTo>
                  <a:pt x="62037" y="43334"/>
                  <a:pt x="60437" y="42953"/>
                  <a:pt x="59020" y="42190"/>
                </a:cubicBezTo>
                <a:cubicBezTo>
                  <a:pt x="57604" y="41427"/>
                  <a:pt x="56439" y="40463"/>
                  <a:pt x="55528" y="39298"/>
                </a:cubicBezTo>
                <a:lnTo>
                  <a:pt x="55528" y="54748"/>
                </a:lnTo>
                <a:lnTo>
                  <a:pt x="50178" y="54748"/>
                </a:lnTo>
                <a:moveTo>
                  <a:pt x="55023" y="26973"/>
                </a:moveTo>
                <a:cubicBezTo>
                  <a:pt x="55023" y="31030"/>
                  <a:pt x="55845" y="34028"/>
                  <a:pt x="57490" y="35967"/>
                </a:cubicBezTo>
                <a:cubicBezTo>
                  <a:pt x="59134" y="37907"/>
                  <a:pt x="61126" y="38876"/>
                  <a:pt x="63464" y="38876"/>
                </a:cubicBezTo>
                <a:cubicBezTo>
                  <a:pt x="65841" y="38876"/>
                  <a:pt x="67877" y="37872"/>
                  <a:pt x="69572" y="35863"/>
                </a:cubicBezTo>
                <a:cubicBezTo>
                  <a:pt x="71266" y="33854"/>
                  <a:pt x="72113" y="30742"/>
                  <a:pt x="72113" y="26527"/>
                </a:cubicBezTo>
                <a:cubicBezTo>
                  <a:pt x="72113" y="22509"/>
                  <a:pt x="71286" y="19501"/>
                  <a:pt x="69631" y="17502"/>
                </a:cubicBezTo>
                <a:cubicBezTo>
                  <a:pt x="67977" y="15504"/>
                  <a:pt x="66000" y="14504"/>
                  <a:pt x="63702" y="14504"/>
                </a:cubicBezTo>
                <a:cubicBezTo>
                  <a:pt x="61423" y="14504"/>
                  <a:pt x="59407" y="15568"/>
                  <a:pt x="57653" y="17696"/>
                </a:cubicBezTo>
                <a:cubicBezTo>
                  <a:pt x="55900" y="19823"/>
                  <a:pt x="55023" y="22916"/>
                  <a:pt x="55023" y="26973"/>
                </a:cubicBezTo>
                <a:close/>
                <a:moveTo>
                  <a:pt x="105386" y="32456"/>
                </a:moveTo>
                <a:lnTo>
                  <a:pt x="110914" y="33140"/>
                </a:lnTo>
                <a:cubicBezTo>
                  <a:pt x="110043" y="36370"/>
                  <a:pt x="108428" y="38876"/>
                  <a:pt x="106070" y="40660"/>
                </a:cubicBezTo>
                <a:cubicBezTo>
                  <a:pt x="103712" y="42443"/>
                  <a:pt x="100700" y="43334"/>
                  <a:pt x="97034" y="43334"/>
                </a:cubicBezTo>
                <a:cubicBezTo>
                  <a:pt x="92418" y="43334"/>
                  <a:pt x="88757" y="41913"/>
                  <a:pt x="86052" y="39069"/>
                </a:cubicBezTo>
                <a:cubicBezTo>
                  <a:pt x="83347" y="36226"/>
                  <a:pt x="81995" y="32238"/>
                  <a:pt x="81995" y="27106"/>
                </a:cubicBezTo>
                <a:cubicBezTo>
                  <a:pt x="81995" y="21796"/>
                  <a:pt x="83362" y="17675"/>
                  <a:pt x="86097" y="14742"/>
                </a:cubicBezTo>
                <a:cubicBezTo>
                  <a:pt x="88831" y="11809"/>
                  <a:pt x="92378" y="10343"/>
                  <a:pt x="96737" y="10343"/>
                </a:cubicBezTo>
                <a:cubicBezTo>
                  <a:pt x="100958" y="10343"/>
                  <a:pt x="104405" y="11778"/>
                  <a:pt x="107080" y="14646"/>
                </a:cubicBezTo>
                <a:cubicBezTo>
                  <a:pt x="109755" y="17515"/>
                  <a:pt x="111093" y="21550"/>
                  <a:pt x="111093" y="26752"/>
                </a:cubicBezTo>
                <a:cubicBezTo>
                  <a:pt x="111093" y="27069"/>
                  <a:pt x="111083" y="27544"/>
                  <a:pt x="111063" y="28176"/>
                </a:cubicBezTo>
                <a:lnTo>
                  <a:pt x="87523" y="28176"/>
                </a:lnTo>
                <a:cubicBezTo>
                  <a:pt x="87722" y="31634"/>
                  <a:pt x="88702" y="34282"/>
                  <a:pt x="90466" y="36120"/>
                </a:cubicBezTo>
                <a:cubicBezTo>
                  <a:pt x="92229" y="37957"/>
                  <a:pt x="94429" y="38876"/>
                  <a:pt x="97064" y="38876"/>
                </a:cubicBezTo>
                <a:cubicBezTo>
                  <a:pt x="99026" y="38876"/>
                  <a:pt x="100700" y="38366"/>
                  <a:pt x="102087" y="37346"/>
                </a:cubicBezTo>
                <a:cubicBezTo>
                  <a:pt x="103474" y="36324"/>
                  <a:pt x="104574" y="34695"/>
                  <a:pt x="105386" y="32456"/>
                </a:cubicBezTo>
                <a:moveTo>
                  <a:pt x="87821" y="23718"/>
                </a:moveTo>
                <a:lnTo>
                  <a:pt x="105446" y="23718"/>
                </a:lnTo>
                <a:cubicBezTo>
                  <a:pt x="105208" y="21106"/>
                  <a:pt x="104534" y="19147"/>
                  <a:pt x="103425" y="17841"/>
                </a:cubicBezTo>
                <a:cubicBezTo>
                  <a:pt x="101721" y="15815"/>
                  <a:pt x="99511" y="14801"/>
                  <a:pt x="96797" y="14801"/>
                </a:cubicBezTo>
                <a:cubicBezTo>
                  <a:pt x="94340" y="14801"/>
                  <a:pt x="92274" y="15610"/>
                  <a:pt x="90600" y="17228"/>
                </a:cubicBezTo>
                <a:cubicBezTo>
                  <a:pt x="88925" y="18846"/>
                  <a:pt x="87999" y="21009"/>
                  <a:pt x="87821" y="23718"/>
                </a:cubicBezTo>
                <a:close/>
                <a:moveTo>
                  <a:pt x="115239" y="33170"/>
                </a:moveTo>
                <a:lnTo>
                  <a:pt x="120530" y="32337"/>
                </a:lnTo>
                <a:cubicBezTo>
                  <a:pt x="120827" y="34448"/>
                  <a:pt x="121654" y="36066"/>
                  <a:pt x="123011" y="37190"/>
                </a:cubicBezTo>
                <a:cubicBezTo>
                  <a:pt x="124369" y="38314"/>
                  <a:pt x="126266" y="38876"/>
                  <a:pt x="128703" y="38876"/>
                </a:cubicBezTo>
                <a:cubicBezTo>
                  <a:pt x="131160" y="38876"/>
                  <a:pt x="132983" y="38380"/>
                  <a:pt x="134172" y="37387"/>
                </a:cubicBezTo>
                <a:cubicBezTo>
                  <a:pt x="135361" y="36394"/>
                  <a:pt x="135955" y="35229"/>
                  <a:pt x="135955" y="33893"/>
                </a:cubicBezTo>
                <a:cubicBezTo>
                  <a:pt x="135955" y="32694"/>
                  <a:pt x="135430" y="31750"/>
                  <a:pt x="134380" y="31062"/>
                </a:cubicBezTo>
                <a:cubicBezTo>
                  <a:pt x="133647" y="30590"/>
                  <a:pt x="131824" y="29991"/>
                  <a:pt x="128911" y="29263"/>
                </a:cubicBezTo>
                <a:cubicBezTo>
                  <a:pt x="124988" y="28272"/>
                  <a:pt x="122268" y="27414"/>
                  <a:pt x="120752" y="26690"/>
                </a:cubicBezTo>
                <a:cubicBezTo>
                  <a:pt x="119237" y="25966"/>
                  <a:pt x="118087" y="24965"/>
                  <a:pt x="117305" y="23686"/>
                </a:cubicBezTo>
                <a:cubicBezTo>
                  <a:pt x="116522" y="22406"/>
                  <a:pt x="116131" y="20993"/>
                  <a:pt x="116131" y="19446"/>
                </a:cubicBezTo>
                <a:cubicBezTo>
                  <a:pt x="116131" y="18038"/>
                  <a:pt x="116453" y="16734"/>
                  <a:pt x="117097" y="15534"/>
                </a:cubicBezTo>
                <a:cubicBezTo>
                  <a:pt x="117741" y="14334"/>
                  <a:pt x="118617" y="13338"/>
                  <a:pt x="119727" y="12544"/>
                </a:cubicBezTo>
                <a:cubicBezTo>
                  <a:pt x="120559" y="11930"/>
                  <a:pt x="121694" y="11409"/>
                  <a:pt x="123130" y="10983"/>
                </a:cubicBezTo>
                <a:cubicBezTo>
                  <a:pt x="124567" y="10557"/>
                  <a:pt x="126107" y="10343"/>
                  <a:pt x="127752" y="10343"/>
                </a:cubicBezTo>
                <a:cubicBezTo>
                  <a:pt x="130229" y="10343"/>
                  <a:pt x="132403" y="10702"/>
                  <a:pt x="134276" y="11421"/>
                </a:cubicBezTo>
                <a:cubicBezTo>
                  <a:pt x="136148" y="12138"/>
                  <a:pt x="137530" y="13111"/>
                  <a:pt x="138422" y="14338"/>
                </a:cubicBezTo>
                <a:cubicBezTo>
                  <a:pt x="139314" y="15565"/>
                  <a:pt x="139928" y="17205"/>
                  <a:pt x="140265" y="19260"/>
                </a:cubicBezTo>
                <a:lnTo>
                  <a:pt x="135034" y="19973"/>
                </a:lnTo>
                <a:cubicBezTo>
                  <a:pt x="134796" y="18348"/>
                  <a:pt x="134107" y="17080"/>
                  <a:pt x="132968" y="16169"/>
                </a:cubicBezTo>
                <a:cubicBezTo>
                  <a:pt x="131829" y="15257"/>
                  <a:pt x="130219" y="14801"/>
                  <a:pt x="128138" y="14801"/>
                </a:cubicBezTo>
                <a:cubicBezTo>
                  <a:pt x="125681" y="14801"/>
                  <a:pt x="123928" y="15206"/>
                  <a:pt x="122878" y="16015"/>
                </a:cubicBezTo>
                <a:cubicBezTo>
                  <a:pt x="121827" y="16823"/>
                  <a:pt x="121302" y="17769"/>
                  <a:pt x="121302" y="18854"/>
                </a:cubicBezTo>
                <a:cubicBezTo>
                  <a:pt x="121302" y="19544"/>
                  <a:pt x="121520" y="20165"/>
                  <a:pt x="121956" y="20717"/>
                </a:cubicBezTo>
                <a:cubicBezTo>
                  <a:pt x="122392" y="21289"/>
                  <a:pt x="123076" y="21762"/>
                  <a:pt x="124007" y="22136"/>
                </a:cubicBezTo>
                <a:cubicBezTo>
                  <a:pt x="124542" y="22334"/>
                  <a:pt x="126117" y="22787"/>
                  <a:pt x="128733" y="23497"/>
                </a:cubicBezTo>
                <a:cubicBezTo>
                  <a:pt x="132517" y="24507"/>
                  <a:pt x="135158" y="25334"/>
                  <a:pt x="136654" y="25977"/>
                </a:cubicBezTo>
                <a:cubicBezTo>
                  <a:pt x="138150" y="26620"/>
                  <a:pt x="139324" y="27556"/>
                  <a:pt x="140176" y="28784"/>
                </a:cubicBezTo>
                <a:cubicBezTo>
                  <a:pt x="141028" y="30011"/>
                  <a:pt x="141454" y="31535"/>
                  <a:pt x="141454" y="33356"/>
                </a:cubicBezTo>
                <a:cubicBezTo>
                  <a:pt x="141454" y="35138"/>
                  <a:pt x="140934" y="36816"/>
                  <a:pt x="139893" y="38390"/>
                </a:cubicBezTo>
                <a:cubicBezTo>
                  <a:pt x="138853" y="39964"/>
                  <a:pt x="137352" y="41181"/>
                  <a:pt x="135390" y="42043"/>
                </a:cubicBezTo>
                <a:cubicBezTo>
                  <a:pt x="133429" y="42904"/>
                  <a:pt x="131210" y="43334"/>
                  <a:pt x="128733" y="43334"/>
                </a:cubicBezTo>
                <a:cubicBezTo>
                  <a:pt x="124631" y="43334"/>
                  <a:pt x="121505" y="42480"/>
                  <a:pt x="119356" y="40771"/>
                </a:cubicBezTo>
                <a:cubicBezTo>
                  <a:pt x="117206" y="39062"/>
                  <a:pt x="115833" y="36528"/>
                  <a:pt x="115239" y="33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FB020-BC1C-43FB-A293-5F0EDF0D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003" y="2714154"/>
            <a:ext cx="108602" cy="97748"/>
          </a:xfrm>
          <a:custGeom xmlns:a="http://schemas.openxmlformats.org/drawingml/2006/main">
            <a:pathLst>
              <a:path w="108602" h="97748">
                <a:moveTo>
                  <a:pt x="0" y="9503"/>
                </a:moveTo>
                <a:cubicBezTo>
                  <a:pt x="0" y="4258"/>
                  <a:pt x="4257" y="0"/>
                  <a:pt x="9503" y="0"/>
                </a:cubicBezTo>
                <a:lnTo>
                  <a:pt x="36498" y="0"/>
                </a:lnTo>
                <a:cubicBezTo>
                  <a:pt x="39647" y="0"/>
                  <a:pt x="42579" y="1552"/>
                  <a:pt x="44353" y="4154"/>
                </a:cubicBezTo>
                <a:lnTo>
                  <a:pt x="51978" y="15359"/>
                </a:lnTo>
                <a:cubicBezTo>
                  <a:pt x="52227" y="15730"/>
                  <a:pt x="52652" y="15957"/>
                  <a:pt x="53100" y="15957"/>
                </a:cubicBezTo>
                <a:lnTo>
                  <a:pt x="99099" y="15957"/>
                </a:lnTo>
                <a:cubicBezTo>
                  <a:pt x="104348" y="15957"/>
                  <a:pt x="108601" y="20206"/>
                  <a:pt x="108601" y="25460"/>
                </a:cubicBezTo>
                <a:lnTo>
                  <a:pt x="108602" y="88245"/>
                </a:lnTo>
                <a:cubicBezTo>
                  <a:pt x="108602" y="93493"/>
                  <a:pt x="104348" y="97748"/>
                  <a:pt x="99099" y="97748"/>
                </a:cubicBezTo>
                <a:lnTo>
                  <a:pt x="9503" y="97747"/>
                </a:lnTo>
                <a:cubicBezTo>
                  <a:pt x="4255" y="97747"/>
                  <a:pt x="0" y="93493"/>
                  <a:pt x="0" y="88244"/>
                </a:cubicBezTo>
                <a:lnTo>
                  <a:pt x="0" y="9503"/>
                </a:lnTo>
                <a:close/>
                <a:moveTo>
                  <a:pt x="9503" y="8146"/>
                </a:moveTo>
                <a:cubicBezTo>
                  <a:pt x="8753" y="8146"/>
                  <a:pt x="8145" y="8752"/>
                  <a:pt x="8145" y="9503"/>
                </a:cubicBezTo>
                <a:lnTo>
                  <a:pt x="8145" y="88244"/>
                </a:lnTo>
                <a:cubicBezTo>
                  <a:pt x="8145" y="88994"/>
                  <a:pt x="8754" y="89602"/>
                  <a:pt x="9503" y="89602"/>
                </a:cubicBezTo>
                <a:lnTo>
                  <a:pt x="99099" y="89602"/>
                </a:lnTo>
                <a:cubicBezTo>
                  <a:pt x="99850" y="89602"/>
                  <a:pt x="100456" y="88994"/>
                  <a:pt x="100456" y="88244"/>
                </a:cubicBezTo>
                <a:lnTo>
                  <a:pt x="100456" y="25451"/>
                </a:lnTo>
                <a:cubicBezTo>
                  <a:pt x="100456" y="24704"/>
                  <a:pt x="99850" y="24093"/>
                  <a:pt x="99099" y="24093"/>
                </a:cubicBezTo>
                <a:lnTo>
                  <a:pt x="53100" y="24093"/>
                </a:lnTo>
                <a:cubicBezTo>
                  <a:pt x="49955" y="24098"/>
                  <a:pt x="47014" y="22541"/>
                  <a:pt x="45245" y="19939"/>
                </a:cubicBezTo>
                <a:lnTo>
                  <a:pt x="37620" y="8743"/>
                </a:lnTo>
                <a:cubicBezTo>
                  <a:pt x="37366" y="8367"/>
                  <a:pt x="36941" y="8146"/>
                  <a:pt x="36489" y="8146"/>
                </a:cubicBezTo>
                <a:lnTo>
                  <a:pt x="9503" y="8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Text tools">
            <a:extLst xmlns:a="http://schemas.openxmlformats.org/drawingml/2006/main">
              <a:ext uri="{FF2B5EF4-FFF2-40B4-BE49-F238E27FC236}">
                <a16:creationId xmlns:a16="http://schemas.microsoft.com/office/drawing/2014/main" id="{398FA326-1430-465B-BF76-3C56BD1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341" y="2750985"/>
            <a:ext cx="124958" cy="44286"/>
          </a:xfrm>
          <a:custGeom xmlns:a="http://schemas.openxmlformats.org/drawingml/2006/main">
            <a:pathLst>
              <a:path w="124958" h="44286">
                <a:moveTo>
                  <a:pt x="14623" y="38846"/>
                </a:moveTo>
                <a:lnTo>
                  <a:pt x="15396" y="43572"/>
                </a:lnTo>
                <a:cubicBezTo>
                  <a:pt x="13890" y="43850"/>
                  <a:pt x="12543" y="43988"/>
                  <a:pt x="11354" y="43988"/>
                </a:cubicBezTo>
                <a:cubicBezTo>
                  <a:pt x="9412" y="43988"/>
                  <a:pt x="7906" y="43681"/>
                  <a:pt x="6836" y="43067"/>
                </a:cubicBezTo>
                <a:cubicBezTo>
                  <a:pt x="5766" y="42453"/>
                  <a:pt x="5013" y="41645"/>
                  <a:pt x="4577" y="40645"/>
                </a:cubicBezTo>
                <a:cubicBezTo>
                  <a:pt x="4141" y="39644"/>
                  <a:pt x="3923" y="37539"/>
                  <a:pt x="3923" y="34329"/>
                </a:cubicBezTo>
                <a:lnTo>
                  <a:pt x="3923" y="16169"/>
                </a:lnTo>
                <a:lnTo>
                  <a:pt x="0" y="16169"/>
                </a:lnTo>
                <a:lnTo>
                  <a:pt x="0" y="12008"/>
                </a:lnTo>
                <a:lnTo>
                  <a:pt x="3923" y="12008"/>
                </a:lnTo>
                <a:lnTo>
                  <a:pt x="3923" y="4169"/>
                </a:lnTo>
                <a:lnTo>
                  <a:pt x="9244" y="951"/>
                </a:lnTo>
                <a:lnTo>
                  <a:pt x="9244" y="12008"/>
                </a:lnTo>
                <a:lnTo>
                  <a:pt x="14623" y="12008"/>
                </a:lnTo>
                <a:lnTo>
                  <a:pt x="14623" y="16169"/>
                </a:lnTo>
                <a:lnTo>
                  <a:pt x="9244" y="16169"/>
                </a:lnTo>
                <a:lnTo>
                  <a:pt x="9244" y="34626"/>
                </a:lnTo>
                <a:cubicBezTo>
                  <a:pt x="9244" y="36152"/>
                  <a:pt x="9338" y="37133"/>
                  <a:pt x="9526" y="37568"/>
                </a:cubicBezTo>
                <a:cubicBezTo>
                  <a:pt x="9714" y="38004"/>
                  <a:pt x="10021" y="38351"/>
                  <a:pt x="10447" y="38609"/>
                </a:cubicBezTo>
                <a:cubicBezTo>
                  <a:pt x="10873" y="38866"/>
                  <a:pt x="11483" y="38995"/>
                  <a:pt x="12275" y="38995"/>
                </a:cubicBezTo>
                <a:cubicBezTo>
                  <a:pt x="12870" y="38995"/>
                  <a:pt x="13652" y="38946"/>
                  <a:pt x="14623" y="38846"/>
                </a:cubicBezTo>
                <a:close/>
                <a:moveTo>
                  <a:pt x="18177" y="27790"/>
                </a:moveTo>
                <a:cubicBezTo>
                  <a:pt x="18177" y="21945"/>
                  <a:pt x="19802" y="17615"/>
                  <a:pt x="23052" y="14801"/>
                </a:cubicBezTo>
                <a:cubicBezTo>
                  <a:pt x="25766" y="12463"/>
                  <a:pt x="29075" y="11294"/>
                  <a:pt x="32979" y="11294"/>
                </a:cubicBezTo>
                <a:cubicBezTo>
                  <a:pt x="37318" y="11294"/>
                  <a:pt x="40865" y="12716"/>
                  <a:pt x="43619" y="15559"/>
                </a:cubicBezTo>
                <a:cubicBezTo>
                  <a:pt x="46374" y="18403"/>
                  <a:pt x="47751" y="22331"/>
                  <a:pt x="47751" y="27344"/>
                </a:cubicBezTo>
                <a:cubicBezTo>
                  <a:pt x="47751" y="31406"/>
                  <a:pt x="47141" y="34601"/>
                  <a:pt x="45923" y="36929"/>
                </a:cubicBezTo>
                <a:cubicBezTo>
                  <a:pt x="44704" y="39258"/>
                  <a:pt x="42931" y="41066"/>
                  <a:pt x="40603" y="42354"/>
                </a:cubicBezTo>
                <a:cubicBezTo>
                  <a:pt x="38274" y="43642"/>
                  <a:pt x="35733" y="44286"/>
                  <a:pt x="32979" y="44286"/>
                </a:cubicBezTo>
                <a:cubicBezTo>
                  <a:pt x="28560" y="44286"/>
                  <a:pt x="24989" y="42869"/>
                  <a:pt x="22264" y="40035"/>
                </a:cubicBezTo>
                <a:cubicBezTo>
                  <a:pt x="19540" y="37202"/>
                  <a:pt x="18177" y="33120"/>
                  <a:pt x="18177" y="27790"/>
                </a:cubicBezTo>
                <a:moveTo>
                  <a:pt x="23676" y="27775"/>
                </a:moveTo>
                <a:cubicBezTo>
                  <a:pt x="23676" y="31802"/>
                  <a:pt x="24558" y="34818"/>
                  <a:pt x="26321" y="36822"/>
                </a:cubicBezTo>
                <a:cubicBezTo>
                  <a:pt x="28085" y="38825"/>
                  <a:pt x="30304" y="39827"/>
                  <a:pt x="32979" y="39827"/>
                </a:cubicBezTo>
                <a:cubicBezTo>
                  <a:pt x="35634" y="39827"/>
                  <a:pt x="37843" y="38820"/>
                  <a:pt x="39607" y="36807"/>
                </a:cubicBezTo>
                <a:cubicBezTo>
                  <a:pt x="41370" y="34793"/>
                  <a:pt x="42252" y="31723"/>
                  <a:pt x="42252" y="27598"/>
                </a:cubicBezTo>
                <a:cubicBezTo>
                  <a:pt x="42252" y="23708"/>
                  <a:pt x="41365" y="20762"/>
                  <a:pt x="39592" y="18758"/>
                </a:cubicBezTo>
                <a:cubicBezTo>
                  <a:pt x="37819" y="16754"/>
                  <a:pt x="35614" y="15753"/>
                  <a:pt x="32979" y="15753"/>
                </a:cubicBezTo>
                <a:cubicBezTo>
                  <a:pt x="30304" y="15753"/>
                  <a:pt x="28085" y="16750"/>
                  <a:pt x="26321" y="18743"/>
                </a:cubicBezTo>
                <a:cubicBezTo>
                  <a:pt x="24558" y="20737"/>
                  <a:pt x="23676" y="23748"/>
                  <a:pt x="23676" y="27775"/>
                </a:cubicBezTo>
                <a:close/>
                <a:moveTo>
                  <a:pt x="51778" y="27790"/>
                </a:moveTo>
                <a:cubicBezTo>
                  <a:pt x="51778" y="21945"/>
                  <a:pt x="53403" y="17615"/>
                  <a:pt x="56652" y="14801"/>
                </a:cubicBezTo>
                <a:cubicBezTo>
                  <a:pt x="59367" y="12463"/>
                  <a:pt x="62676" y="11294"/>
                  <a:pt x="66579" y="11294"/>
                </a:cubicBezTo>
                <a:cubicBezTo>
                  <a:pt x="70919" y="11294"/>
                  <a:pt x="74466" y="12716"/>
                  <a:pt x="77220" y="15559"/>
                </a:cubicBezTo>
                <a:cubicBezTo>
                  <a:pt x="79974" y="18403"/>
                  <a:pt x="81351" y="22331"/>
                  <a:pt x="81351" y="27344"/>
                </a:cubicBezTo>
                <a:cubicBezTo>
                  <a:pt x="81351" y="31406"/>
                  <a:pt x="80742" y="34601"/>
                  <a:pt x="79523" y="36929"/>
                </a:cubicBezTo>
                <a:cubicBezTo>
                  <a:pt x="78305" y="39258"/>
                  <a:pt x="76531" y="41066"/>
                  <a:pt x="74203" y="42354"/>
                </a:cubicBezTo>
                <a:cubicBezTo>
                  <a:pt x="71875" y="43642"/>
                  <a:pt x="69334" y="44286"/>
                  <a:pt x="66579" y="44286"/>
                </a:cubicBezTo>
                <a:cubicBezTo>
                  <a:pt x="62161" y="44286"/>
                  <a:pt x="58589" y="42869"/>
                  <a:pt x="55865" y="40035"/>
                </a:cubicBezTo>
                <a:cubicBezTo>
                  <a:pt x="53140" y="37202"/>
                  <a:pt x="51778" y="33120"/>
                  <a:pt x="51778" y="27790"/>
                </a:cubicBezTo>
                <a:moveTo>
                  <a:pt x="57277" y="27775"/>
                </a:moveTo>
                <a:cubicBezTo>
                  <a:pt x="57277" y="31802"/>
                  <a:pt x="58158" y="34818"/>
                  <a:pt x="59922" y="36822"/>
                </a:cubicBezTo>
                <a:cubicBezTo>
                  <a:pt x="61685" y="38825"/>
                  <a:pt x="63904" y="39827"/>
                  <a:pt x="66579" y="39827"/>
                </a:cubicBezTo>
                <a:cubicBezTo>
                  <a:pt x="69235" y="39827"/>
                  <a:pt x="71444" y="38820"/>
                  <a:pt x="73207" y="36807"/>
                </a:cubicBezTo>
                <a:cubicBezTo>
                  <a:pt x="74971" y="34793"/>
                  <a:pt x="75853" y="31723"/>
                  <a:pt x="75853" y="27598"/>
                </a:cubicBezTo>
                <a:cubicBezTo>
                  <a:pt x="75853" y="23708"/>
                  <a:pt x="74966" y="20762"/>
                  <a:pt x="73193" y="18758"/>
                </a:cubicBezTo>
                <a:cubicBezTo>
                  <a:pt x="71419" y="16754"/>
                  <a:pt x="69215" y="15753"/>
                  <a:pt x="66579" y="15753"/>
                </a:cubicBezTo>
                <a:cubicBezTo>
                  <a:pt x="63904" y="15753"/>
                  <a:pt x="61685" y="16750"/>
                  <a:pt x="59922" y="18743"/>
                </a:cubicBezTo>
                <a:cubicBezTo>
                  <a:pt x="58158" y="20737"/>
                  <a:pt x="57277" y="23748"/>
                  <a:pt x="57277" y="27775"/>
                </a:cubicBezTo>
                <a:close/>
                <a:moveTo>
                  <a:pt x="87251" y="43572"/>
                </a:moveTo>
                <a:lnTo>
                  <a:pt x="87251" y="0"/>
                </a:lnTo>
                <a:lnTo>
                  <a:pt x="92601" y="0"/>
                </a:lnTo>
                <a:lnTo>
                  <a:pt x="92601" y="43572"/>
                </a:lnTo>
                <a:lnTo>
                  <a:pt x="87251" y="43572"/>
                </a:lnTo>
                <a:close/>
                <a:moveTo>
                  <a:pt x="98743" y="34121"/>
                </a:moveTo>
                <a:lnTo>
                  <a:pt x="104033" y="33289"/>
                </a:lnTo>
                <a:cubicBezTo>
                  <a:pt x="104331" y="35399"/>
                  <a:pt x="105158" y="37017"/>
                  <a:pt x="106515" y="38142"/>
                </a:cubicBezTo>
                <a:cubicBezTo>
                  <a:pt x="107872" y="39265"/>
                  <a:pt x="109770" y="39827"/>
                  <a:pt x="112207" y="39827"/>
                </a:cubicBezTo>
                <a:cubicBezTo>
                  <a:pt x="114664" y="39827"/>
                  <a:pt x="116487" y="39331"/>
                  <a:pt x="117676" y="38338"/>
                </a:cubicBezTo>
                <a:cubicBezTo>
                  <a:pt x="118865" y="37345"/>
                  <a:pt x="119459" y="36181"/>
                  <a:pt x="119459" y="34844"/>
                </a:cubicBezTo>
                <a:cubicBezTo>
                  <a:pt x="119459" y="33645"/>
                  <a:pt x="118934" y="32701"/>
                  <a:pt x="117884" y="32013"/>
                </a:cubicBezTo>
                <a:cubicBezTo>
                  <a:pt x="117151" y="31541"/>
                  <a:pt x="115328" y="30942"/>
                  <a:pt x="112415" y="30214"/>
                </a:cubicBezTo>
                <a:cubicBezTo>
                  <a:pt x="108492" y="29223"/>
                  <a:pt x="105772" y="28365"/>
                  <a:pt x="104256" y="27641"/>
                </a:cubicBezTo>
                <a:cubicBezTo>
                  <a:pt x="102740" y="26917"/>
                  <a:pt x="101591" y="25916"/>
                  <a:pt x="100808" y="24637"/>
                </a:cubicBezTo>
                <a:cubicBezTo>
                  <a:pt x="100026" y="23357"/>
                  <a:pt x="99634" y="21944"/>
                  <a:pt x="99634" y="20398"/>
                </a:cubicBezTo>
                <a:cubicBezTo>
                  <a:pt x="99634" y="18989"/>
                  <a:pt x="99956" y="17685"/>
                  <a:pt x="100600" y="16485"/>
                </a:cubicBezTo>
                <a:cubicBezTo>
                  <a:pt x="101244" y="15285"/>
                  <a:pt x="102121" y="14289"/>
                  <a:pt x="103231" y="13496"/>
                </a:cubicBezTo>
                <a:cubicBezTo>
                  <a:pt x="104063" y="12881"/>
                  <a:pt x="105197" y="12360"/>
                  <a:pt x="106634" y="11934"/>
                </a:cubicBezTo>
                <a:cubicBezTo>
                  <a:pt x="108071" y="11508"/>
                  <a:pt x="109611" y="11294"/>
                  <a:pt x="111256" y="11294"/>
                </a:cubicBezTo>
                <a:cubicBezTo>
                  <a:pt x="113733" y="11294"/>
                  <a:pt x="115907" y="11653"/>
                  <a:pt x="117780" y="12372"/>
                </a:cubicBezTo>
                <a:cubicBezTo>
                  <a:pt x="119652" y="13089"/>
                  <a:pt x="121034" y="14062"/>
                  <a:pt x="121926" y="15289"/>
                </a:cubicBezTo>
                <a:cubicBezTo>
                  <a:pt x="122818" y="16516"/>
                  <a:pt x="123432" y="18156"/>
                  <a:pt x="123769" y="20211"/>
                </a:cubicBezTo>
                <a:lnTo>
                  <a:pt x="118538" y="20924"/>
                </a:lnTo>
                <a:cubicBezTo>
                  <a:pt x="118300" y="19299"/>
                  <a:pt x="117611" y="18031"/>
                  <a:pt x="116472" y="17120"/>
                </a:cubicBezTo>
                <a:cubicBezTo>
                  <a:pt x="115333" y="16208"/>
                  <a:pt x="113723" y="15753"/>
                  <a:pt x="111642" y="15753"/>
                </a:cubicBezTo>
                <a:cubicBezTo>
                  <a:pt x="109185" y="15753"/>
                  <a:pt x="107432" y="16157"/>
                  <a:pt x="106381" y="16966"/>
                </a:cubicBezTo>
                <a:cubicBezTo>
                  <a:pt x="105331" y="17774"/>
                  <a:pt x="104806" y="18720"/>
                  <a:pt x="104806" y="19805"/>
                </a:cubicBezTo>
                <a:cubicBezTo>
                  <a:pt x="104806" y="20495"/>
                  <a:pt x="105024" y="21116"/>
                  <a:pt x="105460" y="21668"/>
                </a:cubicBezTo>
                <a:cubicBezTo>
                  <a:pt x="105896" y="22240"/>
                  <a:pt x="106579" y="22713"/>
                  <a:pt x="107511" y="23087"/>
                </a:cubicBezTo>
                <a:cubicBezTo>
                  <a:pt x="108046" y="23285"/>
                  <a:pt x="109621" y="23738"/>
                  <a:pt x="112237" y="24448"/>
                </a:cubicBezTo>
                <a:cubicBezTo>
                  <a:pt x="116021" y="25458"/>
                  <a:pt x="118661" y="26285"/>
                  <a:pt x="120157" y="26928"/>
                </a:cubicBezTo>
                <a:cubicBezTo>
                  <a:pt x="121653" y="27571"/>
                  <a:pt x="122827" y="28507"/>
                  <a:pt x="123679" y="29735"/>
                </a:cubicBezTo>
                <a:cubicBezTo>
                  <a:pt x="124532" y="30962"/>
                  <a:pt x="124958" y="32486"/>
                  <a:pt x="124958" y="34307"/>
                </a:cubicBezTo>
                <a:cubicBezTo>
                  <a:pt x="124958" y="36089"/>
                  <a:pt x="124437" y="37768"/>
                  <a:pt x="123397" y="39342"/>
                </a:cubicBezTo>
                <a:cubicBezTo>
                  <a:pt x="122357" y="40915"/>
                  <a:pt x="120856" y="42132"/>
                  <a:pt x="118894" y="42994"/>
                </a:cubicBezTo>
                <a:cubicBezTo>
                  <a:pt x="116933" y="43855"/>
                  <a:pt x="114713" y="44286"/>
                  <a:pt x="112237" y="44286"/>
                </a:cubicBezTo>
                <a:cubicBezTo>
                  <a:pt x="108135" y="44286"/>
                  <a:pt x="105009" y="43431"/>
                  <a:pt x="102859" y="41722"/>
                </a:cubicBezTo>
                <a:cubicBezTo>
                  <a:pt x="100709" y="40013"/>
                  <a:pt x="99337" y="37479"/>
                  <a:pt x="98743" y="34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Text browsers">
            <a:extLst xmlns:a="http://schemas.openxmlformats.org/drawingml/2006/main">
              <a:ext uri="{FF2B5EF4-FFF2-40B4-BE49-F238E27FC236}">
                <a16:creationId xmlns:a16="http://schemas.microsoft.com/office/drawing/2014/main" id="{07650558-030B-4503-BE53-DB720D5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54" y="2916562"/>
            <a:ext cx="238307" cy="44286"/>
          </a:xfrm>
          <a:custGeom xmlns:a="http://schemas.openxmlformats.org/drawingml/2006/main">
            <a:pathLst>
              <a:path w="238307" h="44286">
                <a:moveTo>
                  <a:pt x="4964" y="43572"/>
                </a:moveTo>
                <a:lnTo>
                  <a:pt x="0" y="43572"/>
                </a:lnTo>
                <a:lnTo>
                  <a:pt x="0" y="0"/>
                </a:lnTo>
                <a:lnTo>
                  <a:pt x="5350" y="0"/>
                </a:lnTo>
                <a:lnTo>
                  <a:pt x="5350" y="15602"/>
                </a:lnTo>
                <a:cubicBezTo>
                  <a:pt x="7609" y="12730"/>
                  <a:pt x="10492" y="11294"/>
                  <a:pt x="13999" y="11294"/>
                </a:cubicBezTo>
                <a:cubicBezTo>
                  <a:pt x="15941" y="11294"/>
                  <a:pt x="17779" y="11686"/>
                  <a:pt x="19512" y="12468"/>
                </a:cubicBezTo>
                <a:cubicBezTo>
                  <a:pt x="21246" y="13251"/>
                  <a:pt x="22673" y="14351"/>
                  <a:pt x="23792" y="15767"/>
                </a:cubicBezTo>
                <a:cubicBezTo>
                  <a:pt x="24912" y="17184"/>
                  <a:pt x="25789" y="18893"/>
                  <a:pt x="26423" y="20894"/>
                </a:cubicBezTo>
                <a:cubicBezTo>
                  <a:pt x="27057" y="22896"/>
                  <a:pt x="27374" y="25036"/>
                  <a:pt x="27374" y="27314"/>
                </a:cubicBezTo>
                <a:cubicBezTo>
                  <a:pt x="27374" y="32724"/>
                  <a:pt x="26036" y="36905"/>
                  <a:pt x="23361" y="39857"/>
                </a:cubicBezTo>
                <a:cubicBezTo>
                  <a:pt x="20686" y="42809"/>
                  <a:pt x="17476" y="44286"/>
                  <a:pt x="13732" y="44286"/>
                </a:cubicBezTo>
                <a:cubicBezTo>
                  <a:pt x="10006" y="44286"/>
                  <a:pt x="7084" y="42710"/>
                  <a:pt x="4964" y="39560"/>
                </a:cubicBezTo>
                <a:lnTo>
                  <a:pt x="4964" y="43572"/>
                </a:lnTo>
                <a:moveTo>
                  <a:pt x="4904" y="27553"/>
                </a:moveTo>
                <a:cubicBezTo>
                  <a:pt x="4904" y="31319"/>
                  <a:pt x="5419" y="34040"/>
                  <a:pt x="6450" y="35716"/>
                </a:cubicBezTo>
                <a:cubicBezTo>
                  <a:pt x="8134" y="38457"/>
                  <a:pt x="10413" y="39827"/>
                  <a:pt x="13286" y="39827"/>
                </a:cubicBezTo>
                <a:cubicBezTo>
                  <a:pt x="15624" y="39827"/>
                  <a:pt x="17645" y="38817"/>
                  <a:pt x="19349" y="36796"/>
                </a:cubicBezTo>
                <a:cubicBezTo>
                  <a:pt x="21053" y="34775"/>
                  <a:pt x="21905" y="31763"/>
                  <a:pt x="21905" y="27760"/>
                </a:cubicBezTo>
                <a:cubicBezTo>
                  <a:pt x="21905" y="23659"/>
                  <a:pt x="21088" y="20633"/>
                  <a:pt x="19453" y="18681"/>
                </a:cubicBezTo>
                <a:cubicBezTo>
                  <a:pt x="17818" y="16729"/>
                  <a:pt x="15842" y="15753"/>
                  <a:pt x="13523" y="15753"/>
                </a:cubicBezTo>
                <a:cubicBezTo>
                  <a:pt x="11185" y="15753"/>
                  <a:pt x="9164" y="16763"/>
                  <a:pt x="7460" y="18784"/>
                </a:cubicBezTo>
                <a:cubicBezTo>
                  <a:pt x="5756" y="20805"/>
                  <a:pt x="4904" y="23728"/>
                  <a:pt x="4904" y="27553"/>
                </a:cubicBezTo>
                <a:close/>
                <a:moveTo>
                  <a:pt x="33571" y="43572"/>
                </a:moveTo>
                <a:lnTo>
                  <a:pt x="33571" y="12008"/>
                </a:lnTo>
                <a:lnTo>
                  <a:pt x="38386" y="12008"/>
                </a:lnTo>
                <a:lnTo>
                  <a:pt x="38386" y="16763"/>
                </a:lnTo>
                <a:cubicBezTo>
                  <a:pt x="39614" y="14536"/>
                  <a:pt x="40748" y="13068"/>
                  <a:pt x="41789" y="12359"/>
                </a:cubicBezTo>
                <a:cubicBezTo>
                  <a:pt x="42829" y="11649"/>
                  <a:pt x="43973" y="11294"/>
                  <a:pt x="45222" y="11294"/>
                </a:cubicBezTo>
                <a:cubicBezTo>
                  <a:pt x="47025" y="11294"/>
                  <a:pt x="48858" y="11866"/>
                  <a:pt x="50720" y="13011"/>
                </a:cubicBezTo>
                <a:lnTo>
                  <a:pt x="48877" y="17952"/>
                </a:lnTo>
                <a:cubicBezTo>
                  <a:pt x="47570" y="17179"/>
                  <a:pt x="46262" y="16793"/>
                  <a:pt x="44954" y="16793"/>
                </a:cubicBezTo>
                <a:cubicBezTo>
                  <a:pt x="43785" y="16793"/>
                  <a:pt x="42735" y="17145"/>
                  <a:pt x="41804" y="17850"/>
                </a:cubicBezTo>
                <a:cubicBezTo>
                  <a:pt x="40872" y="18554"/>
                  <a:pt x="40209" y="19531"/>
                  <a:pt x="39812" y="20780"/>
                </a:cubicBezTo>
                <a:cubicBezTo>
                  <a:pt x="39218" y="22684"/>
                  <a:pt x="38921" y="24767"/>
                  <a:pt x="38921" y="27028"/>
                </a:cubicBezTo>
                <a:lnTo>
                  <a:pt x="38921" y="43572"/>
                </a:lnTo>
                <a:lnTo>
                  <a:pt x="33571" y="43572"/>
                </a:lnTo>
                <a:close/>
                <a:moveTo>
                  <a:pt x="51604" y="27790"/>
                </a:moveTo>
                <a:cubicBezTo>
                  <a:pt x="51604" y="21945"/>
                  <a:pt x="53229" y="17615"/>
                  <a:pt x="56479" y="14801"/>
                </a:cubicBezTo>
                <a:cubicBezTo>
                  <a:pt x="59193" y="12463"/>
                  <a:pt x="62502" y="11294"/>
                  <a:pt x="66406" y="11294"/>
                </a:cubicBezTo>
                <a:cubicBezTo>
                  <a:pt x="70745" y="11294"/>
                  <a:pt x="74292" y="12716"/>
                  <a:pt x="77046" y="15559"/>
                </a:cubicBezTo>
                <a:cubicBezTo>
                  <a:pt x="79800" y="18403"/>
                  <a:pt x="81178" y="22331"/>
                  <a:pt x="81178" y="27344"/>
                </a:cubicBezTo>
                <a:cubicBezTo>
                  <a:pt x="81178" y="31406"/>
                  <a:pt x="80568" y="34601"/>
                  <a:pt x="79350" y="36929"/>
                </a:cubicBezTo>
                <a:cubicBezTo>
                  <a:pt x="78131" y="39258"/>
                  <a:pt x="76358" y="41066"/>
                  <a:pt x="74029" y="42354"/>
                </a:cubicBezTo>
                <a:cubicBezTo>
                  <a:pt x="71701" y="43642"/>
                  <a:pt x="69160" y="44286"/>
                  <a:pt x="66406" y="44286"/>
                </a:cubicBezTo>
                <a:cubicBezTo>
                  <a:pt x="61987" y="44286"/>
                  <a:pt x="58416" y="42869"/>
                  <a:pt x="55691" y="40035"/>
                </a:cubicBezTo>
                <a:cubicBezTo>
                  <a:pt x="52967" y="37202"/>
                  <a:pt x="51604" y="33120"/>
                  <a:pt x="51604" y="27790"/>
                </a:cubicBezTo>
                <a:moveTo>
                  <a:pt x="57103" y="27775"/>
                </a:moveTo>
                <a:cubicBezTo>
                  <a:pt x="57103" y="31802"/>
                  <a:pt x="57985" y="34818"/>
                  <a:pt x="59748" y="36822"/>
                </a:cubicBezTo>
                <a:cubicBezTo>
                  <a:pt x="61512" y="38825"/>
                  <a:pt x="63731" y="39827"/>
                  <a:pt x="66406" y="39827"/>
                </a:cubicBezTo>
                <a:cubicBezTo>
                  <a:pt x="69061" y="39827"/>
                  <a:pt x="71270" y="38820"/>
                  <a:pt x="73034" y="36807"/>
                </a:cubicBezTo>
                <a:cubicBezTo>
                  <a:pt x="74797" y="34793"/>
                  <a:pt x="75679" y="31723"/>
                  <a:pt x="75679" y="27598"/>
                </a:cubicBezTo>
                <a:cubicBezTo>
                  <a:pt x="75679" y="23708"/>
                  <a:pt x="74792" y="20762"/>
                  <a:pt x="73019" y="18758"/>
                </a:cubicBezTo>
                <a:cubicBezTo>
                  <a:pt x="71246" y="16754"/>
                  <a:pt x="69041" y="15753"/>
                  <a:pt x="66406" y="15753"/>
                </a:cubicBezTo>
                <a:cubicBezTo>
                  <a:pt x="63731" y="15753"/>
                  <a:pt x="61512" y="16750"/>
                  <a:pt x="59748" y="18743"/>
                </a:cubicBezTo>
                <a:cubicBezTo>
                  <a:pt x="57985" y="20737"/>
                  <a:pt x="57103" y="23748"/>
                  <a:pt x="57103" y="27775"/>
                </a:cubicBezTo>
                <a:close/>
                <a:moveTo>
                  <a:pt x="93022" y="43572"/>
                </a:moveTo>
                <a:lnTo>
                  <a:pt x="83362" y="12008"/>
                </a:lnTo>
                <a:lnTo>
                  <a:pt x="88890" y="12008"/>
                </a:lnTo>
                <a:lnTo>
                  <a:pt x="93913" y="30224"/>
                </a:lnTo>
                <a:lnTo>
                  <a:pt x="95786" y="37004"/>
                </a:lnTo>
                <a:cubicBezTo>
                  <a:pt x="95865" y="36668"/>
                  <a:pt x="96410" y="34500"/>
                  <a:pt x="97420" y="30501"/>
                </a:cubicBezTo>
                <a:lnTo>
                  <a:pt x="102443" y="12008"/>
                </a:lnTo>
                <a:lnTo>
                  <a:pt x="107942" y="12008"/>
                </a:lnTo>
                <a:lnTo>
                  <a:pt x="112668" y="30313"/>
                </a:lnTo>
                <a:lnTo>
                  <a:pt x="114243" y="36350"/>
                </a:lnTo>
                <a:lnTo>
                  <a:pt x="116056" y="30256"/>
                </a:lnTo>
                <a:lnTo>
                  <a:pt x="121465" y="12008"/>
                </a:lnTo>
                <a:lnTo>
                  <a:pt x="126667" y="12008"/>
                </a:lnTo>
                <a:lnTo>
                  <a:pt x="116799" y="43572"/>
                </a:lnTo>
                <a:lnTo>
                  <a:pt x="111241" y="43572"/>
                </a:lnTo>
                <a:lnTo>
                  <a:pt x="106218" y="24659"/>
                </a:lnTo>
                <a:lnTo>
                  <a:pt x="104999" y="19289"/>
                </a:lnTo>
                <a:lnTo>
                  <a:pt x="98609" y="43572"/>
                </a:lnTo>
                <a:lnTo>
                  <a:pt x="93022" y="43572"/>
                </a:lnTo>
                <a:close/>
                <a:moveTo>
                  <a:pt x="127726" y="34121"/>
                </a:moveTo>
                <a:lnTo>
                  <a:pt x="133016" y="33289"/>
                </a:lnTo>
                <a:cubicBezTo>
                  <a:pt x="133314" y="35399"/>
                  <a:pt x="134141" y="37017"/>
                  <a:pt x="135498" y="38142"/>
                </a:cubicBezTo>
                <a:cubicBezTo>
                  <a:pt x="136856" y="39265"/>
                  <a:pt x="138753" y="39827"/>
                  <a:pt x="141190" y="39827"/>
                </a:cubicBezTo>
                <a:cubicBezTo>
                  <a:pt x="143647" y="39827"/>
                  <a:pt x="145470" y="39331"/>
                  <a:pt x="146659" y="38338"/>
                </a:cubicBezTo>
                <a:cubicBezTo>
                  <a:pt x="147848" y="37345"/>
                  <a:pt x="148442" y="36181"/>
                  <a:pt x="148442" y="34844"/>
                </a:cubicBezTo>
                <a:cubicBezTo>
                  <a:pt x="148442" y="33645"/>
                  <a:pt x="147917" y="32701"/>
                  <a:pt x="146867" y="32013"/>
                </a:cubicBezTo>
                <a:cubicBezTo>
                  <a:pt x="146134" y="31541"/>
                  <a:pt x="144311" y="30942"/>
                  <a:pt x="141398" y="30214"/>
                </a:cubicBezTo>
                <a:cubicBezTo>
                  <a:pt x="137475" y="29223"/>
                  <a:pt x="134755" y="28365"/>
                  <a:pt x="133239" y="27641"/>
                </a:cubicBezTo>
                <a:cubicBezTo>
                  <a:pt x="131724" y="26917"/>
                  <a:pt x="130574" y="25916"/>
                  <a:pt x="129792" y="24637"/>
                </a:cubicBezTo>
                <a:cubicBezTo>
                  <a:pt x="129009" y="23357"/>
                  <a:pt x="128618" y="21944"/>
                  <a:pt x="128618" y="20398"/>
                </a:cubicBezTo>
                <a:cubicBezTo>
                  <a:pt x="128618" y="18989"/>
                  <a:pt x="128940" y="17685"/>
                  <a:pt x="129584" y="16485"/>
                </a:cubicBezTo>
                <a:cubicBezTo>
                  <a:pt x="130228" y="15285"/>
                  <a:pt x="131104" y="14289"/>
                  <a:pt x="132214" y="13496"/>
                </a:cubicBezTo>
                <a:cubicBezTo>
                  <a:pt x="133046" y="12881"/>
                  <a:pt x="134181" y="12360"/>
                  <a:pt x="135617" y="11934"/>
                </a:cubicBezTo>
                <a:cubicBezTo>
                  <a:pt x="137054" y="11508"/>
                  <a:pt x="138594" y="11294"/>
                  <a:pt x="140239" y="11294"/>
                </a:cubicBezTo>
                <a:cubicBezTo>
                  <a:pt x="142716" y="11294"/>
                  <a:pt x="144890" y="11653"/>
                  <a:pt x="146763" y="12372"/>
                </a:cubicBezTo>
                <a:cubicBezTo>
                  <a:pt x="148635" y="13089"/>
                  <a:pt x="150017" y="14062"/>
                  <a:pt x="150909" y="15289"/>
                </a:cubicBezTo>
                <a:cubicBezTo>
                  <a:pt x="151801" y="16516"/>
                  <a:pt x="152415" y="18156"/>
                  <a:pt x="152752" y="20211"/>
                </a:cubicBezTo>
                <a:lnTo>
                  <a:pt x="147521" y="20924"/>
                </a:lnTo>
                <a:cubicBezTo>
                  <a:pt x="147283" y="19299"/>
                  <a:pt x="146594" y="18031"/>
                  <a:pt x="145455" y="17120"/>
                </a:cubicBezTo>
                <a:cubicBezTo>
                  <a:pt x="144316" y="16208"/>
                  <a:pt x="142706" y="15753"/>
                  <a:pt x="140625" y="15753"/>
                </a:cubicBezTo>
                <a:cubicBezTo>
                  <a:pt x="138168" y="15753"/>
                  <a:pt x="136415" y="16157"/>
                  <a:pt x="135364" y="16966"/>
                </a:cubicBezTo>
                <a:cubicBezTo>
                  <a:pt x="134314" y="17774"/>
                  <a:pt x="133789" y="18720"/>
                  <a:pt x="133789" y="19805"/>
                </a:cubicBezTo>
                <a:cubicBezTo>
                  <a:pt x="133789" y="20495"/>
                  <a:pt x="134007" y="21116"/>
                  <a:pt x="134443" y="21668"/>
                </a:cubicBezTo>
                <a:cubicBezTo>
                  <a:pt x="134879" y="22240"/>
                  <a:pt x="135563" y="22713"/>
                  <a:pt x="136494" y="23087"/>
                </a:cubicBezTo>
                <a:cubicBezTo>
                  <a:pt x="137029" y="23285"/>
                  <a:pt x="138604" y="23738"/>
                  <a:pt x="141220" y="24448"/>
                </a:cubicBezTo>
                <a:cubicBezTo>
                  <a:pt x="145004" y="25458"/>
                  <a:pt x="147645" y="26285"/>
                  <a:pt x="149141" y="26928"/>
                </a:cubicBezTo>
                <a:cubicBezTo>
                  <a:pt x="150637" y="27571"/>
                  <a:pt x="151811" y="28507"/>
                  <a:pt x="152663" y="29735"/>
                </a:cubicBezTo>
                <a:cubicBezTo>
                  <a:pt x="153515" y="30962"/>
                  <a:pt x="153941" y="32486"/>
                  <a:pt x="153941" y="34307"/>
                </a:cubicBezTo>
                <a:cubicBezTo>
                  <a:pt x="153941" y="36089"/>
                  <a:pt x="153421" y="37768"/>
                  <a:pt x="152380" y="39342"/>
                </a:cubicBezTo>
                <a:cubicBezTo>
                  <a:pt x="151340" y="40915"/>
                  <a:pt x="149839" y="42132"/>
                  <a:pt x="147877" y="42994"/>
                </a:cubicBezTo>
                <a:cubicBezTo>
                  <a:pt x="145916" y="43855"/>
                  <a:pt x="143697" y="44286"/>
                  <a:pt x="141220" y="44286"/>
                </a:cubicBezTo>
                <a:cubicBezTo>
                  <a:pt x="137118" y="44286"/>
                  <a:pt x="133992" y="43431"/>
                  <a:pt x="131842" y="41722"/>
                </a:cubicBezTo>
                <a:cubicBezTo>
                  <a:pt x="129693" y="40013"/>
                  <a:pt x="128320" y="37479"/>
                  <a:pt x="127726" y="34121"/>
                </a:cubicBezTo>
                <a:close/>
                <a:moveTo>
                  <a:pt x="182274" y="33407"/>
                </a:moveTo>
                <a:lnTo>
                  <a:pt x="187802" y="34091"/>
                </a:lnTo>
                <a:cubicBezTo>
                  <a:pt x="186931" y="37321"/>
                  <a:pt x="185316" y="39827"/>
                  <a:pt x="182958" y="41611"/>
                </a:cubicBezTo>
                <a:cubicBezTo>
                  <a:pt x="180600" y="43394"/>
                  <a:pt x="177588" y="44286"/>
                  <a:pt x="173922" y="44286"/>
                </a:cubicBezTo>
                <a:cubicBezTo>
                  <a:pt x="169306" y="44286"/>
                  <a:pt x="165645" y="42864"/>
                  <a:pt x="162940" y="40021"/>
                </a:cubicBezTo>
                <a:cubicBezTo>
                  <a:pt x="160235" y="37177"/>
                  <a:pt x="158883" y="33189"/>
                  <a:pt x="158883" y="28057"/>
                </a:cubicBezTo>
                <a:cubicBezTo>
                  <a:pt x="158883" y="22747"/>
                  <a:pt x="160250" y="18626"/>
                  <a:pt x="162985" y="15693"/>
                </a:cubicBezTo>
                <a:cubicBezTo>
                  <a:pt x="165719" y="12761"/>
                  <a:pt x="169266" y="11294"/>
                  <a:pt x="173625" y="11294"/>
                </a:cubicBezTo>
                <a:cubicBezTo>
                  <a:pt x="177846" y="11294"/>
                  <a:pt x="181293" y="12729"/>
                  <a:pt x="183968" y="15597"/>
                </a:cubicBezTo>
                <a:cubicBezTo>
                  <a:pt x="186643" y="18466"/>
                  <a:pt x="187981" y="22501"/>
                  <a:pt x="187981" y="27704"/>
                </a:cubicBezTo>
                <a:cubicBezTo>
                  <a:pt x="187981" y="28020"/>
                  <a:pt x="187971" y="28495"/>
                  <a:pt x="187951" y="29127"/>
                </a:cubicBezTo>
                <a:lnTo>
                  <a:pt x="164411" y="29127"/>
                </a:lnTo>
                <a:cubicBezTo>
                  <a:pt x="164609" y="32585"/>
                  <a:pt x="165590" y="35233"/>
                  <a:pt x="167354" y="37071"/>
                </a:cubicBezTo>
                <a:cubicBezTo>
                  <a:pt x="169117" y="38908"/>
                  <a:pt x="171317" y="39827"/>
                  <a:pt x="173952" y="39827"/>
                </a:cubicBezTo>
                <a:cubicBezTo>
                  <a:pt x="175914" y="39827"/>
                  <a:pt x="177588" y="39317"/>
                  <a:pt x="178975" y="38297"/>
                </a:cubicBezTo>
                <a:cubicBezTo>
                  <a:pt x="180362" y="37276"/>
                  <a:pt x="181462" y="35646"/>
                  <a:pt x="182274" y="33407"/>
                </a:cubicBezTo>
                <a:moveTo>
                  <a:pt x="164709" y="24669"/>
                </a:moveTo>
                <a:lnTo>
                  <a:pt x="182334" y="24669"/>
                </a:lnTo>
                <a:cubicBezTo>
                  <a:pt x="182096" y="22057"/>
                  <a:pt x="181422" y="20098"/>
                  <a:pt x="180313" y="18793"/>
                </a:cubicBezTo>
                <a:cubicBezTo>
                  <a:pt x="178608" y="16766"/>
                  <a:pt x="176399" y="15753"/>
                  <a:pt x="173685" y="15753"/>
                </a:cubicBezTo>
                <a:cubicBezTo>
                  <a:pt x="171228" y="15753"/>
                  <a:pt x="169162" y="16562"/>
                  <a:pt x="167488" y="18180"/>
                </a:cubicBezTo>
                <a:cubicBezTo>
                  <a:pt x="165813" y="19797"/>
                  <a:pt x="164887" y="21960"/>
                  <a:pt x="164709" y="24669"/>
                </a:cubicBezTo>
                <a:close/>
                <a:moveTo>
                  <a:pt x="194207" y="43572"/>
                </a:moveTo>
                <a:lnTo>
                  <a:pt x="194207" y="12008"/>
                </a:lnTo>
                <a:lnTo>
                  <a:pt x="199022" y="12008"/>
                </a:lnTo>
                <a:lnTo>
                  <a:pt x="199022" y="16763"/>
                </a:lnTo>
                <a:cubicBezTo>
                  <a:pt x="200251" y="14536"/>
                  <a:pt x="201385" y="13068"/>
                  <a:pt x="202426" y="12359"/>
                </a:cubicBezTo>
                <a:cubicBezTo>
                  <a:pt x="203466" y="11649"/>
                  <a:pt x="204610" y="11294"/>
                  <a:pt x="205858" y="11294"/>
                </a:cubicBezTo>
                <a:cubicBezTo>
                  <a:pt x="207662" y="11294"/>
                  <a:pt x="209494" y="11866"/>
                  <a:pt x="211357" y="13011"/>
                </a:cubicBezTo>
                <a:lnTo>
                  <a:pt x="209514" y="17952"/>
                </a:lnTo>
                <a:cubicBezTo>
                  <a:pt x="208206" y="17179"/>
                  <a:pt x="206899" y="16793"/>
                  <a:pt x="205591" y="16793"/>
                </a:cubicBezTo>
                <a:cubicBezTo>
                  <a:pt x="204422" y="16793"/>
                  <a:pt x="203372" y="17145"/>
                  <a:pt x="202440" y="17850"/>
                </a:cubicBezTo>
                <a:cubicBezTo>
                  <a:pt x="201509" y="18554"/>
                  <a:pt x="200845" y="19531"/>
                  <a:pt x="200449" y="20780"/>
                </a:cubicBezTo>
                <a:cubicBezTo>
                  <a:pt x="199855" y="22684"/>
                  <a:pt x="199557" y="24767"/>
                  <a:pt x="199557" y="27028"/>
                </a:cubicBezTo>
                <a:lnTo>
                  <a:pt x="199557" y="43572"/>
                </a:lnTo>
                <a:lnTo>
                  <a:pt x="194207" y="43572"/>
                </a:lnTo>
                <a:close/>
                <a:moveTo>
                  <a:pt x="212092" y="34121"/>
                </a:moveTo>
                <a:lnTo>
                  <a:pt x="217383" y="33289"/>
                </a:lnTo>
                <a:cubicBezTo>
                  <a:pt x="217680" y="35399"/>
                  <a:pt x="218507" y="37017"/>
                  <a:pt x="219865" y="38142"/>
                </a:cubicBezTo>
                <a:cubicBezTo>
                  <a:pt x="221222" y="39265"/>
                  <a:pt x="223119" y="39827"/>
                  <a:pt x="225556" y="39827"/>
                </a:cubicBezTo>
                <a:cubicBezTo>
                  <a:pt x="228013" y="39827"/>
                  <a:pt x="229836" y="39331"/>
                  <a:pt x="231025" y="38338"/>
                </a:cubicBezTo>
                <a:cubicBezTo>
                  <a:pt x="232214" y="37345"/>
                  <a:pt x="232809" y="36181"/>
                  <a:pt x="232809" y="34844"/>
                </a:cubicBezTo>
                <a:cubicBezTo>
                  <a:pt x="232809" y="33645"/>
                  <a:pt x="232284" y="32701"/>
                  <a:pt x="231233" y="32013"/>
                </a:cubicBezTo>
                <a:cubicBezTo>
                  <a:pt x="230500" y="31541"/>
                  <a:pt x="228677" y="30942"/>
                  <a:pt x="225765" y="30214"/>
                </a:cubicBezTo>
                <a:cubicBezTo>
                  <a:pt x="221841" y="29223"/>
                  <a:pt x="219122" y="28365"/>
                  <a:pt x="217606" y="27641"/>
                </a:cubicBezTo>
                <a:cubicBezTo>
                  <a:pt x="216090" y="26917"/>
                  <a:pt x="214941" y="25916"/>
                  <a:pt x="214158" y="24637"/>
                </a:cubicBezTo>
                <a:cubicBezTo>
                  <a:pt x="213375" y="23357"/>
                  <a:pt x="212984" y="21944"/>
                  <a:pt x="212984" y="20398"/>
                </a:cubicBezTo>
                <a:cubicBezTo>
                  <a:pt x="212984" y="18989"/>
                  <a:pt x="213306" y="17685"/>
                  <a:pt x="213950" y="16485"/>
                </a:cubicBezTo>
                <a:cubicBezTo>
                  <a:pt x="214594" y="15285"/>
                  <a:pt x="215471" y="14289"/>
                  <a:pt x="216580" y="13496"/>
                </a:cubicBezTo>
                <a:cubicBezTo>
                  <a:pt x="217413" y="12881"/>
                  <a:pt x="218547" y="12360"/>
                  <a:pt x="219984" y="11934"/>
                </a:cubicBezTo>
                <a:cubicBezTo>
                  <a:pt x="221420" y="11508"/>
                  <a:pt x="222961" y="11294"/>
                  <a:pt x="224605" y="11294"/>
                </a:cubicBezTo>
                <a:cubicBezTo>
                  <a:pt x="227082" y="11294"/>
                  <a:pt x="229257" y="11653"/>
                  <a:pt x="231129" y="12372"/>
                </a:cubicBezTo>
                <a:cubicBezTo>
                  <a:pt x="233002" y="13089"/>
                  <a:pt x="234384" y="14062"/>
                  <a:pt x="235276" y="15289"/>
                </a:cubicBezTo>
                <a:cubicBezTo>
                  <a:pt x="236167" y="16516"/>
                  <a:pt x="236781" y="18156"/>
                  <a:pt x="237118" y="20211"/>
                </a:cubicBezTo>
                <a:lnTo>
                  <a:pt x="231887" y="20924"/>
                </a:lnTo>
                <a:cubicBezTo>
                  <a:pt x="231649" y="19299"/>
                  <a:pt x="230961" y="18031"/>
                  <a:pt x="229822" y="17120"/>
                </a:cubicBezTo>
                <a:cubicBezTo>
                  <a:pt x="228682" y="16208"/>
                  <a:pt x="227072" y="15753"/>
                  <a:pt x="224992" y="15753"/>
                </a:cubicBezTo>
                <a:cubicBezTo>
                  <a:pt x="222535" y="15753"/>
                  <a:pt x="220781" y="16157"/>
                  <a:pt x="219731" y="16966"/>
                </a:cubicBezTo>
                <a:cubicBezTo>
                  <a:pt x="218681" y="17774"/>
                  <a:pt x="218156" y="18720"/>
                  <a:pt x="218156" y="19805"/>
                </a:cubicBezTo>
                <a:cubicBezTo>
                  <a:pt x="218156" y="20495"/>
                  <a:pt x="218374" y="21116"/>
                  <a:pt x="218810" y="21668"/>
                </a:cubicBezTo>
                <a:cubicBezTo>
                  <a:pt x="219246" y="22240"/>
                  <a:pt x="219929" y="22713"/>
                  <a:pt x="220860" y="23087"/>
                </a:cubicBezTo>
                <a:cubicBezTo>
                  <a:pt x="221395" y="23285"/>
                  <a:pt x="222971" y="23738"/>
                  <a:pt x="225586" y="24448"/>
                </a:cubicBezTo>
                <a:cubicBezTo>
                  <a:pt x="229371" y="25458"/>
                  <a:pt x="232011" y="26285"/>
                  <a:pt x="233507" y="26928"/>
                </a:cubicBezTo>
                <a:cubicBezTo>
                  <a:pt x="235003" y="27571"/>
                  <a:pt x="236177" y="28507"/>
                  <a:pt x="237029" y="29735"/>
                </a:cubicBezTo>
                <a:cubicBezTo>
                  <a:pt x="237881" y="30962"/>
                  <a:pt x="238307" y="32486"/>
                  <a:pt x="238307" y="34307"/>
                </a:cubicBezTo>
                <a:cubicBezTo>
                  <a:pt x="238307" y="36089"/>
                  <a:pt x="237787" y="37768"/>
                  <a:pt x="236747" y="39342"/>
                </a:cubicBezTo>
                <a:cubicBezTo>
                  <a:pt x="235706" y="40915"/>
                  <a:pt x="234206" y="42132"/>
                  <a:pt x="232244" y="42994"/>
                </a:cubicBezTo>
                <a:cubicBezTo>
                  <a:pt x="230282" y="43855"/>
                  <a:pt x="228063" y="44286"/>
                  <a:pt x="225586" y="44286"/>
                </a:cubicBezTo>
                <a:cubicBezTo>
                  <a:pt x="221485" y="44286"/>
                  <a:pt x="218359" y="43431"/>
                  <a:pt x="216209" y="41722"/>
                </a:cubicBezTo>
                <a:cubicBezTo>
                  <a:pt x="214059" y="40013"/>
                  <a:pt x="212687" y="37479"/>
                  <a:pt x="212092" y="34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DF60B-F25C-47D3-8DB9-277C863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205" y="2883983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383E9-2F29-4785-A94C-E3FE85B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279" y="2883378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1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0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7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7"/>
                </a:lnTo>
                <a:cubicBezTo>
                  <a:pt x="51307" y="24697"/>
                  <a:pt x="52265" y="25655"/>
                  <a:pt x="53445" y="25655"/>
                </a:cubicBezTo>
                <a:lnTo>
                  <a:pt x="70548" y="25655"/>
                </a:lnTo>
                <a:cubicBezTo>
                  <a:pt x="70530" y="25114"/>
                  <a:pt x="70309" y="24601"/>
                  <a:pt x="69924" y="24219"/>
                </a:cubicBezTo>
                <a:lnTo>
                  <a:pt x="52746" y="7037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package.json">
            <a:extLst xmlns:a="http://schemas.openxmlformats.org/drawingml/2006/main">
              <a:ext uri="{FF2B5EF4-FFF2-40B4-BE49-F238E27FC236}">
                <a16:creationId xmlns:a16="http://schemas.microsoft.com/office/drawing/2014/main" id="{AE650402-CD1E-4701-BB21-53404DD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357" y="2585333"/>
            <a:ext cx="350515" cy="56412"/>
          </a:xfrm>
          <a:custGeom xmlns:a="http://schemas.openxmlformats.org/drawingml/2006/main">
            <a:pathLst>
              <a:path w="350515" h="56412">
                <a:moveTo>
                  <a:pt x="0" y="55699"/>
                </a:moveTo>
                <a:lnTo>
                  <a:pt x="0" y="12008"/>
                </a:lnTo>
                <a:lnTo>
                  <a:pt x="4874" y="12008"/>
                </a:lnTo>
                <a:lnTo>
                  <a:pt x="4874" y="16080"/>
                </a:lnTo>
                <a:cubicBezTo>
                  <a:pt x="6024" y="14484"/>
                  <a:pt x="7321" y="13288"/>
                  <a:pt x="8768" y="12491"/>
                </a:cubicBezTo>
                <a:cubicBezTo>
                  <a:pt x="10214" y="11693"/>
                  <a:pt x="11968" y="11294"/>
                  <a:pt x="14029" y="11294"/>
                </a:cubicBezTo>
                <a:cubicBezTo>
                  <a:pt x="16724" y="11294"/>
                  <a:pt x="19101" y="11988"/>
                  <a:pt x="21162" y="13375"/>
                </a:cubicBezTo>
                <a:cubicBezTo>
                  <a:pt x="23223" y="14762"/>
                  <a:pt x="24778" y="16719"/>
                  <a:pt x="25828" y="19245"/>
                </a:cubicBezTo>
                <a:cubicBezTo>
                  <a:pt x="26878" y="21771"/>
                  <a:pt x="27404" y="24540"/>
                  <a:pt x="27404" y="27552"/>
                </a:cubicBezTo>
                <a:cubicBezTo>
                  <a:pt x="27404" y="30782"/>
                  <a:pt x="26824" y="33690"/>
                  <a:pt x="25665" y="36276"/>
                </a:cubicBezTo>
                <a:cubicBezTo>
                  <a:pt x="24506" y="38861"/>
                  <a:pt x="22821" y="40843"/>
                  <a:pt x="20612" y="42220"/>
                </a:cubicBezTo>
                <a:cubicBezTo>
                  <a:pt x="18403" y="43597"/>
                  <a:pt x="16080" y="44286"/>
                  <a:pt x="13642" y="44286"/>
                </a:cubicBezTo>
                <a:cubicBezTo>
                  <a:pt x="11859" y="44286"/>
                  <a:pt x="10259" y="43904"/>
                  <a:pt x="8842" y="43141"/>
                </a:cubicBezTo>
                <a:cubicBezTo>
                  <a:pt x="7426" y="42378"/>
                  <a:pt x="6261" y="41414"/>
                  <a:pt x="5350" y="40249"/>
                </a:cubicBezTo>
                <a:lnTo>
                  <a:pt x="5350" y="55699"/>
                </a:lnTo>
                <a:lnTo>
                  <a:pt x="0" y="55699"/>
                </a:lnTo>
                <a:moveTo>
                  <a:pt x="4845" y="27924"/>
                </a:moveTo>
                <a:cubicBezTo>
                  <a:pt x="4845" y="31981"/>
                  <a:pt x="5667" y="34979"/>
                  <a:pt x="7312" y="36918"/>
                </a:cubicBezTo>
                <a:cubicBezTo>
                  <a:pt x="8956" y="38858"/>
                  <a:pt x="10948" y="39827"/>
                  <a:pt x="13286" y="39827"/>
                </a:cubicBezTo>
                <a:cubicBezTo>
                  <a:pt x="15663" y="39827"/>
                  <a:pt x="17699" y="38823"/>
                  <a:pt x="19394" y="36814"/>
                </a:cubicBezTo>
                <a:cubicBezTo>
                  <a:pt x="21088" y="34806"/>
                  <a:pt x="21935" y="31693"/>
                  <a:pt x="21935" y="27478"/>
                </a:cubicBezTo>
                <a:cubicBezTo>
                  <a:pt x="21935" y="23460"/>
                  <a:pt x="21107" y="20452"/>
                  <a:pt x="19453" y="18454"/>
                </a:cubicBezTo>
                <a:cubicBezTo>
                  <a:pt x="17798" y="16455"/>
                  <a:pt x="15822" y="15455"/>
                  <a:pt x="13523" y="15455"/>
                </a:cubicBezTo>
                <a:cubicBezTo>
                  <a:pt x="11245" y="15455"/>
                  <a:pt x="9229" y="16519"/>
                  <a:pt x="7475" y="18647"/>
                </a:cubicBezTo>
                <a:cubicBezTo>
                  <a:pt x="5721" y="20774"/>
                  <a:pt x="4845" y="23867"/>
                  <a:pt x="4845" y="27924"/>
                </a:cubicBezTo>
                <a:close/>
                <a:moveTo>
                  <a:pt x="54198" y="39675"/>
                </a:moveTo>
                <a:cubicBezTo>
                  <a:pt x="52216" y="41360"/>
                  <a:pt x="50309" y="42550"/>
                  <a:pt x="48476" y="43244"/>
                </a:cubicBezTo>
                <a:cubicBezTo>
                  <a:pt x="46643" y="43939"/>
                  <a:pt x="44677" y="44286"/>
                  <a:pt x="42576" y="44286"/>
                </a:cubicBezTo>
                <a:cubicBezTo>
                  <a:pt x="39109" y="44286"/>
                  <a:pt x="36444" y="43438"/>
                  <a:pt x="34581" y="41743"/>
                </a:cubicBezTo>
                <a:cubicBezTo>
                  <a:pt x="32719" y="40047"/>
                  <a:pt x="31787" y="37881"/>
                  <a:pt x="31787" y="35244"/>
                </a:cubicBezTo>
                <a:cubicBezTo>
                  <a:pt x="31787" y="33697"/>
                  <a:pt x="32139" y="32285"/>
                  <a:pt x="32843" y="31006"/>
                </a:cubicBezTo>
                <a:cubicBezTo>
                  <a:pt x="33546" y="29727"/>
                  <a:pt x="34467" y="28701"/>
                  <a:pt x="35607" y="27927"/>
                </a:cubicBezTo>
                <a:cubicBezTo>
                  <a:pt x="36746" y="27154"/>
                  <a:pt x="38029" y="26569"/>
                  <a:pt x="39456" y="26173"/>
                </a:cubicBezTo>
                <a:cubicBezTo>
                  <a:pt x="40506" y="25895"/>
                  <a:pt x="42091" y="25627"/>
                  <a:pt x="44211" y="25369"/>
                </a:cubicBezTo>
                <a:cubicBezTo>
                  <a:pt x="48531" y="24858"/>
                  <a:pt x="51711" y="24248"/>
                  <a:pt x="53752" y="23540"/>
                </a:cubicBezTo>
                <a:cubicBezTo>
                  <a:pt x="53772" y="22810"/>
                  <a:pt x="53782" y="22346"/>
                  <a:pt x="53782" y="22148"/>
                </a:cubicBezTo>
                <a:cubicBezTo>
                  <a:pt x="53782" y="19977"/>
                  <a:pt x="53276" y="18447"/>
                  <a:pt x="52266" y="17559"/>
                </a:cubicBezTo>
                <a:cubicBezTo>
                  <a:pt x="50899" y="16355"/>
                  <a:pt x="48868" y="15753"/>
                  <a:pt x="46173" y="15753"/>
                </a:cubicBezTo>
                <a:cubicBezTo>
                  <a:pt x="43656" y="15753"/>
                  <a:pt x="41799" y="16193"/>
                  <a:pt x="40600" y="17075"/>
                </a:cubicBezTo>
                <a:cubicBezTo>
                  <a:pt x="39401" y="17957"/>
                  <a:pt x="38515" y="19517"/>
                  <a:pt x="37940" y="21756"/>
                </a:cubicBezTo>
                <a:lnTo>
                  <a:pt x="32709" y="21043"/>
                </a:lnTo>
                <a:cubicBezTo>
                  <a:pt x="33184" y="18797"/>
                  <a:pt x="33967" y="16984"/>
                  <a:pt x="35057" y="15602"/>
                </a:cubicBezTo>
                <a:cubicBezTo>
                  <a:pt x="36147" y="14221"/>
                  <a:pt x="37722" y="13158"/>
                  <a:pt x="39783" y="12413"/>
                </a:cubicBezTo>
                <a:cubicBezTo>
                  <a:pt x="41843" y="11667"/>
                  <a:pt x="44231" y="11294"/>
                  <a:pt x="46946" y="11294"/>
                </a:cubicBezTo>
                <a:cubicBezTo>
                  <a:pt x="49640" y="11294"/>
                  <a:pt x="51830" y="11611"/>
                  <a:pt x="53514" y="12245"/>
                </a:cubicBezTo>
                <a:cubicBezTo>
                  <a:pt x="55198" y="12879"/>
                  <a:pt x="56437" y="13677"/>
                  <a:pt x="57229" y="14638"/>
                </a:cubicBezTo>
                <a:cubicBezTo>
                  <a:pt x="58022" y="15599"/>
                  <a:pt x="58577" y="16813"/>
                  <a:pt x="58894" y="18279"/>
                </a:cubicBezTo>
                <a:cubicBezTo>
                  <a:pt x="59072" y="19190"/>
                  <a:pt x="59161" y="20835"/>
                  <a:pt x="59161" y="23213"/>
                </a:cubicBezTo>
                <a:lnTo>
                  <a:pt x="59161" y="30346"/>
                </a:lnTo>
                <a:cubicBezTo>
                  <a:pt x="59161" y="35319"/>
                  <a:pt x="59275" y="38465"/>
                  <a:pt x="59503" y="39783"/>
                </a:cubicBezTo>
                <a:cubicBezTo>
                  <a:pt x="59731" y="41100"/>
                  <a:pt x="60182" y="42364"/>
                  <a:pt x="60855" y="43572"/>
                </a:cubicBezTo>
                <a:lnTo>
                  <a:pt x="55268" y="43572"/>
                </a:lnTo>
                <a:cubicBezTo>
                  <a:pt x="54713" y="42461"/>
                  <a:pt x="54356" y="41162"/>
                  <a:pt x="54198" y="39675"/>
                </a:cubicBezTo>
                <a:moveTo>
                  <a:pt x="53752" y="27701"/>
                </a:moveTo>
                <a:cubicBezTo>
                  <a:pt x="51810" y="28500"/>
                  <a:pt x="48897" y="29179"/>
                  <a:pt x="45014" y="29739"/>
                </a:cubicBezTo>
                <a:cubicBezTo>
                  <a:pt x="42814" y="30057"/>
                  <a:pt x="41259" y="30415"/>
                  <a:pt x="40347" y="30813"/>
                </a:cubicBezTo>
                <a:cubicBezTo>
                  <a:pt x="39436" y="31211"/>
                  <a:pt x="38732" y="31793"/>
                  <a:pt x="38237" y="32559"/>
                </a:cubicBezTo>
                <a:cubicBezTo>
                  <a:pt x="37742" y="33325"/>
                  <a:pt x="37494" y="34176"/>
                  <a:pt x="37494" y="35111"/>
                </a:cubicBezTo>
                <a:cubicBezTo>
                  <a:pt x="37494" y="36543"/>
                  <a:pt x="38034" y="37737"/>
                  <a:pt x="39114" y="38692"/>
                </a:cubicBezTo>
                <a:cubicBezTo>
                  <a:pt x="40194" y="39647"/>
                  <a:pt x="41774" y="40125"/>
                  <a:pt x="43855" y="40125"/>
                </a:cubicBezTo>
                <a:cubicBezTo>
                  <a:pt x="45915" y="40125"/>
                  <a:pt x="47748" y="39672"/>
                  <a:pt x="49353" y="38766"/>
                </a:cubicBezTo>
                <a:cubicBezTo>
                  <a:pt x="50958" y="37860"/>
                  <a:pt x="52137" y="36620"/>
                  <a:pt x="52890" y="35048"/>
                </a:cubicBezTo>
                <a:cubicBezTo>
                  <a:pt x="53465" y="33833"/>
                  <a:pt x="53752" y="32041"/>
                  <a:pt x="53752" y="29672"/>
                </a:cubicBezTo>
                <a:lnTo>
                  <a:pt x="53752" y="27701"/>
                </a:lnTo>
                <a:close/>
                <a:moveTo>
                  <a:pt x="87798" y="31981"/>
                </a:moveTo>
                <a:lnTo>
                  <a:pt x="93059" y="32664"/>
                </a:lnTo>
                <a:cubicBezTo>
                  <a:pt x="92484" y="36300"/>
                  <a:pt x="91013" y="39146"/>
                  <a:pt x="88645" y="41202"/>
                </a:cubicBezTo>
                <a:cubicBezTo>
                  <a:pt x="86277" y="43258"/>
                  <a:pt x="83370" y="44286"/>
                  <a:pt x="79922" y="44286"/>
                </a:cubicBezTo>
                <a:cubicBezTo>
                  <a:pt x="75602" y="44286"/>
                  <a:pt x="72130" y="42874"/>
                  <a:pt x="69504" y="40050"/>
                </a:cubicBezTo>
                <a:cubicBezTo>
                  <a:pt x="66879" y="37227"/>
                  <a:pt x="65566" y="33180"/>
                  <a:pt x="65566" y="27909"/>
                </a:cubicBezTo>
                <a:cubicBezTo>
                  <a:pt x="65566" y="24501"/>
                  <a:pt x="66131" y="21519"/>
                  <a:pt x="67260" y="18963"/>
                </a:cubicBezTo>
                <a:cubicBezTo>
                  <a:pt x="68390" y="16406"/>
                  <a:pt x="70109" y="14489"/>
                  <a:pt x="72417" y="13211"/>
                </a:cubicBezTo>
                <a:cubicBezTo>
                  <a:pt x="74726" y="11933"/>
                  <a:pt x="77237" y="11294"/>
                  <a:pt x="79952" y="11294"/>
                </a:cubicBezTo>
                <a:cubicBezTo>
                  <a:pt x="83380" y="11294"/>
                  <a:pt x="86183" y="12164"/>
                  <a:pt x="88363" y="13903"/>
                </a:cubicBezTo>
                <a:cubicBezTo>
                  <a:pt x="90543" y="15642"/>
                  <a:pt x="91939" y="18111"/>
                  <a:pt x="92554" y="21311"/>
                </a:cubicBezTo>
                <a:lnTo>
                  <a:pt x="87352" y="22113"/>
                </a:lnTo>
                <a:cubicBezTo>
                  <a:pt x="86857" y="20003"/>
                  <a:pt x="85980" y="18415"/>
                  <a:pt x="84722" y="17350"/>
                </a:cubicBezTo>
                <a:cubicBezTo>
                  <a:pt x="83464" y="16285"/>
                  <a:pt x="81943" y="15753"/>
                  <a:pt x="80160" y="15753"/>
                </a:cubicBezTo>
                <a:cubicBezTo>
                  <a:pt x="77465" y="15753"/>
                  <a:pt x="75275" y="16714"/>
                  <a:pt x="73591" y="18637"/>
                </a:cubicBezTo>
                <a:cubicBezTo>
                  <a:pt x="71907" y="20559"/>
                  <a:pt x="71065" y="23600"/>
                  <a:pt x="71065" y="27760"/>
                </a:cubicBezTo>
                <a:cubicBezTo>
                  <a:pt x="71065" y="31980"/>
                  <a:pt x="71877" y="35046"/>
                  <a:pt x="73502" y="36959"/>
                </a:cubicBezTo>
                <a:cubicBezTo>
                  <a:pt x="75127" y="38871"/>
                  <a:pt x="77247" y="39827"/>
                  <a:pt x="79862" y="39827"/>
                </a:cubicBezTo>
                <a:cubicBezTo>
                  <a:pt x="81963" y="39827"/>
                  <a:pt x="83716" y="39186"/>
                  <a:pt x="85123" y="37903"/>
                </a:cubicBezTo>
                <a:cubicBezTo>
                  <a:pt x="86530" y="36620"/>
                  <a:pt x="87422" y="34646"/>
                  <a:pt x="87798" y="31981"/>
                </a:cubicBezTo>
                <a:close/>
                <a:moveTo>
                  <a:pt x="98031" y="43572"/>
                </a:moveTo>
                <a:lnTo>
                  <a:pt x="98031" y="0"/>
                </a:lnTo>
                <a:lnTo>
                  <a:pt x="103381" y="0"/>
                </a:lnTo>
                <a:lnTo>
                  <a:pt x="103381" y="24847"/>
                </a:lnTo>
                <a:lnTo>
                  <a:pt x="116043" y="12008"/>
                </a:lnTo>
                <a:lnTo>
                  <a:pt x="122968" y="12008"/>
                </a:lnTo>
                <a:lnTo>
                  <a:pt x="110901" y="23718"/>
                </a:lnTo>
                <a:lnTo>
                  <a:pt x="124186" y="43572"/>
                </a:lnTo>
                <a:lnTo>
                  <a:pt x="117588" y="43572"/>
                </a:lnTo>
                <a:lnTo>
                  <a:pt x="107156" y="27433"/>
                </a:lnTo>
                <a:lnTo>
                  <a:pt x="103381" y="31059"/>
                </a:lnTo>
                <a:lnTo>
                  <a:pt x="103381" y="43572"/>
                </a:lnTo>
                <a:lnTo>
                  <a:pt x="98031" y="43572"/>
                </a:lnTo>
                <a:close/>
                <a:moveTo>
                  <a:pt x="149399" y="39675"/>
                </a:moveTo>
                <a:cubicBezTo>
                  <a:pt x="147418" y="41360"/>
                  <a:pt x="145510" y="42550"/>
                  <a:pt x="143678" y="43244"/>
                </a:cubicBezTo>
                <a:cubicBezTo>
                  <a:pt x="141845" y="43939"/>
                  <a:pt x="139878" y="44286"/>
                  <a:pt x="137778" y="44286"/>
                </a:cubicBezTo>
                <a:cubicBezTo>
                  <a:pt x="134310" y="44286"/>
                  <a:pt x="131645" y="43438"/>
                  <a:pt x="129783" y="41743"/>
                </a:cubicBezTo>
                <a:cubicBezTo>
                  <a:pt x="127920" y="40047"/>
                  <a:pt x="126989" y="37881"/>
                  <a:pt x="126989" y="35244"/>
                </a:cubicBezTo>
                <a:cubicBezTo>
                  <a:pt x="126989" y="33697"/>
                  <a:pt x="127340" y="32285"/>
                  <a:pt x="128044" y="31006"/>
                </a:cubicBezTo>
                <a:cubicBezTo>
                  <a:pt x="128747" y="29727"/>
                  <a:pt x="129669" y="28701"/>
                  <a:pt x="130808" y="27927"/>
                </a:cubicBezTo>
                <a:cubicBezTo>
                  <a:pt x="131947" y="27154"/>
                  <a:pt x="133230" y="26569"/>
                  <a:pt x="134657" y="26173"/>
                </a:cubicBezTo>
                <a:cubicBezTo>
                  <a:pt x="135707" y="25895"/>
                  <a:pt x="137292" y="25627"/>
                  <a:pt x="139412" y="25369"/>
                </a:cubicBezTo>
                <a:cubicBezTo>
                  <a:pt x="143732" y="24858"/>
                  <a:pt x="146912" y="24248"/>
                  <a:pt x="148953" y="23540"/>
                </a:cubicBezTo>
                <a:cubicBezTo>
                  <a:pt x="148973" y="22810"/>
                  <a:pt x="148983" y="22346"/>
                  <a:pt x="148983" y="22148"/>
                </a:cubicBezTo>
                <a:cubicBezTo>
                  <a:pt x="148983" y="19977"/>
                  <a:pt x="148478" y="18447"/>
                  <a:pt x="147467" y="17559"/>
                </a:cubicBezTo>
                <a:cubicBezTo>
                  <a:pt x="146100" y="16355"/>
                  <a:pt x="144069" y="15753"/>
                  <a:pt x="141374" y="15753"/>
                </a:cubicBezTo>
                <a:cubicBezTo>
                  <a:pt x="138858" y="15753"/>
                  <a:pt x="137000" y="16193"/>
                  <a:pt x="135801" y="17075"/>
                </a:cubicBezTo>
                <a:cubicBezTo>
                  <a:pt x="134602" y="17957"/>
                  <a:pt x="133716" y="19517"/>
                  <a:pt x="133141" y="21756"/>
                </a:cubicBezTo>
                <a:lnTo>
                  <a:pt x="127910" y="21043"/>
                </a:lnTo>
                <a:cubicBezTo>
                  <a:pt x="128386" y="18797"/>
                  <a:pt x="129168" y="16984"/>
                  <a:pt x="130258" y="15602"/>
                </a:cubicBezTo>
                <a:cubicBezTo>
                  <a:pt x="131348" y="14221"/>
                  <a:pt x="132923" y="13158"/>
                  <a:pt x="134984" y="12413"/>
                </a:cubicBezTo>
                <a:cubicBezTo>
                  <a:pt x="137045" y="11667"/>
                  <a:pt x="139432" y="11294"/>
                  <a:pt x="142147" y="11294"/>
                </a:cubicBezTo>
                <a:cubicBezTo>
                  <a:pt x="144842" y="11294"/>
                  <a:pt x="147031" y="11611"/>
                  <a:pt x="148715" y="12245"/>
                </a:cubicBezTo>
                <a:cubicBezTo>
                  <a:pt x="150400" y="12879"/>
                  <a:pt x="151638" y="13677"/>
                  <a:pt x="152431" y="14638"/>
                </a:cubicBezTo>
                <a:cubicBezTo>
                  <a:pt x="153223" y="15599"/>
                  <a:pt x="153778" y="16813"/>
                  <a:pt x="154095" y="18279"/>
                </a:cubicBezTo>
                <a:cubicBezTo>
                  <a:pt x="154273" y="19190"/>
                  <a:pt x="154363" y="20835"/>
                  <a:pt x="154363" y="23213"/>
                </a:cubicBezTo>
                <a:lnTo>
                  <a:pt x="154363" y="30346"/>
                </a:lnTo>
                <a:cubicBezTo>
                  <a:pt x="154363" y="35319"/>
                  <a:pt x="154477" y="38465"/>
                  <a:pt x="154704" y="39783"/>
                </a:cubicBezTo>
                <a:cubicBezTo>
                  <a:pt x="154932" y="41100"/>
                  <a:pt x="155383" y="42364"/>
                  <a:pt x="156057" y="43572"/>
                </a:cubicBezTo>
                <a:lnTo>
                  <a:pt x="150469" y="43572"/>
                </a:lnTo>
                <a:cubicBezTo>
                  <a:pt x="149914" y="42461"/>
                  <a:pt x="149558" y="41162"/>
                  <a:pt x="149399" y="39675"/>
                </a:cubicBezTo>
                <a:moveTo>
                  <a:pt x="148953" y="27701"/>
                </a:moveTo>
                <a:cubicBezTo>
                  <a:pt x="147011" y="28500"/>
                  <a:pt x="144099" y="29179"/>
                  <a:pt x="140215" y="29739"/>
                </a:cubicBezTo>
                <a:cubicBezTo>
                  <a:pt x="138016" y="30057"/>
                  <a:pt x="136460" y="30415"/>
                  <a:pt x="135549" y="30813"/>
                </a:cubicBezTo>
                <a:cubicBezTo>
                  <a:pt x="134637" y="31211"/>
                  <a:pt x="133934" y="31793"/>
                  <a:pt x="133438" y="32559"/>
                </a:cubicBezTo>
                <a:cubicBezTo>
                  <a:pt x="132943" y="33325"/>
                  <a:pt x="132695" y="34176"/>
                  <a:pt x="132695" y="35111"/>
                </a:cubicBezTo>
                <a:cubicBezTo>
                  <a:pt x="132695" y="36543"/>
                  <a:pt x="133235" y="37737"/>
                  <a:pt x="134315" y="38692"/>
                </a:cubicBezTo>
                <a:cubicBezTo>
                  <a:pt x="135395" y="39647"/>
                  <a:pt x="136975" y="40125"/>
                  <a:pt x="139056" y="40125"/>
                </a:cubicBezTo>
                <a:cubicBezTo>
                  <a:pt x="141117" y="40125"/>
                  <a:pt x="142949" y="39672"/>
                  <a:pt x="144554" y="38766"/>
                </a:cubicBezTo>
                <a:cubicBezTo>
                  <a:pt x="146159" y="37860"/>
                  <a:pt x="147338" y="36620"/>
                  <a:pt x="148091" y="35048"/>
                </a:cubicBezTo>
                <a:cubicBezTo>
                  <a:pt x="148666" y="33833"/>
                  <a:pt x="148953" y="32041"/>
                  <a:pt x="148953" y="29672"/>
                </a:cubicBezTo>
                <a:lnTo>
                  <a:pt x="148953" y="27701"/>
                </a:lnTo>
                <a:close/>
                <a:moveTo>
                  <a:pt x="161421" y="46188"/>
                </a:moveTo>
                <a:lnTo>
                  <a:pt x="166623" y="46961"/>
                </a:lnTo>
                <a:cubicBezTo>
                  <a:pt x="166841" y="48566"/>
                  <a:pt x="167445" y="49735"/>
                  <a:pt x="168436" y="50468"/>
                </a:cubicBezTo>
                <a:cubicBezTo>
                  <a:pt x="169763" y="51458"/>
                  <a:pt x="171576" y="51954"/>
                  <a:pt x="173875" y="51954"/>
                </a:cubicBezTo>
                <a:cubicBezTo>
                  <a:pt x="176352" y="51954"/>
                  <a:pt x="178264" y="51457"/>
                  <a:pt x="179611" y="50464"/>
                </a:cubicBezTo>
                <a:cubicBezTo>
                  <a:pt x="180959" y="49471"/>
                  <a:pt x="181870" y="48081"/>
                  <a:pt x="182346" y="46294"/>
                </a:cubicBezTo>
                <a:cubicBezTo>
                  <a:pt x="182623" y="45202"/>
                  <a:pt x="182752" y="42908"/>
                  <a:pt x="182732" y="39413"/>
                </a:cubicBezTo>
                <a:cubicBezTo>
                  <a:pt x="180394" y="42186"/>
                  <a:pt x="177481" y="43572"/>
                  <a:pt x="173994" y="43572"/>
                </a:cubicBezTo>
                <a:cubicBezTo>
                  <a:pt x="169654" y="43572"/>
                  <a:pt x="166296" y="42007"/>
                  <a:pt x="163918" y="38876"/>
                </a:cubicBezTo>
                <a:cubicBezTo>
                  <a:pt x="161540" y="35746"/>
                  <a:pt x="160351" y="31991"/>
                  <a:pt x="160351" y="27612"/>
                </a:cubicBezTo>
                <a:cubicBezTo>
                  <a:pt x="160351" y="24600"/>
                  <a:pt x="160896" y="21821"/>
                  <a:pt x="161986" y="19275"/>
                </a:cubicBezTo>
                <a:cubicBezTo>
                  <a:pt x="163076" y="16728"/>
                  <a:pt x="164656" y="14762"/>
                  <a:pt x="166727" y="13375"/>
                </a:cubicBezTo>
                <a:cubicBezTo>
                  <a:pt x="168797" y="11988"/>
                  <a:pt x="171230" y="11294"/>
                  <a:pt x="174024" y="11294"/>
                </a:cubicBezTo>
                <a:cubicBezTo>
                  <a:pt x="177749" y="11294"/>
                  <a:pt x="180820" y="12810"/>
                  <a:pt x="183237" y="15842"/>
                </a:cubicBezTo>
                <a:lnTo>
                  <a:pt x="183237" y="12008"/>
                </a:lnTo>
                <a:lnTo>
                  <a:pt x="188171" y="12008"/>
                </a:lnTo>
                <a:lnTo>
                  <a:pt x="188171" y="39311"/>
                </a:lnTo>
                <a:cubicBezTo>
                  <a:pt x="188171" y="44228"/>
                  <a:pt x="187671" y="47713"/>
                  <a:pt x="186670" y="49765"/>
                </a:cubicBezTo>
                <a:cubicBezTo>
                  <a:pt x="185670" y="51817"/>
                  <a:pt x="184084" y="53437"/>
                  <a:pt x="181915" y="54627"/>
                </a:cubicBezTo>
                <a:cubicBezTo>
                  <a:pt x="179745" y="55817"/>
                  <a:pt x="177075" y="56412"/>
                  <a:pt x="173905" y="56412"/>
                </a:cubicBezTo>
                <a:cubicBezTo>
                  <a:pt x="170140" y="56412"/>
                  <a:pt x="167098" y="55563"/>
                  <a:pt x="164780" y="53863"/>
                </a:cubicBezTo>
                <a:cubicBezTo>
                  <a:pt x="162462" y="52164"/>
                  <a:pt x="161342" y="49606"/>
                  <a:pt x="161421" y="46188"/>
                </a:cubicBezTo>
                <a:moveTo>
                  <a:pt x="165850" y="27226"/>
                </a:moveTo>
                <a:cubicBezTo>
                  <a:pt x="165850" y="31357"/>
                  <a:pt x="166672" y="34371"/>
                  <a:pt x="168317" y="36268"/>
                </a:cubicBezTo>
                <a:cubicBezTo>
                  <a:pt x="169962" y="38165"/>
                  <a:pt x="172022" y="39114"/>
                  <a:pt x="174499" y="39114"/>
                </a:cubicBezTo>
                <a:cubicBezTo>
                  <a:pt x="176956" y="39114"/>
                  <a:pt x="179017" y="38170"/>
                  <a:pt x="180681" y="36283"/>
                </a:cubicBezTo>
                <a:cubicBezTo>
                  <a:pt x="182346" y="34396"/>
                  <a:pt x="183178" y="31436"/>
                  <a:pt x="183178" y="27404"/>
                </a:cubicBezTo>
                <a:cubicBezTo>
                  <a:pt x="183178" y="23550"/>
                  <a:pt x="182321" y="20644"/>
                  <a:pt x="180607" y="18688"/>
                </a:cubicBezTo>
                <a:cubicBezTo>
                  <a:pt x="178893" y="16731"/>
                  <a:pt x="176827" y="15753"/>
                  <a:pt x="174410" y="15753"/>
                </a:cubicBezTo>
                <a:cubicBezTo>
                  <a:pt x="172032" y="15753"/>
                  <a:pt x="170011" y="16716"/>
                  <a:pt x="168347" y="18643"/>
                </a:cubicBezTo>
                <a:cubicBezTo>
                  <a:pt x="166682" y="20570"/>
                  <a:pt x="165850" y="23431"/>
                  <a:pt x="165850" y="27226"/>
                </a:cubicBezTo>
                <a:close/>
                <a:moveTo>
                  <a:pt x="217610" y="33407"/>
                </a:moveTo>
                <a:lnTo>
                  <a:pt x="223139" y="34091"/>
                </a:lnTo>
                <a:cubicBezTo>
                  <a:pt x="222267" y="37321"/>
                  <a:pt x="220652" y="39827"/>
                  <a:pt x="218294" y="41611"/>
                </a:cubicBezTo>
                <a:cubicBezTo>
                  <a:pt x="215936" y="43394"/>
                  <a:pt x="212924" y="44286"/>
                  <a:pt x="209258" y="44286"/>
                </a:cubicBezTo>
                <a:cubicBezTo>
                  <a:pt x="204642" y="44286"/>
                  <a:pt x="200981" y="42864"/>
                  <a:pt x="198276" y="40021"/>
                </a:cubicBezTo>
                <a:cubicBezTo>
                  <a:pt x="195572" y="37177"/>
                  <a:pt x="194219" y="33189"/>
                  <a:pt x="194219" y="28057"/>
                </a:cubicBezTo>
                <a:cubicBezTo>
                  <a:pt x="194219" y="22747"/>
                  <a:pt x="195586" y="18626"/>
                  <a:pt x="198321" y="15693"/>
                </a:cubicBezTo>
                <a:cubicBezTo>
                  <a:pt x="201055" y="12761"/>
                  <a:pt x="204602" y="11294"/>
                  <a:pt x="208961" y="11294"/>
                </a:cubicBezTo>
                <a:cubicBezTo>
                  <a:pt x="213182" y="11294"/>
                  <a:pt x="216629" y="12729"/>
                  <a:pt x="219304" y="15597"/>
                </a:cubicBezTo>
                <a:cubicBezTo>
                  <a:pt x="221979" y="18466"/>
                  <a:pt x="223317" y="22501"/>
                  <a:pt x="223317" y="27704"/>
                </a:cubicBezTo>
                <a:cubicBezTo>
                  <a:pt x="223317" y="28020"/>
                  <a:pt x="223307" y="28495"/>
                  <a:pt x="223287" y="29127"/>
                </a:cubicBezTo>
                <a:lnTo>
                  <a:pt x="199747" y="29127"/>
                </a:lnTo>
                <a:cubicBezTo>
                  <a:pt x="199946" y="32585"/>
                  <a:pt x="200926" y="35233"/>
                  <a:pt x="202690" y="37071"/>
                </a:cubicBezTo>
                <a:cubicBezTo>
                  <a:pt x="204453" y="38908"/>
                  <a:pt x="206653" y="39827"/>
                  <a:pt x="209288" y="39827"/>
                </a:cubicBezTo>
                <a:cubicBezTo>
                  <a:pt x="211250" y="39827"/>
                  <a:pt x="212924" y="39317"/>
                  <a:pt x="214311" y="38297"/>
                </a:cubicBezTo>
                <a:cubicBezTo>
                  <a:pt x="215698" y="37276"/>
                  <a:pt x="216798" y="35646"/>
                  <a:pt x="217610" y="33407"/>
                </a:cubicBezTo>
                <a:moveTo>
                  <a:pt x="200045" y="24669"/>
                </a:moveTo>
                <a:lnTo>
                  <a:pt x="217670" y="24669"/>
                </a:lnTo>
                <a:cubicBezTo>
                  <a:pt x="217432" y="22057"/>
                  <a:pt x="216758" y="20098"/>
                  <a:pt x="215649" y="18793"/>
                </a:cubicBezTo>
                <a:cubicBezTo>
                  <a:pt x="213945" y="16766"/>
                  <a:pt x="211735" y="15753"/>
                  <a:pt x="209021" y="15753"/>
                </a:cubicBezTo>
                <a:cubicBezTo>
                  <a:pt x="206564" y="15753"/>
                  <a:pt x="204498" y="16562"/>
                  <a:pt x="202824" y="18180"/>
                </a:cubicBezTo>
                <a:cubicBezTo>
                  <a:pt x="201149" y="19797"/>
                  <a:pt x="200223" y="21960"/>
                  <a:pt x="200045" y="24669"/>
                </a:cubicBezTo>
                <a:close/>
                <a:moveTo>
                  <a:pt x="231119" y="43572"/>
                </a:moveTo>
                <a:lnTo>
                  <a:pt x="231119" y="37450"/>
                </a:lnTo>
                <a:lnTo>
                  <a:pt x="237212" y="37450"/>
                </a:lnTo>
                <a:lnTo>
                  <a:pt x="237212" y="43572"/>
                </a:lnTo>
                <a:lnTo>
                  <a:pt x="231119" y="43572"/>
                </a:lnTo>
                <a:close/>
                <a:moveTo>
                  <a:pt x="246800" y="6242"/>
                </a:moveTo>
                <a:lnTo>
                  <a:pt x="246800" y="0"/>
                </a:lnTo>
                <a:lnTo>
                  <a:pt x="252150" y="0"/>
                </a:lnTo>
                <a:lnTo>
                  <a:pt x="252150" y="6242"/>
                </a:lnTo>
                <a:lnTo>
                  <a:pt x="246800" y="6242"/>
                </a:lnTo>
                <a:moveTo>
                  <a:pt x="240023" y="55847"/>
                </a:moveTo>
                <a:lnTo>
                  <a:pt x="241034" y="51300"/>
                </a:lnTo>
                <a:cubicBezTo>
                  <a:pt x="242104" y="51577"/>
                  <a:pt x="242946" y="51716"/>
                  <a:pt x="243560" y="51716"/>
                </a:cubicBezTo>
                <a:cubicBezTo>
                  <a:pt x="244650" y="51716"/>
                  <a:pt x="245462" y="51354"/>
                  <a:pt x="245997" y="50630"/>
                </a:cubicBezTo>
                <a:cubicBezTo>
                  <a:pt x="246532" y="49906"/>
                  <a:pt x="246800" y="48097"/>
                  <a:pt x="246800" y="45202"/>
                </a:cubicBezTo>
                <a:lnTo>
                  <a:pt x="246800" y="12008"/>
                </a:lnTo>
                <a:lnTo>
                  <a:pt x="252150" y="12008"/>
                </a:lnTo>
                <a:lnTo>
                  <a:pt x="252150" y="45318"/>
                </a:lnTo>
                <a:cubicBezTo>
                  <a:pt x="252150" y="49205"/>
                  <a:pt x="251644" y="51911"/>
                  <a:pt x="250634" y="53438"/>
                </a:cubicBezTo>
                <a:cubicBezTo>
                  <a:pt x="249346" y="55421"/>
                  <a:pt x="247206" y="56412"/>
                  <a:pt x="244214" y="56412"/>
                </a:cubicBezTo>
                <a:cubicBezTo>
                  <a:pt x="242767" y="56412"/>
                  <a:pt x="241371" y="56224"/>
                  <a:pt x="240023" y="55847"/>
                </a:cubicBezTo>
                <a:close/>
                <a:moveTo>
                  <a:pt x="258203" y="34121"/>
                </a:moveTo>
                <a:lnTo>
                  <a:pt x="263493" y="33289"/>
                </a:lnTo>
                <a:cubicBezTo>
                  <a:pt x="263790" y="35399"/>
                  <a:pt x="264618" y="37017"/>
                  <a:pt x="265975" y="38142"/>
                </a:cubicBezTo>
                <a:cubicBezTo>
                  <a:pt x="267332" y="39265"/>
                  <a:pt x="269229" y="39827"/>
                  <a:pt x="271667" y="39827"/>
                </a:cubicBezTo>
                <a:cubicBezTo>
                  <a:pt x="274124" y="39827"/>
                  <a:pt x="275947" y="39331"/>
                  <a:pt x="277135" y="38338"/>
                </a:cubicBezTo>
                <a:cubicBezTo>
                  <a:pt x="278324" y="37345"/>
                  <a:pt x="278919" y="36181"/>
                  <a:pt x="278919" y="34844"/>
                </a:cubicBezTo>
                <a:cubicBezTo>
                  <a:pt x="278919" y="33645"/>
                  <a:pt x="278394" y="32701"/>
                  <a:pt x="277343" y="32013"/>
                </a:cubicBezTo>
                <a:cubicBezTo>
                  <a:pt x="276610" y="31541"/>
                  <a:pt x="274787" y="30942"/>
                  <a:pt x="271875" y="30214"/>
                </a:cubicBezTo>
                <a:cubicBezTo>
                  <a:pt x="267951" y="29223"/>
                  <a:pt x="265232" y="28365"/>
                  <a:pt x="263716" y="27641"/>
                </a:cubicBezTo>
                <a:cubicBezTo>
                  <a:pt x="262200" y="26917"/>
                  <a:pt x="261051" y="25916"/>
                  <a:pt x="260268" y="24637"/>
                </a:cubicBezTo>
                <a:cubicBezTo>
                  <a:pt x="259486" y="23357"/>
                  <a:pt x="259094" y="21944"/>
                  <a:pt x="259094" y="20398"/>
                </a:cubicBezTo>
                <a:cubicBezTo>
                  <a:pt x="259094" y="18989"/>
                  <a:pt x="259416" y="17685"/>
                  <a:pt x="260060" y="16485"/>
                </a:cubicBezTo>
                <a:cubicBezTo>
                  <a:pt x="260704" y="15285"/>
                  <a:pt x="261581" y="14289"/>
                  <a:pt x="262691" y="13496"/>
                </a:cubicBezTo>
                <a:cubicBezTo>
                  <a:pt x="263523" y="12881"/>
                  <a:pt x="264657" y="12360"/>
                  <a:pt x="266094" y="11934"/>
                </a:cubicBezTo>
                <a:cubicBezTo>
                  <a:pt x="267530" y="11508"/>
                  <a:pt x="269071" y="11294"/>
                  <a:pt x="270715" y="11294"/>
                </a:cubicBezTo>
                <a:cubicBezTo>
                  <a:pt x="273192" y="11294"/>
                  <a:pt x="275367" y="11653"/>
                  <a:pt x="277239" y="12372"/>
                </a:cubicBezTo>
                <a:cubicBezTo>
                  <a:pt x="279112" y="13089"/>
                  <a:pt x="280494" y="14062"/>
                  <a:pt x="281386" y="15289"/>
                </a:cubicBezTo>
                <a:cubicBezTo>
                  <a:pt x="282277" y="16516"/>
                  <a:pt x="282892" y="18156"/>
                  <a:pt x="283228" y="20211"/>
                </a:cubicBezTo>
                <a:lnTo>
                  <a:pt x="277997" y="20924"/>
                </a:lnTo>
                <a:cubicBezTo>
                  <a:pt x="277760" y="19299"/>
                  <a:pt x="277071" y="18031"/>
                  <a:pt x="275932" y="17120"/>
                </a:cubicBezTo>
                <a:cubicBezTo>
                  <a:pt x="274792" y="16208"/>
                  <a:pt x="273182" y="15753"/>
                  <a:pt x="271102" y="15753"/>
                </a:cubicBezTo>
                <a:cubicBezTo>
                  <a:pt x="268645" y="15753"/>
                  <a:pt x="266891" y="16157"/>
                  <a:pt x="265841" y="16966"/>
                </a:cubicBezTo>
                <a:cubicBezTo>
                  <a:pt x="264791" y="17774"/>
                  <a:pt x="264266" y="18720"/>
                  <a:pt x="264266" y="19805"/>
                </a:cubicBezTo>
                <a:cubicBezTo>
                  <a:pt x="264266" y="20495"/>
                  <a:pt x="264484" y="21116"/>
                  <a:pt x="264920" y="21668"/>
                </a:cubicBezTo>
                <a:cubicBezTo>
                  <a:pt x="265356" y="22240"/>
                  <a:pt x="266039" y="22713"/>
                  <a:pt x="266971" y="23087"/>
                </a:cubicBezTo>
                <a:cubicBezTo>
                  <a:pt x="267506" y="23285"/>
                  <a:pt x="269081" y="23738"/>
                  <a:pt x="271696" y="24448"/>
                </a:cubicBezTo>
                <a:cubicBezTo>
                  <a:pt x="275481" y="25458"/>
                  <a:pt x="278121" y="26285"/>
                  <a:pt x="279617" y="26928"/>
                </a:cubicBezTo>
                <a:cubicBezTo>
                  <a:pt x="281113" y="27571"/>
                  <a:pt x="282287" y="28507"/>
                  <a:pt x="283139" y="29735"/>
                </a:cubicBezTo>
                <a:cubicBezTo>
                  <a:pt x="283991" y="30962"/>
                  <a:pt x="284417" y="32486"/>
                  <a:pt x="284417" y="34307"/>
                </a:cubicBezTo>
                <a:cubicBezTo>
                  <a:pt x="284417" y="36089"/>
                  <a:pt x="283897" y="37768"/>
                  <a:pt x="282857" y="39342"/>
                </a:cubicBezTo>
                <a:cubicBezTo>
                  <a:pt x="281817" y="40915"/>
                  <a:pt x="280316" y="42132"/>
                  <a:pt x="278354" y="42994"/>
                </a:cubicBezTo>
                <a:cubicBezTo>
                  <a:pt x="276392" y="43855"/>
                  <a:pt x="274173" y="44286"/>
                  <a:pt x="271696" y="44286"/>
                </a:cubicBezTo>
                <a:cubicBezTo>
                  <a:pt x="267595" y="44286"/>
                  <a:pt x="264469" y="43431"/>
                  <a:pt x="262319" y="41722"/>
                </a:cubicBezTo>
                <a:cubicBezTo>
                  <a:pt x="260169" y="40013"/>
                  <a:pt x="258797" y="37479"/>
                  <a:pt x="258203" y="34121"/>
                </a:cubicBezTo>
                <a:close/>
                <a:moveTo>
                  <a:pt x="289273" y="27790"/>
                </a:moveTo>
                <a:cubicBezTo>
                  <a:pt x="289273" y="21945"/>
                  <a:pt x="290898" y="17615"/>
                  <a:pt x="294148" y="14801"/>
                </a:cubicBezTo>
                <a:cubicBezTo>
                  <a:pt x="296862" y="12463"/>
                  <a:pt x="300171" y="11294"/>
                  <a:pt x="304075" y="11294"/>
                </a:cubicBezTo>
                <a:cubicBezTo>
                  <a:pt x="308414" y="11294"/>
                  <a:pt x="311961" y="12716"/>
                  <a:pt x="314715" y="15559"/>
                </a:cubicBezTo>
                <a:cubicBezTo>
                  <a:pt x="317469" y="18403"/>
                  <a:pt x="318847" y="22331"/>
                  <a:pt x="318847" y="27344"/>
                </a:cubicBezTo>
                <a:cubicBezTo>
                  <a:pt x="318847" y="31406"/>
                  <a:pt x="318237" y="34601"/>
                  <a:pt x="317019" y="36929"/>
                </a:cubicBezTo>
                <a:cubicBezTo>
                  <a:pt x="315800" y="39258"/>
                  <a:pt x="314027" y="41066"/>
                  <a:pt x="311698" y="42354"/>
                </a:cubicBezTo>
                <a:cubicBezTo>
                  <a:pt x="309370" y="43642"/>
                  <a:pt x="306829" y="44286"/>
                  <a:pt x="304075" y="44286"/>
                </a:cubicBezTo>
                <a:cubicBezTo>
                  <a:pt x="299656" y="44286"/>
                  <a:pt x="296085" y="42869"/>
                  <a:pt x="293360" y="40035"/>
                </a:cubicBezTo>
                <a:cubicBezTo>
                  <a:pt x="290636" y="37202"/>
                  <a:pt x="289273" y="33120"/>
                  <a:pt x="289273" y="27790"/>
                </a:cubicBezTo>
                <a:moveTo>
                  <a:pt x="294772" y="27775"/>
                </a:moveTo>
                <a:cubicBezTo>
                  <a:pt x="294772" y="31802"/>
                  <a:pt x="295654" y="34818"/>
                  <a:pt x="297417" y="36822"/>
                </a:cubicBezTo>
                <a:cubicBezTo>
                  <a:pt x="299181" y="38825"/>
                  <a:pt x="301400" y="39827"/>
                  <a:pt x="304075" y="39827"/>
                </a:cubicBezTo>
                <a:cubicBezTo>
                  <a:pt x="306730" y="39827"/>
                  <a:pt x="308939" y="38820"/>
                  <a:pt x="310703" y="36807"/>
                </a:cubicBezTo>
                <a:cubicBezTo>
                  <a:pt x="312466" y="34793"/>
                  <a:pt x="313348" y="31723"/>
                  <a:pt x="313348" y="27598"/>
                </a:cubicBezTo>
                <a:cubicBezTo>
                  <a:pt x="313348" y="23708"/>
                  <a:pt x="312461" y="20762"/>
                  <a:pt x="310688" y="18758"/>
                </a:cubicBezTo>
                <a:cubicBezTo>
                  <a:pt x="308915" y="16754"/>
                  <a:pt x="306710" y="15753"/>
                  <a:pt x="304075" y="15753"/>
                </a:cubicBezTo>
                <a:cubicBezTo>
                  <a:pt x="301400" y="15753"/>
                  <a:pt x="299181" y="16750"/>
                  <a:pt x="297417" y="18743"/>
                </a:cubicBezTo>
                <a:cubicBezTo>
                  <a:pt x="295654" y="20737"/>
                  <a:pt x="294772" y="23748"/>
                  <a:pt x="294772" y="27775"/>
                </a:cubicBezTo>
                <a:close/>
                <a:moveTo>
                  <a:pt x="324865" y="43572"/>
                </a:moveTo>
                <a:lnTo>
                  <a:pt x="324865" y="12008"/>
                </a:lnTo>
                <a:lnTo>
                  <a:pt x="329680" y="12008"/>
                </a:lnTo>
                <a:lnTo>
                  <a:pt x="329680" y="16466"/>
                </a:lnTo>
                <a:cubicBezTo>
                  <a:pt x="331998" y="13018"/>
                  <a:pt x="335347" y="11294"/>
                  <a:pt x="339726" y="11294"/>
                </a:cubicBezTo>
                <a:cubicBezTo>
                  <a:pt x="341628" y="11294"/>
                  <a:pt x="343377" y="11636"/>
                  <a:pt x="344972" y="12320"/>
                </a:cubicBezTo>
                <a:cubicBezTo>
                  <a:pt x="346567" y="13003"/>
                  <a:pt x="347761" y="13900"/>
                  <a:pt x="348554" y="15010"/>
                </a:cubicBezTo>
                <a:cubicBezTo>
                  <a:pt x="349346" y="16119"/>
                  <a:pt x="349901" y="17437"/>
                  <a:pt x="350218" y="18963"/>
                </a:cubicBezTo>
                <a:cubicBezTo>
                  <a:pt x="350416" y="19953"/>
                  <a:pt x="350515" y="21687"/>
                  <a:pt x="350515" y="24164"/>
                </a:cubicBezTo>
                <a:lnTo>
                  <a:pt x="350515" y="43572"/>
                </a:lnTo>
                <a:lnTo>
                  <a:pt x="345165" y="43572"/>
                </a:lnTo>
                <a:lnTo>
                  <a:pt x="345165" y="24352"/>
                </a:lnTo>
                <a:cubicBezTo>
                  <a:pt x="345165" y="22169"/>
                  <a:pt x="344957" y="20538"/>
                  <a:pt x="344541" y="19457"/>
                </a:cubicBezTo>
                <a:cubicBezTo>
                  <a:pt x="344125" y="18376"/>
                  <a:pt x="343387" y="17513"/>
                  <a:pt x="342327" y="16868"/>
                </a:cubicBezTo>
                <a:cubicBezTo>
                  <a:pt x="341267" y="16224"/>
                  <a:pt x="340023" y="15901"/>
                  <a:pt x="338597" y="15901"/>
                </a:cubicBezTo>
                <a:cubicBezTo>
                  <a:pt x="336318" y="15901"/>
                  <a:pt x="334351" y="16625"/>
                  <a:pt x="332697" y="18074"/>
                </a:cubicBezTo>
                <a:cubicBezTo>
                  <a:pt x="331042" y="19521"/>
                  <a:pt x="330215" y="22268"/>
                  <a:pt x="330215" y="26315"/>
                </a:cubicBezTo>
                <a:lnTo>
                  <a:pt x="330215" y="43572"/>
                </a:lnTo>
                <a:lnTo>
                  <a:pt x="324865" y="43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4B27C-608A-4184-83BA-3FA81570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279" y="2552755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2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70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Text tsconfig.json">
            <a:extLst xmlns:a="http://schemas.openxmlformats.org/drawingml/2006/main">
              <a:ext uri="{FF2B5EF4-FFF2-40B4-BE49-F238E27FC236}">
                <a16:creationId xmlns:a16="http://schemas.microsoft.com/office/drawing/2014/main" id="{F4E22E2B-B765-430B-B76C-5293A413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415" y="2749969"/>
            <a:ext cx="334344" cy="57125"/>
          </a:xfrm>
          <a:custGeom xmlns:a="http://schemas.openxmlformats.org/drawingml/2006/main">
            <a:pathLst>
              <a:path w="334344" h="57125">
                <a:moveTo>
                  <a:pt x="14623" y="39560"/>
                </a:moveTo>
                <a:lnTo>
                  <a:pt x="15396" y="44286"/>
                </a:lnTo>
                <a:cubicBezTo>
                  <a:pt x="13890" y="44563"/>
                  <a:pt x="12543" y="44702"/>
                  <a:pt x="11354" y="44702"/>
                </a:cubicBezTo>
                <a:cubicBezTo>
                  <a:pt x="9412" y="44702"/>
                  <a:pt x="7906" y="44395"/>
                  <a:pt x="6836" y="43780"/>
                </a:cubicBezTo>
                <a:cubicBezTo>
                  <a:pt x="5766" y="43166"/>
                  <a:pt x="5013" y="42359"/>
                  <a:pt x="4577" y="41358"/>
                </a:cubicBezTo>
                <a:cubicBezTo>
                  <a:pt x="4141" y="40357"/>
                  <a:pt x="3923" y="38252"/>
                  <a:pt x="3923" y="35042"/>
                </a:cubicBezTo>
                <a:lnTo>
                  <a:pt x="3923" y="16882"/>
                </a:lnTo>
                <a:lnTo>
                  <a:pt x="0" y="16882"/>
                </a:lnTo>
                <a:lnTo>
                  <a:pt x="0" y="12721"/>
                </a:lnTo>
                <a:lnTo>
                  <a:pt x="3923" y="12721"/>
                </a:lnTo>
                <a:lnTo>
                  <a:pt x="3923" y="4883"/>
                </a:lnTo>
                <a:lnTo>
                  <a:pt x="9244" y="1664"/>
                </a:lnTo>
                <a:lnTo>
                  <a:pt x="9244" y="12721"/>
                </a:lnTo>
                <a:lnTo>
                  <a:pt x="14623" y="12721"/>
                </a:lnTo>
                <a:lnTo>
                  <a:pt x="14623" y="16882"/>
                </a:lnTo>
                <a:lnTo>
                  <a:pt x="9244" y="16882"/>
                </a:lnTo>
                <a:lnTo>
                  <a:pt x="9244" y="35339"/>
                </a:lnTo>
                <a:cubicBezTo>
                  <a:pt x="9244" y="36865"/>
                  <a:pt x="9338" y="37846"/>
                  <a:pt x="9526" y="38282"/>
                </a:cubicBezTo>
                <a:cubicBezTo>
                  <a:pt x="9714" y="38718"/>
                  <a:pt x="10021" y="39064"/>
                  <a:pt x="10447" y="39322"/>
                </a:cubicBezTo>
                <a:cubicBezTo>
                  <a:pt x="10873" y="39580"/>
                  <a:pt x="11483" y="39708"/>
                  <a:pt x="12275" y="39708"/>
                </a:cubicBezTo>
                <a:cubicBezTo>
                  <a:pt x="12870" y="39708"/>
                  <a:pt x="13652" y="39659"/>
                  <a:pt x="14623" y="39560"/>
                </a:cubicBezTo>
                <a:close/>
                <a:moveTo>
                  <a:pt x="18029" y="34834"/>
                </a:moveTo>
                <a:lnTo>
                  <a:pt x="23319" y="34002"/>
                </a:lnTo>
                <a:cubicBezTo>
                  <a:pt x="23616" y="36113"/>
                  <a:pt x="24444" y="37730"/>
                  <a:pt x="25801" y="38855"/>
                </a:cubicBezTo>
                <a:cubicBezTo>
                  <a:pt x="27158" y="39979"/>
                  <a:pt x="29055" y="40541"/>
                  <a:pt x="31493" y="40541"/>
                </a:cubicBezTo>
                <a:cubicBezTo>
                  <a:pt x="33950" y="40541"/>
                  <a:pt x="35773" y="40044"/>
                  <a:pt x="36961" y="39052"/>
                </a:cubicBezTo>
                <a:cubicBezTo>
                  <a:pt x="38150" y="38059"/>
                  <a:pt x="38745" y="36894"/>
                  <a:pt x="38745" y="35558"/>
                </a:cubicBezTo>
                <a:cubicBezTo>
                  <a:pt x="38745" y="34358"/>
                  <a:pt x="38220" y="33415"/>
                  <a:pt x="37170" y="32727"/>
                </a:cubicBezTo>
                <a:cubicBezTo>
                  <a:pt x="36436" y="32255"/>
                  <a:pt x="34613" y="31655"/>
                  <a:pt x="31701" y="30927"/>
                </a:cubicBezTo>
                <a:cubicBezTo>
                  <a:pt x="27777" y="29936"/>
                  <a:pt x="25058" y="29079"/>
                  <a:pt x="23542" y="28355"/>
                </a:cubicBezTo>
                <a:cubicBezTo>
                  <a:pt x="22026" y="27631"/>
                  <a:pt x="20877" y="26629"/>
                  <a:pt x="20094" y="25350"/>
                </a:cubicBezTo>
                <a:cubicBezTo>
                  <a:pt x="19312" y="24071"/>
                  <a:pt x="18920" y="22658"/>
                  <a:pt x="18920" y="21111"/>
                </a:cubicBezTo>
                <a:cubicBezTo>
                  <a:pt x="18920" y="19703"/>
                  <a:pt x="19242" y="18399"/>
                  <a:pt x="19886" y="17199"/>
                </a:cubicBezTo>
                <a:cubicBezTo>
                  <a:pt x="20530" y="15999"/>
                  <a:pt x="21407" y="15002"/>
                  <a:pt x="22517" y="14209"/>
                </a:cubicBezTo>
                <a:cubicBezTo>
                  <a:pt x="23349" y="13594"/>
                  <a:pt x="24483" y="13074"/>
                  <a:pt x="25920" y="12648"/>
                </a:cubicBezTo>
                <a:cubicBezTo>
                  <a:pt x="27356" y="12221"/>
                  <a:pt x="28897" y="12008"/>
                  <a:pt x="30542" y="12008"/>
                </a:cubicBezTo>
                <a:cubicBezTo>
                  <a:pt x="33018" y="12008"/>
                  <a:pt x="35193" y="12367"/>
                  <a:pt x="37066" y="13085"/>
                </a:cubicBezTo>
                <a:cubicBezTo>
                  <a:pt x="38938" y="13803"/>
                  <a:pt x="40320" y="14775"/>
                  <a:pt x="41212" y="16002"/>
                </a:cubicBezTo>
                <a:cubicBezTo>
                  <a:pt x="42103" y="17229"/>
                  <a:pt x="42718" y="18870"/>
                  <a:pt x="43054" y="20924"/>
                </a:cubicBezTo>
                <a:lnTo>
                  <a:pt x="37823" y="21638"/>
                </a:lnTo>
                <a:cubicBezTo>
                  <a:pt x="37586" y="20013"/>
                  <a:pt x="36897" y="18745"/>
                  <a:pt x="35758" y="17833"/>
                </a:cubicBezTo>
                <a:cubicBezTo>
                  <a:pt x="34618" y="16922"/>
                  <a:pt x="33008" y="16466"/>
                  <a:pt x="30928" y="16466"/>
                </a:cubicBezTo>
                <a:cubicBezTo>
                  <a:pt x="28471" y="16466"/>
                  <a:pt x="26717" y="16870"/>
                  <a:pt x="25667" y="17679"/>
                </a:cubicBezTo>
                <a:cubicBezTo>
                  <a:pt x="24617" y="18487"/>
                  <a:pt x="24092" y="19433"/>
                  <a:pt x="24092" y="20518"/>
                </a:cubicBezTo>
                <a:cubicBezTo>
                  <a:pt x="24092" y="21208"/>
                  <a:pt x="24310" y="21829"/>
                  <a:pt x="24746" y="22382"/>
                </a:cubicBezTo>
                <a:cubicBezTo>
                  <a:pt x="25182" y="22953"/>
                  <a:pt x="25865" y="23426"/>
                  <a:pt x="26797" y="23801"/>
                </a:cubicBezTo>
                <a:cubicBezTo>
                  <a:pt x="27332" y="23998"/>
                  <a:pt x="28907" y="24452"/>
                  <a:pt x="31522" y="25161"/>
                </a:cubicBezTo>
                <a:cubicBezTo>
                  <a:pt x="35307" y="26171"/>
                  <a:pt x="37947" y="26998"/>
                  <a:pt x="39443" y="27641"/>
                </a:cubicBezTo>
                <a:cubicBezTo>
                  <a:pt x="40939" y="28285"/>
                  <a:pt x="42113" y="29220"/>
                  <a:pt x="42965" y="30448"/>
                </a:cubicBezTo>
                <a:cubicBezTo>
                  <a:pt x="43817" y="31675"/>
                  <a:pt x="44243" y="33200"/>
                  <a:pt x="44243" y="35021"/>
                </a:cubicBezTo>
                <a:cubicBezTo>
                  <a:pt x="44243" y="36803"/>
                  <a:pt x="43723" y="38481"/>
                  <a:pt x="42683" y="40055"/>
                </a:cubicBezTo>
                <a:cubicBezTo>
                  <a:pt x="41643" y="41628"/>
                  <a:pt x="40142" y="42846"/>
                  <a:pt x="38180" y="43707"/>
                </a:cubicBezTo>
                <a:cubicBezTo>
                  <a:pt x="36218" y="44568"/>
                  <a:pt x="33999" y="44999"/>
                  <a:pt x="31522" y="44999"/>
                </a:cubicBezTo>
                <a:cubicBezTo>
                  <a:pt x="27421" y="44999"/>
                  <a:pt x="24295" y="44144"/>
                  <a:pt x="22145" y="42435"/>
                </a:cubicBezTo>
                <a:cubicBezTo>
                  <a:pt x="19995" y="40726"/>
                  <a:pt x="18623" y="38193"/>
                  <a:pt x="18029" y="34834"/>
                </a:cubicBezTo>
                <a:close/>
                <a:moveTo>
                  <a:pt x="71566" y="32694"/>
                </a:moveTo>
                <a:lnTo>
                  <a:pt x="76827" y="33378"/>
                </a:lnTo>
                <a:cubicBezTo>
                  <a:pt x="76252" y="37013"/>
                  <a:pt x="74781" y="39859"/>
                  <a:pt x="72413" y="41915"/>
                </a:cubicBezTo>
                <a:cubicBezTo>
                  <a:pt x="70046" y="43971"/>
                  <a:pt x="67138" y="44999"/>
                  <a:pt x="63690" y="44999"/>
                </a:cubicBezTo>
                <a:cubicBezTo>
                  <a:pt x="59370" y="44999"/>
                  <a:pt x="55898" y="43587"/>
                  <a:pt x="53272" y="40764"/>
                </a:cubicBezTo>
                <a:cubicBezTo>
                  <a:pt x="50647" y="37940"/>
                  <a:pt x="49334" y="33893"/>
                  <a:pt x="49334" y="28622"/>
                </a:cubicBezTo>
                <a:cubicBezTo>
                  <a:pt x="49334" y="25214"/>
                  <a:pt x="49899" y="22232"/>
                  <a:pt x="51028" y="19676"/>
                </a:cubicBezTo>
                <a:cubicBezTo>
                  <a:pt x="52158" y="17120"/>
                  <a:pt x="53877" y="15203"/>
                  <a:pt x="56185" y="13925"/>
                </a:cubicBezTo>
                <a:cubicBezTo>
                  <a:pt x="58494" y="12647"/>
                  <a:pt x="61005" y="12008"/>
                  <a:pt x="63720" y="12008"/>
                </a:cubicBezTo>
                <a:cubicBezTo>
                  <a:pt x="67148" y="12008"/>
                  <a:pt x="69951" y="12877"/>
                  <a:pt x="72131" y="14617"/>
                </a:cubicBezTo>
                <a:cubicBezTo>
                  <a:pt x="74311" y="16355"/>
                  <a:pt x="75708" y="18824"/>
                  <a:pt x="76322" y="22024"/>
                </a:cubicBezTo>
                <a:lnTo>
                  <a:pt x="71120" y="22826"/>
                </a:lnTo>
                <a:cubicBezTo>
                  <a:pt x="70625" y="20716"/>
                  <a:pt x="69748" y="19129"/>
                  <a:pt x="68490" y="18063"/>
                </a:cubicBezTo>
                <a:cubicBezTo>
                  <a:pt x="67232" y="16998"/>
                  <a:pt x="65711" y="16466"/>
                  <a:pt x="63928" y="16466"/>
                </a:cubicBezTo>
                <a:cubicBezTo>
                  <a:pt x="61233" y="16466"/>
                  <a:pt x="59043" y="17427"/>
                  <a:pt x="57359" y="19350"/>
                </a:cubicBezTo>
                <a:cubicBezTo>
                  <a:pt x="55675" y="21272"/>
                  <a:pt x="54833" y="24313"/>
                  <a:pt x="54833" y="28474"/>
                </a:cubicBezTo>
                <a:cubicBezTo>
                  <a:pt x="54833" y="32693"/>
                  <a:pt x="55645" y="35760"/>
                  <a:pt x="57270" y="37672"/>
                </a:cubicBezTo>
                <a:cubicBezTo>
                  <a:pt x="58895" y="39585"/>
                  <a:pt x="61015" y="40541"/>
                  <a:pt x="63631" y="40541"/>
                </a:cubicBezTo>
                <a:cubicBezTo>
                  <a:pt x="65731" y="40541"/>
                  <a:pt x="67484" y="39899"/>
                  <a:pt x="68891" y="38616"/>
                </a:cubicBezTo>
                <a:cubicBezTo>
                  <a:pt x="70298" y="37333"/>
                  <a:pt x="71190" y="35359"/>
                  <a:pt x="71566" y="32694"/>
                </a:cubicBezTo>
                <a:close/>
                <a:moveTo>
                  <a:pt x="79778" y="28503"/>
                </a:moveTo>
                <a:cubicBezTo>
                  <a:pt x="79778" y="22658"/>
                  <a:pt x="81403" y="18328"/>
                  <a:pt x="84652" y="15515"/>
                </a:cubicBezTo>
                <a:cubicBezTo>
                  <a:pt x="87367" y="13177"/>
                  <a:pt x="90676" y="12008"/>
                  <a:pt x="94580" y="12008"/>
                </a:cubicBezTo>
                <a:cubicBezTo>
                  <a:pt x="98919" y="12008"/>
                  <a:pt x="102466" y="13429"/>
                  <a:pt x="105220" y="16273"/>
                </a:cubicBezTo>
                <a:cubicBezTo>
                  <a:pt x="107974" y="19116"/>
                  <a:pt x="109351" y="23044"/>
                  <a:pt x="109351" y="28057"/>
                </a:cubicBezTo>
                <a:cubicBezTo>
                  <a:pt x="109351" y="32119"/>
                  <a:pt x="108742" y="35315"/>
                  <a:pt x="107523" y="37643"/>
                </a:cubicBezTo>
                <a:cubicBezTo>
                  <a:pt x="106305" y="39971"/>
                  <a:pt x="104531" y="41779"/>
                  <a:pt x="102203" y="43067"/>
                </a:cubicBezTo>
                <a:cubicBezTo>
                  <a:pt x="99875" y="44355"/>
                  <a:pt x="97334" y="44999"/>
                  <a:pt x="94580" y="44999"/>
                </a:cubicBezTo>
                <a:cubicBezTo>
                  <a:pt x="90161" y="44999"/>
                  <a:pt x="86589" y="43582"/>
                  <a:pt x="83865" y="40749"/>
                </a:cubicBezTo>
                <a:cubicBezTo>
                  <a:pt x="81140" y="37915"/>
                  <a:pt x="79778" y="33833"/>
                  <a:pt x="79778" y="28503"/>
                </a:cubicBezTo>
                <a:moveTo>
                  <a:pt x="85277" y="28488"/>
                </a:moveTo>
                <a:cubicBezTo>
                  <a:pt x="85277" y="32516"/>
                  <a:pt x="86158" y="35531"/>
                  <a:pt x="87922" y="37535"/>
                </a:cubicBezTo>
                <a:cubicBezTo>
                  <a:pt x="89685" y="39539"/>
                  <a:pt x="91905" y="40541"/>
                  <a:pt x="94580" y="40541"/>
                </a:cubicBezTo>
                <a:cubicBezTo>
                  <a:pt x="97235" y="40541"/>
                  <a:pt x="99444" y="39534"/>
                  <a:pt x="101208" y="37520"/>
                </a:cubicBezTo>
                <a:cubicBezTo>
                  <a:pt x="102971" y="35507"/>
                  <a:pt x="103853" y="32437"/>
                  <a:pt x="103853" y="28311"/>
                </a:cubicBezTo>
                <a:cubicBezTo>
                  <a:pt x="103853" y="24422"/>
                  <a:pt x="102966" y="21475"/>
                  <a:pt x="101193" y="19472"/>
                </a:cubicBezTo>
                <a:cubicBezTo>
                  <a:pt x="99419" y="17468"/>
                  <a:pt x="97215" y="16466"/>
                  <a:pt x="94580" y="16466"/>
                </a:cubicBezTo>
                <a:cubicBezTo>
                  <a:pt x="91905" y="16466"/>
                  <a:pt x="89685" y="17463"/>
                  <a:pt x="87922" y="19457"/>
                </a:cubicBezTo>
                <a:cubicBezTo>
                  <a:pt x="86158" y="21451"/>
                  <a:pt x="85277" y="24461"/>
                  <a:pt x="85277" y="28488"/>
                </a:cubicBezTo>
                <a:close/>
                <a:moveTo>
                  <a:pt x="115370" y="44286"/>
                </a:moveTo>
                <a:lnTo>
                  <a:pt x="115370" y="12721"/>
                </a:lnTo>
                <a:lnTo>
                  <a:pt x="120185" y="12721"/>
                </a:lnTo>
                <a:lnTo>
                  <a:pt x="120185" y="17179"/>
                </a:lnTo>
                <a:cubicBezTo>
                  <a:pt x="122503" y="13732"/>
                  <a:pt x="125852" y="12008"/>
                  <a:pt x="130231" y="12008"/>
                </a:cubicBezTo>
                <a:cubicBezTo>
                  <a:pt x="132133" y="12008"/>
                  <a:pt x="133882" y="12349"/>
                  <a:pt x="135477" y="13033"/>
                </a:cubicBezTo>
                <a:cubicBezTo>
                  <a:pt x="137072" y="13717"/>
                  <a:pt x="138266" y="14613"/>
                  <a:pt x="139058" y="15723"/>
                </a:cubicBezTo>
                <a:cubicBezTo>
                  <a:pt x="139851" y="16832"/>
                  <a:pt x="140406" y="18150"/>
                  <a:pt x="140723" y="19676"/>
                </a:cubicBezTo>
                <a:cubicBezTo>
                  <a:pt x="140921" y="20667"/>
                  <a:pt x="141020" y="22400"/>
                  <a:pt x="141020" y="24877"/>
                </a:cubicBezTo>
                <a:lnTo>
                  <a:pt x="141020" y="44286"/>
                </a:lnTo>
                <a:lnTo>
                  <a:pt x="135670" y="44286"/>
                </a:lnTo>
                <a:lnTo>
                  <a:pt x="135670" y="25065"/>
                </a:lnTo>
                <a:cubicBezTo>
                  <a:pt x="135670" y="22883"/>
                  <a:pt x="135462" y="21251"/>
                  <a:pt x="135046" y="20170"/>
                </a:cubicBezTo>
                <a:cubicBezTo>
                  <a:pt x="134630" y="19089"/>
                  <a:pt x="133892" y="18226"/>
                  <a:pt x="132832" y="17581"/>
                </a:cubicBezTo>
                <a:cubicBezTo>
                  <a:pt x="131771" y="16937"/>
                  <a:pt x="130528" y="16615"/>
                  <a:pt x="129101" y="16615"/>
                </a:cubicBezTo>
                <a:cubicBezTo>
                  <a:pt x="126823" y="16615"/>
                  <a:pt x="124856" y="17339"/>
                  <a:pt x="123202" y="18787"/>
                </a:cubicBezTo>
                <a:cubicBezTo>
                  <a:pt x="121547" y="20235"/>
                  <a:pt x="120720" y="22982"/>
                  <a:pt x="120720" y="27028"/>
                </a:cubicBezTo>
                <a:lnTo>
                  <a:pt x="120720" y="44286"/>
                </a:lnTo>
                <a:lnTo>
                  <a:pt x="115370" y="44286"/>
                </a:lnTo>
                <a:close/>
                <a:moveTo>
                  <a:pt x="150248" y="44286"/>
                </a:moveTo>
                <a:lnTo>
                  <a:pt x="150248" y="16882"/>
                </a:lnTo>
                <a:lnTo>
                  <a:pt x="145523" y="16882"/>
                </a:lnTo>
                <a:lnTo>
                  <a:pt x="145523" y="12721"/>
                </a:lnTo>
                <a:lnTo>
                  <a:pt x="150248" y="12721"/>
                </a:lnTo>
                <a:lnTo>
                  <a:pt x="150248" y="9370"/>
                </a:lnTo>
                <a:cubicBezTo>
                  <a:pt x="150248" y="7255"/>
                  <a:pt x="150437" y="5683"/>
                  <a:pt x="150813" y="4655"/>
                </a:cubicBezTo>
                <a:cubicBezTo>
                  <a:pt x="151328" y="3272"/>
                  <a:pt x="152235" y="2150"/>
                  <a:pt x="153533" y="1290"/>
                </a:cubicBezTo>
                <a:cubicBezTo>
                  <a:pt x="154831" y="430"/>
                  <a:pt x="156649" y="0"/>
                  <a:pt x="158987" y="0"/>
                </a:cubicBezTo>
                <a:cubicBezTo>
                  <a:pt x="160493" y="0"/>
                  <a:pt x="162157" y="178"/>
                  <a:pt x="163980" y="535"/>
                </a:cubicBezTo>
                <a:lnTo>
                  <a:pt x="163177" y="5201"/>
                </a:lnTo>
                <a:cubicBezTo>
                  <a:pt x="162068" y="5003"/>
                  <a:pt x="161018" y="4904"/>
                  <a:pt x="160027" y="4904"/>
                </a:cubicBezTo>
                <a:cubicBezTo>
                  <a:pt x="158402" y="4904"/>
                  <a:pt x="157253" y="5250"/>
                  <a:pt x="156579" y="5941"/>
                </a:cubicBezTo>
                <a:cubicBezTo>
                  <a:pt x="155906" y="6632"/>
                  <a:pt x="155569" y="7925"/>
                  <a:pt x="155569" y="9819"/>
                </a:cubicBezTo>
                <a:lnTo>
                  <a:pt x="155569" y="12721"/>
                </a:lnTo>
                <a:lnTo>
                  <a:pt x="161721" y="12721"/>
                </a:lnTo>
                <a:lnTo>
                  <a:pt x="161721" y="16882"/>
                </a:lnTo>
                <a:lnTo>
                  <a:pt x="155569" y="16882"/>
                </a:lnTo>
                <a:lnTo>
                  <a:pt x="155569" y="44286"/>
                </a:lnTo>
                <a:lnTo>
                  <a:pt x="150248" y="44286"/>
                </a:lnTo>
                <a:close/>
                <a:moveTo>
                  <a:pt x="166226" y="6895"/>
                </a:moveTo>
                <a:lnTo>
                  <a:pt x="166226" y="713"/>
                </a:lnTo>
                <a:lnTo>
                  <a:pt x="171576" y="713"/>
                </a:lnTo>
                <a:lnTo>
                  <a:pt x="171576" y="6895"/>
                </a:lnTo>
                <a:lnTo>
                  <a:pt x="166226" y="6895"/>
                </a:lnTo>
                <a:moveTo>
                  <a:pt x="166226" y="44286"/>
                </a:moveTo>
                <a:lnTo>
                  <a:pt x="166226" y="12721"/>
                </a:lnTo>
                <a:lnTo>
                  <a:pt x="171576" y="12721"/>
                </a:lnTo>
                <a:lnTo>
                  <a:pt x="171576" y="44286"/>
                </a:lnTo>
                <a:lnTo>
                  <a:pt x="166226" y="44286"/>
                </a:lnTo>
                <a:close/>
                <a:moveTo>
                  <a:pt x="178729" y="46901"/>
                </a:moveTo>
                <a:lnTo>
                  <a:pt x="183930" y="47674"/>
                </a:lnTo>
                <a:cubicBezTo>
                  <a:pt x="184148" y="49279"/>
                  <a:pt x="184753" y="50448"/>
                  <a:pt x="185743" y="51181"/>
                </a:cubicBezTo>
                <a:cubicBezTo>
                  <a:pt x="187071" y="52172"/>
                  <a:pt x="188884" y="52667"/>
                  <a:pt x="191182" y="52667"/>
                </a:cubicBezTo>
                <a:cubicBezTo>
                  <a:pt x="193659" y="52667"/>
                  <a:pt x="195571" y="52171"/>
                  <a:pt x="196919" y="51177"/>
                </a:cubicBezTo>
                <a:cubicBezTo>
                  <a:pt x="198266" y="50185"/>
                  <a:pt x="199178" y="48795"/>
                  <a:pt x="199653" y="47007"/>
                </a:cubicBezTo>
                <a:cubicBezTo>
                  <a:pt x="199930" y="45915"/>
                  <a:pt x="200059" y="43622"/>
                  <a:pt x="200039" y="40126"/>
                </a:cubicBezTo>
                <a:cubicBezTo>
                  <a:pt x="197701" y="42899"/>
                  <a:pt x="194789" y="44286"/>
                  <a:pt x="191301" y="44286"/>
                </a:cubicBezTo>
                <a:cubicBezTo>
                  <a:pt x="186962" y="44286"/>
                  <a:pt x="183603" y="42720"/>
                  <a:pt x="181226" y="39590"/>
                </a:cubicBezTo>
                <a:cubicBezTo>
                  <a:pt x="178848" y="36459"/>
                  <a:pt x="177659" y="32704"/>
                  <a:pt x="177659" y="28325"/>
                </a:cubicBezTo>
                <a:cubicBezTo>
                  <a:pt x="177659" y="25313"/>
                  <a:pt x="178204" y="22534"/>
                  <a:pt x="179294" y="19988"/>
                </a:cubicBezTo>
                <a:cubicBezTo>
                  <a:pt x="180383" y="17442"/>
                  <a:pt x="181964" y="15475"/>
                  <a:pt x="184034" y="14088"/>
                </a:cubicBezTo>
                <a:cubicBezTo>
                  <a:pt x="186105" y="12701"/>
                  <a:pt x="188537" y="12008"/>
                  <a:pt x="191331" y="12008"/>
                </a:cubicBezTo>
                <a:cubicBezTo>
                  <a:pt x="195056" y="12008"/>
                  <a:pt x="198127" y="13523"/>
                  <a:pt x="200545" y="16555"/>
                </a:cubicBezTo>
                <a:lnTo>
                  <a:pt x="200545" y="12721"/>
                </a:lnTo>
                <a:lnTo>
                  <a:pt x="205479" y="12721"/>
                </a:lnTo>
                <a:lnTo>
                  <a:pt x="205479" y="40024"/>
                </a:lnTo>
                <a:cubicBezTo>
                  <a:pt x="205479" y="44941"/>
                  <a:pt x="204978" y="48426"/>
                  <a:pt x="203978" y="50478"/>
                </a:cubicBezTo>
                <a:cubicBezTo>
                  <a:pt x="202977" y="52530"/>
                  <a:pt x="201392" y="54151"/>
                  <a:pt x="199222" y="55340"/>
                </a:cubicBezTo>
                <a:cubicBezTo>
                  <a:pt x="197052" y="56530"/>
                  <a:pt x="194382" y="57125"/>
                  <a:pt x="191212" y="57125"/>
                </a:cubicBezTo>
                <a:cubicBezTo>
                  <a:pt x="187447" y="57125"/>
                  <a:pt x="184406" y="56276"/>
                  <a:pt x="182087" y="54577"/>
                </a:cubicBezTo>
                <a:cubicBezTo>
                  <a:pt x="179769" y="52878"/>
                  <a:pt x="178650" y="50319"/>
                  <a:pt x="178729" y="46901"/>
                </a:cubicBezTo>
                <a:moveTo>
                  <a:pt x="183157" y="27939"/>
                </a:moveTo>
                <a:cubicBezTo>
                  <a:pt x="183157" y="32070"/>
                  <a:pt x="183980" y="35084"/>
                  <a:pt x="185624" y="36981"/>
                </a:cubicBezTo>
                <a:cubicBezTo>
                  <a:pt x="187269" y="38879"/>
                  <a:pt x="189330" y="39827"/>
                  <a:pt x="191807" y="39827"/>
                </a:cubicBezTo>
                <a:cubicBezTo>
                  <a:pt x="194264" y="39827"/>
                  <a:pt x="196324" y="38884"/>
                  <a:pt x="197989" y="36996"/>
                </a:cubicBezTo>
                <a:cubicBezTo>
                  <a:pt x="199653" y="35109"/>
                  <a:pt x="200485" y="32149"/>
                  <a:pt x="200485" y="28117"/>
                </a:cubicBezTo>
                <a:cubicBezTo>
                  <a:pt x="200485" y="24263"/>
                  <a:pt x="199628" y="21358"/>
                  <a:pt x="197914" y="19401"/>
                </a:cubicBezTo>
                <a:cubicBezTo>
                  <a:pt x="196200" y="17444"/>
                  <a:pt x="194135" y="16466"/>
                  <a:pt x="191717" y="16466"/>
                </a:cubicBezTo>
                <a:cubicBezTo>
                  <a:pt x="189340" y="16466"/>
                  <a:pt x="187319" y="17429"/>
                  <a:pt x="185654" y="19356"/>
                </a:cubicBezTo>
                <a:cubicBezTo>
                  <a:pt x="183990" y="21283"/>
                  <a:pt x="183157" y="24144"/>
                  <a:pt x="183157" y="27939"/>
                </a:cubicBezTo>
                <a:close/>
                <a:moveTo>
                  <a:pt x="215070" y="44286"/>
                </a:moveTo>
                <a:lnTo>
                  <a:pt x="215070" y="38163"/>
                </a:lnTo>
                <a:lnTo>
                  <a:pt x="221163" y="38163"/>
                </a:lnTo>
                <a:lnTo>
                  <a:pt x="221163" y="44286"/>
                </a:lnTo>
                <a:lnTo>
                  <a:pt x="215070" y="44286"/>
                </a:lnTo>
                <a:close/>
                <a:moveTo>
                  <a:pt x="230628" y="6955"/>
                </a:moveTo>
                <a:lnTo>
                  <a:pt x="230628" y="713"/>
                </a:lnTo>
                <a:lnTo>
                  <a:pt x="235978" y="713"/>
                </a:lnTo>
                <a:lnTo>
                  <a:pt x="235978" y="6955"/>
                </a:lnTo>
                <a:lnTo>
                  <a:pt x="230628" y="6955"/>
                </a:lnTo>
                <a:moveTo>
                  <a:pt x="223852" y="56561"/>
                </a:moveTo>
                <a:lnTo>
                  <a:pt x="224862" y="52013"/>
                </a:lnTo>
                <a:cubicBezTo>
                  <a:pt x="225932" y="52291"/>
                  <a:pt x="226774" y="52429"/>
                  <a:pt x="227389" y="52429"/>
                </a:cubicBezTo>
                <a:cubicBezTo>
                  <a:pt x="228478" y="52429"/>
                  <a:pt x="229291" y="52067"/>
                  <a:pt x="229826" y="51344"/>
                </a:cubicBezTo>
                <a:cubicBezTo>
                  <a:pt x="230361" y="50620"/>
                  <a:pt x="230628" y="48810"/>
                  <a:pt x="230628" y="45916"/>
                </a:cubicBezTo>
                <a:lnTo>
                  <a:pt x="230628" y="12721"/>
                </a:lnTo>
                <a:lnTo>
                  <a:pt x="235978" y="12721"/>
                </a:lnTo>
                <a:lnTo>
                  <a:pt x="235978" y="46032"/>
                </a:lnTo>
                <a:cubicBezTo>
                  <a:pt x="235978" y="49918"/>
                  <a:pt x="235473" y="52624"/>
                  <a:pt x="234462" y="54151"/>
                </a:cubicBezTo>
                <a:cubicBezTo>
                  <a:pt x="233175" y="56134"/>
                  <a:pt x="231035" y="57125"/>
                  <a:pt x="228043" y="57125"/>
                </a:cubicBezTo>
                <a:cubicBezTo>
                  <a:pt x="226596" y="57125"/>
                  <a:pt x="225199" y="56937"/>
                  <a:pt x="223852" y="56561"/>
                </a:cubicBezTo>
                <a:close/>
                <a:moveTo>
                  <a:pt x="242031" y="34834"/>
                </a:moveTo>
                <a:lnTo>
                  <a:pt x="247322" y="34002"/>
                </a:lnTo>
                <a:cubicBezTo>
                  <a:pt x="247619" y="36113"/>
                  <a:pt x="248446" y="37730"/>
                  <a:pt x="249804" y="38855"/>
                </a:cubicBezTo>
                <a:cubicBezTo>
                  <a:pt x="251161" y="39979"/>
                  <a:pt x="253058" y="40541"/>
                  <a:pt x="255496" y="40541"/>
                </a:cubicBezTo>
                <a:cubicBezTo>
                  <a:pt x="257953" y="40541"/>
                  <a:pt x="259775" y="40044"/>
                  <a:pt x="260964" y="39052"/>
                </a:cubicBezTo>
                <a:cubicBezTo>
                  <a:pt x="262153" y="38059"/>
                  <a:pt x="262748" y="36894"/>
                  <a:pt x="262748" y="35558"/>
                </a:cubicBezTo>
                <a:cubicBezTo>
                  <a:pt x="262748" y="34358"/>
                  <a:pt x="262223" y="33415"/>
                  <a:pt x="261172" y="32727"/>
                </a:cubicBezTo>
                <a:cubicBezTo>
                  <a:pt x="260439" y="32255"/>
                  <a:pt x="258616" y="31655"/>
                  <a:pt x="255704" y="30927"/>
                </a:cubicBezTo>
                <a:cubicBezTo>
                  <a:pt x="251780" y="29936"/>
                  <a:pt x="249061" y="29079"/>
                  <a:pt x="247545" y="28355"/>
                </a:cubicBezTo>
                <a:cubicBezTo>
                  <a:pt x="246029" y="27631"/>
                  <a:pt x="244880" y="26629"/>
                  <a:pt x="244097" y="25350"/>
                </a:cubicBezTo>
                <a:cubicBezTo>
                  <a:pt x="243314" y="24071"/>
                  <a:pt x="242923" y="22658"/>
                  <a:pt x="242923" y="21111"/>
                </a:cubicBezTo>
                <a:cubicBezTo>
                  <a:pt x="242923" y="19703"/>
                  <a:pt x="243245" y="18399"/>
                  <a:pt x="243889" y="17199"/>
                </a:cubicBezTo>
                <a:cubicBezTo>
                  <a:pt x="244533" y="15999"/>
                  <a:pt x="245410" y="15002"/>
                  <a:pt x="246520" y="14209"/>
                </a:cubicBezTo>
                <a:cubicBezTo>
                  <a:pt x="247352" y="13594"/>
                  <a:pt x="248486" y="13074"/>
                  <a:pt x="249923" y="12648"/>
                </a:cubicBezTo>
                <a:cubicBezTo>
                  <a:pt x="251359" y="12221"/>
                  <a:pt x="252900" y="12008"/>
                  <a:pt x="254544" y="12008"/>
                </a:cubicBezTo>
                <a:cubicBezTo>
                  <a:pt x="257021" y="12008"/>
                  <a:pt x="259196" y="12367"/>
                  <a:pt x="261068" y="13085"/>
                </a:cubicBezTo>
                <a:cubicBezTo>
                  <a:pt x="262941" y="13803"/>
                  <a:pt x="264323" y="14775"/>
                  <a:pt x="265215" y="16002"/>
                </a:cubicBezTo>
                <a:cubicBezTo>
                  <a:pt x="266106" y="17229"/>
                  <a:pt x="266720" y="18870"/>
                  <a:pt x="267057" y="20924"/>
                </a:cubicBezTo>
                <a:lnTo>
                  <a:pt x="261826" y="21638"/>
                </a:lnTo>
                <a:cubicBezTo>
                  <a:pt x="261588" y="20013"/>
                  <a:pt x="260900" y="18745"/>
                  <a:pt x="259761" y="17833"/>
                </a:cubicBezTo>
                <a:cubicBezTo>
                  <a:pt x="258621" y="16922"/>
                  <a:pt x="257011" y="16466"/>
                  <a:pt x="254931" y="16466"/>
                </a:cubicBezTo>
                <a:cubicBezTo>
                  <a:pt x="252474" y="16466"/>
                  <a:pt x="250720" y="16870"/>
                  <a:pt x="249670" y="17679"/>
                </a:cubicBezTo>
                <a:cubicBezTo>
                  <a:pt x="248620" y="18487"/>
                  <a:pt x="248095" y="19433"/>
                  <a:pt x="248095" y="20518"/>
                </a:cubicBezTo>
                <a:cubicBezTo>
                  <a:pt x="248095" y="21208"/>
                  <a:pt x="248313" y="21829"/>
                  <a:pt x="248749" y="22382"/>
                </a:cubicBezTo>
                <a:cubicBezTo>
                  <a:pt x="249185" y="22953"/>
                  <a:pt x="249868" y="23426"/>
                  <a:pt x="250799" y="23801"/>
                </a:cubicBezTo>
                <a:cubicBezTo>
                  <a:pt x="251334" y="23998"/>
                  <a:pt x="252910" y="24452"/>
                  <a:pt x="255525" y="25161"/>
                </a:cubicBezTo>
                <a:cubicBezTo>
                  <a:pt x="259310" y="26171"/>
                  <a:pt x="261950" y="26998"/>
                  <a:pt x="263446" y="27641"/>
                </a:cubicBezTo>
                <a:cubicBezTo>
                  <a:pt x="264942" y="28285"/>
                  <a:pt x="266116" y="29220"/>
                  <a:pt x="266968" y="30448"/>
                </a:cubicBezTo>
                <a:cubicBezTo>
                  <a:pt x="267820" y="31675"/>
                  <a:pt x="268246" y="33200"/>
                  <a:pt x="268246" y="35021"/>
                </a:cubicBezTo>
                <a:cubicBezTo>
                  <a:pt x="268246" y="36803"/>
                  <a:pt x="267726" y="38481"/>
                  <a:pt x="266686" y="40055"/>
                </a:cubicBezTo>
                <a:cubicBezTo>
                  <a:pt x="265646" y="41628"/>
                  <a:pt x="264145" y="42846"/>
                  <a:pt x="262183" y="43707"/>
                </a:cubicBezTo>
                <a:cubicBezTo>
                  <a:pt x="260221" y="44568"/>
                  <a:pt x="258002" y="44999"/>
                  <a:pt x="255525" y="44999"/>
                </a:cubicBezTo>
                <a:cubicBezTo>
                  <a:pt x="251424" y="44999"/>
                  <a:pt x="248298" y="44144"/>
                  <a:pt x="246148" y="42435"/>
                </a:cubicBezTo>
                <a:cubicBezTo>
                  <a:pt x="243998" y="40726"/>
                  <a:pt x="242626" y="38193"/>
                  <a:pt x="242031" y="34834"/>
                </a:cubicBezTo>
                <a:close/>
                <a:moveTo>
                  <a:pt x="273102" y="28503"/>
                </a:moveTo>
                <a:cubicBezTo>
                  <a:pt x="273102" y="22658"/>
                  <a:pt x="274727" y="18328"/>
                  <a:pt x="277977" y="15515"/>
                </a:cubicBezTo>
                <a:cubicBezTo>
                  <a:pt x="280691" y="13177"/>
                  <a:pt x="284000" y="12008"/>
                  <a:pt x="287904" y="12008"/>
                </a:cubicBezTo>
                <a:cubicBezTo>
                  <a:pt x="292243" y="12008"/>
                  <a:pt x="295790" y="13429"/>
                  <a:pt x="298544" y="16273"/>
                </a:cubicBezTo>
                <a:cubicBezTo>
                  <a:pt x="301298" y="19116"/>
                  <a:pt x="302676" y="23044"/>
                  <a:pt x="302676" y="28057"/>
                </a:cubicBezTo>
                <a:cubicBezTo>
                  <a:pt x="302676" y="32119"/>
                  <a:pt x="302066" y="35315"/>
                  <a:pt x="300848" y="37643"/>
                </a:cubicBezTo>
                <a:cubicBezTo>
                  <a:pt x="299629" y="39971"/>
                  <a:pt x="297856" y="41779"/>
                  <a:pt x="295527" y="43067"/>
                </a:cubicBezTo>
                <a:cubicBezTo>
                  <a:pt x="293199" y="44355"/>
                  <a:pt x="290658" y="44999"/>
                  <a:pt x="287904" y="44999"/>
                </a:cubicBezTo>
                <a:cubicBezTo>
                  <a:pt x="283485" y="44999"/>
                  <a:pt x="279914" y="43582"/>
                  <a:pt x="277189" y="40749"/>
                </a:cubicBezTo>
                <a:cubicBezTo>
                  <a:pt x="274465" y="37915"/>
                  <a:pt x="273102" y="33833"/>
                  <a:pt x="273102" y="28503"/>
                </a:cubicBezTo>
                <a:moveTo>
                  <a:pt x="278601" y="28488"/>
                </a:moveTo>
                <a:cubicBezTo>
                  <a:pt x="278601" y="32516"/>
                  <a:pt x="279483" y="35531"/>
                  <a:pt x="281246" y="37535"/>
                </a:cubicBezTo>
                <a:cubicBezTo>
                  <a:pt x="283010" y="39539"/>
                  <a:pt x="285229" y="40541"/>
                  <a:pt x="287904" y="40541"/>
                </a:cubicBezTo>
                <a:cubicBezTo>
                  <a:pt x="290559" y="40541"/>
                  <a:pt x="292768" y="39534"/>
                  <a:pt x="294532" y="37520"/>
                </a:cubicBezTo>
                <a:cubicBezTo>
                  <a:pt x="296295" y="35507"/>
                  <a:pt x="297177" y="32437"/>
                  <a:pt x="297177" y="28311"/>
                </a:cubicBezTo>
                <a:cubicBezTo>
                  <a:pt x="297177" y="24422"/>
                  <a:pt x="296290" y="21475"/>
                  <a:pt x="294517" y="19472"/>
                </a:cubicBezTo>
                <a:cubicBezTo>
                  <a:pt x="292743" y="17468"/>
                  <a:pt x="290539" y="16466"/>
                  <a:pt x="287904" y="16466"/>
                </a:cubicBezTo>
                <a:cubicBezTo>
                  <a:pt x="285229" y="16466"/>
                  <a:pt x="283010" y="17463"/>
                  <a:pt x="281246" y="19457"/>
                </a:cubicBezTo>
                <a:cubicBezTo>
                  <a:pt x="279483" y="21451"/>
                  <a:pt x="278601" y="24461"/>
                  <a:pt x="278601" y="28488"/>
                </a:cubicBezTo>
                <a:close/>
                <a:moveTo>
                  <a:pt x="308694" y="44286"/>
                </a:moveTo>
                <a:lnTo>
                  <a:pt x="308694" y="12721"/>
                </a:lnTo>
                <a:lnTo>
                  <a:pt x="313509" y="12721"/>
                </a:lnTo>
                <a:lnTo>
                  <a:pt x="313509" y="17179"/>
                </a:lnTo>
                <a:cubicBezTo>
                  <a:pt x="315827" y="13732"/>
                  <a:pt x="319176" y="12008"/>
                  <a:pt x="323555" y="12008"/>
                </a:cubicBezTo>
                <a:cubicBezTo>
                  <a:pt x="325457" y="12008"/>
                  <a:pt x="327206" y="12349"/>
                  <a:pt x="328801" y="13033"/>
                </a:cubicBezTo>
                <a:cubicBezTo>
                  <a:pt x="330396" y="13717"/>
                  <a:pt x="331590" y="14613"/>
                  <a:pt x="332382" y="15723"/>
                </a:cubicBezTo>
                <a:cubicBezTo>
                  <a:pt x="333175" y="16832"/>
                  <a:pt x="333730" y="18150"/>
                  <a:pt x="334047" y="19676"/>
                </a:cubicBezTo>
                <a:cubicBezTo>
                  <a:pt x="334245" y="20667"/>
                  <a:pt x="334344" y="22400"/>
                  <a:pt x="334344" y="24877"/>
                </a:cubicBezTo>
                <a:lnTo>
                  <a:pt x="334344" y="44286"/>
                </a:lnTo>
                <a:lnTo>
                  <a:pt x="328994" y="44286"/>
                </a:lnTo>
                <a:lnTo>
                  <a:pt x="328994" y="25065"/>
                </a:lnTo>
                <a:cubicBezTo>
                  <a:pt x="328994" y="22883"/>
                  <a:pt x="328786" y="21251"/>
                  <a:pt x="328370" y="20170"/>
                </a:cubicBezTo>
                <a:cubicBezTo>
                  <a:pt x="327954" y="19089"/>
                  <a:pt x="327216" y="18226"/>
                  <a:pt x="326156" y="17581"/>
                </a:cubicBezTo>
                <a:cubicBezTo>
                  <a:pt x="325096" y="16937"/>
                  <a:pt x="323852" y="16615"/>
                  <a:pt x="322426" y="16615"/>
                </a:cubicBezTo>
                <a:cubicBezTo>
                  <a:pt x="320147" y="16615"/>
                  <a:pt x="318180" y="17339"/>
                  <a:pt x="316526" y="18787"/>
                </a:cubicBezTo>
                <a:cubicBezTo>
                  <a:pt x="314871" y="20235"/>
                  <a:pt x="314044" y="22982"/>
                  <a:pt x="314044" y="27028"/>
                </a:cubicBezTo>
                <a:lnTo>
                  <a:pt x="314044" y="44286"/>
                </a:lnTo>
                <a:lnTo>
                  <a:pt x="308694" y="44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3AC45-6B07-4366-90A2-6159376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279" y="2718028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2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70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CC982D9A-DDC4-4F3B-9775-6A82AFA6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75" y="2277210"/>
            <a:ext cx="639235" cy="101010"/>
          </a:xfrm>
          <a:custGeom xmlns:a="http://schemas.openxmlformats.org/drawingml/2006/main">
            <a:pathLst>
              <a:path w="639235" h="101010">
                <a:moveTo>
                  <a:pt x="65876" y="63348"/>
                </a:moveTo>
                <a:lnTo>
                  <a:pt x="84974" y="69336"/>
                </a:lnTo>
                <a:cubicBezTo>
                  <a:pt x="82046" y="80051"/>
                  <a:pt x="77177" y="88009"/>
                  <a:pt x="70368" y="93210"/>
                </a:cubicBezTo>
                <a:cubicBezTo>
                  <a:pt x="63558" y="98410"/>
                  <a:pt x="54919" y="101010"/>
                  <a:pt x="44450" y="101010"/>
                </a:cubicBezTo>
                <a:cubicBezTo>
                  <a:pt x="31496" y="101010"/>
                  <a:pt x="20850" y="96579"/>
                  <a:pt x="12510" y="87718"/>
                </a:cubicBezTo>
                <a:cubicBezTo>
                  <a:pt x="4170" y="78856"/>
                  <a:pt x="0" y="66740"/>
                  <a:pt x="0" y="51372"/>
                </a:cubicBezTo>
                <a:cubicBezTo>
                  <a:pt x="0" y="35114"/>
                  <a:pt x="4192" y="22488"/>
                  <a:pt x="12576" y="13493"/>
                </a:cubicBezTo>
                <a:cubicBezTo>
                  <a:pt x="20961" y="4498"/>
                  <a:pt x="31984" y="0"/>
                  <a:pt x="45647" y="0"/>
                </a:cubicBezTo>
                <a:cubicBezTo>
                  <a:pt x="57581" y="0"/>
                  <a:pt x="67273" y="3535"/>
                  <a:pt x="74726" y="10605"/>
                </a:cubicBezTo>
                <a:cubicBezTo>
                  <a:pt x="79162" y="14785"/>
                  <a:pt x="82489" y="20787"/>
                  <a:pt x="84707" y="28613"/>
                </a:cubicBezTo>
                <a:lnTo>
                  <a:pt x="65211" y="33271"/>
                </a:lnTo>
                <a:cubicBezTo>
                  <a:pt x="64057" y="28214"/>
                  <a:pt x="61651" y="24221"/>
                  <a:pt x="57991" y="21293"/>
                </a:cubicBezTo>
                <a:cubicBezTo>
                  <a:pt x="54331" y="18365"/>
                  <a:pt x="49884" y="16902"/>
                  <a:pt x="44649" y="16902"/>
                </a:cubicBezTo>
                <a:cubicBezTo>
                  <a:pt x="37419" y="16902"/>
                  <a:pt x="31552" y="19497"/>
                  <a:pt x="27049" y="24687"/>
                </a:cubicBezTo>
                <a:cubicBezTo>
                  <a:pt x="22546" y="29877"/>
                  <a:pt x="20295" y="38284"/>
                  <a:pt x="20295" y="49906"/>
                </a:cubicBezTo>
                <a:cubicBezTo>
                  <a:pt x="20295" y="62238"/>
                  <a:pt x="22513" y="71022"/>
                  <a:pt x="26949" y="76257"/>
                </a:cubicBezTo>
                <a:cubicBezTo>
                  <a:pt x="31385" y="81491"/>
                  <a:pt x="37152" y="84108"/>
                  <a:pt x="44250" y="84108"/>
                </a:cubicBezTo>
                <a:cubicBezTo>
                  <a:pt x="49485" y="84108"/>
                  <a:pt x="53987" y="82440"/>
                  <a:pt x="57758" y="79103"/>
                </a:cubicBezTo>
                <a:cubicBezTo>
                  <a:pt x="61529" y="75765"/>
                  <a:pt x="64235" y="70513"/>
                  <a:pt x="65876" y="63348"/>
                </a:cubicBezTo>
                <a:close/>
                <a:moveTo>
                  <a:pt x="97394" y="62948"/>
                </a:moveTo>
                <a:cubicBezTo>
                  <a:pt x="97394" y="56738"/>
                  <a:pt x="98924" y="50727"/>
                  <a:pt x="101985" y="44916"/>
                </a:cubicBezTo>
                <a:cubicBezTo>
                  <a:pt x="105046" y="39104"/>
                  <a:pt x="109382" y="34668"/>
                  <a:pt x="114994" y="31607"/>
                </a:cubicBezTo>
                <a:cubicBezTo>
                  <a:pt x="120606" y="28546"/>
                  <a:pt x="126872" y="27016"/>
                  <a:pt x="133792" y="27016"/>
                </a:cubicBezTo>
                <a:cubicBezTo>
                  <a:pt x="144483" y="27016"/>
                  <a:pt x="153244" y="30487"/>
                  <a:pt x="160076" y="37430"/>
                </a:cubicBezTo>
                <a:cubicBezTo>
                  <a:pt x="166908" y="44372"/>
                  <a:pt x="170323" y="53144"/>
                  <a:pt x="170323" y="63747"/>
                </a:cubicBezTo>
                <a:cubicBezTo>
                  <a:pt x="170323" y="74438"/>
                  <a:pt x="166874" y="83299"/>
                  <a:pt x="159976" y="90330"/>
                </a:cubicBezTo>
                <a:cubicBezTo>
                  <a:pt x="153078" y="97361"/>
                  <a:pt x="144394" y="100877"/>
                  <a:pt x="133925" y="100877"/>
                </a:cubicBezTo>
                <a:cubicBezTo>
                  <a:pt x="127448" y="100877"/>
                  <a:pt x="121271" y="99413"/>
                  <a:pt x="115393" y="96485"/>
                </a:cubicBezTo>
                <a:cubicBezTo>
                  <a:pt x="109516" y="93557"/>
                  <a:pt x="105046" y="89265"/>
                  <a:pt x="101985" y="83609"/>
                </a:cubicBezTo>
                <a:cubicBezTo>
                  <a:pt x="98924" y="77953"/>
                  <a:pt x="97394" y="71066"/>
                  <a:pt x="97394" y="62948"/>
                </a:cubicBezTo>
                <a:moveTo>
                  <a:pt x="116558" y="63946"/>
                </a:moveTo>
                <a:cubicBezTo>
                  <a:pt x="116558" y="70933"/>
                  <a:pt x="118221" y="76284"/>
                  <a:pt x="121548" y="80000"/>
                </a:cubicBezTo>
                <a:cubicBezTo>
                  <a:pt x="124876" y="83715"/>
                  <a:pt x="128979" y="85572"/>
                  <a:pt x="133859" y="85572"/>
                </a:cubicBezTo>
                <a:cubicBezTo>
                  <a:pt x="138738" y="85572"/>
                  <a:pt x="142831" y="83715"/>
                  <a:pt x="146136" y="80000"/>
                </a:cubicBezTo>
                <a:cubicBezTo>
                  <a:pt x="149440" y="76284"/>
                  <a:pt x="151093" y="70889"/>
                  <a:pt x="151093" y="63813"/>
                </a:cubicBezTo>
                <a:cubicBezTo>
                  <a:pt x="151093" y="56915"/>
                  <a:pt x="149440" y="51608"/>
                  <a:pt x="146136" y="47893"/>
                </a:cubicBezTo>
                <a:cubicBezTo>
                  <a:pt x="142831" y="44178"/>
                  <a:pt x="138738" y="42320"/>
                  <a:pt x="133859" y="42320"/>
                </a:cubicBezTo>
                <a:cubicBezTo>
                  <a:pt x="128979" y="42320"/>
                  <a:pt x="124876" y="44178"/>
                  <a:pt x="121548" y="47893"/>
                </a:cubicBezTo>
                <a:cubicBezTo>
                  <a:pt x="118221" y="51608"/>
                  <a:pt x="116558" y="56960"/>
                  <a:pt x="116558" y="63946"/>
                </a:cubicBezTo>
                <a:close/>
                <a:moveTo>
                  <a:pt x="249796" y="99280"/>
                </a:moveTo>
                <a:lnTo>
                  <a:pt x="232429" y="99280"/>
                </a:lnTo>
                <a:lnTo>
                  <a:pt x="232429" y="88899"/>
                </a:lnTo>
                <a:cubicBezTo>
                  <a:pt x="229545" y="92936"/>
                  <a:pt x="226140" y="95942"/>
                  <a:pt x="222214" y="97916"/>
                </a:cubicBezTo>
                <a:cubicBezTo>
                  <a:pt x="218288" y="99890"/>
                  <a:pt x="214329" y="100877"/>
                  <a:pt x="210337" y="100877"/>
                </a:cubicBezTo>
                <a:cubicBezTo>
                  <a:pt x="202219" y="100877"/>
                  <a:pt x="195265" y="97605"/>
                  <a:pt x="189476" y="91062"/>
                </a:cubicBezTo>
                <a:cubicBezTo>
                  <a:pt x="183687" y="84519"/>
                  <a:pt x="180792" y="75392"/>
                  <a:pt x="180792" y="63680"/>
                </a:cubicBezTo>
                <a:cubicBezTo>
                  <a:pt x="180792" y="51703"/>
                  <a:pt x="183609" y="42598"/>
                  <a:pt x="189243" y="36365"/>
                </a:cubicBezTo>
                <a:cubicBezTo>
                  <a:pt x="194877" y="30132"/>
                  <a:pt x="201997" y="27016"/>
                  <a:pt x="210603" y="27016"/>
                </a:cubicBezTo>
                <a:cubicBezTo>
                  <a:pt x="218499" y="27016"/>
                  <a:pt x="225331" y="30299"/>
                  <a:pt x="231098" y="36864"/>
                </a:cubicBezTo>
                <a:lnTo>
                  <a:pt x="231098" y="1730"/>
                </a:lnTo>
                <a:lnTo>
                  <a:pt x="249796" y="1730"/>
                </a:lnTo>
                <a:lnTo>
                  <a:pt x="249796" y="99280"/>
                </a:lnTo>
                <a:moveTo>
                  <a:pt x="199890" y="62451"/>
                </a:moveTo>
                <a:cubicBezTo>
                  <a:pt x="199890" y="69982"/>
                  <a:pt x="200932" y="75430"/>
                  <a:pt x="203017" y="78796"/>
                </a:cubicBezTo>
                <a:cubicBezTo>
                  <a:pt x="206034" y="83668"/>
                  <a:pt x="210248" y="86105"/>
                  <a:pt x="215660" y="86105"/>
                </a:cubicBezTo>
                <a:cubicBezTo>
                  <a:pt x="219963" y="86105"/>
                  <a:pt x="223623" y="84278"/>
                  <a:pt x="226639" y="80623"/>
                </a:cubicBezTo>
                <a:cubicBezTo>
                  <a:pt x="229656" y="76969"/>
                  <a:pt x="231164" y="71510"/>
                  <a:pt x="231164" y="64246"/>
                </a:cubicBezTo>
                <a:cubicBezTo>
                  <a:pt x="231164" y="56139"/>
                  <a:pt x="229700" y="50303"/>
                  <a:pt x="226772" y="46737"/>
                </a:cubicBezTo>
                <a:cubicBezTo>
                  <a:pt x="223845" y="43172"/>
                  <a:pt x="220096" y="41389"/>
                  <a:pt x="215527" y="41389"/>
                </a:cubicBezTo>
                <a:cubicBezTo>
                  <a:pt x="211091" y="41389"/>
                  <a:pt x="207376" y="43149"/>
                  <a:pt x="204381" y="46671"/>
                </a:cubicBezTo>
                <a:cubicBezTo>
                  <a:pt x="201387" y="50192"/>
                  <a:pt x="199890" y="55452"/>
                  <a:pt x="199890" y="62451"/>
                </a:cubicBezTo>
                <a:close/>
                <a:moveTo>
                  <a:pt x="309173" y="76789"/>
                </a:moveTo>
                <a:lnTo>
                  <a:pt x="327804" y="79983"/>
                </a:lnTo>
                <a:cubicBezTo>
                  <a:pt x="325409" y="86792"/>
                  <a:pt x="321627" y="91977"/>
                  <a:pt x="316459" y="95537"/>
                </a:cubicBezTo>
                <a:cubicBezTo>
                  <a:pt x="311291" y="99097"/>
                  <a:pt x="304825" y="100877"/>
                  <a:pt x="297062" y="100877"/>
                </a:cubicBezTo>
                <a:cubicBezTo>
                  <a:pt x="284774" y="100877"/>
                  <a:pt x="275680" y="96862"/>
                  <a:pt x="269780" y="88833"/>
                </a:cubicBezTo>
                <a:cubicBezTo>
                  <a:pt x="265122" y="82401"/>
                  <a:pt x="262793" y="74283"/>
                  <a:pt x="262793" y="64479"/>
                </a:cubicBezTo>
                <a:cubicBezTo>
                  <a:pt x="262793" y="52767"/>
                  <a:pt x="265854" y="43596"/>
                  <a:pt x="271976" y="36964"/>
                </a:cubicBezTo>
                <a:cubicBezTo>
                  <a:pt x="278098" y="30332"/>
                  <a:pt x="285839" y="27016"/>
                  <a:pt x="295199" y="27016"/>
                </a:cubicBezTo>
                <a:cubicBezTo>
                  <a:pt x="305713" y="27016"/>
                  <a:pt x="314008" y="30487"/>
                  <a:pt x="320086" y="37430"/>
                </a:cubicBezTo>
                <a:cubicBezTo>
                  <a:pt x="326163" y="44372"/>
                  <a:pt x="329069" y="55008"/>
                  <a:pt x="328802" y="69336"/>
                </a:cubicBezTo>
                <a:lnTo>
                  <a:pt x="281957" y="69336"/>
                </a:lnTo>
                <a:cubicBezTo>
                  <a:pt x="282090" y="74881"/>
                  <a:pt x="283599" y="79195"/>
                  <a:pt x="286482" y="82279"/>
                </a:cubicBezTo>
                <a:cubicBezTo>
                  <a:pt x="289366" y="85362"/>
                  <a:pt x="292959" y="86903"/>
                  <a:pt x="297262" y="86903"/>
                </a:cubicBezTo>
                <a:cubicBezTo>
                  <a:pt x="300190" y="86903"/>
                  <a:pt x="302652" y="86105"/>
                  <a:pt x="304648" y="84508"/>
                </a:cubicBezTo>
                <a:cubicBezTo>
                  <a:pt x="306644" y="82911"/>
                  <a:pt x="308152" y="80338"/>
                  <a:pt x="309173" y="76789"/>
                </a:cubicBezTo>
                <a:moveTo>
                  <a:pt x="310237" y="57891"/>
                </a:moveTo>
                <a:cubicBezTo>
                  <a:pt x="310104" y="52501"/>
                  <a:pt x="308707" y="48403"/>
                  <a:pt x="306045" y="45598"/>
                </a:cubicBezTo>
                <a:cubicBezTo>
                  <a:pt x="303384" y="42792"/>
                  <a:pt x="300145" y="41389"/>
                  <a:pt x="296330" y="41389"/>
                </a:cubicBezTo>
                <a:cubicBezTo>
                  <a:pt x="292249" y="41389"/>
                  <a:pt x="288878" y="42869"/>
                  <a:pt x="286216" y="45828"/>
                </a:cubicBezTo>
                <a:cubicBezTo>
                  <a:pt x="283554" y="48789"/>
                  <a:pt x="282246" y="52810"/>
                  <a:pt x="282290" y="57891"/>
                </a:cubicBezTo>
                <a:lnTo>
                  <a:pt x="310237" y="57891"/>
                </a:lnTo>
                <a:close/>
                <a:moveTo>
                  <a:pt x="343221" y="99280"/>
                </a:moveTo>
                <a:lnTo>
                  <a:pt x="343221" y="1730"/>
                </a:lnTo>
                <a:lnTo>
                  <a:pt x="361919" y="1730"/>
                </a:lnTo>
                <a:lnTo>
                  <a:pt x="361919" y="36864"/>
                </a:lnTo>
                <a:cubicBezTo>
                  <a:pt x="367686" y="30299"/>
                  <a:pt x="374518" y="27016"/>
                  <a:pt x="382414" y="27016"/>
                </a:cubicBezTo>
                <a:cubicBezTo>
                  <a:pt x="391020" y="27016"/>
                  <a:pt x="398140" y="30132"/>
                  <a:pt x="403774" y="36365"/>
                </a:cubicBezTo>
                <a:cubicBezTo>
                  <a:pt x="409408" y="42598"/>
                  <a:pt x="412225" y="51547"/>
                  <a:pt x="412225" y="63214"/>
                </a:cubicBezTo>
                <a:cubicBezTo>
                  <a:pt x="412225" y="75281"/>
                  <a:pt x="409352" y="84574"/>
                  <a:pt x="403608" y="91095"/>
                </a:cubicBezTo>
                <a:cubicBezTo>
                  <a:pt x="397863" y="97616"/>
                  <a:pt x="390887" y="100877"/>
                  <a:pt x="382680" y="100877"/>
                </a:cubicBezTo>
                <a:cubicBezTo>
                  <a:pt x="378644" y="100877"/>
                  <a:pt x="374662" y="99868"/>
                  <a:pt x="370736" y="97849"/>
                </a:cubicBezTo>
                <a:cubicBezTo>
                  <a:pt x="366810" y="95831"/>
                  <a:pt x="363428" y="92848"/>
                  <a:pt x="360589" y="88899"/>
                </a:cubicBezTo>
                <a:lnTo>
                  <a:pt x="360589" y="99280"/>
                </a:lnTo>
                <a:lnTo>
                  <a:pt x="343221" y="99280"/>
                </a:lnTo>
                <a:moveTo>
                  <a:pt x="361786" y="62451"/>
                </a:moveTo>
                <a:cubicBezTo>
                  <a:pt x="361786" y="69760"/>
                  <a:pt x="362940" y="75163"/>
                  <a:pt x="365246" y="78662"/>
                </a:cubicBezTo>
                <a:cubicBezTo>
                  <a:pt x="368485" y="83624"/>
                  <a:pt x="372788" y="86105"/>
                  <a:pt x="378156" y="86105"/>
                </a:cubicBezTo>
                <a:cubicBezTo>
                  <a:pt x="382281" y="86105"/>
                  <a:pt x="385797" y="84344"/>
                  <a:pt x="388702" y="80823"/>
                </a:cubicBezTo>
                <a:cubicBezTo>
                  <a:pt x="391608" y="77302"/>
                  <a:pt x="393061" y="71754"/>
                  <a:pt x="393061" y="64179"/>
                </a:cubicBezTo>
                <a:cubicBezTo>
                  <a:pt x="393061" y="56117"/>
                  <a:pt x="391597" y="50303"/>
                  <a:pt x="388669" y="46737"/>
                </a:cubicBezTo>
                <a:cubicBezTo>
                  <a:pt x="385741" y="43172"/>
                  <a:pt x="381993" y="41389"/>
                  <a:pt x="377424" y="41389"/>
                </a:cubicBezTo>
                <a:cubicBezTo>
                  <a:pt x="372943" y="41389"/>
                  <a:pt x="369217" y="43128"/>
                  <a:pt x="366245" y="46606"/>
                </a:cubicBezTo>
                <a:cubicBezTo>
                  <a:pt x="363272" y="50083"/>
                  <a:pt x="361786" y="55365"/>
                  <a:pt x="361786" y="62451"/>
                </a:cubicBezTo>
                <a:close/>
                <a:moveTo>
                  <a:pt x="441259" y="50438"/>
                </a:moveTo>
                <a:lnTo>
                  <a:pt x="424291" y="47378"/>
                </a:lnTo>
                <a:cubicBezTo>
                  <a:pt x="426198" y="40456"/>
                  <a:pt x="429481" y="35332"/>
                  <a:pt x="434139" y="32006"/>
                </a:cubicBezTo>
                <a:cubicBezTo>
                  <a:pt x="438797" y="28679"/>
                  <a:pt x="445717" y="27016"/>
                  <a:pt x="454900" y="27016"/>
                </a:cubicBezTo>
                <a:cubicBezTo>
                  <a:pt x="463240" y="27016"/>
                  <a:pt x="469450" y="28003"/>
                  <a:pt x="473531" y="29977"/>
                </a:cubicBezTo>
                <a:cubicBezTo>
                  <a:pt x="477613" y="31951"/>
                  <a:pt x="480485" y="34457"/>
                  <a:pt x="482148" y="37496"/>
                </a:cubicBezTo>
                <a:cubicBezTo>
                  <a:pt x="483812" y="40535"/>
                  <a:pt x="484644" y="46113"/>
                  <a:pt x="484644" y="54231"/>
                </a:cubicBezTo>
                <a:lnTo>
                  <a:pt x="484444" y="76057"/>
                </a:lnTo>
                <a:cubicBezTo>
                  <a:pt x="484444" y="82267"/>
                  <a:pt x="484744" y="86848"/>
                  <a:pt x="485342" y="89798"/>
                </a:cubicBezTo>
                <a:cubicBezTo>
                  <a:pt x="485941" y="92748"/>
                  <a:pt x="487061" y="95909"/>
                  <a:pt x="488703" y="99280"/>
                </a:cubicBezTo>
                <a:lnTo>
                  <a:pt x="470204" y="99280"/>
                </a:lnTo>
                <a:cubicBezTo>
                  <a:pt x="469716" y="98038"/>
                  <a:pt x="469117" y="96197"/>
                  <a:pt x="468408" y="93757"/>
                </a:cubicBezTo>
                <a:cubicBezTo>
                  <a:pt x="468097" y="92648"/>
                  <a:pt x="467875" y="91916"/>
                  <a:pt x="467742" y="91561"/>
                </a:cubicBezTo>
                <a:cubicBezTo>
                  <a:pt x="464548" y="94666"/>
                  <a:pt x="461132" y="96995"/>
                  <a:pt x="457495" y="98548"/>
                </a:cubicBezTo>
                <a:cubicBezTo>
                  <a:pt x="453857" y="100101"/>
                  <a:pt x="449976" y="100877"/>
                  <a:pt x="445850" y="100877"/>
                </a:cubicBezTo>
                <a:cubicBezTo>
                  <a:pt x="438575" y="100877"/>
                  <a:pt x="432841" y="98911"/>
                  <a:pt x="428649" y="94980"/>
                </a:cubicBezTo>
                <a:cubicBezTo>
                  <a:pt x="424457" y="91048"/>
                  <a:pt x="422361" y="86078"/>
                  <a:pt x="422361" y="80070"/>
                </a:cubicBezTo>
                <a:cubicBezTo>
                  <a:pt x="422361" y="76094"/>
                  <a:pt x="423315" y="72550"/>
                  <a:pt x="425222" y="69436"/>
                </a:cubicBezTo>
                <a:cubicBezTo>
                  <a:pt x="427130" y="66321"/>
                  <a:pt x="429802" y="63935"/>
                  <a:pt x="433240" y="62279"/>
                </a:cubicBezTo>
                <a:cubicBezTo>
                  <a:pt x="436678" y="60622"/>
                  <a:pt x="441636" y="59176"/>
                  <a:pt x="448113" y="57939"/>
                </a:cubicBezTo>
                <a:cubicBezTo>
                  <a:pt x="456852" y="56305"/>
                  <a:pt x="462907" y="54780"/>
                  <a:pt x="466278" y="53366"/>
                </a:cubicBezTo>
                <a:lnTo>
                  <a:pt x="466278" y="51482"/>
                </a:lnTo>
                <a:cubicBezTo>
                  <a:pt x="466278" y="47849"/>
                  <a:pt x="465391" y="45259"/>
                  <a:pt x="463617" y="43712"/>
                </a:cubicBezTo>
                <a:cubicBezTo>
                  <a:pt x="461842" y="42163"/>
                  <a:pt x="458493" y="41389"/>
                  <a:pt x="453569" y="41389"/>
                </a:cubicBezTo>
                <a:cubicBezTo>
                  <a:pt x="450242" y="41389"/>
                  <a:pt x="447647" y="42058"/>
                  <a:pt x="445784" y="43398"/>
                </a:cubicBezTo>
                <a:cubicBezTo>
                  <a:pt x="443920" y="44735"/>
                  <a:pt x="442412" y="47082"/>
                  <a:pt x="441259" y="50438"/>
                </a:cubicBezTo>
                <a:moveTo>
                  <a:pt x="466278" y="65610"/>
                </a:moveTo>
                <a:cubicBezTo>
                  <a:pt x="463883" y="66399"/>
                  <a:pt x="460090" y="67341"/>
                  <a:pt x="454900" y="68438"/>
                </a:cubicBezTo>
                <a:cubicBezTo>
                  <a:pt x="449709" y="69533"/>
                  <a:pt x="446316" y="70607"/>
                  <a:pt x="444719" y="71659"/>
                </a:cubicBezTo>
                <a:cubicBezTo>
                  <a:pt x="442279" y="73368"/>
                  <a:pt x="441059" y="75538"/>
                  <a:pt x="441059" y="78168"/>
                </a:cubicBezTo>
                <a:cubicBezTo>
                  <a:pt x="441059" y="80754"/>
                  <a:pt x="442035" y="82990"/>
                  <a:pt x="443987" y="84876"/>
                </a:cubicBezTo>
                <a:cubicBezTo>
                  <a:pt x="445939" y="86760"/>
                  <a:pt x="448423" y="87702"/>
                  <a:pt x="451440" y="87702"/>
                </a:cubicBezTo>
                <a:cubicBezTo>
                  <a:pt x="454811" y="87702"/>
                  <a:pt x="458027" y="86606"/>
                  <a:pt x="461088" y="84414"/>
                </a:cubicBezTo>
                <a:cubicBezTo>
                  <a:pt x="463351" y="82749"/>
                  <a:pt x="464837" y="80711"/>
                  <a:pt x="465546" y="78299"/>
                </a:cubicBezTo>
                <a:cubicBezTo>
                  <a:pt x="466034" y="76721"/>
                  <a:pt x="466278" y="73719"/>
                  <a:pt x="466278" y="69293"/>
                </a:cubicBezTo>
                <a:lnTo>
                  <a:pt x="466278" y="65610"/>
                </a:lnTo>
                <a:close/>
                <a:moveTo>
                  <a:pt x="496467" y="79184"/>
                </a:moveTo>
                <a:lnTo>
                  <a:pt x="515232" y="76257"/>
                </a:lnTo>
                <a:cubicBezTo>
                  <a:pt x="516031" y="79872"/>
                  <a:pt x="517650" y="82617"/>
                  <a:pt x="520090" y="84491"/>
                </a:cubicBezTo>
                <a:cubicBezTo>
                  <a:pt x="522529" y="86365"/>
                  <a:pt x="525945" y="87302"/>
                  <a:pt x="530337" y="87302"/>
                </a:cubicBezTo>
                <a:cubicBezTo>
                  <a:pt x="535172" y="87302"/>
                  <a:pt x="538810" y="86417"/>
                  <a:pt x="541250" y="84645"/>
                </a:cubicBezTo>
                <a:cubicBezTo>
                  <a:pt x="542891" y="83404"/>
                  <a:pt x="543712" y="81743"/>
                  <a:pt x="543712" y="79661"/>
                </a:cubicBezTo>
                <a:cubicBezTo>
                  <a:pt x="543712" y="78242"/>
                  <a:pt x="543268" y="77068"/>
                  <a:pt x="542381" y="76138"/>
                </a:cubicBezTo>
                <a:cubicBezTo>
                  <a:pt x="541449" y="75252"/>
                  <a:pt x="539364" y="74433"/>
                  <a:pt x="536126" y="73680"/>
                </a:cubicBezTo>
                <a:cubicBezTo>
                  <a:pt x="521043" y="70359"/>
                  <a:pt x="511484" y="67324"/>
                  <a:pt x="507447" y="64576"/>
                </a:cubicBezTo>
                <a:cubicBezTo>
                  <a:pt x="501857" y="60764"/>
                  <a:pt x="499062" y="55468"/>
                  <a:pt x="499062" y="48688"/>
                </a:cubicBezTo>
                <a:cubicBezTo>
                  <a:pt x="499062" y="42571"/>
                  <a:pt x="501480" y="37430"/>
                  <a:pt x="506315" y="33265"/>
                </a:cubicBezTo>
                <a:cubicBezTo>
                  <a:pt x="511151" y="29099"/>
                  <a:pt x="518648" y="27016"/>
                  <a:pt x="528807" y="27016"/>
                </a:cubicBezTo>
                <a:cubicBezTo>
                  <a:pt x="538477" y="27016"/>
                  <a:pt x="545664" y="28585"/>
                  <a:pt x="550366" y="31724"/>
                </a:cubicBezTo>
                <a:cubicBezTo>
                  <a:pt x="555068" y="34862"/>
                  <a:pt x="558307" y="39503"/>
                  <a:pt x="560081" y="45647"/>
                </a:cubicBezTo>
                <a:lnTo>
                  <a:pt x="542448" y="48975"/>
                </a:lnTo>
                <a:cubicBezTo>
                  <a:pt x="541693" y="46224"/>
                  <a:pt x="540263" y="44117"/>
                  <a:pt x="538156" y="42653"/>
                </a:cubicBezTo>
                <a:cubicBezTo>
                  <a:pt x="536048" y="41189"/>
                  <a:pt x="533043" y="40457"/>
                  <a:pt x="529139" y="40457"/>
                </a:cubicBezTo>
                <a:cubicBezTo>
                  <a:pt x="524215" y="40457"/>
                  <a:pt x="520688" y="41144"/>
                  <a:pt x="518559" y="42518"/>
                </a:cubicBezTo>
                <a:cubicBezTo>
                  <a:pt x="517140" y="43491"/>
                  <a:pt x="516430" y="44753"/>
                  <a:pt x="516430" y="46305"/>
                </a:cubicBezTo>
                <a:cubicBezTo>
                  <a:pt x="516430" y="47633"/>
                  <a:pt x="517051" y="48762"/>
                  <a:pt x="518293" y="49692"/>
                </a:cubicBezTo>
                <a:cubicBezTo>
                  <a:pt x="519979" y="50933"/>
                  <a:pt x="525801" y="52683"/>
                  <a:pt x="535760" y="54942"/>
                </a:cubicBezTo>
                <a:cubicBezTo>
                  <a:pt x="545719" y="57202"/>
                  <a:pt x="552673" y="59974"/>
                  <a:pt x="556621" y="63258"/>
                </a:cubicBezTo>
                <a:cubicBezTo>
                  <a:pt x="560525" y="66588"/>
                  <a:pt x="562477" y="71226"/>
                  <a:pt x="562477" y="77174"/>
                </a:cubicBezTo>
                <a:cubicBezTo>
                  <a:pt x="562477" y="83654"/>
                  <a:pt x="559770" y="89225"/>
                  <a:pt x="554358" y="93886"/>
                </a:cubicBezTo>
                <a:cubicBezTo>
                  <a:pt x="548946" y="98547"/>
                  <a:pt x="540939" y="100877"/>
                  <a:pt x="530337" y="100877"/>
                </a:cubicBezTo>
                <a:cubicBezTo>
                  <a:pt x="520711" y="100877"/>
                  <a:pt x="513092" y="98931"/>
                  <a:pt x="507480" y="95040"/>
                </a:cubicBezTo>
                <a:cubicBezTo>
                  <a:pt x="501868" y="91147"/>
                  <a:pt x="498197" y="85862"/>
                  <a:pt x="496467" y="79184"/>
                </a:cubicBezTo>
                <a:close/>
                <a:moveTo>
                  <a:pt x="619339" y="76789"/>
                </a:moveTo>
                <a:lnTo>
                  <a:pt x="637971" y="79983"/>
                </a:lnTo>
                <a:cubicBezTo>
                  <a:pt x="635575" y="86792"/>
                  <a:pt x="631794" y="91977"/>
                  <a:pt x="626626" y="95537"/>
                </a:cubicBezTo>
                <a:cubicBezTo>
                  <a:pt x="621457" y="99097"/>
                  <a:pt x="614992" y="100877"/>
                  <a:pt x="607229" y="100877"/>
                </a:cubicBezTo>
                <a:cubicBezTo>
                  <a:pt x="594941" y="100877"/>
                  <a:pt x="585847" y="96862"/>
                  <a:pt x="579947" y="88833"/>
                </a:cubicBezTo>
                <a:cubicBezTo>
                  <a:pt x="575289" y="82401"/>
                  <a:pt x="572960" y="74283"/>
                  <a:pt x="572960" y="64479"/>
                </a:cubicBezTo>
                <a:cubicBezTo>
                  <a:pt x="572960" y="52767"/>
                  <a:pt x="576021" y="43596"/>
                  <a:pt x="582143" y="36964"/>
                </a:cubicBezTo>
                <a:cubicBezTo>
                  <a:pt x="588264" y="30332"/>
                  <a:pt x="596005" y="27016"/>
                  <a:pt x="605365" y="27016"/>
                </a:cubicBezTo>
                <a:cubicBezTo>
                  <a:pt x="615879" y="27016"/>
                  <a:pt x="624175" y="30487"/>
                  <a:pt x="630252" y="37430"/>
                </a:cubicBezTo>
                <a:cubicBezTo>
                  <a:pt x="636329" y="44372"/>
                  <a:pt x="639235" y="55008"/>
                  <a:pt x="638969" y="69336"/>
                </a:cubicBezTo>
                <a:lnTo>
                  <a:pt x="592124" y="69336"/>
                </a:lnTo>
                <a:cubicBezTo>
                  <a:pt x="592257" y="74881"/>
                  <a:pt x="593765" y="79195"/>
                  <a:pt x="596649" y="82279"/>
                </a:cubicBezTo>
                <a:cubicBezTo>
                  <a:pt x="599532" y="85362"/>
                  <a:pt x="603125" y="86903"/>
                  <a:pt x="607428" y="86903"/>
                </a:cubicBezTo>
                <a:cubicBezTo>
                  <a:pt x="610356" y="86903"/>
                  <a:pt x="612818" y="86105"/>
                  <a:pt x="614814" y="84508"/>
                </a:cubicBezTo>
                <a:cubicBezTo>
                  <a:pt x="616811" y="82911"/>
                  <a:pt x="618319" y="80338"/>
                  <a:pt x="619339" y="76789"/>
                </a:cubicBezTo>
                <a:moveTo>
                  <a:pt x="620404" y="57891"/>
                </a:moveTo>
                <a:cubicBezTo>
                  <a:pt x="620271" y="52501"/>
                  <a:pt x="618873" y="48403"/>
                  <a:pt x="616212" y="45598"/>
                </a:cubicBezTo>
                <a:cubicBezTo>
                  <a:pt x="613550" y="42792"/>
                  <a:pt x="610312" y="41389"/>
                  <a:pt x="606497" y="41389"/>
                </a:cubicBezTo>
                <a:cubicBezTo>
                  <a:pt x="602415" y="41389"/>
                  <a:pt x="599044" y="42869"/>
                  <a:pt x="596382" y="45828"/>
                </a:cubicBezTo>
                <a:cubicBezTo>
                  <a:pt x="593721" y="48789"/>
                  <a:pt x="592412" y="52810"/>
                  <a:pt x="592456" y="57891"/>
                </a:cubicBezTo>
                <a:lnTo>
                  <a:pt x="620404" y="57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E97DE-0CCB-4974-A4F3-68C5EFA5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40" y="2885422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7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3D9C0-14FA-474D-A9D7-4EA703B3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48" y="2885422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3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BBB2F-FCCC-4380-99CF-BE201D3A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040" y="2885422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3D2EA-832B-48EA-8548-53C4172A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656" y="2885422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8552"/>
                </a:moveTo>
                <a:cubicBezTo>
                  <a:pt x="0" y="3830"/>
                  <a:pt x="3829" y="0"/>
                  <a:pt x="8551" y="0"/>
                </a:cubicBezTo>
                <a:lnTo>
                  <a:pt x="51232" y="0"/>
                </a:lnTo>
                <a:cubicBezTo>
                  <a:pt x="53498" y="0"/>
                  <a:pt x="55675" y="902"/>
                  <a:pt x="57279" y="2505"/>
                </a:cubicBezTo>
                <a:lnTo>
                  <a:pt x="74456" y="19687"/>
                </a:lnTo>
                <a:cubicBezTo>
                  <a:pt x="76060" y="21291"/>
                  <a:pt x="76961" y="23464"/>
                  <a:pt x="76961" y="25734"/>
                </a:cubicBezTo>
                <a:lnTo>
                  <a:pt x="76961" y="85518"/>
                </a:lnTo>
                <a:cubicBezTo>
                  <a:pt x="76961" y="90241"/>
                  <a:pt x="73135" y="94070"/>
                  <a:pt x="68410" y="94070"/>
                </a:cubicBezTo>
                <a:lnTo>
                  <a:pt x="8552" y="94070"/>
                </a:lnTo>
                <a:cubicBezTo>
                  <a:pt x="3829" y="94070"/>
                  <a:pt x="0" y="90241"/>
                  <a:pt x="0" y="85518"/>
                </a:cubicBezTo>
                <a:lnTo>
                  <a:pt x="0" y="8552"/>
                </a:lnTo>
                <a:close/>
                <a:moveTo>
                  <a:pt x="8551" y="6414"/>
                </a:moveTo>
                <a:cubicBezTo>
                  <a:pt x="7371" y="6414"/>
                  <a:pt x="6414" y="7372"/>
                  <a:pt x="6414" y="8552"/>
                </a:cubicBezTo>
                <a:lnTo>
                  <a:pt x="6414" y="85518"/>
                </a:lnTo>
                <a:cubicBezTo>
                  <a:pt x="6414" y="86699"/>
                  <a:pt x="7371" y="87656"/>
                  <a:pt x="8552" y="87656"/>
                </a:cubicBezTo>
                <a:lnTo>
                  <a:pt x="68410" y="87656"/>
                </a:lnTo>
                <a:cubicBezTo>
                  <a:pt x="69593" y="87656"/>
                  <a:pt x="70548" y="86699"/>
                  <a:pt x="70548" y="85518"/>
                </a:cubicBezTo>
                <a:lnTo>
                  <a:pt x="70548" y="32069"/>
                </a:lnTo>
                <a:lnTo>
                  <a:pt x="53445" y="32069"/>
                </a:lnTo>
                <a:cubicBezTo>
                  <a:pt x="48724" y="32069"/>
                  <a:pt x="44893" y="28239"/>
                  <a:pt x="44893" y="23518"/>
                </a:cubicBezTo>
                <a:lnTo>
                  <a:pt x="44893" y="6414"/>
                </a:lnTo>
                <a:lnTo>
                  <a:pt x="8551" y="6414"/>
                </a:lnTo>
                <a:close/>
                <a:moveTo>
                  <a:pt x="51307" y="6414"/>
                </a:moveTo>
                <a:lnTo>
                  <a:pt x="51307" y="23518"/>
                </a:lnTo>
                <a:cubicBezTo>
                  <a:pt x="51307" y="24697"/>
                  <a:pt x="52265" y="25656"/>
                  <a:pt x="53445" y="25656"/>
                </a:cubicBezTo>
                <a:lnTo>
                  <a:pt x="70548" y="25656"/>
                </a:lnTo>
                <a:cubicBezTo>
                  <a:pt x="70530" y="25114"/>
                  <a:pt x="70309" y="24601"/>
                  <a:pt x="69924" y="24220"/>
                </a:cubicBezTo>
                <a:lnTo>
                  <a:pt x="52746" y="7038"/>
                </a:lnTo>
                <a:cubicBezTo>
                  <a:pt x="52362" y="6656"/>
                  <a:pt x="51849" y="6432"/>
                  <a:pt x="51307" y="641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F6358-88AA-4C31-B68E-9B54D80F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3231174"/>
            <a:ext cx="2526705" cy="1075150"/>
          </a:xfrm>
          <a:custGeom xmlns:a="http://schemas.openxmlformats.org/drawingml/2006/main">
            <a:pathLst>
              <a:path w="2526705" h="1075150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726BD-7B04-4DFD-A138-E1EA7697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3231174"/>
            <a:ext cx="2526705" cy="1075150"/>
          </a:xfrm>
          <a:custGeom xmlns:a="http://schemas.openxmlformats.org/drawingml/2006/main">
            <a:pathLst>
              <a:path w="2526705" h="1075150" fill="none">
                <a:moveTo>
                  <a:pt x="0" y="37249"/>
                </a:moveTo>
                <a:cubicBezTo>
                  <a:pt x="0" y="16656"/>
                  <a:pt x="16664" y="0"/>
                  <a:pt x="37211" y="0"/>
                </a:cubicBezTo>
                <a:lnTo>
                  <a:pt x="2489456" y="0"/>
                </a:lnTo>
                <a:cubicBezTo>
                  <a:pt x="2510049" y="0"/>
                  <a:pt x="2526705" y="16656"/>
                  <a:pt x="2526705" y="37249"/>
                </a:cubicBezTo>
                <a:lnTo>
                  <a:pt x="2526705" y="1037901"/>
                </a:lnTo>
                <a:cubicBezTo>
                  <a:pt x="2526705" y="1058494"/>
                  <a:pt x="2510049" y="1075150"/>
                  <a:pt x="2489456" y="1075150"/>
                </a:cubicBezTo>
                <a:lnTo>
                  <a:pt x="37211" y="1075150"/>
                </a:lnTo>
                <a:cubicBezTo>
                  <a:pt x="16664" y="1075150"/>
                  <a:pt x="0" y="1058494"/>
                  <a:pt x="0" y="1037901"/>
                </a:cubicBezTo>
                <a:lnTo>
                  <a:pt x="0" y="37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54E8A-032D-4B66-B93A-FEBB5D16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19" y="3407581"/>
            <a:ext cx="177074" cy="177090"/>
          </a:xfrm>
          <a:custGeom xmlns:a="http://schemas.openxmlformats.org/drawingml/2006/main">
            <a:pathLst>
              <a:path w="177074" h="177090">
                <a:moveTo>
                  <a:pt x="88535" y="177090"/>
                </a:moveTo>
                <a:cubicBezTo>
                  <a:pt x="39640" y="177090"/>
                  <a:pt x="0" y="137447"/>
                  <a:pt x="0" y="88544"/>
                </a:cubicBez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4"/>
                </a:cubicBezTo>
                <a:cubicBezTo>
                  <a:pt x="177074" y="137448"/>
                  <a:pt x="137434" y="177090"/>
                  <a:pt x="88535" y="177090"/>
                </a:cubicBezTo>
                <a:close/>
                <a:moveTo>
                  <a:pt x="122088" y="44272"/>
                </a:moveTo>
                <a:cubicBezTo>
                  <a:pt x="109231" y="44272"/>
                  <a:pt x="96900" y="49382"/>
                  <a:pt x="87806" y="58476"/>
                </a:cubicBezTo>
                <a:lnTo>
                  <a:pt x="85261" y="61013"/>
                </a:lnTo>
                <a:cubicBezTo>
                  <a:pt x="83537" y="62747"/>
                  <a:pt x="81855" y="64554"/>
                  <a:pt x="80261" y="66436"/>
                </a:cubicBezTo>
                <a:lnTo>
                  <a:pt x="62531" y="66436"/>
                </a:lnTo>
                <a:cubicBezTo>
                  <a:pt x="59164" y="66436"/>
                  <a:pt x="56038" y="68179"/>
                  <a:pt x="54275" y="71048"/>
                </a:cubicBezTo>
                <a:lnTo>
                  <a:pt x="44801" y="86414"/>
                </a:lnTo>
                <a:cubicBezTo>
                  <a:pt x="43602" y="88378"/>
                  <a:pt x="44227" y="90945"/>
                  <a:pt x="46196" y="92143"/>
                </a:cubicBezTo>
                <a:cubicBezTo>
                  <a:pt x="46487" y="92321"/>
                  <a:pt x="46799" y="92462"/>
                  <a:pt x="47125" y="92563"/>
                </a:cubicBezTo>
                <a:lnTo>
                  <a:pt x="64302" y="97842"/>
                </a:lnTo>
                <a:lnTo>
                  <a:pt x="79243" y="112784"/>
                </a:lnTo>
                <a:lnTo>
                  <a:pt x="84532" y="129973"/>
                </a:lnTo>
                <a:cubicBezTo>
                  <a:pt x="85196" y="132163"/>
                  <a:pt x="87502" y="133401"/>
                  <a:pt x="89688" y="132742"/>
                </a:cubicBezTo>
                <a:cubicBezTo>
                  <a:pt x="90038" y="132638"/>
                  <a:pt x="90370" y="132488"/>
                  <a:pt x="90675" y="132297"/>
                </a:cubicBezTo>
                <a:lnTo>
                  <a:pt x="106049" y="122834"/>
                </a:lnTo>
                <a:cubicBezTo>
                  <a:pt x="108908" y="121068"/>
                  <a:pt x="110651" y="117942"/>
                  <a:pt x="110651" y="114577"/>
                </a:cubicBezTo>
                <a:lnTo>
                  <a:pt x="110651" y="96813"/>
                </a:lnTo>
                <a:cubicBezTo>
                  <a:pt x="112533" y="95219"/>
                  <a:pt x="114340" y="93548"/>
                  <a:pt x="116074" y="91810"/>
                </a:cubicBezTo>
                <a:lnTo>
                  <a:pt x="118620" y="89265"/>
                </a:lnTo>
                <a:cubicBezTo>
                  <a:pt x="127704" y="80179"/>
                  <a:pt x="132805" y="67847"/>
                  <a:pt x="132805" y="54999"/>
                </a:cubicBezTo>
                <a:lnTo>
                  <a:pt x="132805" y="53966"/>
                </a:lnTo>
                <a:cubicBezTo>
                  <a:pt x="132805" y="48616"/>
                  <a:pt x="128470" y="44272"/>
                  <a:pt x="123111" y="44272"/>
                </a:cubicBezTo>
                <a:lnTo>
                  <a:pt x="122088" y="44272"/>
                </a:lnTo>
                <a:close/>
                <a:moveTo>
                  <a:pt x="65564" y="123343"/>
                </a:moveTo>
                <a:lnTo>
                  <a:pt x="65553" y="123343"/>
                </a:lnTo>
                <a:cubicBezTo>
                  <a:pt x="67557" y="118824"/>
                  <a:pt x="65518" y="113533"/>
                  <a:pt x="60997" y="111528"/>
                </a:cubicBezTo>
                <a:cubicBezTo>
                  <a:pt x="57515" y="109984"/>
                  <a:pt x="53437" y="110812"/>
                  <a:pt x="50833" y="113592"/>
                </a:cubicBezTo>
                <a:cubicBezTo>
                  <a:pt x="46461" y="117953"/>
                  <a:pt x="44591" y="127516"/>
                  <a:pt x="43971" y="131522"/>
                </a:cubicBezTo>
                <a:cubicBezTo>
                  <a:pt x="43891" y="131961"/>
                  <a:pt x="44037" y="132410"/>
                  <a:pt x="44359" y="132718"/>
                </a:cubicBezTo>
                <a:cubicBezTo>
                  <a:pt x="44667" y="133039"/>
                  <a:pt x="45115" y="133185"/>
                  <a:pt x="45554" y="133105"/>
                </a:cubicBezTo>
                <a:cubicBezTo>
                  <a:pt x="49560" y="132485"/>
                  <a:pt x="59122" y="130615"/>
                  <a:pt x="63483" y="126254"/>
                </a:cubicBezTo>
                <a:cubicBezTo>
                  <a:pt x="64367" y="125435"/>
                  <a:pt x="65074" y="124444"/>
                  <a:pt x="65564" y="1233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Text Documents">
            <a:extLst xmlns:a="http://schemas.openxmlformats.org/drawingml/2006/main">
              <a:ext uri="{FF2B5EF4-FFF2-40B4-BE49-F238E27FC236}">
                <a16:creationId xmlns:a16="http://schemas.microsoft.com/office/drawing/2014/main" id="{E28876C0-493A-464E-B70C-6F7EE09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69" y="3455087"/>
            <a:ext cx="724932" cy="99147"/>
          </a:xfrm>
          <a:custGeom xmlns:a="http://schemas.openxmlformats.org/drawingml/2006/main">
            <a:pathLst>
              <a:path w="724932" h="99147">
                <a:moveTo>
                  <a:pt x="0" y="0"/>
                </a:moveTo>
                <a:lnTo>
                  <a:pt x="35999" y="0"/>
                </a:lnTo>
                <a:cubicBezTo>
                  <a:pt x="44117" y="0"/>
                  <a:pt x="50305" y="621"/>
                  <a:pt x="54564" y="1863"/>
                </a:cubicBezTo>
                <a:cubicBezTo>
                  <a:pt x="60287" y="3549"/>
                  <a:pt x="65189" y="6543"/>
                  <a:pt x="69270" y="10846"/>
                </a:cubicBezTo>
                <a:cubicBezTo>
                  <a:pt x="73351" y="15149"/>
                  <a:pt x="76456" y="20417"/>
                  <a:pt x="78586" y="26650"/>
                </a:cubicBezTo>
                <a:cubicBezTo>
                  <a:pt x="80715" y="32883"/>
                  <a:pt x="81780" y="40568"/>
                  <a:pt x="81780" y="49707"/>
                </a:cubicBezTo>
                <a:cubicBezTo>
                  <a:pt x="81780" y="57736"/>
                  <a:pt x="80781" y="64656"/>
                  <a:pt x="78785" y="70467"/>
                </a:cubicBezTo>
                <a:cubicBezTo>
                  <a:pt x="76345" y="77565"/>
                  <a:pt x="72863" y="83310"/>
                  <a:pt x="68338" y="87702"/>
                </a:cubicBezTo>
                <a:cubicBezTo>
                  <a:pt x="64922" y="91029"/>
                  <a:pt x="60309" y="93624"/>
                  <a:pt x="54498" y="95487"/>
                </a:cubicBezTo>
                <a:cubicBezTo>
                  <a:pt x="50150" y="96862"/>
                  <a:pt x="44339" y="97550"/>
                  <a:pt x="37064" y="97550"/>
                </a:cubicBezTo>
                <a:lnTo>
                  <a:pt x="0" y="97550"/>
                </a:lnTo>
                <a:lnTo>
                  <a:pt x="0" y="0"/>
                </a:lnTo>
                <a:moveTo>
                  <a:pt x="19696" y="16502"/>
                </a:moveTo>
                <a:lnTo>
                  <a:pt x="19696" y="81048"/>
                </a:lnTo>
                <a:lnTo>
                  <a:pt x="34402" y="81048"/>
                </a:lnTo>
                <a:cubicBezTo>
                  <a:pt x="39903" y="81048"/>
                  <a:pt x="43873" y="80737"/>
                  <a:pt x="46313" y="80116"/>
                </a:cubicBezTo>
                <a:cubicBezTo>
                  <a:pt x="49507" y="79319"/>
                  <a:pt x="52157" y="77968"/>
                  <a:pt x="54265" y="76063"/>
                </a:cubicBezTo>
                <a:cubicBezTo>
                  <a:pt x="56372" y="74157"/>
                  <a:pt x="58091" y="71021"/>
                  <a:pt x="59422" y="66656"/>
                </a:cubicBezTo>
                <a:cubicBezTo>
                  <a:pt x="60752" y="62290"/>
                  <a:pt x="61418" y="56341"/>
                  <a:pt x="61418" y="48808"/>
                </a:cubicBezTo>
                <a:cubicBezTo>
                  <a:pt x="61418" y="41275"/>
                  <a:pt x="60752" y="35492"/>
                  <a:pt x="59422" y="31460"/>
                </a:cubicBezTo>
                <a:cubicBezTo>
                  <a:pt x="58091" y="27427"/>
                  <a:pt x="56228" y="24281"/>
                  <a:pt x="53832" y="22021"/>
                </a:cubicBezTo>
                <a:cubicBezTo>
                  <a:pt x="51437" y="19760"/>
                  <a:pt x="48398" y="18231"/>
                  <a:pt x="44716" y="17434"/>
                </a:cubicBezTo>
                <a:cubicBezTo>
                  <a:pt x="41966" y="16813"/>
                  <a:pt x="36576" y="16502"/>
                  <a:pt x="28546" y="16502"/>
                </a:cubicBezTo>
                <a:lnTo>
                  <a:pt x="19696" y="16502"/>
                </a:lnTo>
                <a:close/>
                <a:moveTo>
                  <a:pt x="94000" y="61218"/>
                </a:moveTo>
                <a:cubicBezTo>
                  <a:pt x="94000" y="55008"/>
                  <a:pt x="95531" y="48997"/>
                  <a:pt x="98592" y="43185"/>
                </a:cubicBezTo>
                <a:cubicBezTo>
                  <a:pt x="101653" y="37374"/>
                  <a:pt x="105989" y="32938"/>
                  <a:pt x="111601" y="29877"/>
                </a:cubicBezTo>
                <a:cubicBezTo>
                  <a:pt x="117212" y="26816"/>
                  <a:pt x="123478" y="25286"/>
                  <a:pt x="130398" y="25286"/>
                </a:cubicBezTo>
                <a:cubicBezTo>
                  <a:pt x="141089" y="25286"/>
                  <a:pt x="149851" y="28757"/>
                  <a:pt x="156682" y="35700"/>
                </a:cubicBezTo>
                <a:cubicBezTo>
                  <a:pt x="163514" y="42642"/>
                  <a:pt x="166930" y="51414"/>
                  <a:pt x="166930" y="62017"/>
                </a:cubicBezTo>
                <a:cubicBezTo>
                  <a:pt x="166930" y="72708"/>
                  <a:pt x="163481" y="81569"/>
                  <a:pt x="156583" y="88600"/>
                </a:cubicBezTo>
                <a:cubicBezTo>
                  <a:pt x="149684" y="95631"/>
                  <a:pt x="141001" y="99147"/>
                  <a:pt x="130532" y="99147"/>
                </a:cubicBezTo>
                <a:cubicBezTo>
                  <a:pt x="124055" y="99147"/>
                  <a:pt x="117878" y="97683"/>
                  <a:pt x="112000" y="94755"/>
                </a:cubicBezTo>
                <a:cubicBezTo>
                  <a:pt x="106122" y="91827"/>
                  <a:pt x="101653" y="87535"/>
                  <a:pt x="98592" y="81879"/>
                </a:cubicBezTo>
                <a:cubicBezTo>
                  <a:pt x="95531" y="76223"/>
                  <a:pt x="94000" y="69336"/>
                  <a:pt x="94000" y="61218"/>
                </a:cubicBezTo>
                <a:moveTo>
                  <a:pt x="113164" y="62216"/>
                </a:moveTo>
                <a:cubicBezTo>
                  <a:pt x="113164" y="69203"/>
                  <a:pt x="114828" y="74554"/>
                  <a:pt x="118155" y="78269"/>
                </a:cubicBezTo>
                <a:cubicBezTo>
                  <a:pt x="121482" y="81985"/>
                  <a:pt x="125585" y="83842"/>
                  <a:pt x="130465" y="83842"/>
                </a:cubicBezTo>
                <a:cubicBezTo>
                  <a:pt x="135345" y="83842"/>
                  <a:pt x="139437" y="81985"/>
                  <a:pt x="142742" y="78269"/>
                </a:cubicBezTo>
                <a:cubicBezTo>
                  <a:pt x="146047" y="74554"/>
                  <a:pt x="147699" y="69159"/>
                  <a:pt x="147699" y="62083"/>
                </a:cubicBezTo>
                <a:cubicBezTo>
                  <a:pt x="147699" y="55185"/>
                  <a:pt x="146047" y="49878"/>
                  <a:pt x="142742" y="46163"/>
                </a:cubicBezTo>
                <a:cubicBezTo>
                  <a:pt x="139437" y="42448"/>
                  <a:pt x="135345" y="40590"/>
                  <a:pt x="130465" y="40590"/>
                </a:cubicBezTo>
                <a:cubicBezTo>
                  <a:pt x="125585" y="40590"/>
                  <a:pt x="121482" y="42448"/>
                  <a:pt x="118155" y="46163"/>
                </a:cubicBezTo>
                <a:cubicBezTo>
                  <a:pt x="114828" y="49878"/>
                  <a:pt x="113164" y="55229"/>
                  <a:pt x="113164" y="62216"/>
                </a:cubicBezTo>
                <a:close/>
                <a:moveTo>
                  <a:pt x="243208" y="47777"/>
                </a:moveTo>
                <a:lnTo>
                  <a:pt x="224776" y="51104"/>
                </a:lnTo>
                <a:cubicBezTo>
                  <a:pt x="224155" y="47444"/>
                  <a:pt x="222747" y="44688"/>
                  <a:pt x="220551" y="42836"/>
                </a:cubicBezTo>
                <a:cubicBezTo>
                  <a:pt x="218355" y="40984"/>
                  <a:pt x="215505" y="40058"/>
                  <a:pt x="212000" y="40058"/>
                </a:cubicBezTo>
                <a:cubicBezTo>
                  <a:pt x="207342" y="40058"/>
                  <a:pt x="203627" y="41661"/>
                  <a:pt x="200855" y="44868"/>
                </a:cubicBezTo>
                <a:cubicBezTo>
                  <a:pt x="198082" y="48074"/>
                  <a:pt x="196696" y="53436"/>
                  <a:pt x="196696" y="60954"/>
                </a:cubicBezTo>
                <a:cubicBezTo>
                  <a:pt x="196696" y="69313"/>
                  <a:pt x="198104" y="75218"/>
                  <a:pt x="200921" y="78669"/>
                </a:cubicBezTo>
                <a:cubicBezTo>
                  <a:pt x="203738" y="82118"/>
                  <a:pt x="207520" y="83842"/>
                  <a:pt x="212266" y="83842"/>
                </a:cubicBezTo>
                <a:cubicBezTo>
                  <a:pt x="215815" y="83842"/>
                  <a:pt x="218721" y="82833"/>
                  <a:pt x="220983" y="80815"/>
                </a:cubicBezTo>
                <a:cubicBezTo>
                  <a:pt x="223246" y="78796"/>
                  <a:pt x="224843" y="75325"/>
                  <a:pt x="225774" y="70401"/>
                </a:cubicBezTo>
                <a:lnTo>
                  <a:pt x="244140" y="73595"/>
                </a:lnTo>
                <a:cubicBezTo>
                  <a:pt x="242232" y="82024"/>
                  <a:pt x="238573" y="88389"/>
                  <a:pt x="233160" y="92692"/>
                </a:cubicBezTo>
                <a:cubicBezTo>
                  <a:pt x="227748" y="96995"/>
                  <a:pt x="220495" y="99147"/>
                  <a:pt x="211401" y="99147"/>
                </a:cubicBezTo>
                <a:cubicBezTo>
                  <a:pt x="201065" y="99147"/>
                  <a:pt x="192825" y="95886"/>
                  <a:pt x="186681" y="89365"/>
                </a:cubicBezTo>
                <a:cubicBezTo>
                  <a:pt x="180537" y="82844"/>
                  <a:pt x="177465" y="73817"/>
                  <a:pt x="177465" y="62283"/>
                </a:cubicBezTo>
                <a:cubicBezTo>
                  <a:pt x="177465" y="50616"/>
                  <a:pt x="180548" y="41533"/>
                  <a:pt x="186714" y="35034"/>
                </a:cubicBezTo>
                <a:cubicBezTo>
                  <a:pt x="192881" y="28535"/>
                  <a:pt x="201221" y="25286"/>
                  <a:pt x="211734" y="25286"/>
                </a:cubicBezTo>
                <a:cubicBezTo>
                  <a:pt x="220340" y="25286"/>
                  <a:pt x="227183" y="27138"/>
                  <a:pt x="232262" y="30842"/>
                </a:cubicBezTo>
                <a:cubicBezTo>
                  <a:pt x="237341" y="34546"/>
                  <a:pt x="240990" y="40191"/>
                  <a:pt x="243208" y="47777"/>
                </a:cubicBezTo>
                <a:close/>
                <a:moveTo>
                  <a:pt x="303873" y="97550"/>
                </a:moveTo>
                <a:lnTo>
                  <a:pt x="303873" y="86970"/>
                </a:lnTo>
                <a:cubicBezTo>
                  <a:pt x="301300" y="90740"/>
                  <a:pt x="297918" y="93713"/>
                  <a:pt x="293726" y="95886"/>
                </a:cubicBezTo>
                <a:cubicBezTo>
                  <a:pt x="289534" y="98060"/>
                  <a:pt x="285109" y="99147"/>
                  <a:pt x="280451" y="99147"/>
                </a:cubicBezTo>
                <a:cubicBezTo>
                  <a:pt x="275704" y="99147"/>
                  <a:pt x="271445" y="98104"/>
                  <a:pt x="267675" y="96019"/>
                </a:cubicBezTo>
                <a:cubicBezTo>
                  <a:pt x="263904" y="93934"/>
                  <a:pt x="261176" y="91007"/>
                  <a:pt x="259490" y="87236"/>
                </a:cubicBezTo>
                <a:cubicBezTo>
                  <a:pt x="257804" y="83465"/>
                  <a:pt x="256962" y="78253"/>
                  <a:pt x="256962" y="71599"/>
                </a:cubicBezTo>
                <a:lnTo>
                  <a:pt x="256962" y="26883"/>
                </a:lnTo>
                <a:lnTo>
                  <a:pt x="275660" y="26883"/>
                </a:lnTo>
                <a:lnTo>
                  <a:pt x="275660" y="59280"/>
                </a:lnTo>
                <a:cubicBezTo>
                  <a:pt x="275660" y="69195"/>
                  <a:pt x="276004" y="75270"/>
                  <a:pt x="276691" y="77504"/>
                </a:cubicBezTo>
                <a:cubicBezTo>
                  <a:pt x="277379" y="79739"/>
                  <a:pt x="278632" y="81509"/>
                  <a:pt x="280451" y="82815"/>
                </a:cubicBezTo>
                <a:cubicBezTo>
                  <a:pt x="282270" y="84121"/>
                  <a:pt x="284576" y="84774"/>
                  <a:pt x="287371" y="84774"/>
                </a:cubicBezTo>
                <a:cubicBezTo>
                  <a:pt x="290565" y="84774"/>
                  <a:pt x="293426" y="83900"/>
                  <a:pt x="295955" y="82152"/>
                </a:cubicBezTo>
                <a:cubicBezTo>
                  <a:pt x="298483" y="80404"/>
                  <a:pt x="300214" y="78235"/>
                  <a:pt x="301145" y="75645"/>
                </a:cubicBezTo>
                <a:cubicBezTo>
                  <a:pt x="302077" y="73056"/>
                  <a:pt x="302542" y="66715"/>
                  <a:pt x="302542" y="56625"/>
                </a:cubicBezTo>
                <a:lnTo>
                  <a:pt x="302542" y="26883"/>
                </a:lnTo>
                <a:lnTo>
                  <a:pt x="321241" y="26883"/>
                </a:lnTo>
                <a:lnTo>
                  <a:pt x="321241" y="97550"/>
                </a:lnTo>
                <a:lnTo>
                  <a:pt x="303873" y="97550"/>
                </a:lnTo>
                <a:close/>
                <a:moveTo>
                  <a:pt x="339229" y="26883"/>
                </a:moveTo>
                <a:lnTo>
                  <a:pt x="356463" y="26883"/>
                </a:lnTo>
                <a:lnTo>
                  <a:pt x="356463" y="36531"/>
                </a:lnTo>
                <a:cubicBezTo>
                  <a:pt x="362629" y="29034"/>
                  <a:pt x="369971" y="25286"/>
                  <a:pt x="378488" y="25286"/>
                </a:cubicBezTo>
                <a:cubicBezTo>
                  <a:pt x="383013" y="25286"/>
                  <a:pt x="386939" y="26222"/>
                  <a:pt x="390266" y="28093"/>
                </a:cubicBezTo>
                <a:cubicBezTo>
                  <a:pt x="393593" y="29964"/>
                  <a:pt x="396321" y="32795"/>
                  <a:pt x="398451" y="36583"/>
                </a:cubicBezTo>
                <a:cubicBezTo>
                  <a:pt x="401556" y="32795"/>
                  <a:pt x="404905" y="29964"/>
                  <a:pt x="408498" y="28093"/>
                </a:cubicBezTo>
                <a:cubicBezTo>
                  <a:pt x="412092" y="26222"/>
                  <a:pt x="415929" y="25286"/>
                  <a:pt x="420010" y="25286"/>
                </a:cubicBezTo>
                <a:cubicBezTo>
                  <a:pt x="425200" y="25286"/>
                  <a:pt x="429592" y="26339"/>
                  <a:pt x="433185" y="28446"/>
                </a:cubicBezTo>
                <a:cubicBezTo>
                  <a:pt x="436779" y="30554"/>
                  <a:pt x="439462" y="33648"/>
                  <a:pt x="441237" y="37729"/>
                </a:cubicBezTo>
                <a:cubicBezTo>
                  <a:pt x="442523" y="40746"/>
                  <a:pt x="443167" y="45625"/>
                  <a:pt x="443167" y="52368"/>
                </a:cubicBezTo>
                <a:lnTo>
                  <a:pt x="443167" y="97550"/>
                </a:lnTo>
                <a:lnTo>
                  <a:pt x="424468" y="97550"/>
                </a:lnTo>
                <a:lnTo>
                  <a:pt x="424468" y="57205"/>
                </a:lnTo>
                <a:cubicBezTo>
                  <a:pt x="424468" y="50204"/>
                  <a:pt x="423825" y="45685"/>
                  <a:pt x="422539" y="43647"/>
                </a:cubicBezTo>
                <a:cubicBezTo>
                  <a:pt x="420809" y="40988"/>
                  <a:pt x="418147" y="39659"/>
                  <a:pt x="414554" y="39659"/>
                </a:cubicBezTo>
                <a:cubicBezTo>
                  <a:pt x="411936" y="39659"/>
                  <a:pt x="409474" y="40457"/>
                  <a:pt x="407168" y="42052"/>
                </a:cubicBezTo>
                <a:cubicBezTo>
                  <a:pt x="404861" y="43646"/>
                  <a:pt x="403197" y="45984"/>
                  <a:pt x="402177" y="49064"/>
                </a:cubicBezTo>
                <a:cubicBezTo>
                  <a:pt x="401157" y="52143"/>
                  <a:pt x="400647" y="57006"/>
                  <a:pt x="400647" y="63653"/>
                </a:cubicBezTo>
                <a:lnTo>
                  <a:pt x="400647" y="97550"/>
                </a:lnTo>
                <a:lnTo>
                  <a:pt x="381948" y="97550"/>
                </a:lnTo>
                <a:lnTo>
                  <a:pt x="381948" y="58866"/>
                </a:lnTo>
                <a:cubicBezTo>
                  <a:pt x="381948" y="51999"/>
                  <a:pt x="381616" y="47568"/>
                  <a:pt x="380950" y="45575"/>
                </a:cubicBezTo>
                <a:cubicBezTo>
                  <a:pt x="380285" y="43580"/>
                  <a:pt x="379253" y="42095"/>
                  <a:pt x="377856" y="41121"/>
                </a:cubicBezTo>
                <a:cubicBezTo>
                  <a:pt x="376459" y="40146"/>
                  <a:pt x="374562" y="39659"/>
                  <a:pt x="372167" y="39659"/>
                </a:cubicBezTo>
                <a:cubicBezTo>
                  <a:pt x="369283" y="39659"/>
                  <a:pt x="366688" y="40434"/>
                  <a:pt x="364381" y="41986"/>
                </a:cubicBezTo>
                <a:cubicBezTo>
                  <a:pt x="362075" y="43535"/>
                  <a:pt x="360422" y="45773"/>
                  <a:pt x="359424" y="48698"/>
                </a:cubicBezTo>
                <a:cubicBezTo>
                  <a:pt x="358426" y="51623"/>
                  <a:pt x="357927" y="56475"/>
                  <a:pt x="357927" y="63254"/>
                </a:cubicBezTo>
                <a:lnTo>
                  <a:pt x="357927" y="97550"/>
                </a:lnTo>
                <a:lnTo>
                  <a:pt x="339229" y="97550"/>
                </a:lnTo>
                <a:lnTo>
                  <a:pt x="339229" y="26883"/>
                </a:lnTo>
                <a:close/>
                <a:moveTo>
                  <a:pt x="502699" y="75059"/>
                </a:moveTo>
                <a:lnTo>
                  <a:pt x="521331" y="78253"/>
                </a:lnTo>
                <a:cubicBezTo>
                  <a:pt x="518936" y="85062"/>
                  <a:pt x="515154" y="90247"/>
                  <a:pt x="509986" y="93807"/>
                </a:cubicBezTo>
                <a:cubicBezTo>
                  <a:pt x="504818" y="97367"/>
                  <a:pt x="498352" y="99147"/>
                  <a:pt x="490589" y="99147"/>
                </a:cubicBezTo>
                <a:cubicBezTo>
                  <a:pt x="478301" y="99147"/>
                  <a:pt x="469207" y="95132"/>
                  <a:pt x="463307" y="87103"/>
                </a:cubicBezTo>
                <a:cubicBezTo>
                  <a:pt x="458649" y="80671"/>
                  <a:pt x="456320" y="72552"/>
                  <a:pt x="456320" y="62749"/>
                </a:cubicBezTo>
                <a:cubicBezTo>
                  <a:pt x="456320" y="51037"/>
                  <a:pt x="459381" y="41866"/>
                  <a:pt x="465503" y="35234"/>
                </a:cubicBezTo>
                <a:cubicBezTo>
                  <a:pt x="471625" y="28602"/>
                  <a:pt x="479366" y="25286"/>
                  <a:pt x="488726" y="25286"/>
                </a:cubicBezTo>
                <a:cubicBezTo>
                  <a:pt x="499239" y="25286"/>
                  <a:pt x="507535" y="28757"/>
                  <a:pt x="513612" y="35700"/>
                </a:cubicBezTo>
                <a:cubicBezTo>
                  <a:pt x="519690" y="42642"/>
                  <a:pt x="522595" y="53278"/>
                  <a:pt x="522329" y="67606"/>
                </a:cubicBezTo>
                <a:lnTo>
                  <a:pt x="475484" y="67606"/>
                </a:lnTo>
                <a:cubicBezTo>
                  <a:pt x="475617" y="73151"/>
                  <a:pt x="477125" y="77465"/>
                  <a:pt x="480009" y="80549"/>
                </a:cubicBezTo>
                <a:cubicBezTo>
                  <a:pt x="482892" y="83632"/>
                  <a:pt x="486485" y="85173"/>
                  <a:pt x="490789" y="85173"/>
                </a:cubicBezTo>
                <a:cubicBezTo>
                  <a:pt x="493716" y="85173"/>
                  <a:pt x="496178" y="84375"/>
                  <a:pt x="498175" y="82778"/>
                </a:cubicBezTo>
                <a:cubicBezTo>
                  <a:pt x="500171" y="81181"/>
                  <a:pt x="501679" y="78608"/>
                  <a:pt x="502699" y="75059"/>
                </a:cubicBezTo>
                <a:moveTo>
                  <a:pt x="503764" y="56161"/>
                </a:moveTo>
                <a:cubicBezTo>
                  <a:pt x="503631" y="50771"/>
                  <a:pt x="502234" y="46673"/>
                  <a:pt x="499572" y="43867"/>
                </a:cubicBezTo>
                <a:cubicBezTo>
                  <a:pt x="496910" y="41062"/>
                  <a:pt x="493672" y="39659"/>
                  <a:pt x="489857" y="39659"/>
                </a:cubicBezTo>
                <a:cubicBezTo>
                  <a:pt x="485776" y="39659"/>
                  <a:pt x="482404" y="41139"/>
                  <a:pt x="479743" y="44098"/>
                </a:cubicBezTo>
                <a:cubicBezTo>
                  <a:pt x="477081" y="47059"/>
                  <a:pt x="475772" y="51080"/>
                  <a:pt x="475817" y="56161"/>
                </a:cubicBezTo>
                <a:lnTo>
                  <a:pt x="503764" y="56161"/>
                </a:lnTo>
                <a:close/>
                <a:moveTo>
                  <a:pt x="601144" y="97550"/>
                </a:moveTo>
                <a:lnTo>
                  <a:pt x="582446" y="97550"/>
                </a:lnTo>
                <a:lnTo>
                  <a:pt x="582446" y="61526"/>
                </a:lnTo>
                <a:cubicBezTo>
                  <a:pt x="582446" y="53904"/>
                  <a:pt x="582047" y="48975"/>
                  <a:pt x="581248" y="46737"/>
                </a:cubicBezTo>
                <a:cubicBezTo>
                  <a:pt x="580450" y="44500"/>
                  <a:pt x="579152" y="42761"/>
                  <a:pt x="577356" y="41520"/>
                </a:cubicBezTo>
                <a:cubicBezTo>
                  <a:pt x="575559" y="40279"/>
                  <a:pt x="573396" y="39659"/>
                  <a:pt x="570868" y="39659"/>
                </a:cubicBezTo>
                <a:cubicBezTo>
                  <a:pt x="567629" y="39659"/>
                  <a:pt x="564724" y="40545"/>
                  <a:pt x="562151" y="42318"/>
                </a:cubicBezTo>
                <a:cubicBezTo>
                  <a:pt x="559578" y="44090"/>
                  <a:pt x="557815" y="46438"/>
                  <a:pt x="556861" y="49363"/>
                </a:cubicBezTo>
                <a:cubicBezTo>
                  <a:pt x="555907" y="52287"/>
                  <a:pt x="555430" y="57693"/>
                  <a:pt x="555430" y="65581"/>
                </a:cubicBezTo>
                <a:lnTo>
                  <a:pt x="555430" y="97550"/>
                </a:lnTo>
                <a:lnTo>
                  <a:pt x="536732" y="97550"/>
                </a:lnTo>
                <a:lnTo>
                  <a:pt x="536732" y="26883"/>
                </a:lnTo>
                <a:lnTo>
                  <a:pt x="554099" y="26883"/>
                </a:lnTo>
                <a:lnTo>
                  <a:pt x="554099" y="37263"/>
                </a:lnTo>
                <a:cubicBezTo>
                  <a:pt x="560265" y="29278"/>
                  <a:pt x="568029" y="25286"/>
                  <a:pt x="577389" y="25286"/>
                </a:cubicBezTo>
                <a:cubicBezTo>
                  <a:pt x="581514" y="25286"/>
                  <a:pt x="585285" y="26029"/>
                  <a:pt x="588701" y="27515"/>
                </a:cubicBezTo>
                <a:cubicBezTo>
                  <a:pt x="592117" y="29001"/>
                  <a:pt x="594701" y="30897"/>
                  <a:pt x="596453" y="33204"/>
                </a:cubicBezTo>
                <a:cubicBezTo>
                  <a:pt x="598205" y="35511"/>
                  <a:pt x="599425" y="38128"/>
                  <a:pt x="600113" y="41056"/>
                </a:cubicBezTo>
                <a:cubicBezTo>
                  <a:pt x="600800" y="43984"/>
                  <a:pt x="601144" y="48176"/>
                  <a:pt x="601144" y="53632"/>
                </a:cubicBezTo>
                <a:lnTo>
                  <a:pt x="601144" y="97550"/>
                </a:lnTo>
                <a:close/>
                <a:moveTo>
                  <a:pt x="652536" y="26883"/>
                </a:moveTo>
                <a:lnTo>
                  <a:pt x="652536" y="41788"/>
                </a:lnTo>
                <a:lnTo>
                  <a:pt x="639760" y="41788"/>
                </a:lnTo>
                <a:lnTo>
                  <a:pt x="639760" y="70222"/>
                </a:lnTo>
                <a:cubicBezTo>
                  <a:pt x="639760" y="75981"/>
                  <a:pt x="639882" y="79336"/>
                  <a:pt x="640126" y="80289"/>
                </a:cubicBezTo>
                <a:cubicBezTo>
                  <a:pt x="640370" y="81240"/>
                  <a:pt x="640924" y="82026"/>
                  <a:pt x="641789" y="82647"/>
                </a:cubicBezTo>
                <a:cubicBezTo>
                  <a:pt x="642655" y="83266"/>
                  <a:pt x="643708" y="83576"/>
                  <a:pt x="644950" y="83576"/>
                </a:cubicBezTo>
                <a:cubicBezTo>
                  <a:pt x="646680" y="83576"/>
                  <a:pt x="649187" y="82977"/>
                  <a:pt x="652469" y="81780"/>
                </a:cubicBezTo>
                <a:lnTo>
                  <a:pt x="654066" y="96340"/>
                </a:lnTo>
                <a:cubicBezTo>
                  <a:pt x="649719" y="98211"/>
                  <a:pt x="644795" y="99147"/>
                  <a:pt x="639294" y="99147"/>
                </a:cubicBezTo>
                <a:cubicBezTo>
                  <a:pt x="635923" y="99147"/>
                  <a:pt x="632884" y="98581"/>
                  <a:pt x="630178" y="97450"/>
                </a:cubicBezTo>
                <a:cubicBezTo>
                  <a:pt x="627472" y="96319"/>
                  <a:pt x="625487" y="94855"/>
                  <a:pt x="624223" y="93058"/>
                </a:cubicBezTo>
                <a:cubicBezTo>
                  <a:pt x="622958" y="91262"/>
                  <a:pt x="622082" y="88833"/>
                  <a:pt x="621594" y="85772"/>
                </a:cubicBezTo>
                <a:cubicBezTo>
                  <a:pt x="621195" y="83598"/>
                  <a:pt x="620995" y="79207"/>
                  <a:pt x="620995" y="72597"/>
                </a:cubicBezTo>
                <a:lnTo>
                  <a:pt x="620995" y="41788"/>
                </a:lnTo>
                <a:lnTo>
                  <a:pt x="612411" y="41788"/>
                </a:lnTo>
                <a:lnTo>
                  <a:pt x="612411" y="26883"/>
                </a:lnTo>
                <a:lnTo>
                  <a:pt x="620995" y="26883"/>
                </a:lnTo>
                <a:lnTo>
                  <a:pt x="620995" y="12776"/>
                </a:lnTo>
                <a:lnTo>
                  <a:pt x="639760" y="1730"/>
                </a:lnTo>
                <a:lnTo>
                  <a:pt x="639760" y="26883"/>
                </a:lnTo>
                <a:lnTo>
                  <a:pt x="652536" y="26883"/>
                </a:lnTo>
                <a:close/>
                <a:moveTo>
                  <a:pt x="658923" y="77454"/>
                </a:moveTo>
                <a:lnTo>
                  <a:pt x="677688" y="74527"/>
                </a:lnTo>
                <a:cubicBezTo>
                  <a:pt x="678486" y="78142"/>
                  <a:pt x="680105" y="80887"/>
                  <a:pt x="682545" y="82761"/>
                </a:cubicBezTo>
                <a:cubicBezTo>
                  <a:pt x="684985" y="84635"/>
                  <a:pt x="688401" y="85572"/>
                  <a:pt x="692793" y="85572"/>
                </a:cubicBezTo>
                <a:cubicBezTo>
                  <a:pt x="697628" y="85572"/>
                  <a:pt x="701266" y="84687"/>
                  <a:pt x="703705" y="82915"/>
                </a:cubicBezTo>
                <a:cubicBezTo>
                  <a:pt x="705347" y="81674"/>
                  <a:pt x="706167" y="80013"/>
                  <a:pt x="706167" y="77931"/>
                </a:cubicBezTo>
                <a:cubicBezTo>
                  <a:pt x="706167" y="76512"/>
                  <a:pt x="705724" y="75338"/>
                  <a:pt x="704837" y="74408"/>
                </a:cubicBezTo>
                <a:cubicBezTo>
                  <a:pt x="703905" y="73522"/>
                  <a:pt x="701820" y="72703"/>
                  <a:pt x="698582" y="71950"/>
                </a:cubicBezTo>
                <a:cubicBezTo>
                  <a:pt x="683499" y="68629"/>
                  <a:pt x="673939" y="65594"/>
                  <a:pt x="669902" y="62846"/>
                </a:cubicBezTo>
                <a:cubicBezTo>
                  <a:pt x="664313" y="59034"/>
                  <a:pt x="661518" y="53738"/>
                  <a:pt x="661518" y="46958"/>
                </a:cubicBezTo>
                <a:cubicBezTo>
                  <a:pt x="661518" y="40841"/>
                  <a:pt x="663936" y="35700"/>
                  <a:pt x="668771" y="31534"/>
                </a:cubicBezTo>
                <a:cubicBezTo>
                  <a:pt x="673606" y="27369"/>
                  <a:pt x="681103" y="25286"/>
                  <a:pt x="691262" y="25286"/>
                </a:cubicBezTo>
                <a:cubicBezTo>
                  <a:pt x="700933" y="25286"/>
                  <a:pt x="708119" y="26855"/>
                  <a:pt x="712822" y="29994"/>
                </a:cubicBezTo>
                <a:cubicBezTo>
                  <a:pt x="717524" y="33132"/>
                  <a:pt x="720762" y="37773"/>
                  <a:pt x="722537" y="43917"/>
                </a:cubicBezTo>
                <a:lnTo>
                  <a:pt x="704903" y="47244"/>
                </a:lnTo>
                <a:cubicBezTo>
                  <a:pt x="704149" y="44494"/>
                  <a:pt x="702718" y="42387"/>
                  <a:pt x="700611" y="40923"/>
                </a:cubicBezTo>
                <a:cubicBezTo>
                  <a:pt x="698504" y="39459"/>
                  <a:pt x="695499" y="38727"/>
                  <a:pt x="691595" y="38727"/>
                </a:cubicBezTo>
                <a:cubicBezTo>
                  <a:pt x="686671" y="38727"/>
                  <a:pt x="683144" y="39414"/>
                  <a:pt x="681015" y="40788"/>
                </a:cubicBezTo>
                <a:cubicBezTo>
                  <a:pt x="679595" y="41761"/>
                  <a:pt x="678885" y="43023"/>
                  <a:pt x="678885" y="44575"/>
                </a:cubicBezTo>
                <a:cubicBezTo>
                  <a:pt x="678885" y="45903"/>
                  <a:pt x="679506" y="47032"/>
                  <a:pt x="680749" y="47962"/>
                </a:cubicBezTo>
                <a:cubicBezTo>
                  <a:pt x="682434" y="49203"/>
                  <a:pt x="688257" y="50953"/>
                  <a:pt x="698216" y="53212"/>
                </a:cubicBezTo>
                <a:cubicBezTo>
                  <a:pt x="708175" y="55472"/>
                  <a:pt x="715128" y="58244"/>
                  <a:pt x="719076" y="61528"/>
                </a:cubicBezTo>
                <a:cubicBezTo>
                  <a:pt x="722980" y="64858"/>
                  <a:pt x="724932" y="69496"/>
                  <a:pt x="724932" y="75444"/>
                </a:cubicBezTo>
                <a:cubicBezTo>
                  <a:pt x="724932" y="81924"/>
                  <a:pt x="722226" y="87495"/>
                  <a:pt x="716814" y="92156"/>
                </a:cubicBezTo>
                <a:cubicBezTo>
                  <a:pt x="711402" y="96817"/>
                  <a:pt x="703395" y="99147"/>
                  <a:pt x="692793" y="99147"/>
                </a:cubicBezTo>
                <a:cubicBezTo>
                  <a:pt x="683166" y="99147"/>
                  <a:pt x="675547" y="97201"/>
                  <a:pt x="669936" y="93310"/>
                </a:cubicBezTo>
                <a:cubicBezTo>
                  <a:pt x="664324" y="89417"/>
                  <a:pt x="660653" y="84132"/>
                  <a:pt x="658923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235DE-EA67-4463-994C-6E196A9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13" y="3706531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11759"/>
                </a:moveTo>
                <a:cubicBezTo>
                  <a:pt x="0" y="5263"/>
                  <a:pt x="5264" y="0"/>
                  <a:pt x="11758" y="0"/>
                </a:cubicBezTo>
                <a:lnTo>
                  <a:pt x="73755" y="0"/>
                </a:lnTo>
                <a:cubicBezTo>
                  <a:pt x="75525" y="0"/>
                  <a:pt x="76961" y="1436"/>
                  <a:pt x="76961" y="3207"/>
                </a:cubicBezTo>
                <a:lnTo>
                  <a:pt x="76961" y="90863"/>
                </a:lnTo>
                <a:cubicBezTo>
                  <a:pt x="76961" y="92634"/>
                  <a:pt x="75525" y="94070"/>
                  <a:pt x="73755" y="94070"/>
                </a:cubicBezTo>
                <a:lnTo>
                  <a:pt x="48100" y="94070"/>
                </a:lnTo>
                <a:cubicBezTo>
                  <a:pt x="46329" y="94070"/>
                  <a:pt x="44893" y="92634"/>
                  <a:pt x="44893" y="90863"/>
                </a:cubicBezTo>
                <a:cubicBezTo>
                  <a:pt x="44893" y="89092"/>
                  <a:pt x="46329" y="87656"/>
                  <a:pt x="48100" y="87656"/>
                </a:cubicBezTo>
                <a:lnTo>
                  <a:pt x="70548" y="87656"/>
                </a:lnTo>
                <a:lnTo>
                  <a:pt x="70548" y="70552"/>
                </a:lnTo>
                <a:lnTo>
                  <a:pt x="12827" y="70552"/>
                </a:lnTo>
                <a:cubicBezTo>
                  <a:pt x="9285" y="70552"/>
                  <a:pt x="6414" y="73424"/>
                  <a:pt x="6414" y="76966"/>
                </a:cubicBezTo>
                <a:lnTo>
                  <a:pt x="6414" y="80173"/>
                </a:lnTo>
                <a:cubicBezTo>
                  <a:pt x="6414" y="83235"/>
                  <a:pt x="8252" y="85877"/>
                  <a:pt x="10903" y="87036"/>
                </a:cubicBezTo>
                <a:cubicBezTo>
                  <a:pt x="12504" y="87794"/>
                  <a:pt x="13186" y="89707"/>
                  <a:pt x="12428" y="91307"/>
                </a:cubicBezTo>
                <a:cubicBezTo>
                  <a:pt x="11702" y="92839"/>
                  <a:pt x="9910" y="93542"/>
                  <a:pt x="8338" y="92911"/>
                </a:cubicBezTo>
                <a:cubicBezTo>
                  <a:pt x="3274" y="90700"/>
                  <a:pt x="0" y="85699"/>
                  <a:pt x="0" y="80173"/>
                </a:cubicBezTo>
                <a:lnTo>
                  <a:pt x="0" y="11759"/>
                </a:lnTo>
                <a:close/>
                <a:moveTo>
                  <a:pt x="70548" y="6414"/>
                </a:moveTo>
                <a:lnTo>
                  <a:pt x="11758" y="6414"/>
                </a:lnTo>
                <a:cubicBezTo>
                  <a:pt x="8808" y="6414"/>
                  <a:pt x="6414" y="8808"/>
                  <a:pt x="6414" y="11759"/>
                </a:cubicBezTo>
                <a:lnTo>
                  <a:pt x="6414" y="65853"/>
                </a:lnTo>
                <a:cubicBezTo>
                  <a:pt x="8363" y="64727"/>
                  <a:pt x="10575" y="64135"/>
                  <a:pt x="12827" y="64139"/>
                </a:cubicBezTo>
                <a:lnTo>
                  <a:pt x="70548" y="64139"/>
                </a:lnTo>
                <a:lnTo>
                  <a:pt x="70548" y="6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08224-A3A9-445B-A166-98274D6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16" y="3783497"/>
            <a:ext cx="23515" cy="23694"/>
          </a:xfrm>
          <a:custGeom xmlns:a="http://schemas.openxmlformats.org/drawingml/2006/main">
            <a:pathLst>
              <a:path w="23515" h="23694">
                <a:moveTo>
                  <a:pt x="0" y="1069"/>
                </a:moveTo>
                <a:cubicBezTo>
                  <a:pt x="0" y="479"/>
                  <a:pt x="479" y="0"/>
                  <a:pt x="1069" y="0"/>
                </a:cubicBezTo>
                <a:lnTo>
                  <a:pt x="22446" y="0"/>
                </a:lnTo>
                <a:cubicBezTo>
                  <a:pt x="23037" y="0"/>
                  <a:pt x="23515" y="479"/>
                  <a:pt x="23515" y="1069"/>
                </a:cubicBezTo>
                <a:lnTo>
                  <a:pt x="23515" y="22491"/>
                </a:lnTo>
                <a:cubicBezTo>
                  <a:pt x="23515" y="23082"/>
                  <a:pt x="23034" y="23558"/>
                  <a:pt x="22442" y="23555"/>
                </a:cubicBezTo>
                <a:cubicBezTo>
                  <a:pt x="22218" y="23554"/>
                  <a:pt x="22000" y="23483"/>
                  <a:pt x="21819" y="23351"/>
                </a:cubicBezTo>
                <a:lnTo>
                  <a:pt x="12387" y="16492"/>
                </a:lnTo>
                <a:cubicBezTo>
                  <a:pt x="12013" y="16220"/>
                  <a:pt x="11503" y="16220"/>
                  <a:pt x="11129" y="16492"/>
                </a:cubicBezTo>
                <a:lnTo>
                  <a:pt x="1697" y="23346"/>
                </a:lnTo>
                <a:cubicBezTo>
                  <a:pt x="1220" y="23694"/>
                  <a:pt x="551" y="23588"/>
                  <a:pt x="204" y="23111"/>
                </a:cubicBezTo>
                <a:cubicBezTo>
                  <a:pt x="73" y="22930"/>
                  <a:pt x="2" y="22714"/>
                  <a:pt x="0" y="22491"/>
                </a:cubicBezTo>
                <a:lnTo>
                  <a:pt x="0" y="1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axes">
            <a:extLst xmlns:a="http://schemas.openxmlformats.org/drawingml/2006/main">
              <a:ext uri="{FF2B5EF4-FFF2-40B4-BE49-F238E27FC236}">
                <a16:creationId xmlns:a16="http://schemas.microsoft.com/office/drawing/2014/main" id="{BC96CC84-D111-42BC-B7AD-97E4FEB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97" y="3738250"/>
            <a:ext cx="122185" cy="32991"/>
          </a:xfrm>
          <a:custGeom xmlns:a="http://schemas.openxmlformats.org/drawingml/2006/main">
            <a:pathLst>
              <a:path w="122185" h="32991">
                <a:moveTo>
                  <a:pt x="22410" y="28381"/>
                </a:moveTo>
                <a:cubicBezTo>
                  <a:pt x="20429" y="30066"/>
                  <a:pt x="18522" y="31256"/>
                  <a:pt x="16689" y="31950"/>
                </a:cubicBezTo>
                <a:cubicBezTo>
                  <a:pt x="14856" y="32644"/>
                  <a:pt x="12889" y="32991"/>
                  <a:pt x="10789" y="32991"/>
                </a:cubicBezTo>
                <a:cubicBezTo>
                  <a:pt x="7321" y="32991"/>
                  <a:pt x="4656" y="32144"/>
                  <a:pt x="2794" y="30448"/>
                </a:cubicBezTo>
                <a:cubicBezTo>
                  <a:pt x="931" y="28753"/>
                  <a:pt x="0" y="26587"/>
                  <a:pt x="0" y="23949"/>
                </a:cubicBezTo>
                <a:cubicBezTo>
                  <a:pt x="0" y="22403"/>
                  <a:pt x="352" y="20991"/>
                  <a:pt x="1055" y="19712"/>
                </a:cubicBezTo>
                <a:cubicBezTo>
                  <a:pt x="1759" y="18433"/>
                  <a:pt x="2680" y="17406"/>
                  <a:pt x="3819" y="16633"/>
                </a:cubicBezTo>
                <a:cubicBezTo>
                  <a:pt x="4959" y="15860"/>
                  <a:pt x="6242" y="15275"/>
                  <a:pt x="7668" y="14879"/>
                </a:cubicBezTo>
                <a:cubicBezTo>
                  <a:pt x="8718" y="14601"/>
                  <a:pt x="10304" y="14333"/>
                  <a:pt x="12424" y="14075"/>
                </a:cubicBezTo>
                <a:cubicBezTo>
                  <a:pt x="16743" y="13564"/>
                  <a:pt x="19924" y="12954"/>
                  <a:pt x="21964" y="12245"/>
                </a:cubicBezTo>
                <a:cubicBezTo>
                  <a:pt x="21984" y="11515"/>
                  <a:pt x="21994" y="11052"/>
                  <a:pt x="21994" y="10854"/>
                </a:cubicBezTo>
                <a:cubicBezTo>
                  <a:pt x="21994" y="8683"/>
                  <a:pt x="21489" y="7153"/>
                  <a:pt x="20478" y="6265"/>
                </a:cubicBezTo>
                <a:cubicBezTo>
                  <a:pt x="19111" y="5060"/>
                  <a:pt x="17080" y="4458"/>
                  <a:pt x="14385" y="4458"/>
                </a:cubicBezTo>
                <a:cubicBezTo>
                  <a:pt x="11869" y="4458"/>
                  <a:pt x="10011" y="4899"/>
                  <a:pt x="8813" y="5781"/>
                </a:cubicBezTo>
                <a:cubicBezTo>
                  <a:pt x="7614" y="6663"/>
                  <a:pt x="6727" y="8223"/>
                  <a:pt x="6152" y="10462"/>
                </a:cubicBezTo>
                <a:lnTo>
                  <a:pt x="921" y="9749"/>
                </a:lnTo>
                <a:cubicBezTo>
                  <a:pt x="1397" y="7503"/>
                  <a:pt x="2180" y="5689"/>
                  <a:pt x="3269" y="4308"/>
                </a:cubicBezTo>
                <a:cubicBezTo>
                  <a:pt x="4359" y="2926"/>
                  <a:pt x="5934" y="1863"/>
                  <a:pt x="7995" y="1118"/>
                </a:cubicBezTo>
                <a:cubicBezTo>
                  <a:pt x="10056" y="373"/>
                  <a:pt x="12444" y="0"/>
                  <a:pt x="15158" y="0"/>
                </a:cubicBezTo>
                <a:cubicBezTo>
                  <a:pt x="17853" y="0"/>
                  <a:pt x="20042" y="317"/>
                  <a:pt x="21727" y="951"/>
                </a:cubicBezTo>
                <a:cubicBezTo>
                  <a:pt x="23411" y="1585"/>
                  <a:pt x="24649" y="2383"/>
                  <a:pt x="25442" y="3344"/>
                </a:cubicBezTo>
                <a:cubicBezTo>
                  <a:pt x="26235" y="4305"/>
                  <a:pt x="26789" y="5518"/>
                  <a:pt x="27106" y="6985"/>
                </a:cubicBezTo>
                <a:cubicBezTo>
                  <a:pt x="27285" y="7896"/>
                  <a:pt x="27374" y="9541"/>
                  <a:pt x="27374" y="11918"/>
                </a:cubicBezTo>
                <a:lnTo>
                  <a:pt x="27374" y="19052"/>
                </a:lnTo>
                <a:cubicBezTo>
                  <a:pt x="27374" y="24025"/>
                  <a:pt x="27488" y="27171"/>
                  <a:pt x="27716" y="28488"/>
                </a:cubicBezTo>
                <a:cubicBezTo>
                  <a:pt x="27944" y="29806"/>
                  <a:pt x="28394" y="31069"/>
                  <a:pt x="29068" y="32278"/>
                </a:cubicBezTo>
                <a:lnTo>
                  <a:pt x="23480" y="32278"/>
                </a:lnTo>
                <a:cubicBezTo>
                  <a:pt x="22925" y="31167"/>
                  <a:pt x="22569" y="29868"/>
                  <a:pt x="22410" y="28381"/>
                </a:cubicBezTo>
                <a:moveTo>
                  <a:pt x="21964" y="16406"/>
                </a:moveTo>
                <a:cubicBezTo>
                  <a:pt x="20023" y="17206"/>
                  <a:pt x="17110" y="17885"/>
                  <a:pt x="13226" y="18444"/>
                </a:cubicBezTo>
                <a:cubicBezTo>
                  <a:pt x="11027" y="18763"/>
                  <a:pt x="9471" y="19121"/>
                  <a:pt x="8560" y="19519"/>
                </a:cubicBezTo>
                <a:cubicBezTo>
                  <a:pt x="7648" y="19916"/>
                  <a:pt x="6945" y="20499"/>
                  <a:pt x="6450" y="21265"/>
                </a:cubicBezTo>
                <a:cubicBezTo>
                  <a:pt x="5954" y="22031"/>
                  <a:pt x="5707" y="22882"/>
                  <a:pt x="5707" y="23817"/>
                </a:cubicBezTo>
                <a:cubicBezTo>
                  <a:pt x="5707" y="25249"/>
                  <a:pt x="6247" y="26443"/>
                  <a:pt x="7326" y="27398"/>
                </a:cubicBezTo>
                <a:cubicBezTo>
                  <a:pt x="8406" y="28353"/>
                  <a:pt x="9987" y="28830"/>
                  <a:pt x="12067" y="28830"/>
                </a:cubicBezTo>
                <a:cubicBezTo>
                  <a:pt x="14128" y="28830"/>
                  <a:pt x="15961" y="28377"/>
                  <a:pt x="17566" y="27471"/>
                </a:cubicBezTo>
                <a:cubicBezTo>
                  <a:pt x="19171" y="26565"/>
                  <a:pt x="20350" y="25326"/>
                  <a:pt x="21103" y="23753"/>
                </a:cubicBezTo>
                <a:cubicBezTo>
                  <a:pt x="21677" y="22538"/>
                  <a:pt x="21964" y="20746"/>
                  <a:pt x="21964" y="18377"/>
                </a:cubicBezTo>
                <a:lnTo>
                  <a:pt x="21964" y="16406"/>
                </a:lnTo>
                <a:close/>
                <a:moveTo>
                  <a:pt x="31847" y="32278"/>
                </a:moveTo>
                <a:lnTo>
                  <a:pt x="43379" y="15871"/>
                </a:lnTo>
                <a:lnTo>
                  <a:pt x="32709" y="713"/>
                </a:lnTo>
                <a:lnTo>
                  <a:pt x="39396" y="713"/>
                </a:lnTo>
                <a:lnTo>
                  <a:pt x="44241" y="8114"/>
                </a:lnTo>
                <a:cubicBezTo>
                  <a:pt x="45152" y="9521"/>
                  <a:pt x="45886" y="10700"/>
                  <a:pt x="46440" y="11651"/>
                </a:cubicBezTo>
                <a:cubicBezTo>
                  <a:pt x="47312" y="10343"/>
                  <a:pt x="48115" y="9184"/>
                  <a:pt x="48848" y="8174"/>
                </a:cubicBezTo>
                <a:lnTo>
                  <a:pt x="54168" y="713"/>
                </a:lnTo>
                <a:lnTo>
                  <a:pt x="60558" y="713"/>
                </a:lnTo>
                <a:lnTo>
                  <a:pt x="49650" y="15574"/>
                </a:lnTo>
                <a:lnTo>
                  <a:pt x="61390" y="32278"/>
                </a:lnTo>
                <a:lnTo>
                  <a:pt x="54822" y="32278"/>
                </a:lnTo>
                <a:lnTo>
                  <a:pt x="48343" y="22470"/>
                </a:lnTo>
                <a:lnTo>
                  <a:pt x="46619" y="19824"/>
                </a:lnTo>
                <a:lnTo>
                  <a:pt x="38326" y="32278"/>
                </a:lnTo>
                <a:lnTo>
                  <a:pt x="31847" y="32278"/>
                </a:lnTo>
                <a:close/>
                <a:moveTo>
                  <a:pt x="86117" y="22113"/>
                </a:moveTo>
                <a:lnTo>
                  <a:pt x="91645" y="22797"/>
                </a:lnTo>
                <a:cubicBezTo>
                  <a:pt x="90774" y="26026"/>
                  <a:pt x="89159" y="28533"/>
                  <a:pt x="86801" y="30316"/>
                </a:cubicBezTo>
                <a:cubicBezTo>
                  <a:pt x="84443" y="32100"/>
                  <a:pt x="81431" y="32991"/>
                  <a:pt x="77765" y="32991"/>
                </a:cubicBezTo>
                <a:cubicBezTo>
                  <a:pt x="73149" y="32991"/>
                  <a:pt x="69488" y="31570"/>
                  <a:pt x="66783" y="28726"/>
                </a:cubicBezTo>
                <a:cubicBezTo>
                  <a:pt x="64078" y="25883"/>
                  <a:pt x="62726" y="21895"/>
                  <a:pt x="62726" y="16763"/>
                </a:cubicBezTo>
                <a:cubicBezTo>
                  <a:pt x="62726" y="11453"/>
                  <a:pt x="64093" y="7331"/>
                  <a:pt x="66828" y="4399"/>
                </a:cubicBezTo>
                <a:cubicBezTo>
                  <a:pt x="69562" y="1466"/>
                  <a:pt x="73109" y="0"/>
                  <a:pt x="77468" y="0"/>
                </a:cubicBezTo>
                <a:cubicBezTo>
                  <a:pt x="81689" y="0"/>
                  <a:pt x="85136" y="1434"/>
                  <a:pt x="87811" y="4303"/>
                </a:cubicBezTo>
                <a:cubicBezTo>
                  <a:pt x="90486" y="7171"/>
                  <a:pt x="91824" y="11207"/>
                  <a:pt x="91824" y="16409"/>
                </a:cubicBezTo>
                <a:cubicBezTo>
                  <a:pt x="91824" y="16726"/>
                  <a:pt x="91814" y="17200"/>
                  <a:pt x="91794" y="17833"/>
                </a:cubicBezTo>
                <a:lnTo>
                  <a:pt x="68254" y="17833"/>
                </a:lnTo>
                <a:cubicBezTo>
                  <a:pt x="68453" y="21291"/>
                  <a:pt x="69433" y="23938"/>
                  <a:pt x="71197" y="25776"/>
                </a:cubicBezTo>
                <a:cubicBezTo>
                  <a:pt x="72960" y="27614"/>
                  <a:pt x="75160" y="28533"/>
                  <a:pt x="77795" y="28533"/>
                </a:cubicBezTo>
                <a:cubicBezTo>
                  <a:pt x="79757" y="28533"/>
                  <a:pt x="81431" y="28023"/>
                  <a:pt x="82818" y="27002"/>
                </a:cubicBezTo>
                <a:cubicBezTo>
                  <a:pt x="84205" y="25981"/>
                  <a:pt x="85305" y="24352"/>
                  <a:pt x="86117" y="22113"/>
                </a:cubicBezTo>
                <a:moveTo>
                  <a:pt x="68552" y="13375"/>
                </a:moveTo>
                <a:lnTo>
                  <a:pt x="86177" y="13375"/>
                </a:lnTo>
                <a:cubicBezTo>
                  <a:pt x="85939" y="10763"/>
                  <a:pt x="85265" y="8804"/>
                  <a:pt x="84156" y="7498"/>
                </a:cubicBezTo>
                <a:cubicBezTo>
                  <a:pt x="82452" y="5472"/>
                  <a:pt x="80242" y="4458"/>
                  <a:pt x="77528" y="4458"/>
                </a:cubicBezTo>
                <a:cubicBezTo>
                  <a:pt x="75071" y="4458"/>
                  <a:pt x="73005" y="5267"/>
                  <a:pt x="71331" y="6885"/>
                </a:cubicBezTo>
                <a:cubicBezTo>
                  <a:pt x="69656" y="8503"/>
                  <a:pt x="68730" y="10666"/>
                  <a:pt x="68552" y="13375"/>
                </a:cubicBezTo>
                <a:close/>
                <a:moveTo>
                  <a:pt x="95970" y="22826"/>
                </a:moveTo>
                <a:lnTo>
                  <a:pt x="101260" y="21994"/>
                </a:lnTo>
                <a:cubicBezTo>
                  <a:pt x="101558" y="24105"/>
                  <a:pt x="102385" y="25723"/>
                  <a:pt x="103742" y="26847"/>
                </a:cubicBezTo>
                <a:cubicBezTo>
                  <a:pt x="105100" y="27971"/>
                  <a:pt x="106997" y="28533"/>
                  <a:pt x="109434" y="28533"/>
                </a:cubicBezTo>
                <a:cubicBezTo>
                  <a:pt x="111891" y="28533"/>
                  <a:pt x="113714" y="28037"/>
                  <a:pt x="114903" y="27044"/>
                </a:cubicBezTo>
                <a:cubicBezTo>
                  <a:pt x="116092" y="26051"/>
                  <a:pt x="116686" y="24886"/>
                  <a:pt x="116686" y="23550"/>
                </a:cubicBezTo>
                <a:cubicBezTo>
                  <a:pt x="116686" y="22351"/>
                  <a:pt x="116161" y="21407"/>
                  <a:pt x="115111" y="20719"/>
                </a:cubicBezTo>
                <a:cubicBezTo>
                  <a:pt x="114378" y="20247"/>
                  <a:pt x="112555" y="19647"/>
                  <a:pt x="109642" y="18920"/>
                </a:cubicBezTo>
                <a:cubicBezTo>
                  <a:pt x="105719" y="17928"/>
                  <a:pt x="102999" y="17071"/>
                  <a:pt x="101483" y="16347"/>
                </a:cubicBezTo>
                <a:cubicBezTo>
                  <a:pt x="99968" y="15623"/>
                  <a:pt x="98818" y="14622"/>
                  <a:pt x="98036" y="13342"/>
                </a:cubicBezTo>
                <a:cubicBezTo>
                  <a:pt x="97253" y="12063"/>
                  <a:pt x="96862" y="10650"/>
                  <a:pt x="96862" y="9103"/>
                </a:cubicBezTo>
                <a:cubicBezTo>
                  <a:pt x="96862" y="7695"/>
                  <a:pt x="97184" y="6391"/>
                  <a:pt x="97828" y="5191"/>
                </a:cubicBezTo>
                <a:cubicBezTo>
                  <a:pt x="98472" y="3991"/>
                  <a:pt x="99348" y="2994"/>
                  <a:pt x="100458" y="2201"/>
                </a:cubicBezTo>
                <a:cubicBezTo>
                  <a:pt x="101290" y="1586"/>
                  <a:pt x="102425" y="1066"/>
                  <a:pt x="103861" y="640"/>
                </a:cubicBezTo>
                <a:cubicBezTo>
                  <a:pt x="105298" y="213"/>
                  <a:pt x="106838" y="0"/>
                  <a:pt x="108483" y="0"/>
                </a:cubicBezTo>
                <a:cubicBezTo>
                  <a:pt x="110960" y="0"/>
                  <a:pt x="113134" y="359"/>
                  <a:pt x="115007" y="1077"/>
                </a:cubicBezTo>
                <a:cubicBezTo>
                  <a:pt x="116879" y="1795"/>
                  <a:pt x="118261" y="2768"/>
                  <a:pt x="119153" y="3995"/>
                </a:cubicBezTo>
                <a:cubicBezTo>
                  <a:pt x="120045" y="5221"/>
                  <a:pt x="120659" y="6862"/>
                  <a:pt x="120996" y="8917"/>
                </a:cubicBezTo>
                <a:lnTo>
                  <a:pt x="115765" y="9630"/>
                </a:lnTo>
                <a:cubicBezTo>
                  <a:pt x="115527" y="8005"/>
                  <a:pt x="114838" y="6737"/>
                  <a:pt x="113699" y="5825"/>
                </a:cubicBezTo>
                <a:cubicBezTo>
                  <a:pt x="112560" y="4914"/>
                  <a:pt x="110950" y="4458"/>
                  <a:pt x="108869" y="4458"/>
                </a:cubicBezTo>
                <a:cubicBezTo>
                  <a:pt x="106412" y="4458"/>
                  <a:pt x="104659" y="4863"/>
                  <a:pt x="103609" y="5671"/>
                </a:cubicBezTo>
                <a:cubicBezTo>
                  <a:pt x="102558" y="6479"/>
                  <a:pt x="102033" y="7426"/>
                  <a:pt x="102033" y="8511"/>
                </a:cubicBezTo>
                <a:cubicBezTo>
                  <a:pt x="102033" y="9200"/>
                  <a:pt x="102251" y="9822"/>
                  <a:pt x="102687" y="10374"/>
                </a:cubicBezTo>
                <a:cubicBezTo>
                  <a:pt x="103123" y="10945"/>
                  <a:pt x="103807" y="11418"/>
                  <a:pt x="104738" y="11793"/>
                </a:cubicBezTo>
                <a:cubicBezTo>
                  <a:pt x="105273" y="11991"/>
                  <a:pt x="106848" y="12444"/>
                  <a:pt x="109464" y="13154"/>
                </a:cubicBezTo>
                <a:cubicBezTo>
                  <a:pt x="113248" y="14164"/>
                  <a:pt x="115889" y="14990"/>
                  <a:pt x="117385" y="15634"/>
                </a:cubicBezTo>
                <a:cubicBezTo>
                  <a:pt x="118881" y="16277"/>
                  <a:pt x="120055" y="17213"/>
                  <a:pt x="120907" y="18441"/>
                </a:cubicBezTo>
                <a:cubicBezTo>
                  <a:pt x="121759" y="19668"/>
                  <a:pt x="122185" y="21192"/>
                  <a:pt x="122185" y="23013"/>
                </a:cubicBezTo>
                <a:cubicBezTo>
                  <a:pt x="122185" y="24795"/>
                  <a:pt x="121665" y="26473"/>
                  <a:pt x="120624" y="28047"/>
                </a:cubicBezTo>
                <a:cubicBezTo>
                  <a:pt x="119584" y="29621"/>
                  <a:pt x="118083" y="30838"/>
                  <a:pt x="116121" y="31699"/>
                </a:cubicBezTo>
                <a:cubicBezTo>
                  <a:pt x="114160" y="32561"/>
                  <a:pt x="111941" y="32991"/>
                  <a:pt x="109464" y="32991"/>
                </a:cubicBezTo>
                <a:cubicBezTo>
                  <a:pt x="105362" y="32991"/>
                  <a:pt x="102236" y="32137"/>
                  <a:pt x="100086" y="30428"/>
                </a:cubicBezTo>
                <a:cubicBezTo>
                  <a:pt x="97937" y="28719"/>
                  <a:pt x="96564" y="26185"/>
                  <a:pt x="95970" y="228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B34FE-F96B-43B8-8B75-207C995A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0" y="388270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Text _common.md">
            <a:extLst xmlns:a="http://schemas.openxmlformats.org/drawingml/2006/main">
              <a:ext uri="{FF2B5EF4-FFF2-40B4-BE49-F238E27FC236}">
                <a16:creationId xmlns:a16="http://schemas.microsoft.com/office/drawing/2014/main" id="{DD968DCF-D346-42D9-AF27-919BC56E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33" y="3888598"/>
            <a:ext cx="268694" cy="41566"/>
          </a:xfrm>
          <a:custGeom xmlns:a="http://schemas.openxmlformats.org/drawingml/2006/main">
            <a:pathLst>
              <a:path w="268694" h="41566">
                <a:moveTo>
                  <a:pt x="0" y="41566"/>
                </a:moveTo>
                <a:lnTo>
                  <a:pt x="0" y="38683"/>
                </a:lnTo>
                <a:lnTo>
                  <a:pt x="26461" y="38683"/>
                </a:lnTo>
                <a:lnTo>
                  <a:pt x="26461" y="41566"/>
                </a:lnTo>
                <a:lnTo>
                  <a:pt x="0" y="41566"/>
                </a:lnTo>
                <a:close/>
                <a:moveTo>
                  <a:pt x="44446" y="23866"/>
                </a:moveTo>
                <a:lnTo>
                  <a:pt x="48372" y="24376"/>
                </a:lnTo>
                <a:cubicBezTo>
                  <a:pt x="47943" y="27089"/>
                  <a:pt x="46845" y="29213"/>
                  <a:pt x="45078" y="30748"/>
                </a:cubicBezTo>
                <a:cubicBezTo>
                  <a:pt x="43311" y="32282"/>
                  <a:pt x="41141" y="33049"/>
                  <a:pt x="38568" y="33049"/>
                </a:cubicBezTo>
                <a:cubicBezTo>
                  <a:pt x="35345" y="33049"/>
                  <a:pt x="32753" y="31995"/>
                  <a:pt x="30794" y="29888"/>
                </a:cubicBezTo>
                <a:cubicBezTo>
                  <a:pt x="28835" y="27781"/>
                  <a:pt x="27855" y="24761"/>
                  <a:pt x="27855" y="20827"/>
                </a:cubicBezTo>
                <a:cubicBezTo>
                  <a:pt x="27855" y="18284"/>
                  <a:pt x="28276" y="16059"/>
                  <a:pt x="29119" y="14151"/>
                </a:cubicBezTo>
                <a:cubicBezTo>
                  <a:pt x="29962" y="12244"/>
                  <a:pt x="31245" y="10813"/>
                  <a:pt x="32968" y="9859"/>
                </a:cubicBezTo>
                <a:cubicBezTo>
                  <a:pt x="34690" y="8905"/>
                  <a:pt x="36565" y="8429"/>
                  <a:pt x="38590" y="8429"/>
                </a:cubicBezTo>
                <a:cubicBezTo>
                  <a:pt x="41148" y="8429"/>
                  <a:pt x="43241" y="9078"/>
                  <a:pt x="44867" y="10376"/>
                </a:cubicBezTo>
                <a:cubicBezTo>
                  <a:pt x="46494" y="11673"/>
                  <a:pt x="47536" y="13516"/>
                  <a:pt x="47995" y="15903"/>
                </a:cubicBezTo>
                <a:lnTo>
                  <a:pt x="44113" y="16502"/>
                </a:lnTo>
                <a:cubicBezTo>
                  <a:pt x="43744" y="14927"/>
                  <a:pt x="43089" y="13743"/>
                  <a:pt x="42150" y="12948"/>
                </a:cubicBezTo>
                <a:cubicBezTo>
                  <a:pt x="41211" y="12153"/>
                  <a:pt x="40076" y="11756"/>
                  <a:pt x="38746" y="11756"/>
                </a:cubicBezTo>
                <a:cubicBezTo>
                  <a:pt x="36735" y="11756"/>
                  <a:pt x="35101" y="12473"/>
                  <a:pt x="33844" y="13908"/>
                </a:cubicBezTo>
                <a:cubicBezTo>
                  <a:pt x="32587" y="15342"/>
                  <a:pt x="31958" y="17612"/>
                  <a:pt x="31958" y="20717"/>
                </a:cubicBezTo>
                <a:cubicBezTo>
                  <a:pt x="31958" y="23866"/>
                  <a:pt x="32565" y="26154"/>
                  <a:pt x="33777" y="27581"/>
                </a:cubicBezTo>
                <a:cubicBezTo>
                  <a:pt x="34990" y="29008"/>
                  <a:pt x="36572" y="29722"/>
                  <a:pt x="38524" y="29722"/>
                </a:cubicBezTo>
                <a:cubicBezTo>
                  <a:pt x="40091" y="29722"/>
                  <a:pt x="41400" y="29243"/>
                  <a:pt x="42450" y="28286"/>
                </a:cubicBezTo>
                <a:cubicBezTo>
                  <a:pt x="43500" y="27328"/>
                  <a:pt x="44165" y="25855"/>
                  <a:pt x="44446" y="23866"/>
                </a:cubicBezTo>
                <a:close/>
                <a:moveTo>
                  <a:pt x="50302" y="20739"/>
                </a:moveTo>
                <a:cubicBezTo>
                  <a:pt x="50302" y="16377"/>
                  <a:pt x="51514" y="13146"/>
                  <a:pt x="53939" y="11046"/>
                </a:cubicBezTo>
                <a:cubicBezTo>
                  <a:pt x="55965" y="9301"/>
                  <a:pt x="58435" y="8429"/>
                  <a:pt x="61348" y="8429"/>
                </a:cubicBezTo>
                <a:cubicBezTo>
                  <a:pt x="64586" y="8429"/>
                  <a:pt x="67233" y="9490"/>
                  <a:pt x="69288" y="11611"/>
                </a:cubicBezTo>
                <a:cubicBezTo>
                  <a:pt x="71344" y="13733"/>
                  <a:pt x="72371" y="16665"/>
                  <a:pt x="72371" y="20406"/>
                </a:cubicBezTo>
                <a:cubicBezTo>
                  <a:pt x="72371" y="23437"/>
                  <a:pt x="71917" y="25822"/>
                  <a:pt x="71007" y="27559"/>
                </a:cubicBezTo>
                <a:cubicBezTo>
                  <a:pt x="70098" y="29297"/>
                  <a:pt x="68774" y="30646"/>
                  <a:pt x="67037" y="31607"/>
                </a:cubicBezTo>
                <a:cubicBezTo>
                  <a:pt x="65299" y="32568"/>
                  <a:pt x="63403" y="33049"/>
                  <a:pt x="61348" y="33049"/>
                </a:cubicBezTo>
                <a:cubicBezTo>
                  <a:pt x="58050" y="33049"/>
                  <a:pt x="55385" y="31992"/>
                  <a:pt x="53352" y="29877"/>
                </a:cubicBezTo>
                <a:cubicBezTo>
                  <a:pt x="51318" y="27763"/>
                  <a:pt x="50302" y="24716"/>
                  <a:pt x="50302" y="20739"/>
                </a:cubicBezTo>
                <a:moveTo>
                  <a:pt x="54405" y="20728"/>
                </a:moveTo>
                <a:cubicBezTo>
                  <a:pt x="54405" y="23733"/>
                  <a:pt x="55063" y="25984"/>
                  <a:pt x="56379" y="27479"/>
                </a:cubicBezTo>
                <a:cubicBezTo>
                  <a:pt x="57695" y="28974"/>
                  <a:pt x="59351" y="29722"/>
                  <a:pt x="61348" y="29722"/>
                </a:cubicBezTo>
                <a:cubicBezTo>
                  <a:pt x="63329" y="29722"/>
                  <a:pt x="64978" y="28971"/>
                  <a:pt x="66294" y="27468"/>
                </a:cubicBezTo>
                <a:cubicBezTo>
                  <a:pt x="67610" y="25965"/>
                  <a:pt x="68268" y="23674"/>
                  <a:pt x="68268" y="20595"/>
                </a:cubicBezTo>
                <a:cubicBezTo>
                  <a:pt x="68268" y="17693"/>
                  <a:pt x="67606" y="15494"/>
                  <a:pt x="66283" y="13999"/>
                </a:cubicBezTo>
                <a:cubicBezTo>
                  <a:pt x="64959" y="12503"/>
                  <a:pt x="63314" y="11756"/>
                  <a:pt x="61348" y="11756"/>
                </a:cubicBezTo>
                <a:cubicBezTo>
                  <a:pt x="59351" y="11756"/>
                  <a:pt x="57695" y="12500"/>
                  <a:pt x="56379" y="13988"/>
                </a:cubicBezTo>
                <a:cubicBezTo>
                  <a:pt x="55063" y="15476"/>
                  <a:pt x="54405" y="17722"/>
                  <a:pt x="54405" y="20728"/>
                </a:cubicBezTo>
                <a:close/>
                <a:moveTo>
                  <a:pt x="77181" y="32517"/>
                </a:moveTo>
                <a:lnTo>
                  <a:pt x="77181" y="8961"/>
                </a:lnTo>
                <a:lnTo>
                  <a:pt x="80752" y="8961"/>
                </a:lnTo>
                <a:lnTo>
                  <a:pt x="80752" y="12244"/>
                </a:lnTo>
                <a:cubicBezTo>
                  <a:pt x="81491" y="11097"/>
                  <a:pt x="82474" y="10174"/>
                  <a:pt x="83702" y="9476"/>
                </a:cubicBezTo>
                <a:cubicBezTo>
                  <a:pt x="84929" y="8778"/>
                  <a:pt x="86326" y="8429"/>
                  <a:pt x="87894" y="8429"/>
                </a:cubicBezTo>
                <a:cubicBezTo>
                  <a:pt x="89639" y="8429"/>
                  <a:pt x="91069" y="8789"/>
                  <a:pt x="92186" y="9510"/>
                </a:cubicBezTo>
                <a:cubicBezTo>
                  <a:pt x="93302" y="10230"/>
                  <a:pt x="94090" y="11238"/>
                  <a:pt x="94548" y="12532"/>
                </a:cubicBezTo>
                <a:cubicBezTo>
                  <a:pt x="96411" y="9796"/>
                  <a:pt x="98836" y="8429"/>
                  <a:pt x="101823" y="8429"/>
                </a:cubicBezTo>
                <a:cubicBezTo>
                  <a:pt x="104160" y="8429"/>
                  <a:pt x="105956" y="9076"/>
                  <a:pt x="107213" y="10369"/>
                </a:cubicBezTo>
                <a:cubicBezTo>
                  <a:pt x="108470" y="11663"/>
                  <a:pt x="109098" y="13656"/>
                  <a:pt x="109098" y="16347"/>
                </a:cubicBezTo>
                <a:lnTo>
                  <a:pt x="109098" y="32517"/>
                </a:lnTo>
                <a:lnTo>
                  <a:pt x="105128" y="32517"/>
                </a:lnTo>
                <a:lnTo>
                  <a:pt x="105128" y="17662"/>
                </a:lnTo>
                <a:cubicBezTo>
                  <a:pt x="105128" y="16063"/>
                  <a:pt x="104999" y="14912"/>
                  <a:pt x="104740" y="14209"/>
                </a:cubicBezTo>
                <a:cubicBezTo>
                  <a:pt x="104481" y="13506"/>
                  <a:pt x="104012" y="12940"/>
                  <a:pt x="103331" y="12510"/>
                </a:cubicBezTo>
                <a:cubicBezTo>
                  <a:pt x="102651" y="12081"/>
                  <a:pt x="101853" y="11867"/>
                  <a:pt x="100936" y="11867"/>
                </a:cubicBezTo>
                <a:cubicBezTo>
                  <a:pt x="99280" y="11867"/>
                  <a:pt x="97905" y="12418"/>
                  <a:pt x="96810" y="13521"/>
                </a:cubicBezTo>
                <a:cubicBezTo>
                  <a:pt x="95716" y="14624"/>
                  <a:pt x="95169" y="16389"/>
                  <a:pt x="95169" y="18817"/>
                </a:cubicBezTo>
                <a:lnTo>
                  <a:pt x="95169" y="32517"/>
                </a:lnTo>
                <a:lnTo>
                  <a:pt x="91177" y="32517"/>
                </a:lnTo>
                <a:lnTo>
                  <a:pt x="91177" y="17195"/>
                </a:lnTo>
                <a:cubicBezTo>
                  <a:pt x="91177" y="15419"/>
                  <a:pt x="90851" y="14087"/>
                  <a:pt x="90201" y="13199"/>
                </a:cubicBezTo>
                <a:cubicBezTo>
                  <a:pt x="89550" y="12311"/>
                  <a:pt x="88485" y="11867"/>
                  <a:pt x="87007" y="11867"/>
                </a:cubicBezTo>
                <a:cubicBezTo>
                  <a:pt x="85883" y="11867"/>
                  <a:pt x="84844" y="12163"/>
                  <a:pt x="83890" y="12755"/>
                </a:cubicBezTo>
                <a:cubicBezTo>
                  <a:pt x="82936" y="13347"/>
                  <a:pt x="82245" y="14213"/>
                  <a:pt x="81816" y="15353"/>
                </a:cubicBezTo>
                <a:cubicBezTo>
                  <a:pt x="81388" y="16493"/>
                  <a:pt x="81173" y="18136"/>
                  <a:pt x="81173" y="20282"/>
                </a:cubicBezTo>
                <a:lnTo>
                  <a:pt x="81173" y="32517"/>
                </a:lnTo>
                <a:lnTo>
                  <a:pt x="77181" y="32517"/>
                </a:lnTo>
                <a:close/>
                <a:moveTo>
                  <a:pt x="113521" y="32517"/>
                </a:moveTo>
                <a:lnTo>
                  <a:pt x="113521" y="8961"/>
                </a:lnTo>
                <a:lnTo>
                  <a:pt x="117092" y="8961"/>
                </a:lnTo>
                <a:lnTo>
                  <a:pt x="117092" y="12244"/>
                </a:lnTo>
                <a:cubicBezTo>
                  <a:pt x="117832" y="11097"/>
                  <a:pt x="118815" y="10174"/>
                  <a:pt x="120042" y="9476"/>
                </a:cubicBezTo>
                <a:cubicBezTo>
                  <a:pt x="121270" y="8778"/>
                  <a:pt x="122667" y="8429"/>
                  <a:pt x="124234" y="8429"/>
                </a:cubicBezTo>
                <a:cubicBezTo>
                  <a:pt x="125979" y="8429"/>
                  <a:pt x="127410" y="8789"/>
                  <a:pt x="128526" y="9510"/>
                </a:cubicBezTo>
                <a:cubicBezTo>
                  <a:pt x="129643" y="10230"/>
                  <a:pt x="130430" y="11238"/>
                  <a:pt x="130889" y="12532"/>
                </a:cubicBezTo>
                <a:cubicBezTo>
                  <a:pt x="132752" y="9796"/>
                  <a:pt x="135177" y="8429"/>
                  <a:pt x="138164" y="8429"/>
                </a:cubicBezTo>
                <a:cubicBezTo>
                  <a:pt x="140500" y="8429"/>
                  <a:pt x="142297" y="9076"/>
                  <a:pt x="143554" y="10369"/>
                </a:cubicBezTo>
                <a:cubicBezTo>
                  <a:pt x="144811" y="11663"/>
                  <a:pt x="145439" y="13656"/>
                  <a:pt x="145439" y="16347"/>
                </a:cubicBezTo>
                <a:lnTo>
                  <a:pt x="145439" y="32517"/>
                </a:lnTo>
                <a:lnTo>
                  <a:pt x="141469" y="32517"/>
                </a:lnTo>
                <a:lnTo>
                  <a:pt x="141469" y="17662"/>
                </a:lnTo>
                <a:cubicBezTo>
                  <a:pt x="141469" y="16063"/>
                  <a:pt x="141339" y="14912"/>
                  <a:pt x="141081" y="14209"/>
                </a:cubicBezTo>
                <a:cubicBezTo>
                  <a:pt x="140822" y="13506"/>
                  <a:pt x="140352" y="12940"/>
                  <a:pt x="139672" y="12510"/>
                </a:cubicBezTo>
                <a:cubicBezTo>
                  <a:pt x="138992" y="12081"/>
                  <a:pt x="138193" y="11867"/>
                  <a:pt x="137277" y="11867"/>
                </a:cubicBezTo>
                <a:cubicBezTo>
                  <a:pt x="135620" y="11867"/>
                  <a:pt x="134245" y="12418"/>
                  <a:pt x="133151" y="13521"/>
                </a:cubicBezTo>
                <a:cubicBezTo>
                  <a:pt x="132057" y="14624"/>
                  <a:pt x="131510" y="16389"/>
                  <a:pt x="131510" y="18817"/>
                </a:cubicBezTo>
                <a:lnTo>
                  <a:pt x="131510" y="32517"/>
                </a:lnTo>
                <a:lnTo>
                  <a:pt x="127517" y="32517"/>
                </a:lnTo>
                <a:lnTo>
                  <a:pt x="127517" y="17195"/>
                </a:lnTo>
                <a:cubicBezTo>
                  <a:pt x="127517" y="15419"/>
                  <a:pt x="127192" y="14087"/>
                  <a:pt x="126541" y="13199"/>
                </a:cubicBezTo>
                <a:cubicBezTo>
                  <a:pt x="125891" y="12311"/>
                  <a:pt x="124826" y="11867"/>
                  <a:pt x="123347" y="11867"/>
                </a:cubicBezTo>
                <a:cubicBezTo>
                  <a:pt x="122223" y="11867"/>
                  <a:pt x="121185" y="12163"/>
                  <a:pt x="120231" y="12755"/>
                </a:cubicBezTo>
                <a:cubicBezTo>
                  <a:pt x="119277" y="13347"/>
                  <a:pt x="118586" y="14213"/>
                  <a:pt x="118157" y="15353"/>
                </a:cubicBezTo>
                <a:cubicBezTo>
                  <a:pt x="117728" y="16493"/>
                  <a:pt x="117514" y="18136"/>
                  <a:pt x="117514" y="20282"/>
                </a:cubicBezTo>
                <a:lnTo>
                  <a:pt x="117514" y="32517"/>
                </a:lnTo>
                <a:lnTo>
                  <a:pt x="113521" y="32517"/>
                </a:lnTo>
                <a:close/>
                <a:moveTo>
                  <a:pt x="148376" y="20739"/>
                </a:moveTo>
                <a:cubicBezTo>
                  <a:pt x="148376" y="16377"/>
                  <a:pt x="149588" y="13146"/>
                  <a:pt x="152013" y="11046"/>
                </a:cubicBezTo>
                <a:cubicBezTo>
                  <a:pt x="154039" y="9301"/>
                  <a:pt x="156509" y="8429"/>
                  <a:pt x="159422" y="8429"/>
                </a:cubicBezTo>
                <a:cubicBezTo>
                  <a:pt x="162660" y="8429"/>
                  <a:pt x="165307" y="9490"/>
                  <a:pt x="167362" y="11611"/>
                </a:cubicBezTo>
                <a:cubicBezTo>
                  <a:pt x="169418" y="13733"/>
                  <a:pt x="170445" y="16665"/>
                  <a:pt x="170445" y="20406"/>
                </a:cubicBezTo>
                <a:cubicBezTo>
                  <a:pt x="170445" y="23437"/>
                  <a:pt x="169991" y="25822"/>
                  <a:pt x="169081" y="27559"/>
                </a:cubicBezTo>
                <a:cubicBezTo>
                  <a:pt x="168172" y="29297"/>
                  <a:pt x="166848" y="30646"/>
                  <a:pt x="165111" y="31607"/>
                </a:cubicBezTo>
                <a:cubicBezTo>
                  <a:pt x="163373" y="32568"/>
                  <a:pt x="161477" y="33049"/>
                  <a:pt x="159422" y="33049"/>
                </a:cubicBezTo>
                <a:cubicBezTo>
                  <a:pt x="156124" y="33049"/>
                  <a:pt x="153459" y="31992"/>
                  <a:pt x="151426" y="29877"/>
                </a:cubicBezTo>
                <a:cubicBezTo>
                  <a:pt x="149392" y="27763"/>
                  <a:pt x="148376" y="24716"/>
                  <a:pt x="148376" y="20739"/>
                </a:cubicBezTo>
                <a:moveTo>
                  <a:pt x="152479" y="20728"/>
                </a:moveTo>
                <a:cubicBezTo>
                  <a:pt x="152479" y="23733"/>
                  <a:pt x="153137" y="25984"/>
                  <a:pt x="154453" y="27479"/>
                </a:cubicBezTo>
                <a:cubicBezTo>
                  <a:pt x="155769" y="28974"/>
                  <a:pt x="157425" y="29722"/>
                  <a:pt x="159422" y="29722"/>
                </a:cubicBezTo>
                <a:cubicBezTo>
                  <a:pt x="161403" y="29722"/>
                  <a:pt x="163052" y="28971"/>
                  <a:pt x="164368" y="27468"/>
                </a:cubicBezTo>
                <a:cubicBezTo>
                  <a:pt x="165684" y="25965"/>
                  <a:pt x="166342" y="23674"/>
                  <a:pt x="166342" y="20595"/>
                </a:cubicBezTo>
                <a:cubicBezTo>
                  <a:pt x="166342" y="17693"/>
                  <a:pt x="165680" y="15494"/>
                  <a:pt x="164357" y="13999"/>
                </a:cubicBezTo>
                <a:cubicBezTo>
                  <a:pt x="163033" y="12503"/>
                  <a:pt x="161388" y="11756"/>
                  <a:pt x="159422" y="11756"/>
                </a:cubicBezTo>
                <a:cubicBezTo>
                  <a:pt x="157425" y="11756"/>
                  <a:pt x="155769" y="12500"/>
                  <a:pt x="154453" y="13988"/>
                </a:cubicBezTo>
                <a:cubicBezTo>
                  <a:pt x="153137" y="15476"/>
                  <a:pt x="152479" y="17722"/>
                  <a:pt x="152479" y="20728"/>
                </a:cubicBezTo>
                <a:close/>
                <a:moveTo>
                  <a:pt x="175255" y="32517"/>
                </a:moveTo>
                <a:lnTo>
                  <a:pt x="175255" y="8961"/>
                </a:lnTo>
                <a:lnTo>
                  <a:pt x="178848" y="8961"/>
                </a:lnTo>
                <a:lnTo>
                  <a:pt x="178848" y="12288"/>
                </a:lnTo>
                <a:cubicBezTo>
                  <a:pt x="180578" y="9715"/>
                  <a:pt x="183077" y="8429"/>
                  <a:pt x="186345" y="8429"/>
                </a:cubicBezTo>
                <a:cubicBezTo>
                  <a:pt x="187765" y="8429"/>
                  <a:pt x="189070" y="8684"/>
                  <a:pt x="190260" y="9194"/>
                </a:cubicBezTo>
                <a:cubicBezTo>
                  <a:pt x="191450" y="9704"/>
                  <a:pt x="192341" y="10373"/>
                  <a:pt x="192933" y="11201"/>
                </a:cubicBezTo>
                <a:cubicBezTo>
                  <a:pt x="193524" y="12029"/>
                  <a:pt x="193938" y="13013"/>
                  <a:pt x="194175" y="14151"/>
                </a:cubicBezTo>
                <a:cubicBezTo>
                  <a:pt x="194323" y="14891"/>
                  <a:pt x="194397" y="16184"/>
                  <a:pt x="194397" y="18033"/>
                </a:cubicBezTo>
                <a:lnTo>
                  <a:pt x="194397" y="32517"/>
                </a:lnTo>
                <a:lnTo>
                  <a:pt x="190404" y="32517"/>
                </a:lnTo>
                <a:lnTo>
                  <a:pt x="190404" y="18173"/>
                </a:lnTo>
                <a:cubicBezTo>
                  <a:pt x="190404" y="16544"/>
                  <a:pt x="190249" y="15327"/>
                  <a:pt x="189938" y="14520"/>
                </a:cubicBezTo>
                <a:cubicBezTo>
                  <a:pt x="189628" y="13713"/>
                  <a:pt x="189077" y="13069"/>
                  <a:pt x="188286" y="12588"/>
                </a:cubicBezTo>
                <a:cubicBezTo>
                  <a:pt x="187495" y="12107"/>
                  <a:pt x="186567" y="11867"/>
                  <a:pt x="185502" y="11867"/>
                </a:cubicBezTo>
                <a:cubicBezTo>
                  <a:pt x="183802" y="11867"/>
                  <a:pt x="182334" y="12407"/>
                  <a:pt x="181099" y="13488"/>
                </a:cubicBezTo>
                <a:cubicBezTo>
                  <a:pt x="179865" y="14568"/>
                  <a:pt x="179247" y="16618"/>
                  <a:pt x="179247" y="19638"/>
                </a:cubicBezTo>
                <a:lnTo>
                  <a:pt x="179247" y="32517"/>
                </a:lnTo>
                <a:lnTo>
                  <a:pt x="175255" y="32517"/>
                </a:lnTo>
                <a:close/>
                <a:moveTo>
                  <a:pt x="201779" y="32517"/>
                </a:moveTo>
                <a:lnTo>
                  <a:pt x="201779" y="27947"/>
                </a:lnTo>
                <a:lnTo>
                  <a:pt x="206326" y="27947"/>
                </a:lnTo>
                <a:lnTo>
                  <a:pt x="206326" y="32517"/>
                </a:lnTo>
                <a:lnTo>
                  <a:pt x="201779" y="32517"/>
                </a:lnTo>
                <a:close/>
                <a:moveTo>
                  <a:pt x="213276" y="32517"/>
                </a:moveTo>
                <a:lnTo>
                  <a:pt x="213276" y="8961"/>
                </a:lnTo>
                <a:lnTo>
                  <a:pt x="216847" y="8961"/>
                </a:lnTo>
                <a:lnTo>
                  <a:pt x="216847" y="12244"/>
                </a:lnTo>
                <a:cubicBezTo>
                  <a:pt x="217586" y="11097"/>
                  <a:pt x="218570" y="10174"/>
                  <a:pt x="219797" y="9476"/>
                </a:cubicBezTo>
                <a:cubicBezTo>
                  <a:pt x="221024" y="8778"/>
                  <a:pt x="222422" y="8429"/>
                  <a:pt x="223989" y="8429"/>
                </a:cubicBezTo>
                <a:cubicBezTo>
                  <a:pt x="225734" y="8429"/>
                  <a:pt x="227165" y="8789"/>
                  <a:pt x="228281" y="9510"/>
                </a:cubicBezTo>
                <a:cubicBezTo>
                  <a:pt x="229398" y="10230"/>
                  <a:pt x="230185" y="11238"/>
                  <a:pt x="230643" y="12532"/>
                </a:cubicBezTo>
                <a:cubicBezTo>
                  <a:pt x="232507" y="9796"/>
                  <a:pt x="234932" y="8429"/>
                  <a:pt x="237919" y="8429"/>
                </a:cubicBezTo>
                <a:cubicBezTo>
                  <a:pt x="240255" y="8429"/>
                  <a:pt x="242052" y="9076"/>
                  <a:pt x="243308" y="10369"/>
                </a:cubicBezTo>
                <a:cubicBezTo>
                  <a:pt x="244565" y="11663"/>
                  <a:pt x="245194" y="13656"/>
                  <a:pt x="245194" y="16347"/>
                </a:cubicBezTo>
                <a:lnTo>
                  <a:pt x="245194" y="32517"/>
                </a:lnTo>
                <a:lnTo>
                  <a:pt x="241224" y="32517"/>
                </a:lnTo>
                <a:lnTo>
                  <a:pt x="241224" y="17662"/>
                </a:lnTo>
                <a:cubicBezTo>
                  <a:pt x="241224" y="16063"/>
                  <a:pt x="241094" y="14912"/>
                  <a:pt x="240835" y="14209"/>
                </a:cubicBezTo>
                <a:cubicBezTo>
                  <a:pt x="240577" y="13506"/>
                  <a:pt x="240107" y="12940"/>
                  <a:pt x="239427" y="12510"/>
                </a:cubicBezTo>
                <a:cubicBezTo>
                  <a:pt x="238747" y="12081"/>
                  <a:pt x="237948" y="11867"/>
                  <a:pt x="237031" y="11867"/>
                </a:cubicBezTo>
                <a:cubicBezTo>
                  <a:pt x="235375" y="11867"/>
                  <a:pt x="234000" y="12418"/>
                  <a:pt x="232906" y="13521"/>
                </a:cubicBezTo>
                <a:cubicBezTo>
                  <a:pt x="231812" y="14624"/>
                  <a:pt x="231264" y="16389"/>
                  <a:pt x="231264" y="18817"/>
                </a:cubicBezTo>
                <a:lnTo>
                  <a:pt x="231264" y="32517"/>
                </a:lnTo>
                <a:lnTo>
                  <a:pt x="227272" y="32517"/>
                </a:lnTo>
                <a:lnTo>
                  <a:pt x="227272" y="17195"/>
                </a:lnTo>
                <a:cubicBezTo>
                  <a:pt x="227272" y="15419"/>
                  <a:pt x="226947" y="14087"/>
                  <a:pt x="226296" y="13199"/>
                </a:cubicBezTo>
                <a:cubicBezTo>
                  <a:pt x="225645" y="12311"/>
                  <a:pt x="224581" y="11867"/>
                  <a:pt x="223102" y="11867"/>
                </a:cubicBezTo>
                <a:cubicBezTo>
                  <a:pt x="221978" y="11867"/>
                  <a:pt x="220939" y="12163"/>
                  <a:pt x="219986" y="12755"/>
                </a:cubicBezTo>
                <a:cubicBezTo>
                  <a:pt x="219032" y="13347"/>
                  <a:pt x="218341" y="14213"/>
                  <a:pt x="217912" y="15353"/>
                </a:cubicBezTo>
                <a:cubicBezTo>
                  <a:pt x="217483" y="16493"/>
                  <a:pt x="217269" y="18136"/>
                  <a:pt x="217269" y="20282"/>
                </a:cubicBezTo>
                <a:lnTo>
                  <a:pt x="217269" y="32517"/>
                </a:lnTo>
                <a:lnTo>
                  <a:pt x="213276" y="32517"/>
                </a:lnTo>
                <a:close/>
                <a:moveTo>
                  <a:pt x="264990" y="32517"/>
                </a:moveTo>
                <a:lnTo>
                  <a:pt x="264990" y="29544"/>
                </a:lnTo>
                <a:cubicBezTo>
                  <a:pt x="263496" y="31881"/>
                  <a:pt x="261301" y="33049"/>
                  <a:pt x="258402" y="33049"/>
                </a:cubicBezTo>
                <a:cubicBezTo>
                  <a:pt x="256524" y="33049"/>
                  <a:pt x="254798" y="32531"/>
                  <a:pt x="253223" y="31496"/>
                </a:cubicBezTo>
                <a:cubicBezTo>
                  <a:pt x="251648" y="30461"/>
                  <a:pt x="250428" y="29016"/>
                  <a:pt x="249563" y="27160"/>
                </a:cubicBezTo>
                <a:cubicBezTo>
                  <a:pt x="248698" y="25304"/>
                  <a:pt x="248266" y="23171"/>
                  <a:pt x="248266" y="20761"/>
                </a:cubicBezTo>
                <a:cubicBezTo>
                  <a:pt x="248266" y="18410"/>
                  <a:pt x="248658" y="16277"/>
                  <a:pt x="249441" y="14362"/>
                </a:cubicBezTo>
                <a:cubicBezTo>
                  <a:pt x="250225" y="12447"/>
                  <a:pt x="251401" y="10979"/>
                  <a:pt x="252968" y="9959"/>
                </a:cubicBezTo>
                <a:cubicBezTo>
                  <a:pt x="254535" y="8939"/>
                  <a:pt x="256288" y="8429"/>
                  <a:pt x="258225" y="8429"/>
                </a:cubicBezTo>
                <a:cubicBezTo>
                  <a:pt x="259644" y="8429"/>
                  <a:pt x="260909" y="8728"/>
                  <a:pt x="262018" y="9327"/>
                </a:cubicBezTo>
                <a:cubicBezTo>
                  <a:pt x="263127" y="9926"/>
                  <a:pt x="264029" y="10706"/>
                  <a:pt x="264724" y="11667"/>
                </a:cubicBezTo>
                <a:lnTo>
                  <a:pt x="264724" y="0"/>
                </a:lnTo>
                <a:lnTo>
                  <a:pt x="268694" y="0"/>
                </a:lnTo>
                <a:lnTo>
                  <a:pt x="268694" y="32517"/>
                </a:lnTo>
                <a:lnTo>
                  <a:pt x="264990" y="32517"/>
                </a:lnTo>
                <a:moveTo>
                  <a:pt x="252369" y="20750"/>
                </a:moveTo>
                <a:cubicBezTo>
                  <a:pt x="252369" y="23755"/>
                  <a:pt x="253005" y="26002"/>
                  <a:pt x="254277" y="27490"/>
                </a:cubicBezTo>
                <a:cubicBezTo>
                  <a:pt x="255548" y="28978"/>
                  <a:pt x="257049" y="29722"/>
                  <a:pt x="258779" y="29722"/>
                </a:cubicBezTo>
                <a:cubicBezTo>
                  <a:pt x="260524" y="29722"/>
                  <a:pt x="262007" y="29011"/>
                  <a:pt x="263227" y="27590"/>
                </a:cubicBezTo>
                <a:cubicBezTo>
                  <a:pt x="264446" y="26168"/>
                  <a:pt x="265056" y="23998"/>
                  <a:pt x="265056" y="21081"/>
                </a:cubicBezTo>
                <a:cubicBezTo>
                  <a:pt x="265056" y="17870"/>
                  <a:pt x="264435" y="15512"/>
                  <a:pt x="263193" y="14010"/>
                </a:cubicBezTo>
                <a:cubicBezTo>
                  <a:pt x="261951" y="12507"/>
                  <a:pt x="260421" y="11756"/>
                  <a:pt x="258602" y="11756"/>
                </a:cubicBezTo>
                <a:cubicBezTo>
                  <a:pt x="256827" y="11756"/>
                  <a:pt x="255345" y="12478"/>
                  <a:pt x="254155" y="13922"/>
                </a:cubicBezTo>
                <a:cubicBezTo>
                  <a:pt x="252964" y="15365"/>
                  <a:pt x="252369" y="17641"/>
                  <a:pt x="252369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09B14-6762-411A-ACA3-9B3FE98B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0" y="397181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index.md">
            <a:extLst xmlns:a="http://schemas.openxmlformats.org/drawingml/2006/main">
              <a:ext uri="{FF2B5EF4-FFF2-40B4-BE49-F238E27FC236}">
                <a16:creationId xmlns:a16="http://schemas.microsoft.com/office/drawing/2014/main" id="{487D5DC5-828D-490D-AC78-9705413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37" y="3978541"/>
            <a:ext cx="176864" cy="33049"/>
          </a:xfrm>
          <a:custGeom xmlns:a="http://schemas.openxmlformats.org/drawingml/2006/main">
            <a:pathLst>
              <a:path w="176864" h="33049">
                <a:moveTo>
                  <a:pt x="0" y="4614"/>
                </a:moveTo>
                <a:lnTo>
                  <a:pt x="0" y="0"/>
                </a:lnTo>
                <a:lnTo>
                  <a:pt x="3992" y="0"/>
                </a:lnTo>
                <a:lnTo>
                  <a:pt x="3992" y="4614"/>
                </a:lnTo>
                <a:lnTo>
                  <a:pt x="0" y="4614"/>
                </a:lnTo>
                <a:moveTo>
                  <a:pt x="0" y="32517"/>
                </a:moveTo>
                <a:lnTo>
                  <a:pt x="0" y="8961"/>
                </a:lnTo>
                <a:lnTo>
                  <a:pt x="3992" y="8961"/>
                </a:lnTo>
                <a:lnTo>
                  <a:pt x="3992" y="32517"/>
                </a:lnTo>
                <a:lnTo>
                  <a:pt x="0" y="32517"/>
                </a:lnTo>
                <a:close/>
                <a:moveTo>
                  <a:pt x="10835" y="32517"/>
                </a:moveTo>
                <a:lnTo>
                  <a:pt x="10835" y="8961"/>
                </a:lnTo>
                <a:lnTo>
                  <a:pt x="14428" y="8961"/>
                </a:lnTo>
                <a:lnTo>
                  <a:pt x="14428" y="12288"/>
                </a:lnTo>
                <a:cubicBezTo>
                  <a:pt x="16158" y="9715"/>
                  <a:pt x="18657" y="8429"/>
                  <a:pt x="21925" y="8429"/>
                </a:cubicBezTo>
                <a:cubicBezTo>
                  <a:pt x="23344" y="8429"/>
                  <a:pt x="24649" y="8684"/>
                  <a:pt x="25840" y="9194"/>
                </a:cubicBezTo>
                <a:cubicBezTo>
                  <a:pt x="27030" y="9704"/>
                  <a:pt x="27921" y="10373"/>
                  <a:pt x="28512" y="11201"/>
                </a:cubicBezTo>
                <a:cubicBezTo>
                  <a:pt x="29104" y="12029"/>
                  <a:pt x="29518" y="13013"/>
                  <a:pt x="29755" y="14151"/>
                </a:cubicBezTo>
                <a:cubicBezTo>
                  <a:pt x="29902" y="14891"/>
                  <a:pt x="29976" y="16184"/>
                  <a:pt x="29976" y="18033"/>
                </a:cubicBezTo>
                <a:lnTo>
                  <a:pt x="29976" y="32517"/>
                </a:lnTo>
                <a:lnTo>
                  <a:pt x="25984" y="32517"/>
                </a:lnTo>
                <a:lnTo>
                  <a:pt x="25984" y="18173"/>
                </a:lnTo>
                <a:cubicBezTo>
                  <a:pt x="25984" y="16544"/>
                  <a:pt x="25829" y="15327"/>
                  <a:pt x="25518" y="14520"/>
                </a:cubicBezTo>
                <a:cubicBezTo>
                  <a:pt x="25208" y="13713"/>
                  <a:pt x="24657" y="13069"/>
                  <a:pt x="23866" y="12588"/>
                </a:cubicBezTo>
                <a:cubicBezTo>
                  <a:pt x="23075" y="12107"/>
                  <a:pt x="22147" y="11867"/>
                  <a:pt x="21082" y="11867"/>
                </a:cubicBezTo>
                <a:cubicBezTo>
                  <a:pt x="19381" y="11867"/>
                  <a:pt x="17914" y="12407"/>
                  <a:pt x="16679" y="13488"/>
                </a:cubicBezTo>
                <a:cubicBezTo>
                  <a:pt x="15444" y="14568"/>
                  <a:pt x="14827" y="16618"/>
                  <a:pt x="14827" y="19638"/>
                </a:cubicBezTo>
                <a:lnTo>
                  <a:pt x="14827" y="32517"/>
                </a:lnTo>
                <a:lnTo>
                  <a:pt x="10835" y="32517"/>
                </a:lnTo>
                <a:close/>
                <a:moveTo>
                  <a:pt x="51510" y="32517"/>
                </a:moveTo>
                <a:lnTo>
                  <a:pt x="51510" y="29544"/>
                </a:lnTo>
                <a:cubicBezTo>
                  <a:pt x="50016" y="31881"/>
                  <a:pt x="47821" y="33049"/>
                  <a:pt x="44922" y="33049"/>
                </a:cubicBezTo>
                <a:cubicBezTo>
                  <a:pt x="43044" y="33049"/>
                  <a:pt x="41318" y="32531"/>
                  <a:pt x="39743" y="31496"/>
                </a:cubicBezTo>
                <a:cubicBezTo>
                  <a:pt x="38168" y="30461"/>
                  <a:pt x="36948" y="29016"/>
                  <a:pt x="36083" y="27160"/>
                </a:cubicBezTo>
                <a:cubicBezTo>
                  <a:pt x="35218" y="25304"/>
                  <a:pt x="34786" y="23171"/>
                  <a:pt x="34786" y="20761"/>
                </a:cubicBezTo>
                <a:cubicBezTo>
                  <a:pt x="34786" y="18410"/>
                  <a:pt x="35178" y="16277"/>
                  <a:pt x="35961" y="14362"/>
                </a:cubicBezTo>
                <a:cubicBezTo>
                  <a:pt x="36745" y="12447"/>
                  <a:pt x="37921" y="10979"/>
                  <a:pt x="39488" y="9959"/>
                </a:cubicBezTo>
                <a:cubicBezTo>
                  <a:pt x="41056" y="8939"/>
                  <a:pt x="42808" y="8429"/>
                  <a:pt x="44745" y="8429"/>
                </a:cubicBezTo>
                <a:cubicBezTo>
                  <a:pt x="46164" y="8429"/>
                  <a:pt x="47429" y="8728"/>
                  <a:pt x="48538" y="9327"/>
                </a:cubicBezTo>
                <a:cubicBezTo>
                  <a:pt x="49647" y="9926"/>
                  <a:pt x="50549" y="10706"/>
                  <a:pt x="51244" y="11667"/>
                </a:cubicBezTo>
                <a:lnTo>
                  <a:pt x="51244" y="0"/>
                </a:lnTo>
                <a:lnTo>
                  <a:pt x="55214" y="0"/>
                </a:lnTo>
                <a:lnTo>
                  <a:pt x="55214" y="32517"/>
                </a:lnTo>
                <a:lnTo>
                  <a:pt x="51510" y="32517"/>
                </a:lnTo>
                <a:moveTo>
                  <a:pt x="38889" y="20750"/>
                </a:moveTo>
                <a:cubicBezTo>
                  <a:pt x="38889" y="23755"/>
                  <a:pt x="39525" y="26002"/>
                  <a:pt x="40797" y="27490"/>
                </a:cubicBezTo>
                <a:cubicBezTo>
                  <a:pt x="42068" y="28978"/>
                  <a:pt x="43569" y="29722"/>
                  <a:pt x="45299" y="29722"/>
                </a:cubicBezTo>
                <a:cubicBezTo>
                  <a:pt x="47044" y="29722"/>
                  <a:pt x="48527" y="29011"/>
                  <a:pt x="49747" y="27590"/>
                </a:cubicBezTo>
                <a:cubicBezTo>
                  <a:pt x="50966" y="26168"/>
                  <a:pt x="51576" y="23998"/>
                  <a:pt x="51576" y="21081"/>
                </a:cubicBezTo>
                <a:cubicBezTo>
                  <a:pt x="51576" y="17870"/>
                  <a:pt x="50955" y="15512"/>
                  <a:pt x="49713" y="14010"/>
                </a:cubicBezTo>
                <a:cubicBezTo>
                  <a:pt x="48471" y="12507"/>
                  <a:pt x="46941" y="11756"/>
                  <a:pt x="45122" y="11756"/>
                </a:cubicBezTo>
                <a:cubicBezTo>
                  <a:pt x="43347" y="11756"/>
                  <a:pt x="41865" y="12478"/>
                  <a:pt x="40675" y="13922"/>
                </a:cubicBezTo>
                <a:cubicBezTo>
                  <a:pt x="39484" y="15365"/>
                  <a:pt x="38889" y="17641"/>
                  <a:pt x="38889" y="20750"/>
                </a:cubicBezTo>
                <a:close/>
                <a:moveTo>
                  <a:pt x="77746" y="24931"/>
                </a:moveTo>
                <a:lnTo>
                  <a:pt x="81871" y="25441"/>
                </a:lnTo>
                <a:cubicBezTo>
                  <a:pt x="81221" y="27851"/>
                  <a:pt x="80016" y="29722"/>
                  <a:pt x="78256" y="31053"/>
                </a:cubicBezTo>
                <a:cubicBezTo>
                  <a:pt x="76496" y="32384"/>
                  <a:pt x="74249" y="33049"/>
                  <a:pt x="71513" y="33049"/>
                </a:cubicBezTo>
                <a:cubicBezTo>
                  <a:pt x="68068" y="33049"/>
                  <a:pt x="65336" y="31988"/>
                  <a:pt x="63317" y="29866"/>
                </a:cubicBezTo>
                <a:cubicBezTo>
                  <a:pt x="61299" y="27744"/>
                  <a:pt x="60290" y="24768"/>
                  <a:pt x="60290" y="20938"/>
                </a:cubicBezTo>
                <a:cubicBezTo>
                  <a:pt x="60290" y="16975"/>
                  <a:pt x="61310" y="13900"/>
                  <a:pt x="63351" y="11711"/>
                </a:cubicBezTo>
                <a:cubicBezTo>
                  <a:pt x="65391" y="9523"/>
                  <a:pt x="68038" y="8429"/>
                  <a:pt x="71291" y="8429"/>
                </a:cubicBezTo>
                <a:cubicBezTo>
                  <a:pt x="74441" y="8429"/>
                  <a:pt x="77014" y="9499"/>
                  <a:pt x="79010" y="11640"/>
                </a:cubicBezTo>
                <a:cubicBezTo>
                  <a:pt x="81006" y="13780"/>
                  <a:pt x="82004" y="16792"/>
                  <a:pt x="82004" y="20674"/>
                </a:cubicBezTo>
                <a:cubicBezTo>
                  <a:pt x="82004" y="20910"/>
                  <a:pt x="81997" y="21265"/>
                  <a:pt x="81982" y="21737"/>
                </a:cubicBezTo>
                <a:lnTo>
                  <a:pt x="64415" y="21737"/>
                </a:lnTo>
                <a:cubicBezTo>
                  <a:pt x="64563" y="24317"/>
                  <a:pt x="65295" y="26293"/>
                  <a:pt x="66611" y="27665"/>
                </a:cubicBezTo>
                <a:cubicBezTo>
                  <a:pt x="67927" y="29036"/>
                  <a:pt x="69568" y="29722"/>
                  <a:pt x="71535" y="29722"/>
                </a:cubicBezTo>
                <a:cubicBezTo>
                  <a:pt x="72999" y="29722"/>
                  <a:pt x="74249" y="29341"/>
                  <a:pt x="75284" y="28580"/>
                </a:cubicBezTo>
                <a:cubicBezTo>
                  <a:pt x="76319" y="27818"/>
                  <a:pt x="77139" y="26601"/>
                  <a:pt x="77746" y="24931"/>
                </a:cubicBezTo>
                <a:moveTo>
                  <a:pt x="64637" y="18410"/>
                </a:moveTo>
                <a:lnTo>
                  <a:pt x="77790" y="18410"/>
                </a:lnTo>
                <a:cubicBezTo>
                  <a:pt x="77613" y="16461"/>
                  <a:pt x="77110" y="14999"/>
                  <a:pt x="76282" y="14024"/>
                </a:cubicBezTo>
                <a:cubicBezTo>
                  <a:pt x="75010" y="12512"/>
                  <a:pt x="73361" y="11756"/>
                  <a:pt x="71336" y="11756"/>
                </a:cubicBezTo>
                <a:cubicBezTo>
                  <a:pt x="69502" y="11756"/>
                  <a:pt x="67960" y="12359"/>
                  <a:pt x="66711" y="13567"/>
                </a:cubicBezTo>
                <a:cubicBezTo>
                  <a:pt x="65461" y="14774"/>
                  <a:pt x="64770" y="16388"/>
                  <a:pt x="64637" y="18410"/>
                </a:cubicBezTo>
                <a:close/>
                <a:moveTo>
                  <a:pt x="84352" y="32517"/>
                </a:moveTo>
                <a:lnTo>
                  <a:pt x="92958" y="20273"/>
                </a:lnTo>
                <a:lnTo>
                  <a:pt x="84995" y="8961"/>
                </a:lnTo>
                <a:lnTo>
                  <a:pt x="89986" y="8961"/>
                </a:lnTo>
                <a:lnTo>
                  <a:pt x="93601" y="14484"/>
                </a:lnTo>
                <a:cubicBezTo>
                  <a:pt x="94281" y="15534"/>
                  <a:pt x="94828" y="16414"/>
                  <a:pt x="95242" y="17123"/>
                </a:cubicBezTo>
                <a:cubicBezTo>
                  <a:pt x="95893" y="16147"/>
                  <a:pt x="96492" y="15282"/>
                  <a:pt x="97039" y="14528"/>
                </a:cubicBezTo>
                <a:lnTo>
                  <a:pt x="101009" y="8961"/>
                </a:lnTo>
                <a:lnTo>
                  <a:pt x="105778" y="8961"/>
                </a:lnTo>
                <a:lnTo>
                  <a:pt x="97638" y="20051"/>
                </a:lnTo>
                <a:lnTo>
                  <a:pt x="106399" y="32517"/>
                </a:lnTo>
                <a:lnTo>
                  <a:pt x="101497" y="32517"/>
                </a:lnTo>
                <a:lnTo>
                  <a:pt x="96662" y="25197"/>
                </a:lnTo>
                <a:lnTo>
                  <a:pt x="95375" y="23223"/>
                </a:lnTo>
                <a:lnTo>
                  <a:pt x="89187" y="32517"/>
                </a:lnTo>
                <a:lnTo>
                  <a:pt x="84352" y="32517"/>
                </a:lnTo>
                <a:close/>
                <a:moveTo>
                  <a:pt x="109949" y="32517"/>
                </a:moveTo>
                <a:lnTo>
                  <a:pt x="109949" y="27947"/>
                </a:lnTo>
                <a:lnTo>
                  <a:pt x="114496" y="27947"/>
                </a:lnTo>
                <a:lnTo>
                  <a:pt x="114496" y="32517"/>
                </a:lnTo>
                <a:lnTo>
                  <a:pt x="109949" y="32517"/>
                </a:lnTo>
                <a:close/>
                <a:moveTo>
                  <a:pt x="121446" y="32517"/>
                </a:moveTo>
                <a:lnTo>
                  <a:pt x="121446" y="8961"/>
                </a:lnTo>
                <a:lnTo>
                  <a:pt x="125017" y="8961"/>
                </a:lnTo>
                <a:lnTo>
                  <a:pt x="125017" y="12244"/>
                </a:lnTo>
                <a:cubicBezTo>
                  <a:pt x="125756" y="11097"/>
                  <a:pt x="126740" y="10174"/>
                  <a:pt x="127967" y="9476"/>
                </a:cubicBezTo>
                <a:cubicBezTo>
                  <a:pt x="129194" y="8778"/>
                  <a:pt x="130592" y="8429"/>
                  <a:pt x="132159" y="8429"/>
                </a:cubicBezTo>
                <a:cubicBezTo>
                  <a:pt x="133904" y="8429"/>
                  <a:pt x="135335" y="8789"/>
                  <a:pt x="136451" y="9510"/>
                </a:cubicBezTo>
                <a:cubicBezTo>
                  <a:pt x="137568" y="10230"/>
                  <a:pt x="138355" y="11238"/>
                  <a:pt x="138813" y="12532"/>
                </a:cubicBezTo>
                <a:cubicBezTo>
                  <a:pt x="140676" y="9796"/>
                  <a:pt x="143102" y="8429"/>
                  <a:pt x="146089" y="8429"/>
                </a:cubicBezTo>
                <a:cubicBezTo>
                  <a:pt x="148425" y="8429"/>
                  <a:pt x="150221" y="9076"/>
                  <a:pt x="151478" y="10369"/>
                </a:cubicBezTo>
                <a:cubicBezTo>
                  <a:pt x="152735" y="11663"/>
                  <a:pt x="153364" y="13656"/>
                  <a:pt x="153364" y="16347"/>
                </a:cubicBezTo>
                <a:lnTo>
                  <a:pt x="153364" y="32517"/>
                </a:lnTo>
                <a:lnTo>
                  <a:pt x="149393" y="32517"/>
                </a:lnTo>
                <a:lnTo>
                  <a:pt x="149393" y="17662"/>
                </a:lnTo>
                <a:cubicBezTo>
                  <a:pt x="149393" y="16063"/>
                  <a:pt x="149264" y="14912"/>
                  <a:pt x="149005" y="14209"/>
                </a:cubicBezTo>
                <a:cubicBezTo>
                  <a:pt x="148746" y="13506"/>
                  <a:pt x="148277" y="12940"/>
                  <a:pt x="147597" y="12510"/>
                </a:cubicBezTo>
                <a:cubicBezTo>
                  <a:pt x="146917" y="12081"/>
                  <a:pt x="146118" y="11867"/>
                  <a:pt x="145201" y="11867"/>
                </a:cubicBezTo>
                <a:cubicBezTo>
                  <a:pt x="143545" y="11867"/>
                  <a:pt x="142170" y="12418"/>
                  <a:pt x="141076" y="13521"/>
                </a:cubicBezTo>
                <a:cubicBezTo>
                  <a:pt x="139981" y="14624"/>
                  <a:pt x="139434" y="16389"/>
                  <a:pt x="139434" y="18817"/>
                </a:cubicBezTo>
                <a:lnTo>
                  <a:pt x="139434" y="32517"/>
                </a:lnTo>
                <a:lnTo>
                  <a:pt x="135442" y="32517"/>
                </a:lnTo>
                <a:lnTo>
                  <a:pt x="135442" y="17195"/>
                </a:lnTo>
                <a:cubicBezTo>
                  <a:pt x="135442" y="15419"/>
                  <a:pt x="135117" y="14087"/>
                  <a:pt x="134466" y="13199"/>
                </a:cubicBezTo>
                <a:cubicBezTo>
                  <a:pt x="133815" y="12311"/>
                  <a:pt x="132751" y="11867"/>
                  <a:pt x="131272" y="11867"/>
                </a:cubicBezTo>
                <a:cubicBezTo>
                  <a:pt x="130148" y="11867"/>
                  <a:pt x="129109" y="12163"/>
                  <a:pt x="128156" y="12755"/>
                </a:cubicBezTo>
                <a:cubicBezTo>
                  <a:pt x="127202" y="13347"/>
                  <a:pt x="126511" y="14213"/>
                  <a:pt x="126082" y="15353"/>
                </a:cubicBezTo>
                <a:cubicBezTo>
                  <a:pt x="125653" y="16493"/>
                  <a:pt x="125438" y="18136"/>
                  <a:pt x="125438" y="20282"/>
                </a:cubicBezTo>
                <a:lnTo>
                  <a:pt x="125438" y="32517"/>
                </a:lnTo>
                <a:lnTo>
                  <a:pt x="121446" y="32517"/>
                </a:lnTo>
                <a:close/>
                <a:moveTo>
                  <a:pt x="173160" y="32517"/>
                </a:moveTo>
                <a:lnTo>
                  <a:pt x="173160" y="29544"/>
                </a:lnTo>
                <a:cubicBezTo>
                  <a:pt x="171666" y="31881"/>
                  <a:pt x="169470" y="33049"/>
                  <a:pt x="166572" y="33049"/>
                </a:cubicBezTo>
                <a:cubicBezTo>
                  <a:pt x="164694" y="33049"/>
                  <a:pt x="162968" y="32531"/>
                  <a:pt x="161393" y="31496"/>
                </a:cubicBezTo>
                <a:cubicBezTo>
                  <a:pt x="159818" y="30461"/>
                  <a:pt x="158598" y="29016"/>
                  <a:pt x="157733" y="27160"/>
                </a:cubicBezTo>
                <a:cubicBezTo>
                  <a:pt x="156868" y="25304"/>
                  <a:pt x="156436" y="23171"/>
                  <a:pt x="156436" y="20761"/>
                </a:cubicBezTo>
                <a:cubicBezTo>
                  <a:pt x="156436" y="18410"/>
                  <a:pt x="156828" y="16277"/>
                  <a:pt x="157611" y="14362"/>
                </a:cubicBezTo>
                <a:cubicBezTo>
                  <a:pt x="158395" y="12447"/>
                  <a:pt x="159570" y="10979"/>
                  <a:pt x="161138" y="9959"/>
                </a:cubicBezTo>
                <a:cubicBezTo>
                  <a:pt x="162705" y="8939"/>
                  <a:pt x="164458" y="8429"/>
                  <a:pt x="166395" y="8429"/>
                </a:cubicBezTo>
                <a:cubicBezTo>
                  <a:pt x="167814" y="8429"/>
                  <a:pt x="169079" y="8728"/>
                  <a:pt x="170188" y="9327"/>
                </a:cubicBezTo>
                <a:cubicBezTo>
                  <a:pt x="171297" y="9926"/>
                  <a:pt x="172199" y="10706"/>
                  <a:pt x="172894" y="11667"/>
                </a:cubicBezTo>
                <a:lnTo>
                  <a:pt x="172894" y="0"/>
                </a:lnTo>
                <a:lnTo>
                  <a:pt x="176864" y="0"/>
                </a:lnTo>
                <a:lnTo>
                  <a:pt x="176864" y="32517"/>
                </a:lnTo>
                <a:lnTo>
                  <a:pt x="173160" y="32517"/>
                </a:lnTo>
                <a:moveTo>
                  <a:pt x="160539" y="20750"/>
                </a:moveTo>
                <a:cubicBezTo>
                  <a:pt x="160539" y="23755"/>
                  <a:pt x="161175" y="26002"/>
                  <a:pt x="162447" y="27490"/>
                </a:cubicBezTo>
                <a:cubicBezTo>
                  <a:pt x="163718" y="28978"/>
                  <a:pt x="165219" y="29722"/>
                  <a:pt x="166949" y="29722"/>
                </a:cubicBezTo>
                <a:cubicBezTo>
                  <a:pt x="168694" y="29722"/>
                  <a:pt x="170176" y="29011"/>
                  <a:pt x="171396" y="27590"/>
                </a:cubicBezTo>
                <a:cubicBezTo>
                  <a:pt x="172616" y="26168"/>
                  <a:pt x="173226" y="23998"/>
                  <a:pt x="173226" y="21081"/>
                </a:cubicBezTo>
                <a:cubicBezTo>
                  <a:pt x="173226" y="17870"/>
                  <a:pt x="172605" y="15512"/>
                  <a:pt x="171363" y="14010"/>
                </a:cubicBezTo>
                <a:cubicBezTo>
                  <a:pt x="170121" y="12507"/>
                  <a:pt x="168591" y="11756"/>
                  <a:pt x="166772" y="11756"/>
                </a:cubicBezTo>
                <a:cubicBezTo>
                  <a:pt x="164997" y="11756"/>
                  <a:pt x="163515" y="12478"/>
                  <a:pt x="162325" y="13922"/>
                </a:cubicBezTo>
                <a:cubicBezTo>
                  <a:pt x="161134" y="15365"/>
                  <a:pt x="160539" y="17641"/>
                  <a:pt x="160539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CC299-D0E4-4A15-BAC1-4B234FC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0" y="406100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Text labelling.md">
            <a:extLst xmlns:a="http://schemas.openxmlformats.org/drawingml/2006/main">
              <a:ext uri="{FF2B5EF4-FFF2-40B4-BE49-F238E27FC236}">
                <a16:creationId xmlns:a16="http://schemas.microsoft.com/office/drawing/2014/main" id="{99A6AB4C-4CBD-4618-9CCE-9D2D9D2F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27" y="4067575"/>
            <a:ext cx="238527" cy="42099"/>
          </a:xfrm>
          <a:custGeom xmlns:a="http://schemas.openxmlformats.org/drawingml/2006/main">
            <a:pathLst>
              <a:path w="238527" h="42099">
                <a:moveTo>
                  <a:pt x="0" y="32517"/>
                </a:moveTo>
                <a:lnTo>
                  <a:pt x="0" y="0"/>
                </a:lnTo>
                <a:lnTo>
                  <a:pt x="3992" y="0"/>
                </a:lnTo>
                <a:lnTo>
                  <a:pt x="3992" y="32517"/>
                </a:lnTo>
                <a:lnTo>
                  <a:pt x="0" y="32517"/>
                </a:lnTo>
                <a:close/>
                <a:moveTo>
                  <a:pt x="26317" y="29608"/>
                </a:moveTo>
                <a:cubicBezTo>
                  <a:pt x="24838" y="30866"/>
                  <a:pt x="23415" y="31754"/>
                  <a:pt x="22047" y="32272"/>
                </a:cubicBezTo>
                <a:cubicBezTo>
                  <a:pt x="20679" y="32790"/>
                  <a:pt x="19211" y="33049"/>
                  <a:pt x="17644" y="33049"/>
                </a:cubicBezTo>
                <a:cubicBezTo>
                  <a:pt x="15056" y="33049"/>
                  <a:pt x="13067" y="32416"/>
                  <a:pt x="11677" y="31151"/>
                </a:cubicBezTo>
                <a:cubicBezTo>
                  <a:pt x="10287" y="29886"/>
                  <a:pt x="9592" y="28269"/>
                  <a:pt x="9592" y="26301"/>
                </a:cubicBezTo>
                <a:cubicBezTo>
                  <a:pt x="9592" y="25147"/>
                  <a:pt x="9855" y="24093"/>
                  <a:pt x="10380" y="23139"/>
                </a:cubicBezTo>
                <a:cubicBezTo>
                  <a:pt x="10905" y="22184"/>
                  <a:pt x="11592" y="21419"/>
                  <a:pt x="12443" y="20841"/>
                </a:cubicBezTo>
                <a:cubicBezTo>
                  <a:pt x="13293" y="20264"/>
                  <a:pt x="14250" y="19828"/>
                  <a:pt x="15315" y="19532"/>
                </a:cubicBezTo>
                <a:cubicBezTo>
                  <a:pt x="16099" y="19325"/>
                  <a:pt x="17282" y="19125"/>
                  <a:pt x="18864" y="18932"/>
                </a:cubicBezTo>
                <a:cubicBezTo>
                  <a:pt x="22088" y="18551"/>
                  <a:pt x="24461" y="18096"/>
                  <a:pt x="25984" y="17567"/>
                </a:cubicBezTo>
                <a:cubicBezTo>
                  <a:pt x="25999" y="17022"/>
                  <a:pt x="26006" y="16676"/>
                  <a:pt x="26006" y="16529"/>
                </a:cubicBezTo>
                <a:cubicBezTo>
                  <a:pt x="26006" y="14908"/>
                  <a:pt x="25629" y="13766"/>
                  <a:pt x="24875" y="13104"/>
                </a:cubicBezTo>
                <a:cubicBezTo>
                  <a:pt x="23855" y="12205"/>
                  <a:pt x="22339" y="11756"/>
                  <a:pt x="20328" y="11756"/>
                </a:cubicBezTo>
                <a:cubicBezTo>
                  <a:pt x="18450" y="11756"/>
                  <a:pt x="17064" y="12085"/>
                  <a:pt x="16169" y="12743"/>
                </a:cubicBezTo>
                <a:cubicBezTo>
                  <a:pt x="15274" y="13401"/>
                  <a:pt x="14613" y="14565"/>
                  <a:pt x="14184" y="16236"/>
                </a:cubicBezTo>
                <a:lnTo>
                  <a:pt x="10280" y="15704"/>
                </a:lnTo>
                <a:cubicBezTo>
                  <a:pt x="10635" y="14028"/>
                  <a:pt x="11219" y="12674"/>
                  <a:pt x="12032" y="11643"/>
                </a:cubicBezTo>
                <a:cubicBezTo>
                  <a:pt x="12846" y="10612"/>
                  <a:pt x="14021" y="9819"/>
                  <a:pt x="15559" y="9263"/>
                </a:cubicBezTo>
                <a:cubicBezTo>
                  <a:pt x="17097" y="8707"/>
                  <a:pt x="18879" y="8429"/>
                  <a:pt x="20905" y="8429"/>
                </a:cubicBezTo>
                <a:cubicBezTo>
                  <a:pt x="22916" y="8429"/>
                  <a:pt x="24550" y="8665"/>
                  <a:pt x="25806" y="9138"/>
                </a:cubicBezTo>
                <a:cubicBezTo>
                  <a:pt x="27063" y="9612"/>
                  <a:pt x="27988" y="10207"/>
                  <a:pt x="28579" y="10924"/>
                </a:cubicBezTo>
                <a:cubicBezTo>
                  <a:pt x="29170" y="11641"/>
                  <a:pt x="29585" y="12547"/>
                  <a:pt x="29821" y="13641"/>
                </a:cubicBezTo>
                <a:cubicBezTo>
                  <a:pt x="29954" y="14321"/>
                  <a:pt x="30021" y="15549"/>
                  <a:pt x="30021" y="17323"/>
                </a:cubicBezTo>
                <a:lnTo>
                  <a:pt x="30021" y="22646"/>
                </a:lnTo>
                <a:cubicBezTo>
                  <a:pt x="30021" y="26358"/>
                  <a:pt x="30106" y="28705"/>
                  <a:pt x="30276" y="29689"/>
                </a:cubicBezTo>
                <a:cubicBezTo>
                  <a:pt x="30446" y="30672"/>
                  <a:pt x="30782" y="31615"/>
                  <a:pt x="31285" y="32517"/>
                </a:cubicBezTo>
                <a:lnTo>
                  <a:pt x="27115" y="32517"/>
                </a:lnTo>
                <a:cubicBezTo>
                  <a:pt x="26701" y="31688"/>
                  <a:pt x="26435" y="30718"/>
                  <a:pt x="26317" y="29608"/>
                </a:cubicBezTo>
                <a:moveTo>
                  <a:pt x="25984" y="20672"/>
                </a:moveTo>
                <a:cubicBezTo>
                  <a:pt x="24535" y="21269"/>
                  <a:pt x="22361" y="21776"/>
                  <a:pt x="19463" y="22193"/>
                </a:cubicBezTo>
                <a:cubicBezTo>
                  <a:pt x="17821" y="22430"/>
                  <a:pt x="16661" y="22698"/>
                  <a:pt x="15980" y="22995"/>
                </a:cubicBezTo>
                <a:cubicBezTo>
                  <a:pt x="15300" y="23292"/>
                  <a:pt x="14775" y="23726"/>
                  <a:pt x="14406" y="24298"/>
                </a:cubicBezTo>
                <a:cubicBezTo>
                  <a:pt x="14036" y="24870"/>
                  <a:pt x="13851" y="25504"/>
                  <a:pt x="13851" y="26202"/>
                </a:cubicBezTo>
                <a:cubicBezTo>
                  <a:pt x="13851" y="27271"/>
                  <a:pt x="14254" y="28162"/>
                  <a:pt x="15060" y="28875"/>
                </a:cubicBezTo>
                <a:cubicBezTo>
                  <a:pt x="15866" y="29587"/>
                  <a:pt x="17045" y="29944"/>
                  <a:pt x="18598" y="29944"/>
                </a:cubicBezTo>
                <a:cubicBezTo>
                  <a:pt x="20136" y="29944"/>
                  <a:pt x="21503" y="29606"/>
                  <a:pt x="22701" y="28930"/>
                </a:cubicBezTo>
                <a:cubicBezTo>
                  <a:pt x="23899" y="28254"/>
                  <a:pt x="24779" y="27329"/>
                  <a:pt x="25341" y="26155"/>
                </a:cubicBezTo>
                <a:cubicBezTo>
                  <a:pt x="25769" y="25248"/>
                  <a:pt x="25984" y="23911"/>
                  <a:pt x="25984" y="22143"/>
                </a:cubicBezTo>
                <a:lnTo>
                  <a:pt x="25984" y="20672"/>
                </a:lnTo>
                <a:close/>
                <a:moveTo>
                  <a:pt x="40020" y="32517"/>
                </a:moveTo>
                <a:lnTo>
                  <a:pt x="36316" y="32517"/>
                </a:lnTo>
                <a:lnTo>
                  <a:pt x="36316" y="0"/>
                </a:lnTo>
                <a:lnTo>
                  <a:pt x="40309" y="0"/>
                </a:lnTo>
                <a:lnTo>
                  <a:pt x="40309" y="11643"/>
                </a:lnTo>
                <a:cubicBezTo>
                  <a:pt x="41994" y="9500"/>
                  <a:pt x="44146" y="8429"/>
                  <a:pt x="46763" y="8429"/>
                </a:cubicBezTo>
                <a:cubicBezTo>
                  <a:pt x="48212" y="8429"/>
                  <a:pt x="49584" y="8721"/>
                  <a:pt x="50878" y="9305"/>
                </a:cubicBezTo>
                <a:cubicBezTo>
                  <a:pt x="52172" y="9889"/>
                  <a:pt x="53236" y="10709"/>
                  <a:pt x="54072" y="11767"/>
                </a:cubicBezTo>
                <a:cubicBezTo>
                  <a:pt x="54907" y="12824"/>
                  <a:pt x="55562" y="14099"/>
                  <a:pt x="56035" y="15593"/>
                </a:cubicBezTo>
                <a:cubicBezTo>
                  <a:pt x="56508" y="17086"/>
                  <a:pt x="56745" y="18683"/>
                  <a:pt x="56745" y="20384"/>
                </a:cubicBezTo>
                <a:cubicBezTo>
                  <a:pt x="56745" y="24421"/>
                  <a:pt x="55746" y="27541"/>
                  <a:pt x="53750" y="29744"/>
                </a:cubicBezTo>
                <a:cubicBezTo>
                  <a:pt x="51754" y="31947"/>
                  <a:pt x="49358" y="33049"/>
                  <a:pt x="46564" y="33049"/>
                </a:cubicBezTo>
                <a:cubicBezTo>
                  <a:pt x="43784" y="33049"/>
                  <a:pt x="41603" y="31873"/>
                  <a:pt x="40020" y="29522"/>
                </a:cubicBezTo>
                <a:lnTo>
                  <a:pt x="40020" y="32517"/>
                </a:lnTo>
                <a:moveTo>
                  <a:pt x="39976" y="20562"/>
                </a:moveTo>
                <a:cubicBezTo>
                  <a:pt x="39976" y="23372"/>
                  <a:pt x="40361" y="25403"/>
                  <a:pt x="41129" y="26654"/>
                </a:cubicBezTo>
                <a:cubicBezTo>
                  <a:pt x="42386" y="28699"/>
                  <a:pt x="44087" y="29722"/>
                  <a:pt x="46231" y="29722"/>
                </a:cubicBezTo>
                <a:cubicBezTo>
                  <a:pt x="47976" y="29722"/>
                  <a:pt x="49484" y="28968"/>
                  <a:pt x="50756" y="27459"/>
                </a:cubicBezTo>
                <a:cubicBezTo>
                  <a:pt x="52027" y="25951"/>
                  <a:pt x="52663" y="23704"/>
                  <a:pt x="52663" y="20717"/>
                </a:cubicBezTo>
                <a:cubicBezTo>
                  <a:pt x="52663" y="17656"/>
                  <a:pt x="52053" y="15398"/>
                  <a:pt x="50833" y="13941"/>
                </a:cubicBezTo>
                <a:cubicBezTo>
                  <a:pt x="49613" y="12484"/>
                  <a:pt x="48138" y="11756"/>
                  <a:pt x="46408" y="11756"/>
                </a:cubicBezTo>
                <a:cubicBezTo>
                  <a:pt x="44664" y="11756"/>
                  <a:pt x="43155" y="12510"/>
                  <a:pt x="41884" y="14018"/>
                </a:cubicBezTo>
                <a:cubicBezTo>
                  <a:pt x="40612" y="15526"/>
                  <a:pt x="39976" y="17708"/>
                  <a:pt x="39976" y="20562"/>
                </a:cubicBezTo>
                <a:close/>
                <a:moveTo>
                  <a:pt x="77857" y="24931"/>
                </a:moveTo>
                <a:lnTo>
                  <a:pt x="81982" y="25441"/>
                </a:lnTo>
                <a:cubicBezTo>
                  <a:pt x="81332" y="27851"/>
                  <a:pt x="80126" y="29722"/>
                  <a:pt x="78367" y="31053"/>
                </a:cubicBezTo>
                <a:cubicBezTo>
                  <a:pt x="76607" y="32384"/>
                  <a:pt x="74359" y="33049"/>
                  <a:pt x="71624" y="33049"/>
                </a:cubicBezTo>
                <a:cubicBezTo>
                  <a:pt x="68179" y="33049"/>
                  <a:pt x="65447" y="31988"/>
                  <a:pt x="63428" y="29866"/>
                </a:cubicBezTo>
                <a:cubicBezTo>
                  <a:pt x="61410" y="27744"/>
                  <a:pt x="60401" y="24768"/>
                  <a:pt x="60401" y="20938"/>
                </a:cubicBezTo>
                <a:cubicBezTo>
                  <a:pt x="60401" y="16975"/>
                  <a:pt x="61421" y="13900"/>
                  <a:pt x="63461" y="11711"/>
                </a:cubicBezTo>
                <a:cubicBezTo>
                  <a:pt x="65502" y="9523"/>
                  <a:pt x="68149" y="8429"/>
                  <a:pt x="71402" y="8429"/>
                </a:cubicBezTo>
                <a:cubicBezTo>
                  <a:pt x="74552" y="8429"/>
                  <a:pt x="77125" y="9499"/>
                  <a:pt x="79121" y="11640"/>
                </a:cubicBezTo>
                <a:cubicBezTo>
                  <a:pt x="81117" y="13780"/>
                  <a:pt x="82115" y="16792"/>
                  <a:pt x="82115" y="20674"/>
                </a:cubicBezTo>
                <a:cubicBezTo>
                  <a:pt x="82115" y="20910"/>
                  <a:pt x="82108" y="21265"/>
                  <a:pt x="82093" y="21737"/>
                </a:cubicBezTo>
                <a:lnTo>
                  <a:pt x="64526" y="21737"/>
                </a:lnTo>
                <a:cubicBezTo>
                  <a:pt x="64674" y="24317"/>
                  <a:pt x="65406" y="26293"/>
                  <a:pt x="66722" y="27665"/>
                </a:cubicBezTo>
                <a:cubicBezTo>
                  <a:pt x="68038" y="29036"/>
                  <a:pt x="69679" y="29722"/>
                  <a:pt x="71646" y="29722"/>
                </a:cubicBezTo>
                <a:cubicBezTo>
                  <a:pt x="73110" y="29722"/>
                  <a:pt x="74359" y="29341"/>
                  <a:pt x="75395" y="28580"/>
                </a:cubicBezTo>
                <a:cubicBezTo>
                  <a:pt x="76430" y="27818"/>
                  <a:pt x="77250" y="26601"/>
                  <a:pt x="77857" y="24931"/>
                </a:cubicBezTo>
                <a:moveTo>
                  <a:pt x="64748" y="18410"/>
                </a:moveTo>
                <a:lnTo>
                  <a:pt x="77901" y="18410"/>
                </a:lnTo>
                <a:cubicBezTo>
                  <a:pt x="77724" y="16461"/>
                  <a:pt x="77221" y="14999"/>
                  <a:pt x="76393" y="14024"/>
                </a:cubicBezTo>
                <a:cubicBezTo>
                  <a:pt x="75121" y="12512"/>
                  <a:pt x="73472" y="11756"/>
                  <a:pt x="71446" y="11756"/>
                </a:cubicBezTo>
                <a:cubicBezTo>
                  <a:pt x="69613" y="11756"/>
                  <a:pt x="68071" y="12359"/>
                  <a:pt x="66822" y="13567"/>
                </a:cubicBezTo>
                <a:cubicBezTo>
                  <a:pt x="65572" y="14774"/>
                  <a:pt x="64881" y="16388"/>
                  <a:pt x="64748" y="18410"/>
                </a:cubicBezTo>
                <a:close/>
                <a:moveTo>
                  <a:pt x="87036" y="32517"/>
                </a:moveTo>
                <a:lnTo>
                  <a:pt x="87036" y="0"/>
                </a:lnTo>
                <a:lnTo>
                  <a:pt x="91028" y="0"/>
                </a:lnTo>
                <a:lnTo>
                  <a:pt x="91028" y="32517"/>
                </a:lnTo>
                <a:lnTo>
                  <a:pt x="87036" y="32517"/>
                </a:lnTo>
                <a:close/>
                <a:moveTo>
                  <a:pt x="97892" y="32517"/>
                </a:moveTo>
                <a:lnTo>
                  <a:pt x="97892" y="0"/>
                </a:lnTo>
                <a:lnTo>
                  <a:pt x="101885" y="0"/>
                </a:lnTo>
                <a:lnTo>
                  <a:pt x="101885" y="32517"/>
                </a:lnTo>
                <a:lnTo>
                  <a:pt x="97892" y="32517"/>
                </a:lnTo>
                <a:close/>
                <a:moveTo>
                  <a:pt x="108860" y="4614"/>
                </a:moveTo>
                <a:lnTo>
                  <a:pt x="108860" y="0"/>
                </a:lnTo>
                <a:lnTo>
                  <a:pt x="112852" y="0"/>
                </a:lnTo>
                <a:lnTo>
                  <a:pt x="112852" y="4614"/>
                </a:lnTo>
                <a:lnTo>
                  <a:pt x="108860" y="4614"/>
                </a:lnTo>
                <a:moveTo>
                  <a:pt x="108860" y="32517"/>
                </a:moveTo>
                <a:lnTo>
                  <a:pt x="108860" y="8961"/>
                </a:lnTo>
                <a:lnTo>
                  <a:pt x="112852" y="8961"/>
                </a:lnTo>
                <a:lnTo>
                  <a:pt x="112852" y="32517"/>
                </a:lnTo>
                <a:lnTo>
                  <a:pt x="108860" y="32517"/>
                </a:lnTo>
                <a:close/>
                <a:moveTo>
                  <a:pt x="119694" y="32517"/>
                </a:moveTo>
                <a:lnTo>
                  <a:pt x="119694" y="8961"/>
                </a:lnTo>
                <a:lnTo>
                  <a:pt x="123288" y="8961"/>
                </a:lnTo>
                <a:lnTo>
                  <a:pt x="123288" y="12288"/>
                </a:lnTo>
                <a:cubicBezTo>
                  <a:pt x="125018" y="9715"/>
                  <a:pt x="127517" y="8429"/>
                  <a:pt x="130785" y="8429"/>
                </a:cubicBezTo>
                <a:cubicBezTo>
                  <a:pt x="132204" y="8429"/>
                  <a:pt x="133509" y="8684"/>
                  <a:pt x="134700" y="9194"/>
                </a:cubicBezTo>
                <a:cubicBezTo>
                  <a:pt x="135890" y="9704"/>
                  <a:pt x="136781" y="10373"/>
                  <a:pt x="137372" y="11201"/>
                </a:cubicBezTo>
                <a:cubicBezTo>
                  <a:pt x="137964" y="12029"/>
                  <a:pt x="138378" y="13013"/>
                  <a:pt x="138614" y="14151"/>
                </a:cubicBezTo>
                <a:cubicBezTo>
                  <a:pt x="138762" y="14891"/>
                  <a:pt x="138836" y="16184"/>
                  <a:pt x="138836" y="18033"/>
                </a:cubicBezTo>
                <a:lnTo>
                  <a:pt x="138836" y="32517"/>
                </a:lnTo>
                <a:lnTo>
                  <a:pt x="134844" y="32517"/>
                </a:lnTo>
                <a:lnTo>
                  <a:pt x="134844" y="18173"/>
                </a:lnTo>
                <a:cubicBezTo>
                  <a:pt x="134844" y="16544"/>
                  <a:pt x="134688" y="15327"/>
                  <a:pt x="134378" y="14520"/>
                </a:cubicBezTo>
                <a:cubicBezTo>
                  <a:pt x="134067" y="13713"/>
                  <a:pt x="133517" y="13069"/>
                  <a:pt x="132725" y="12588"/>
                </a:cubicBezTo>
                <a:cubicBezTo>
                  <a:pt x="131934" y="12107"/>
                  <a:pt x="131007" y="11867"/>
                  <a:pt x="129942" y="11867"/>
                </a:cubicBezTo>
                <a:cubicBezTo>
                  <a:pt x="128241" y="11867"/>
                  <a:pt x="126774" y="12407"/>
                  <a:pt x="125539" y="13488"/>
                </a:cubicBezTo>
                <a:cubicBezTo>
                  <a:pt x="124304" y="14568"/>
                  <a:pt x="123687" y="16618"/>
                  <a:pt x="123687" y="19638"/>
                </a:cubicBezTo>
                <a:lnTo>
                  <a:pt x="123687" y="32517"/>
                </a:lnTo>
                <a:lnTo>
                  <a:pt x="119694" y="32517"/>
                </a:lnTo>
                <a:close/>
                <a:moveTo>
                  <a:pt x="144356" y="34469"/>
                </a:moveTo>
                <a:lnTo>
                  <a:pt x="148237" y="35045"/>
                </a:lnTo>
                <a:cubicBezTo>
                  <a:pt x="148400" y="36243"/>
                  <a:pt x="148851" y="37115"/>
                  <a:pt x="149590" y="37662"/>
                </a:cubicBezTo>
                <a:cubicBezTo>
                  <a:pt x="150581" y="38402"/>
                  <a:pt x="151934" y="38772"/>
                  <a:pt x="153649" y="38772"/>
                </a:cubicBezTo>
                <a:cubicBezTo>
                  <a:pt x="155498" y="38772"/>
                  <a:pt x="156924" y="38401"/>
                  <a:pt x="157930" y="37660"/>
                </a:cubicBezTo>
                <a:cubicBezTo>
                  <a:pt x="158936" y="36919"/>
                  <a:pt x="159616" y="35882"/>
                  <a:pt x="159971" y="34548"/>
                </a:cubicBezTo>
                <a:cubicBezTo>
                  <a:pt x="160178" y="33733"/>
                  <a:pt x="160274" y="32021"/>
                  <a:pt x="160259" y="29413"/>
                </a:cubicBezTo>
                <a:cubicBezTo>
                  <a:pt x="158514" y="31482"/>
                  <a:pt x="156340" y="32517"/>
                  <a:pt x="153738" y="32517"/>
                </a:cubicBezTo>
                <a:cubicBezTo>
                  <a:pt x="150500" y="32517"/>
                  <a:pt x="147993" y="31348"/>
                  <a:pt x="146219" y="29012"/>
                </a:cubicBezTo>
                <a:cubicBezTo>
                  <a:pt x="144444" y="26676"/>
                  <a:pt x="143557" y="23874"/>
                  <a:pt x="143557" y="20606"/>
                </a:cubicBezTo>
                <a:cubicBezTo>
                  <a:pt x="143557" y="18358"/>
                  <a:pt x="143964" y="16284"/>
                  <a:pt x="144777" y="14384"/>
                </a:cubicBezTo>
                <a:cubicBezTo>
                  <a:pt x="145590" y="12484"/>
                  <a:pt x="146769" y="11016"/>
                  <a:pt x="148315" y="9981"/>
                </a:cubicBezTo>
                <a:cubicBezTo>
                  <a:pt x="149860" y="8946"/>
                  <a:pt x="151675" y="8429"/>
                  <a:pt x="153760" y="8429"/>
                </a:cubicBezTo>
                <a:cubicBezTo>
                  <a:pt x="156540" y="8429"/>
                  <a:pt x="158832" y="9560"/>
                  <a:pt x="160636" y="11822"/>
                </a:cubicBezTo>
                <a:lnTo>
                  <a:pt x="160636" y="8961"/>
                </a:lnTo>
                <a:lnTo>
                  <a:pt x="164318" y="8961"/>
                </a:lnTo>
                <a:lnTo>
                  <a:pt x="164318" y="29336"/>
                </a:lnTo>
                <a:cubicBezTo>
                  <a:pt x="164318" y="33006"/>
                  <a:pt x="163945" y="35606"/>
                  <a:pt x="163198" y="37138"/>
                </a:cubicBezTo>
                <a:cubicBezTo>
                  <a:pt x="162451" y="38669"/>
                  <a:pt x="161268" y="39879"/>
                  <a:pt x="159649" y="40766"/>
                </a:cubicBezTo>
                <a:cubicBezTo>
                  <a:pt x="158030" y="41655"/>
                  <a:pt x="156037" y="42099"/>
                  <a:pt x="153671" y="42099"/>
                </a:cubicBezTo>
                <a:cubicBezTo>
                  <a:pt x="150862" y="42099"/>
                  <a:pt x="148592" y="41465"/>
                  <a:pt x="146862" y="40197"/>
                </a:cubicBezTo>
                <a:cubicBezTo>
                  <a:pt x="145132" y="38929"/>
                  <a:pt x="144296" y="37019"/>
                  <a:pt x="144356" y="34469"/>
                </a:cubicBezTo>
                <a:moveTo>
                  <a:pt x="147660" y="20318"/>
                </a:moveTo>
                <a:cubicBezTo>
                  <a:pt x="147660" y="23401"/>
                  <a:pt x="148274" y="25650"/>
                  <a:pt x="149501" y="27066"/>
                </a:cubicBezTo>
                <a:cubicBezTo>
                  <a:pt x="150729" y="28482"/>
                  <a:pt x="152267" y="29190"/>
                  <a:pt x="154115" y="29190"/>
                </a:cubicBezTo>
                <a:cubicBezTo>
                  <a:pt x="155949" y="29190"/>
                  <a:pt x="157486" y="28485"/>
                  <a:pt x="158728" y="27077"/>
                </a:cubicBezTo>
                <a:cubicBezTo>
                  <a:pt x="159971" y="25668"/>
                  <a:pt x="160592" y="23460"/>
                  <a:pt x="160592" y="20450"/>
                </a:cubicBezTo>
                <a:cubicBezTo>
                  <a:pt x="160592" y="17574"/>
                  <a:pt x="159952" y="15406"/>
                  <a:pt x="158673" y="13946"/>
                </a:cubicBezTo>
                <a:cubicBezTo>
                  <a:pt x="157394" y="12486"/>
                  <a:pt x="155852" y="11756"/>
                  <a:pt x="154048" y="11756"/>
                </a:cubicBezTo>
                <a:cubicBezTo>
                  <a:pt x="152274" y="11756"/>
                  <a:pt x="150766" y="12475"/>
                  <a:pt x="149524" y="13913"/>
                </a:cubicBezTo>
                <a:cubicBezTo>
                  <a:pt x="148281" y="15351"/>
                  <a:pt x="147660" y="17486"/>
                  <a:pt x="147660" y="20318"/>
                </a:cubicBezTo>
                <a:close/>
                <a:moveTo>
                  <a:pt x="171612" y="32517"/>
                </a:moveTo>
                <a:lnTo>
                  <a:pt x="171612" y="27947"/>
                </a:lnTo>
                <a:lnTo>
                  <a:pt x="176159" y="27947"/>
                </a:lnTo>
                <a:lnTo>
                  <a:pt x="176159" y="32517"/>
                </a:lnTo>
                <a:lnTo>
                  <a:pt x="171612" y="32517"/>
                </a:lnTo>
                <a:close/>
                <a:moveTo>
                  <a:pt x="183109" y="32517"/>
                </a:moveTo>
                <a:lnTo>
                  <a:pt x="183109" y="8961"/>
                </a:lnTo>
                <a:lnTo>
                  <a:pt x="186680" y="8961"/>
                </a:lnTo>
                <a:lnTo>
                  <a:pt x="186680" y="12244"/>
                </a:lnTo>
                <a:cubicBezTo>
                  <a:pt x="187419" y="11097"/>
                  <a:pt x="188402" y="10174"/>
                  <a:pt x="189630" y="9476"/>
                </a:cubicBezTo>
                <a:cubicBezTo>
                  <a:pt x="190857" y="8778"/>
                  <a:pt x="192255" y="8429"/>
                  <a:pt x="193822" y="8429"/>
                </a:cubicBezTo>
                <a:cubicBezTo>
                  <a:pt x="195567" y="8429"/>
                  <a:pt x="196997" y="8789"/>
                  <a:pt x="198114" y="9510"/>
                </a:cubicBezTo>
                <a:cubicBezTo>
                  <a:pt x="199230" y="10230"/>
                  <a:pt x="200018" y="11238"/>
                  <a:pt x="200476" y="12532"/>
                </a:cubicBezTo>
                <a:cubicBezTo>
                  <a:pt x="202339" y="9796"/>
                  <a:pt x="204764" y="8429"/>
                  <a:pt x="207751" y="8429"/>
                </a:cubicBezTo>
                <a:cubicBezTo>
                  <a:pt x="210088" y="8429"/>
                  <a:pt x="211884" y="9076"/>
                  <a:pt x="213141" y="10369"/>
                </a:cubicBezTo>
                <a:cubicBezTo>
                  <a:pt x="214398" y="11663"/>
                  <a:pt x="215026" y="13656"/>
                  <a:pt x="215026" y="16347"/>
                </a:cubicBezTo>
                <a:lnTo>
                  <a:pt x="215026" y="32517"/>
                </a:lnTo>
                <a:lnTo>
                  <a:pt x="211056" y="32517"/>
                </a:lnTo>
                <a:lnTo>
                  <a:pt x="211056" y="17662"/>
                </a:lnTo>
                <a:cubicBezTo>
                  <a:pt x="211056" y="16063"/>
                  <a:pt x="210927" y="14912"/>
                  <a:pt x="210668" y="14209"/>
                </a:cubicBezTo>
                <a:cubicBezTo>
                  <a:pt x="210409" y="13506"/>
                  <a:pt x="209940" y="12940"/>
                  <a:pt x="209260" y="12510"/>
                </a:cubicBezTo>
                <a:cubicBezTo>
                  <a:pt x="208579" y="12081"/>
                  <a:pt x="207781" y="11867"/>
                  <a:pt x="206864" y="11867"/>
                </a:cubicBezTo>
                <a:cubicBezTo>
                  <a:pt x="205208" y="11867"/>
                  <a:pt x="203833" y="12418"/>
                  <a:pt x="202738" y="13521"/>
                </a:cubicBezTo>
                <a:cubicBezTo>
                  <a:pt x="201644" y="14624"/>
                  <a:pt x="201097" y="16389"/>
                  <a:pt x="201097" y="18817"/>
                </a:cubicBezTo>
                <a:lnTo>
                  <a:pt x="201097" y="32517"/>
                </a:lnTo>
                <a:lnTo>
                  <a:pt x="197105" y="32517"/>
                </a:lnTo>
                <a:lnTo>
                  <a:pt x="197105" y="17195"/>
                </a:lnTo>
                <a:cubicBezTo>
                  <a:pt x="197105" y="15419"/>
                  <a:pt x="196779" y="14087"/>
                  <a:pt x="196129" y="13199"/>
                </a:cubicBezTo>
                <a:cubicBezTo>
                  <a:pt x="195478" y="12311"/>
                  <a:pt x="194413" y="11867"/>
                  <a:pt x="192935" y="11867"/>
                </a:cubicBezTo>
                <a:cubicBezTo>
                  <a:pt x="191811" y="11867"/>
                  <a:pt x="190772" y="12163"/>
                  <a:pt x="189818" y="12755"/>
                </a:cubicBezTo>
                <a:cubicBezTo>
                  <a:pt x="188865" y="13347"/>
                  <a:pt x="188173" y="14213"/>
                  <a:pt x="187744" y="15353"/>
                </a:cubicBezTo>
                <a:cubicBezTo>
                  <a:pt x="187316" y="16493"/>
                  <a:pt x="187101" y="18136"/>
                  <a:pt x="187101" y="20282"/>
                </a:cubicBezTo>
                <a:lnTo>
                  <a:pt x="187101" y="32517"/>
                </a:lnTo>
                <a:lnTo>
                  <a:pt x="183109" y="32517"/>
                </a:lnTo>
                <a:close/>
                <a:moveTo>
                  <a:pt x="234823" y="32517"/>
                </a:moveTo>
                <a:lnTo>
                  <a:pt x="234823" y="29544"/>
                </a:lnTo>
                <a:cubicBezTo>
                  <a:pt x="233329" y="31881"/>
                  <a:pt x="231133" y="33049"/>
                  <a:pt x="228235" y="33049"/>
                </a:cubicBezTo>
                <a:cubicBezTo>
                  <a:pt x="226357" y="33049"/>
                  <a:pt x="224631" y="32531"/>
                  <a:pt x="223056" y="31496"/>
                </a:cubicBezTo>
                <a:cubicBezTo>
                  <a:pt x="221481" y="30461"/>
                  <a:pt x="220261" y="29016"/>
                  <a:pt x="219396" y="27160"/>
                </a:cubicBezTo>
                <a:cubicBezTo>
                  <a:pt x="218531" y="25304"/>
                  <a:pt x="218098" y="23171"/>
                  <a:pt x="218098" y="20761"/>
                </a:cubicBezTo>
                <a:cubicBezTo>
                  <a:pt x="218098" y="18410"/>
                  <a:pt x="218490" y="16277"/>
                  <a:pt x="219274" y="14362"/>
                </a:cubicBezTo>
                <a:cubicBezTo>
                  <a:pt x="220058" y="12447"/>
                  <a:pt x="221233" y="10979"/>
                  <a:pt x="222801" y="9959"/>
                </a:cubicBezTo>
                <a:cubicBezTo>
                  <a:pt x="224368" y="8939"/>
                  <a:pt x="226120" y="8429"/>
                  <a:pt x="228057" y="8429"/>
                </a:cubicBezTo>
                <a:cubicBezTo>
                  <a:pt x="229477" y="8429"/>
                  <a:pt x="230741" y="8728"/>
                  <a:pt x="231850" y="9327"/>
                </a:cubicBezTo>
                <a:cubicBezTo>
                  <a:pt x="232959" y="9926"/>
                  <a:pt x="233861" y="10706"/>
                  <a:pt x="234556" y="11667"/>
                </a:cubicBezTo>
                <a:lnTo>
                  <a:pt x="234556" y="0"/>
                </a:lnTo>
                <a:lnTo>
                  <a:pt x="238527" y="0"/>
                </a:lnTo>
                <a:lnTo>
                  <a:pt x="238527" y="32517"/>
                </a:lnTo>
                <a:lnTo>
                  <a:pt x="234823" y="32517"/>
                </a:lnTo>
                <a:moveTo>
                  <a:pt x="222202" y="20750"/>
                </a:moveTo>
                <a:cubicBezTo>
                  <a:pt x="222202" y="23755"/>
                  <a:pt x="222838" y="26002"/>
                  <a:pt x="224109" y="27490"/>
                </a:cubicBezTo>
                <a:cubicBezTo>
                  <a:pt x="225381" y="28978"/>
                  <a:pt x="226882" y="29722"/>
                  <a:pt x="228612" y="29722"/>
                </a:cubicBezTo>
                <a:cubicBezTo>
                  <a:pt x="230357" y="29722"/>
                  <a:pt x="231839" y="29011"/>
                  <a:pt x="233059" y="27590"/>
                </a:cubicBezTo>
                <a:cubicBezTo>
                  <a:pt x="234279" y="26168"/>
                  <a:pt x="234889" y="23998"/>
                  <a:pt x="234889" y="21081"/>
                </a:cubicBezTo>
                <a:cubicBezTo>
                  <a:pt x="234889" y="17870"/>
                  <a:pt x="234268" y="15512"/>
                  <a:pt x="233026" y="14010"/>
                </a:cubicBezTo>
                <a:cubicBezTo>
                  <a:pt x="231784" y="12507"/>
                  <a:pt x="230253" y="11756"/>
                  <a:pt x="228435" y="11756"/>
                </a:cubicBezTo>
                <a:cubicBezTo>
                  <a:pt x="226660" y="11756"/>
                  <a:pt x="225178" y="12478"/>
                  <a:pt x="223987" y="13922"/>
                </a:cubicBezTo>
                <a:cubicBezTo>
                  <a:pt x="222797" y="15365"/>
                  <a:pt x="222202" y="17641"/>
                  <a:pt x="222202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D1E55-0505-4DD6-A926-FD878B72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70" y="415011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Text styling.md">
            <a:extLst xmlns:a="http://schemas.openxmlformats.org/drawingml/2006/main">
              <a:ext uri="{FF2B5EF4-FFF2-40B4-BE49-F238E27FC236}">
                <a16:creationId xmlns:a16="http://schemas.microsoft.com/office/drawing/2014/main" id="{CE386E39-98A0-4A70-A68E-312355F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18" y="4156837"/>
            <a:ext cx="200287" cy="42099"/>
          </a:xfrm>
          <a:custGeom xmlns:a="http://schemas.openxmlformats.org/drawingml/2006/main">
            <a:pathLst>
              <a:path w="200287" h="42099">
                <a:moveTo>
                  <a:pt x="0" y="25463"/>
                </a:moveTo>
                <a:lnTo>
                  <a:pt x="3948" y="24842"/>
                </a:lnTo>
                <a:cubicBezTo>
                  <a:pt x="4170" y="26417"/>
                  <a:pt x="4787" y="27625"/>
                  <a:pt x="5800" y="28464"/>
                </a:cubicBezTo>
                <a:cubicBezTo>
                  <a:pt x="6813" y="29303"/>
                  <a:pt x="8229" y="29722"/>
                  <a:pt x="10048" y="29722"/>
                </a:cubicBezTo>
                <a:cubicBezTo>
                  <a:pt x="11881" y="29722"/>
                  <a:pt x="13242" y="29352"/>
                  <a:pt x="14129" y="28611"/>
                </a:cubicBezTo>
                <a:cubicBezTo>
                  <a:pt x="15016" y="27870"/>
                  <a:pt x="15460" y="27000"/>
                  <a:pt x="15460" y="26003"/>
                </a:cubicBezTo>
                <a:cubicBezTo>
                  <a:pt x="15460" y="25108"/>
                  <a:pt x="15068" y="24404"/>
                  <a:pt x="14284" y="23890"/>
                </a:cubicBezTo>
                <a:cubicBezTo>
                  <a:pt x="13737" y="23538"/>
                  <a:pt x="12377" y="23091"/>
                  <a:pt x="10203" y="22548"/>
                </a:cubicBezTo>
                <a:cubicBezTo>
                  <a:pt x="7275" y="21808"/>
                  <a:pt x="5246" y="21168"/>
                  <a:pt x="4114" y="20628"/>
                </a:cubicBezTo>
                <a:cubicBezTo>
                  <a:pt x="2983" y="20088"/>
                  <a:pt x="2126" y="19340"/>
                  <a:pt x="1542" y="18386"/>
                </a:cubicBezTo>
                <a:cubicBezTo>
                  <a:pt x="957" y="17431"/>
                  <a:pt x="665" y="16376"/>
                  <a:pt x="665" y="15222"/>
                </a:cubicBezTo>
                <a:cubicBezTo>
                  <a:pt x="665" y="14171"/>
                  <a:pt x="906" y="13198"/>
                  <a:pt x="1386" y="12303"/>
                </a:cubicBezTo>
                <a:cubicBezTo>
                  <a:pt x="1867" y="11407"/>
                  <a:pt x="2521" y="10663"/>
                  <a:pt x="3349" y="10071"/>
                </a:cubicBezTo>
                <a:cubicBezTo>
                  <a:pt x="3970" y="9612"/>
                  <a:pt x="4817" y="9224"/>
                  <a:pt x="5889" y="8906"/>
                </a:cubicBezTo>
                <a:cubicBezTo>
                  <a:pt x="6961" y="8588"/>
                  <a:pt x="8111" y="8429"/>
                  <a:pt x="9338" y="8429"/>
                </a:cubicBezTo>
                <a:cubicBezTo>
                  <a:pt x="11186" y="8429"/>
                  <a:pt x="12809" y="8697"/>
                  <a:pt x="14207" y="9233"/>
                </a:cubicBezTo>
                <a:cubicBezTo>
                  <a:pt x="15604" y="9768"/>
                  <a:pt x="16635" y="10494"/>
                  <a:pt x="17301" y="11410"/>
                </a:cubicBezTo>
                <a:cubicBezTo>
                  <a:pt x="17966" y="12325"/>
                  <a:pt x="18425" y="13550"/>
                  <a:pt x="18676" y="15083"/>
                </a:cubicBezTo>
                <a:lnTo>
                  <a:pt x="14772" y="15615"/>
                </a:lnTo>
                <a:cubicBezTo>
                  <a:pt x="14595" y="14403"/>
                  <a:pt x="14081" y="13456"/>
                  <a:pt x="13231" y="12776"/>
                </a:cubicBezTo>
                <a:cubicBezTo>
                  <a:pt x="12380" y="12096"/>
                  <a:pt x="11179" y="11756"/>
                  <a:pt x="9626" y="11756"/>
                </a:cubicBezTo>
                <a:cubicBezTo>
                  <a:pt x="7793" y="11756"/>
                  <a:pt x="6484" y="12057"/>
                  <a:pt x="5700" y="12661"/>
                </a:cubicBezTo>
                <a:cubicBezTo>
                  <a:pt x="4917" y="13264"/>
                  <a:pt x="4525" y="13970"/>
                  <a:pt x="4525" y="14780"/>
                </a:cubicBezTo>
                <a:cubicBezTo>
                  <a:pt x="4525" y="15295"/>
                  <a:pt x="4687" y="15758"/>
                  <a:pt x="5013" y="16170"/>
                </a:cubicBezTo>
                <a:cubicBezTo>
                  <a:pt x="5338" y="16597"/>
                  <a:pt x="5848" y="16950"/>
                  <a:pt x="6543" y="17229"/>
                </a:cubicBezTo>
                <a:cubicBezTo>
                  <a:pt x="6942" y="17377"/>
                  <a:pt x="8118" y="17715"/>
                  <a:pt x="10070" y="18245"/>
                </a:cubicBezTo>
                <a:cubicBezTo>
                  <a:pt x="12894" y="18999"/>
                  <a:pt x="14865" y="19615"/>
                  <a:pt x="15981" y="20096"/>
                </a:cubicBezTo>
                <a:cubicBezTo>
                  <a:pt x="17097" y="20576"/>
                  <a:pt x="17974" y="21274"/>
                  <a:pt x="18609" y="22190"/>
                </a:cubicBezTo>
                <a:cubicBezTo>
                  <a:pt x="19245" y="23106"/>
                  <a:pt x="19563" y="24244"/>
                  <a:pt x="19563" y="25603"/>
                </a:cubicBezTo>
                <a:cubicBezTo>
                  <a:pt x="19563" y="26932"/>
                  <a:pt x="19175" y="28185"/>
                  <a:pt x="18399" y="29359"/>
                </a:cubicBezTo>
                <a:cubicBezTo>
                  <a:pt x="17622" y="30534"/>
                  <a:pt x="16502" y="31442"/>
                  <a:pt x="15038" y="32085"/>
                </a:cubicBezTo>
                <a:cubicBezTo>
                  <a:pt x="13574" y="32728"/>
                  <a:pt x="11918" y="33049"/>
                  <a:pt x="10070" y="33049"/>
                </a:cubicBezTo>
                <a:cubicBezTo>
                  <a:pt x="7009" y="33049"/>
                  <a:pt x="4676" y="32411"/>
                  <a:pt x="3072" y="31136"/>
                </a:cubicBezTo>
                <a:cubicBezTo>
                  <a:pt x="1468" y="29861"/>
                  <a:pt x="444" y="27970"/>
                  <a:pt x="0" y="25463"/>
                </a:cubicBezTo>
                <a:close/>
                <a:moveTo>
                  <a:pt x="33027" y="28990"/>
                </a:moveTo>
                <a:lnTo>
                  <a:pt x="33604" y="32517"/>
                </a:lnTo>
                <a:cubicBezTo>
                  <a:pt x="32480" y="32724"/>
                  <a:pt x="31474" y="32827"/>
                  <a:pt x="30587" y="32827"/>
                </a:cubicBezTo>
                <a:cubicBezTo>
                  <a:pt x="29138" y="32827"/>
                  <a:pt x="28014" y="32598"/>
                  <a:pt x="27216" y="32140"/>
                </a:cubicBezTo>
                <a:cubicBezTo>
                  <a:pt x="26417" y="31681"/>
                  <a:pt x="25855" y="31079"/>
                  <a:pt x="25530" y="30332"/>
                </a:cubicBezTo>
                <a:cubicBezTo>
                  <a:pt x="25205" y="29585"/>
                  <a:pt x="25042" y="28014"/>
                  <a:pt x="25042" y="25618"/>
                </a:cubicBezTo>
                <a:lnTo>
                  <a:pt x="25042" y="12066"/>
                </a:lnTo>
                <a:lnTo>
                  <a:pt x="22114" y="12066"/>
                </a:lnTo>
                <a:lnTo>
                  <a:pt x="22114" y="8961"/>
                </a:lnTo>
                <a:lnTo>
                  <a:pt x="25042" y="8961"/>
                </a:lnTo>
                <a:lnTo>
                  <a:pt x="25042" y="3112"/>
                </a:lnTo>
                <a:lnTo>
                  <a:pt x="29012" y="710"/>
                </a:lnTo>
                <a:lnTo>
                  <a:pt x="29012" y="8961"/>
                </a:lnTo>
                <a:lnTo>
                  <a:pt x="33027" y="8961"/>
                </a:lnTo>
                <a:lnTo>
                  <a:pt x="33027" y="12066"/>
                </a:lnTo>
                <a:lnTo>
                  <a:pt x="29012" y="12066"/>
                </a:lnTo>
                <a:lnTo>
                  <a:pt x="29012" y="25840"/>
                </a:lnTo>
                <a:cubicBezTo>
                  <a:pt x="29012" y="26979"/>
                  <a:pt x="29082" y="27711"/>
                  <a:pt x="29223" y="28036"/>
                </a:cubicBezTo>
                <a:cubicBezTo>
                  <a:pt x="29363" y="28361"/>
                  <a:pt x="29593" y="28620"/>
                  <a:pt x="29911" y="28812"/>
                </a:cubicBezTo>
                <a:cubicBezTo>
                  <a:pt x="30228" y="29005"/>
                  <a:pt x="30683" y="29101"/>
                  <a:pt x="31275" y="29101"/>
                </a:cubicBezTo>
                <a:cubicBezTo>
                  <a:pt x="31718" y="29101"/>
                  <a:pt x="32302" y="29064"/>
                  <a:pt x="33027" y="28990"/>
                </a:cubicBezTo>
                <a:close/>
                <a:moveTo>
                  <a:pt x="36761" y="41611"/>
                </a:moveTo>
                <a:lnTo>
                  <a:pt x="36317" y="37862"/>
                </a:lnTo>
                <a:cubicBezTo>
                  <a:pt x="37190" y="38099"/>
                  <a:pt x="37951" y="38217"/>
                  <a:pt x="38602" y="38217"/>
                </a:cubicBezTo>
                <a:cubicBezTo>
                  <a:pt x="39489" y="38217"/>
                  <a:pt x="40199" y="38067"/>
                  <a:pt x="40731" y="37768"/>
                </a:cubicBezTo>
                <a:cubicBezTo>
                  <a:pt x="41263" y="37469"/>
                  <a:pt x="41700" y="37050"/>
                  <a:pt x="42040" y="36511"/>
                </a:cubicBezTo>
                <a:cubicBezTo>
                  <a:pt x="42291" y="36107"/>
                  <a:pt x="42698" y="35105"/>
                  <a:pt x="43260" y="33504"/>
                </a:cubicBezTo>
                <a:cubicBezTo>
                  <a:pt x="43334" y="33280"/>
                  <a:pt x="43452" y="32951"/>
                  <a:pt x="43614" y="32517"/>
                </a:cubicBezTo>
                <a:lnTo>
                  <a:pt x="34676" y="8961"/>
                </a:lnTo>
                <a:lnTo>
                  <a:pt x="38979" y="8961"/>
                </a:lnTo>
                <a:lnTo>
                  <a:pt x="43881" y="22570"/>
                </a:lnTo>
                <a:cubicBezTo>
                  <a:pt x="44516" y="24296"/>
                  <a:pt x="45086" y="26111"/>
                  <a:pt x="45589" y="28014"/>
                </a:cubicBezTo>
                <a:cubicBezTo>
                  <a:pt x="46047" y="26185"/>
                  <a:pt x="46594" y="24399"/>
                  <a:pt x="47230" y="22659"/>
                </a:cubicBezTo>
                <a:lnTo>
                  <a:pt x="52265" y="8961"/>
                </a:lnTo>
                <a:lnTo>
                  <a:pt x="56257" y="8961"/>
                </a:lnTo>
                <a:lnTo>
                  <a:pt x="47296" y="32932"/>
                </a:lnTo>
                <a:cubicBezTo>
                  <a:pt x="46335" y="35521"/>
                  <a:pt x="45589" y="37304"/>
                  <a:pt x="45056" y="38281"/>
                </a:cubicBezTo>
                <a:cubicBezTo>
                  <a:pt x="44346" y="39598"/>
                  <a:pt x="43533" y="40563"/>
                  <a:pt x="42616" y="41177"/>
                </a:cubicBezTo>
                <a:cubicBezTo>
                  <a:pt x="41700" y="41792"/>
                  <a:pt x="40605" y="42099"/>
                  <a:pt x="39334" y="42099"/>
                </a:cubicBezTo>
                <a:cubicBezTo>
                  <a:pt x="38565" y="42099"/>
                  <a:pt x="37707" y="41936"/>
                  <a:pt x="36761" y="41611"/>
                </a:cubicBezTo>
                <a:close/>
                <a:moveTo>
                  <a:pt x="59562" y="32517"/>
                </a:moveTo>
                <a:lnTo>
                  <a:pt x="59562" y="0"/>
                </a:lnTo>
                <a:lnTo>
                  <a:pt x="63555" y="0"/>
                </a:lnTo>
                <a:lnTo>
                  <a:pt x="63555" y="32517"/>
                </a:lnTo>
                <a:lnTo>
                  <a:pt x="59562" y="32517"/>
                </a:lnTo>
                <a:close/>
                <a:moveTo>
                  <a:pt x="70621" y="4614"/>
                </a:moveTo>
                <a:lnTo>
                  <a:pt x="70621" y="0"/>
                </a:lnTo>
                <a:lnTo>
                  <a:pt x="74613" y="0"/>
                </a:lnTo>
                <a:lnTo>
                  <a:pt x="74613" y="4614"/>
                </a:lnTo>
                <a:lnTo>
                  <a:pt x="70621" y="4614"/>
                </a:lnTo>
                <a:moveTo>
                  <a:pt x="70621" y="32517"/>
                </a:moveTo>
                <a:lnTo>
                  <a:pt x="70621" y="8961"/>
                </a:lnTo>
                <a:lnTo>
                  <a:pt x="74613" y="8961"/>
                </a:lnTo>
                <a:lnTo>
                  <a:pt x="74613" y="32517"/>
                </a:lnTo>
                <a:lnTo>
                  <a:pt x="70621" y="32517"/>
                </a:lnTo>
                <a:close/>
                <a:moveTo>
                  <a:pt x="81455" y="32517"/>
                </a:moveTo>
                <a:lnTo>
                  <a:pt x="81455" y="8961"/>
                </a:lnTo>
                <a:lnTo>
                  <a:pt x="85049" y="8961"/>
                </a:lnTo>
                <a:lnTo>
                  <a:pt x="85049" y="12288"/>
                </a:lnTo>
                <a:cubicBezTo>
                  <a:pt x="86779" y="9715"/>
                  <a:pt x="89278" y="8429"/>
                  <a:pt x="92546" y="8429"/>
                </a:cubicBezTo>
                <a:cubicBezTo>
                  <a:pt x="93965" y="8429"/>
                  <a:pt x="95270" y="8684"/>
                  <a:pt x="96460" y="9194"/>
                </a:cubicBezTo>
                <a:cubicBezTo>
                  <a:pt x="97651" y="9704"/>
                  <a:pt x="98542" y="10373"/>
                  <a:pt x="99133" y="11201"/>
                </a:cubicBezTo>
                <a:cubicBezTo>
                  <a:pt x="99725" y="12029"/>
                  <a:pt x="100139" y="13013"/>
                  <a:pt x="100375" y="14151"/>
                </a:cubicBezTo>
                <a:cubicBezTo>
                  <a:pt x="100523" y="14891"/>
                  <a:pt x="100597" y="16184"/>
                  <a:pt x="100597" y="18033"/>
                </a:cubicBezTo>
                <a:lnTo>
                  <a:pt x="100597" y="32517"/>
                </a:lnTo>
                <a:lnTo>
                  <a:pt x="96605" y="32517"/>
                </a:lnTo>
                <a:lnTo>
                  <a:pt x="96605" y="18173"/>
                </a:lnTo>
                <a:cubicBezTo>
                  <a:pt x="96605" y="16544"/>
                  <a:pt x="96449" y="15327"/>
                  <a:pt x="96139" y="14520"/>
                </a:cubicBezTo>
                <a:cubicBezTo>
                  <a:pt x="95828" y="13713"/>
                  <a:pt x="95278" y="13069"/>
                  <a:pt x="94486" y="12588"/>
                </a:cubicBezTo>
                <a:cubicBezTo>
                  <a:pt x="93695" y="12107"/>
                  <a:pt x="92767" y="11867"/>
                  <a:pt x="91703" y="11867"/>
                </a:cubicBezTo>
                <a:cubicBezTo>
                  <a:pt x="90002" y="11867"/>
                  <a:pt x="88535" y="12407"/>
                  <a:pt x="87300" y="13488"/>
                </a:cubicBezTo>
                <a:cubicBezTo>
                  <a:pt x="86065" y="14568"/>
                  <a:pt x="85448" y="16618"/>
                  <a:pt x="85448" y="19638"/>
                </a:cubicBezTo>
                <a:lnTo>
                  <a:pt x="85448" y="32517"/>
                </a:lnTo>
                <a:lnTo>
                  <a:pt x="81455" y="32517"/>
                </a:lnTo>
                <a:close/>
                <a:moveTo>
                  <a:pt x="106116" y="34469"/>
                </a:moveTo>
                <a:lnTo>
                  <a:pt x="109998" y="35045"/>
                </a:lnTo>
                <a:cubicBezTo>
                  <a:pt x="110161" y="36243"/>
                  <a:pt x="110612" y="37115"/>
                  <a:pt x="111351" y="37662"/>
                </a:cubicBezTo>
                <a:cubicBezTo>
                  <a:pt x="112342" y="38402"/>
                  <a:pt x="113695" y="38772"/>
                  <a:pt x="115410" y="38772"/>
                </a:cubicBezTo>
                <a:cubicBezTo>
                  <a:pt x="117258" y="38772"/>
                  <a:pt x="118685" y="38401"/>
                  <a:pt x="119691" y="37660"/>
                </a:cubicBezTo>
                <a:cubicBezTo>
                  <a:pt x="120696" y="36919"/>
                  <a:pt x="121376" y="35882"/>
                  <a:pt x="121731" y="34548"/>
                </a:cubicBezTo>
                <a:cubicBezTo>
                  <a:pt x="121938" y="33733"/>
                  <a:pt x="122035" y="32021"/>
                  <a:pt x="122020" y="29413"/>
                </a:cubicBezTo>
                <a:cubicBezTo>
                  <a:pt x="120275" y="31482"/>
                  <a:pt x="118101" y="32517"/>
                  <a:pt x="115499" y="32517"/>
                </a:cubicBezTo>
                <a:cubicBezTo>
                  <a:pt x="112260" y="32517"/>
                  <a:pt x="109754" y="31348"/>
                  <a:pt x="107979" y="29012"/>
                </a:cubicBezTo>
                <a:cubicBezTo>
                  <a:pt x="106205" y="26676"/>
                  <a:pt x="105318" y="23874"/>
                  <a:pt x="105318" y="20606"/>
                </a:cubicBezTo>
                <a:cubicBezTo>
                  <a:pt x="105318" y="18358"/>
                  <a:pt x="105724" y="16284"/>
                  <a:pt x="106538" y="14384"/>
                </a:cubicBezTo>
                <a:cubicBezTo>
                  <a:pt x="107351" y="12484"/>
                  <a:pt x="108530" y="11016"/>
                  <a:pt x="110076" y="9981"/>
                </a:cubicBezTo>
                <a:cubicBezTo>
                  <a:pt x="111621" y="8946"/>
                  <a:pt x="113436" y="8429"/>
                  <a:pt x="115521" y="8429"/>
                </a:cubicBezTo>
                <a:cubicBezTo>
                  <a:pt x="118301" y="8429"/>
                  <a:pt x="120593" y="9560"/>
                  <a:pt x="122397" y="11822"/>
                </a:cubicBezTo>
                <a:lnTo>
                  <a:pt x="122397" y="8961"/>
                </a:lnTo>
                <a:lnTo>
                  <a:pt x="126079" y="8961"/>
                </a:lnTo>
                <a:lnTo>
                  <a:pt x="126079" y="29336"/>
                </a:lnTo>
                <a:cubicBezTo>
                  <a:pt x="126079" y="33006"/>
                  <a:pt x="125705" y="35606"/>
                  <a:pt x="124959" y="37138"/>
                </a:cubicBezTo>
                <a:cubicBezTo>
                  <a:pt x="124212" y="38669"/>
                  <a:pt x="123029" y="39879"/>
                  <a:pt x="121410" y="40766"/>
                </a:cubicBezTo>
                <a:cubicBezTo>
                  <a:pt x="119791" y="41655"/>
                  <a:pt x="117798" y="42099"/>
                  <a:pt x="115432" y="42099"/>
                </a:cubicBezTo>
                <a:cubicBezTo>
                  <a:pt x="112623" y="42099"/>
                  <a:pt x="110353" y="41465"/>
                  <a:pt x="108623" y="40197"/>
                </a:cubicBezTo>
                <a:cubicBezTo>
                  <a:pt x="106893" y="38929"/>
                  <a:pt x="106057" y="37019"/>
                  <a:pt x="106116" y="34469"/>
                </a:cubicBezTo>
                <a:moveTo>
                  <a:pt x="109421" y="20318"/>
                </a:moveTo>
                <a:cubicBezTo>
                  <a:pt x="109421" y="23401"/>
                  <a:pt x="110035" y="25650"/>
                  <a:pt x="111262" y="27066"/>
                </a:cubicBezTo>
                <a:cubicBezTo>
                  <a:pt x="112490" y="28482"/>
                  <a:pt x="114027" y="29190"/>
                  <a:pt x="115876" y="29190"/>
                </a:cubicBezTo>
                <a:cubicBezTo>
                  <a:pt x="117709" y="29190"/>
                  <a:pt x="119247" y="28485"/>
                  <a:pt x="120489" y="27077"/>
                </a:cubicBezTo>
                <a:cubicBezTo>
                  <a:pt x="121731" y="25668"/>
                  <a:pt x="122352" y="23460"/>
                  <a:pt x="122352" y="20450"/>
                </a:cubicBezTo>
                <a:cubicBezTo>
                  <a:pt x="122352" y="17574"/>
                  <a:pt x="121713" y="15406"/>
                  <a:pt x="120434" y="13946"/>
                </a:cubicBezTo>
                <a:cubicBezTo>
                  <a:pt x="119155" y="12486"/>
                  <a:pt x="117613" y="11756"/>
                  <a:pt x="115809" y="11756"/>
                </a:cubicBezTo>
                <a:cubicBezTo>
                  <a:pt x="114035" y="11756"/>
                  <a:pt x="112526" y="12475"/>
                  <a:pt x="111284" y="13913"/>
                </a:cubicBezTo>
                <a:cubicBezTo>
                  <a:pt x="110042" y="15351"/>
                  <a:pt x="109421" y="17486"/>
                  <a:pt x="109421" y="20318"/>
                </a:cubicBezTo>
                <a:close/>
                <a:moveTo>
                  <a:pt x="133372" y="32517"/>
                </a:moveTo>
                <a:lnTo>
                  <a:pt x="133372" y="27947"/>
                </a:lnTo>
                <a:lnTo>
                  <a:pt x="137919" y="27947"/>
                </a:lnTo>
                <a:lnTo>
                  <a:pt x="137919" y="32517"/>
                </a:lnTo>
                <a:lnTo>
                  <a:pt x="133372" y="32517"/>
                </a:lnTo>
                <a:close/>
                <a:moveTo>
                  <a:pt x="144870" y="32517"/>
                </a:moveTo>
                <a:lnTo>
                  <a:pt x="144870" y="8961"/>
                </a:lnTo>
                <a:lnTo>
                  <a:pt x="148441" y="8961"/>
                </a:lnTo>
                <a:lnTo>
                  <a:pt x="148441" y="12244"/>
                </a:lnTo>
                <a:cubicBezTo>
                  <a:pt x="149180" y="11097"/>
                  <a:pt x="150163" y="10174"/>
                  <a:pt x="151391" y="9476"/>
                </a:cubicBezTo>
                <a:cubicBezTo>
                  <a:pt x="152618" y="8778"/>
                  <a:pt x="154015" y="8429"/>
                  <a:pt x="155583" y="8429"/>
                </a:cubicBezTo>
                <a:cubicBezTo>
                  <a:pt x="157328" y="8429"/>
                  <a:pt x="158758" y="8789"/>
                  <a:pt x="159875" y="9510"/>
                </a:cubicBezTo>
                <a:cubicBezTo>
                  <a:pt x="160991" y="10230"/>
                  <a:pt x="161778" y="11238"/>
                  <a:pt x="162237" y="12532"/>
                </a:cubicBezTo>
                <a:cubicBezTo>
                  <a:pt x="164100" y="9796"/>
                  <a:pt x="166525" y="8429"/>
                  <a:pt x="169512" y="8429"/>
                </a:cubicBezTo>
                <a:cubicBezTo>
                  <a:pt x="171848" y="8429"/>
                  <a:pt x="173645" y="9076"/>
                  <a:pt x="174902" y="10369"/>
                </a:cubicBezTo>
                <a:cubicBezTo>
                  <a:pt x="176159" y="11663"/>
                  <a:pt x="176787" y="13656"/>
                  <a:pt x="176787" y="16347"/>
                </a:cubicBezTo>
                <a:lnTo>
                  <a:pt x="176787" y="32517"/>
                </a:lnTo>
                <a:lnTo>
                  <a:pt x="172817" y="32517"/>
                </a:lnTo>
                <a:lnTo>
                  <a:pt x="172817" y="17662"/>
                </a:lnTo>
                <a:cubicBezTo>
                  <a:pt x="172817" y="16063"/>
                  <a:pt x="172688" y="14912"/>
                  <a:pt x="172429" y="14209"/>
                </a:cubicBezTo>
                <a:cubicBezTo>
                  <a:pt x="172170" y="13506"/>
                  <a:pt x="171701" y="12940"/>
                  <a:pt x="171020" y="12510"/>
                </a:cubicBezTo>
                <a:cubicBezTo>
                  <a:pt x="170340" y="12081"/>
                  <a:pt x="169542" y="11867"/>
                  <a:pt x="168625" y="11867"/>
                </a:cubicBezTo>
                <a:cubicBezTo>
                  <a:pt x="166969" y="11867"/>
                  <a:pt x="165594" y="12418"/>
                  <a:pt x="164499" y="13521"/>
                </a:cubicBezTo>
                <a:cubicBezTo>
                  <a:pt x="163405" y="14624"/>
                  <a:pt x="162858" y="16389"/>
                  <a:pt x="162858" y="18817"/>
                </a:cubicBezTo>
                <a:lnTo>
                  <a:pt x="162858" y="32517"/>
                </a:lnTo>
                <a:lnTo>
                  <a:pt x="158865" y="32517"/>
                </a:lnTo>
                <a:lnTo>
                  <a:pt x="158865" y="17195"/>
                </a:lnTo>
                <a:cubicBezTo>
                  <a:pt x="158865" y="15419"/>
                  <a:pt x="158540" y="14087"/>
                  <a:pt x="157890" y="13199"/>
                </a:cubicBezTo>
                <a:cubicBezTo>
                  <a:pt x="157239" y="12311"/>
                  <a:pt x="156174" y="11867"/>
                  <a:pt x="154696" y="11867"/>
                </a:cubicBezTo>
                <a:cubicBezTo>
                  <a:pt x="153572" y="11867"/>
                  <a:pt x="152533" y="12163"/>
                  <a:pt x="151579" y="12755"/>
                </a:cubicBezTo>
                <a:cubicBezTo>
                  <a:pt x="150625" y="13347"/>
                  <a:pt x="149934" y="14213"/>
                  <a:pt x="149505" y="15353"/>
                </a:cubicBezTo>
                <a:cubicBezTo>
                  <a:pt x="149076" y="16493"/>
                  <a:pt x="148862" y="18136"/>
                  <a:pt x="148862" y="20282"/>
                </a:cubicBezTo>
                <a:lnTo>
                  <a:pt x="148862" y="32517"/>
                </a:lnTo>
                <a:lnTo>
                  <a:pt x="144870" y="32517"/>
                </a:lnTo>
                <a:close/>
                <a:moveTo>
                  <a:pt x="196583" y="32517"/>
                </a:moveTo>
                <a:lnTo>
                  <a:pt x="196583" y="29544"/>
                </a:lnTo>
                <a:cubicBezTo>
                  <a:pt x="195090" y="31881"/>
                  <a:pt x="192894" y="33049"/>
                  <a:pt x="189996" y="33049"/>
                </a:cubicBezTo>
                <a:cubicBezTo>
                  <a:pt x="188118" y="33049"/>
                  <a:pt x="186391" y="32531"/>
                  <a:pt x="184817" y="31496"/>
                </a:cubicBezTo>
                <a:cubicBezTo>
                  <a:pt x="183242" y="30461"/>
                  <a:pt x="182022" y="29016"/>
                  <a:pt x="181157" y="27160"/>
                </a:cubicBezTo>
                <a:cubicBezTo>
                  <a:pt x="180292" y="25304"/>
                  <a:pt x="179859" y="23171"/>
                  <a:pt x="179859" y="20761"/>
                </a:cubicBezTo>
                <a:cubicBezTo>
                  <a:pt x="179859" y="18410"/>
                  <a:pt x="180251" y="16277"/>
                  <a:pt x="181035" y="14362"/>
                </a:cubicBezTo>
                <a:cubicBezTo>
                  <a:pt x="181819" y="12447"/>
                  <a:pt x="182994" y="10979"/>
                  <a:pt x="184562" y="9959"/>
                </a:cubicBezTo>
                <a:cubicBezTo>
                  <a:pt x="186129" y="8939"/>
                  <a:pt x="187881" y="8429"/>
                  <a:pt x="189818" y="8429"/>
                </a:cubicBezTo>
                <a:cubicBezTo>
                  <a:pt x="191238" y="8429"/>
                  <a:pt x="192502" y="8728"/>
                  <a:pt x="193611" y="9327"/>
                </a:cubicBezTo>
                <a:cubicBezTo>
                  <a:pt x="194720" y="9926"/>
                  <a:pt x="195622" y="10706"/>
                  <a:pt x="196317" y="11667"/>
                </a:cubicBezTo>
                <a:lnTo>
                  <a:pt x="196317" y="0"/>
                </a:lnTo>
                <a:lnTo>
                  <a:pt x="200287" y="0"/>
                </a:lnTo>
                <a:lnTo>
                  <a:pt x="200287" y="32517"/>
                </a:lnTo>
                <a:lnTo>
                  <a:pt x="196583" y="32517"/>
                </a:lnTo>
                <a:moveTo>
                  <a:pt x="183963" y="20750"/>
                </a:moveTo>
                <a:cubicBezTo>
                  <a:pt x="183963" y="23755"/>
                  <a:pt x="184598" y="26002"/>
                  <a:pt x="185870" y="27490"/>
                </a:cubicBezTo>
                <a:cubicBezTo>
                  <a:pt x="187142" y="28978"/>
                  <a:pt x="188643" y="29722"/>
                  <a:pt x="190373" y="29722"/>
                </a:cubicBezTo>
                <a:cubicBezTo>
                  <a:pt x="192118" y="29722"/>
                  <a:pt x="193600" y="29011"/>
                  <a:pt x="194820" y="27590"/>
                </a:cubicBezTo>
                <a:cubicBezTo>
                  <a:pt x="196040" y="26168"/>
                  <a:pt x="196650" y="23998"/>
                  <a:pt x="196650" y="21081"/>
                </a:cubicBezTo>
                <a:cubicBezTo>
                  <a:pt x="196650" y="17870"/>
                  <a:pt x="196029" y="15512"/>
                  <a:pt x="194787" y="14010"/>
                </a:cubicBezTo>
                <a:cubicBezTo>
                  <a:pt x="193545" y="12507"/>
                  <a:pt x="192014" y="11756"/>
                  <a:pt x="190195" y="11756"/>
                </a:cubicBezTo>
                <a:cubicBezTo>
                  <a:pt x="188421" y="11756"/>
                  <a:pt x="186939" y="12478"/>
                  <a:pt x="185748" y="13922"/>
                </a:cubicBezTo>
                <a:cubicBezTo>
                  <a:pt x="184558" y="15365"/>
                  <a:pt x="183963" y="17641"/>
                  <a:pt x="183963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29692939844c4"/>
          <a:stretch xmlns:a="http://schemas.openxmlformats.org/drawingml/2006/main"/>
        </p:blipFill>
        <p:spPr>
          <a:xfrm xmlns:a="http://schemas.openxmlformats.org/drawingml/2006/main">
            <a:off x="510520" y="3945909"/>
            <a:ext cx="3785" cy="189274"/>
          </a:xfrm>
          <a:prstGeom xmlns:a="http://schemas.openxmlformats.org/drawingml/2006/main" prst="rect">
            <a:avLst/>
          </a:prstGeom>
        </p:spPr>
      </p:pic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D484D-4280-4C22-816B-B6E167C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06531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11759"/>
                </a:moveTo>
                <a:cubicBezTo>
                  <a:pt x="0" y="5263"/>
                  <a:pt x="5264" y="0"/>
                  <a:pt x="11758" y="0"/>
                </a:cubicBezTo>
                <a:lnTo>
                  <a:pt x="73755" y="0"/>
                </a:lnTo>
                <a:cubicBezTo>
                  <a:pt x="75525" y="0"/>
                  <a:pt x="76961" y="1436"/>
                  <a:pt x="76961" y="3207"/>
                </a:cubicBezTo>
                <a:lnTo>
                  <a:pt x="76961" y="90863"/>
                </a:lnTo>
                <a:cubicBezTo>
                  <a:pt x="76961" y="92634"/>
                  <a:pt x="75525" y="94070"/>
                  <a:pt x="73755" y="94070"/>
                </a:cubicBezTo>
                <a:lnTo>
                  <a:pt x="48100" y="94070"/>
                </a:lnTo>
                <a:cubicBezTo>
                  <a:pt x="46329" y="94070"/>
                  <a:pt x="44893" y="92634"/>
                  <a:pt x="44893" y="90863"/>
                </a:cubicBezTo>
                <a:cubicBezTo>
                  <a:pt x="44893" y="89092"/>
                  <a:pt x="46329" y="87656"/>
                  <a:pt x="48100" y="87656"/>
                </a:cubicBezTo>
                <a:lnTo>
                  <a:pt x="70548" y="87656"/>
                </a:lnTo>
                <a:lnTo>
                  <a:pt x="70548" y="70552"/>
                </a:lnTo>
                <a:lnTo>
                  <a:pt x="12827" y="70552"/>
                </a:lnTo>
                <a:cubicBezTo>
                  <a:pt x="9285" y="70552"/>
                  <a:pt x="6414" y="73424"/>
                  <a:pt x="6414" y="76966"/>
                </a:cubicBezTo>
                <a:lnTo>
                  <a:pt x="6414" y="80173"/>
                </a:lnTo>
                <a:cubicBezTo>
                  <a:pt x="6414" y="83235"/>
                  <a:pt x="8252" y="85877"/>
                  <a:pt x="10903" y="87036"/>
                </a:cubicBezTo>
                <a:cubicBezTo>
                  <a:pt x="12504" y="87794"/>
                  <a:pt x="13186" y="89707"/>
                  <a:pt x="12428" y="91307"/>
                </a:cubicBezTo>
                <a:cubicBezTo>
                  <a:pt x="11702" y="92839"/>
                  <a:pt x="9911" y="93542"/>
                  <a:pt x="8338" y="92911"/>
                </a:cubicBezTo>
                <a:cubicBezTo>
                  <a:pt x="3274" y="90700"/>
                  <a:pt x="0" y="85699"/>
                  <a:pt x="0" y="80173"/>
                </a:cubicBezTo>
                <a:lnTo>
                  <a:pt x="0" y="11759"/>
                </a:lnTo>
                <a:close/>
                <a:moveTo>
                  <a:pt x="70548" y="6414"/>
                </a:moveTo>
                <a:lnTo>
                  <a:pt x="11758" y="6414"/>
                </a:lnTo>
                <a:cubicBezTo>
                  <a:pt x="8808" y="6414"/>
                  <a:pt x="6414" y="8808"/>
                  <a:pt x="6414" y="11759"/>
                </a:cubicBezTo>
                <a:lnTo>
                  <a:pt x="6414" y="65853"/>
                </a:lnTo>
                <a:cubicBezTo>
                  <a:pt x="8363" y="64727"/>
                  <a:pt x="10575" y="64135"/>
                  <a:pt x="12827" y="64139"/>
                </a:cubicBezTo>
                <a:lnTo>
                  <a:pt x="70548" y="64139"/>
                </a:lnTo>
                <a:lnTo>
                  <a:pt x="70548" y="6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6959A-50EC-4610-94C1-37120EC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87" y="3783497"/>
            <a:ext cx="23515" cy="23694"/>
          </a:xfrm>
          <a:custGeom xmlns:a="http://schemas.openxmlformats.org/drawingml/2006/main">
            <a:pathLst>
              <a:path w="23515" h="23694">
                <a:moveTo>
                  <a:pt x="0" y="1069"/>
                </a:moveTo>
                <a:cubicBezTo>
                  <a:pt x="0" y="479"/>
                  <a:pt x="479" y="0"/>
                  <a:pt x="1069" y="0"/>
                </a:cubicBezTo>
                <a:lnTo>
                  <a:pt x="22446" y="0"/>
                </a:lnTo>
                <a:cubicBezTo>
                  <a:pt x="23037" y="0"/>
                  <a:pt x="23515" y="479"/>
                  <a:pt x="23515" y="1069"/>
                </a:cubicBezTo>
                <a:lnTo>
                  <a:pt x="23515" y="22491"/>
                </a:lnTo>
                <a:cubicBezTo>
                  <a:pt x="23515" y="23082"/>
                  <a:pt x="23034" y="23558"/>
                  <a:pt x="22442" y="23555"/>
                </a:cubicBezTo>
                <a:cubicBezTo>
                  <a:pt x="22218" y="23554"/>
                  <a:pt x="22000" y="23483"/>
                  <a:pt x="21819" y="23351"/>
                </a:cubicBezTo>
                <a:lnTo>
                  <a:pt x="12387" y="16492"/>
                </a:lnTo>
                <a:cubicBezTo>
                  <a:pt x="12013" y="16220"/>
                  <a:pt x="11504" y="16220"/>
                  <a:pt x="11129" y="16492"/>
                </a:cubicBezTo>
                <a:lnTo>
                  <a:pt x="1697" y="23346"/>
                </a:lnTo>
                <a:cubicBezTo>
                  <a:pt x="1220" y="23694"/>
                  <a:pt x="551" y="23588"/>
                  <a:pt x="204" y="23111"/>
                </a:cubicBezTo>
                <a:cubicBezTo>
                  <a:pt x="73" y="22930"/>
                  <a:pt x="2" y="22714"/>
                  <a:pt x="0" y="22491"/>
                </a:cubicBezTo>
                <a:lnTo>
                  <a:pt x="0" y="1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Text charts">
            <a:extLst xmlns:a="http://schemas.openxmlformats.org/drawingml/2006/main">
              <a:ext uri="{FF2B5EF4-FFF2-40B4-BE49-F238E27FC236}">
                <a16:creationId xmlns:a16="http://schemas.microsoft.com/office/drawing/2014/main" id="{4C3192DD-F396-4A78-B54F-098AC41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76" y="3726956"/>
            <a:ext cx="160903" cy="44286"/>
          </a:xfrm>
          <a:custGeom xmlns:a="http://schemas.openxmlformats.org/drawingml/2006/main">
            <a:pathLst>
              <a:path w="160903" h="44286">
                <a:moveTo>
                  <a:pt x="116659" y="16169"/>
                </a:moveTo>
                <a:lnTo>
                  <a:pt x="120582" y="16169"/>
                </a:lnTo>
                <a:lnTo>
                  <a:pt x="120582" y="34329"/>
                </a:lnTo>
                <a:lnTo>
                  <a:pt x="120584" y="34724"/>
                </a:lnTo>
                <a:lnTo>
                  <a:pt x="120587" y="35108"/>
                </a:lnTo>
                <a:lnTo>
                  <a:pt x="120593" y="35481"/>
                </a:lnTo>
                <a:lnTo>
                  <a:pt x="120601" y="35842"/>
                </a:lnTo>
                <a:lnTo>
                  <a:pt x="120611" y="36191"/>
                </a:lnTo>
                <a:lnTo>
                  <a:pt x="120623" y="36529"/>
                </a:lnTo>
                <a:lnTo>
                  <a:pt x="120638" y="36856"/>
                </a:lnTo>
                <a:lnTo>
                  <a:pt x="120655" y="37171"/>
                </a:lnTo>
                <a:lnTo>
                  <a:pt x="120674" y="37474"/>
                </a:lnTo>
                <a:lnTo>
                  <a:pt x="120696" y="37766"/>
                </a:lnTo>
                <a:lnTo>
                  <a:pt x="120720" y="38046"/>
                </a:lnTo>
                <a:lnTo>
                  <a:pt x="120746" y="38315"/>
                </a:lnTo>
                <a:lnTo>
                  <a:pt x="120774" y="38573"/>
                </a:lnTo>
                <a:lnTo>
                  <a:pt x="120805" y="38819"/>
                </a:lnTo>
                <a:lnTo>
                  <a:pt x="120838" y="39053"/>
                </a:lnTo>
                <a:lnTo>
                  <a:pt x="120873" y="39276"/>
                </a:lnTo>
                <a:lnTo>
                  <a:pt x="120910" y="39487"/>
                </a:lnTo>
                <a:lnTo>
                  <a:pt x="120950" y="39687"/>
                </a:lnTo>
                <a:lnTo>
                  <a:pt x="120992" y="39875"/>
                </a:lnTo>
                <a:lnTo>
                  <a:pt x="121036" y="40052"/>
                </a:lnTo>
                <a:lnTo>
                  <a:pt x="121083" y="40218"/>
                </a:lnTo>
                <a:lnTo>
                  <a:pt x="121132" y="40371"/>
                </a:lnTo>
                <a:lnTo>
                  <a:pt x="121183" y="40514"/>
                </a:lnTo>
                <a:lnTo>
                  <a:pt x="121236" y="40645"/>
                </a:lnTo>
                <a:lnTo>
                  <a:pt x="121292" y="40769"/>
                </a:lnTo>
                <a:lnTo>
                  <a:pt x="121352" y="40891"/>
                </a:lnTo>
                <a:lnTo>
                  <a:pt x="121415" y="41011"/>
                </a:lnTo>
                <a:lnTo>
                  <a:pt x="121481" y="41129"/>
                </a:lnTo>
                <a:lnTo>
                  <a:pt x="121550" y="41245"/>
                </a:lnTo>
                <a:lnTo>
                  <a:pt x="121623" y="41359"/>
                </a:lnTo>
                <a:lnTo>
                  <a:pt x="121699" y="41471"/>
                </a:lnTo>
                <a:lnTo>
                  <a:pt x="121778" y="41581"/>
                </a:lnTo>
                <a:lnTo>
                  <a:pt x="121860" y="41689"/>
                </a:lnTo>
                <a:lnTo>
                  <a:pt x="121946" y="41795"/>
                </a:lnTo>
                <a:lnTo>
                  <a:pt x="122035" y="41899"/>
                </a:lnTo>
                <a:lnTo>
                  <a:pt x="122128" y="42001"/>
                </a:lnTo>
                <a:lnTo>
                  <a:pt x="122224" y="42101"/>
                </a:lnTo>
                <a:lnTo>
                  <a:pt x="122323" y="42199"/>
                </a:lnTo>
                <a:lnTo>
                  <a:pt x="122425" y="42294"/>
                </a:lnTo>
                <a:lnTo>
                  <a:pt x="122531" y="42388"/>
                </a:lnTo>
                <a:lnTo>
                  <a:pt x="122640" y="42480"/>
                </a:lnTo>
                <a:lnTo>
                  <a:pt x="122752" y="42570"/>
                </a:lnTo>
                <a:lnTo>
                  <a:pt x="122868" y="42658"/>
                </a:lnTo>
                <a:lnTo>
                  <a:pt x="122987" y="42744"/>
                </a:lnTo>
                <a:lnTo>
                  <a:pt x="123109" y="42828"/>
                </a:lnTo>
                <a:lnTo>
                  <a:pt x="123234" y="42909"/>
                </a:lnTo>
                <a:lnTo>
                  <a:pt x="123363" y="42989"/>
                </a:lnTo>
                <a:lnTo>
                  <a:pt x="123495" y="43067"/>
                </a:lnTo>
                <a:lnTo>
                  <a:pt x="123631" y="43142"/>
                </a:lnTo>
                <a:lnTo>
                  <a:pt x="123772" y="43214"/>
                </a:lnTo>
                <a:lnTo>
                  <a:pt x="123917" y="43283"/>
                </a:lnTo>
                <a:lnTo>
                  <a:pt x="124066" y="43349"/>
                </a:lnTo>
                <a:lnTo>
                  <a:pt x="124221" y="43411"/>
                </a:lnTo>
                <a:lnTo>
                  <a:pt x="124379" y="43470"/>
                </a:lnTo>
                <a:lnTo>
                  <a:pt x="124543" y="43526"/>
                </a:lnTo>
                <a:lnTo>
                  <a:pt x="124710" y="43579"/>
                </a:lnTo>
                <a:lnTo>
                  <a:pt x="124883" y="43628"/>
                </a:lnTo>
                <a:lnTo>
                  <a:pt x="125060" y="43675"/>
                </a:lnTo>
                <a:lnTo>
                  <a:pt x="125241" y="43718"/>
                </a:lnTo>
                <a:lnTo>
                  <a:pt x="125427" y="43758"/>
                </a:lnTo>
                <a:lnTo>
                  <a:pt x="125618" y="43795"/>
                </a:lnTo>
                <a:lnTo>
                  <a:pt x="125813" y="43828"/>
                </a:lnTo>
                <a:lnTo>
                  <a:pt x="126012" y="43859"/>
                </a:lnTo>
                <a:lnTo>
                  <a:pt x="126216" y="43886"/>
                </a:lnTo>
                <a:lnTo>
                  <a:pt x="126425" y="43910"/>
                </a:lnTo>
                <a:lnTo>
                  <a:pt x="126638" y="43931"/>
                </a:lnTo>
                <a:lnTo>
                  <a:pt x="126856" y="43948"/>
                </a:lnTo>
                <a:lnTo>
                  <a:pt x="127078" y="43963"/>
                </a:lnTo>
                <a:lnTo>
                  <a:pt x="127305" y="43974"/>
                </a:lnTo>
                <a:lnTo>
                  <a:pt x="127536" y="43982"/>
                </a:lnTo>
                <a:lnTo>
                  <a:pt x="127772" y="43987"/>
                </a:lnTo>
                <a:lnTo>
                  <a:pt x="128013" y="43988"/>
                </a:lnTo>
                <a:lnTo>
                  <a:pt x="128162" y="43988"/>
                </a:lnTo>
                <a:lnTo>
                  <a:pt x="128313" y="43985"/>
                </a:lnTo>
                <a:lnTo>
                  <a:pt x="128466" y="43982"/>
                </a:lnTo>
                <a:lnTo>
                  <a:pt x="128621" y="43977"/>
                </a:lnTo>
                <a:lnTo>
                  <a:pt x="128777" y="43970"/>
                </a:lnTo>
                <a:lnTo>
                  <a:pt x="128934" y="43962"/>
                </a:lnTo>
                <a:lnTo>
                  <a:pt x="129094" y="43953"/>
                </a:lnTo>
                <a:lnTo>
                  <a:pt x="129255" y="43942"/>
                </a:lnTo>
                <a:lnTo>
                  <a:pt x="129417" y="43930"/>
                </a:lnTo>
                <a:lnTo>
                  <a:pt x="129582" y="43916"/>
                </a:lnTo>
                <a:lnTo>
                  <a:pt x="129747" y="43901"/>
                </a:lnTo>
                <a:lnTo>
                  <a:pt x="129915" y="43884"/>
                </a:lnTo>
                <a:lnTo>
                  <a:pt x="130084" y="43866"/>
                </a:lnTo>
                <a:lnTo>
                  <a:pt x="130255" y="43847"/>
                </a:lnTo>
                <a:lnTo>
                  <a:pt x="130428" y="43826"/>
                </a:lnTo>
                <a:lnTo>
                  <a:pt x="130602" y="43803"/>
                </a:lnTo>
                <a:lnTo>
                  <a:pt x="130778" y="43780"/>
                </a:lnTo>
                <a:lnTo>
                  <a:pt x="130955" y="43754"/>
                </a:lnTo>
                <a:lnTo>
                  <a:pt x="131134" y="43728"/>
                </a:lnTo>
                <a:lnTo>
                  <a:pt x="131315" y="43699"/>
                </a:lnTo>
                <a:lnTo>
                  <a:pt x="131498" y="43670"/>
                </a:lnTo>
                <a:lnTo>
                  <a:pt x="131682" y="43639"/>
                </a:lnTo>
                <a:lnTo>
                  <a:pt x="131868" y="43606"/>
                </a:lnTo>
                <a:lnTo>
                  <a:pt x="132055" y="43572"/>
                </a:lnTo>
                <a:lnTo>
                  <a:pt x="131282" y="38846"/>
                </a:lnTo>
                <a:lnTo>
                  <a:pt x="131162" y="38859"/>
                </a:lnTo>
                <a:lnTo>
                  <a:pt x="131043" y="38870"/>
                </a:lnTo>
                <a:lnTo>
                  <a:pt x="130927" y="38881"/>
                </a:lnTo>
                <a:lnTo>
                  <a:pt x="130812" y="38892"/>
                </a:lnTo>
                <a:lnTo>
                  <a:pt x="130700" y="38902"/>
                </a:lnTo>
                <a:lnTo>
                  <a:pt x="130589" y="38912"/>
                </a:lnTo>
                <a:lnTo>
                  <a:pt x="130481" y="38921"/>
                </a:lnTo>
                <a:lnTo>
                  <a:pt x="130374" y="38929"/>
                </a:lnTo>
                <a:lnTo>
                  <a:pt x="130269" y="38937"/>
                </a:lnTo>
                <a:lnTo>
                  <a:pt x="130167" y="38945"/>
                </a:lnTo>
                <a:lnTo>
                  <a:pt x="130066" y="38952"/>
                </a:lnTo>
                <a:lnTo>
                  <a:pt x="129967" y="38958"/>
                </a:lnTo>
                <a:lnTo>
                  <a:pt x="129870" y="38964"/>
                </a:lnTo>
                <a:lnTo>
                  <a:pt x="129775" y="38969"/>
                </a:lnTo>
                <a:lnTo>
                  <a:pt x="129682" y="38974"/>
                </a:lnTo>
                <a:lnTo>
                  <a:pt x="129591" y="38979"/>
                </a:lnTo>
                <a:lnTo>
                  <a:pt x="129502" y="38982"/>
                </a:lnTo>
                <a:lnTo>
                  <a:pt x="129415" y="38986"/>
                </a:lnTo>
                <a:lnTo>
                  <a:pt x="129330" y="38989"/>
                </a:lnTo>
                <a:lnTo>
                  <a:pt x="129247" y="38991"/>
                </a:lnTo>
                <a:lnTo>
                  <a:pt x="129166" y="38993"/>
                </a:lnTo>
                <a:lnTo>
                  <a:pt x="129087" y="38994"/>
                </a:lnTo>
                <a:lnTo>
                  <a:pt x="129010" y="38995"/>
                </a:lnTo>
                <a:lnTo>
                  <a:pt x="128934" y="38995"/>
                </a:lnTo>
                <a:lnTo>
                  <a:pt x="128836" y="38994"/>
                </a:lnTo>
                <a:lnTo>
                  <a:pt x="128740" y="38992"/>
                </a:lnTo>
                <a:lnTo>
                  <a:pt x="128646" y="38989"/>
                </a:lnTo>
                <a:lnTo>
                  <a:pt x="128553" y="38984"/>
                </a:lnTo>
                <a:lnTo>
                  <a:pt x="128463" y="38978"/>
                </a:lnTo>
                <a:lnTo>
                  <a:pt x="128374" y="38971"/>
                </a:lnTo>
                <a:lnTo>
                  <a:pt x="128287" y="38962"/>
                </a:lnTo>
                <a:lnTo>
                  <a:pt x="128203" y="38952"/>
                </a:lnTo>
                <a:lnTo>
                  <a:pt x="128120" y="38941"/>
                </a:lnTo>
                <a:lnTo>
                  <a:pt x="128039" y="38928"/>
                </a:lnTo>
                <a:lnTo>
                  <a:pt x="127960" y="38914"/>
                </a:lnTo>
                <a:lnTo>
                  <a:pt x="127883" y="38899"/>
                </a:lnTo>
                <a:lnTo>
                  <a:pt x="127808" y="38882"/>
                </a:lnTo>
                <a:lnTo>
                  <a:pt x="127734" y="38864"/>
                </a:lnTo>
                <a:lnTo>
                  <a:pt x="127663" y="38844"/>
                </a:lnTo>
                <a:lnTo>
                  <a:pt x="127593" y="38823"/>
                </a:lnTo>
                <a:lnTo>
                  <a:pt x="127526" y="38801"/>
                </a:lnTo>
                <a:lnTo>
                  <a:pt x="127460" y="38778"/>
                </a:lnTo>
                <a:lnTo>
                  <a:pt x="127396" y="38753"/>
                </a:lnTo>
                <a:lnTo>
                  <a:pt x="127335" y="38727"/>
                </a:lnTo>
                <a:lnTo>
                  <a:pt x="127275" y="38699"/>
                </a:lnTo>
                <a:lnTo>
                  <a:pt x="127217" y="38670"/>
                </a:lnTo>
                <a:lnTo>
                  <a:pt x="127161" y="38640"/>
                </a:lnTo>
                <a:lnTo>
                  <a:pt x="127106" y="38609"/>
                </a:lnTo>
                <a:lnTo>
                  <a:pt x="127054" y="38576"/>
                </a:lnTo>
                <a:lnTo>
                  <a:pt x="127002" y="38542"/>
                </a:lnTo>
                <a:lnTo>
                  <a:pt x="126952" y="38508"/>
                </a:lnTo>
                <a:lnTo>
                  <a:pt x="126903" y="38472"/>
                </a:lnTo>
                <a:lnTo>
                  <a:pt x="126856" y="38436"/>
                </a:lnTo>
                <a:lnTo>
                  <a:pt x="126809" y="38399"/>
                </a:lnTo>
                <a:lnTo>
                  <a:pt x="126764" y="38361"/>
                </a:lnTo>
                <a:lnTo>
                  <a:pt x="126720" y="38321"/>
                </a:lnTo>
                <a:lnTo>
                  <a:pt x="126677" y="38281"/>
                </a:lnTo>
                <a:lnTo>
                  <a:pt x="126636" y="38240"/>
                </a:lnTo>
                <a:lnTo>
                  <a:pt x="126595" y="38198"/>
                </a:lnTo>
                <a:lnTo>
                  <a:pt x="126556" y="38155"/>
                </a:lnTo>
                <a:lnTo>
                  <a:pt x="126519" y="38112"/>
                </a:lnTo>
                <a:lnTo>
                  <a:pt x="126482" y="38067"/>
                </a:lnTo>
                <a:lnTo>
                  <a:pt x="126447" y="38021"/>
                </a:lnTo>
                <a:lnTo>
                  <a:pt x="126413" y="37975"/>
                </a:lnTo>
                <a:lnTo>
                  <a:pt x="126380" y="37927"/>
                </a:lnTo>
                <a:lnTo>
                  <a:pt x="126348" y="37879"/>
                </a:lnTo>
                <a:lnTo>
                  <a:pt x="126318" y="37829"/>
                </a:lnTo>
                <a:lnTo>
                  <a:pt x="126289" y="37779"/>
                </a:lnTo>
                <a:lnTo>
                  <a:pt x="126261" y="37728"/>
                </a:lnTo>
                <a:lnTo>
                  <a:pt x="126234" y="37676"/>
                </a:lnTo>
                <a:lnTo>
                  <a:pt x="126209" y="37622"/>
                </a:lnTo>
                <a:lnTo>
                  <a:pt x="126185" y="37568"/>
                </a:lnTo>
                <a:lnTo>
                  <a:pt x="126162" y="37511"/>
                </a:lnTo>
                <a:lnTo>
                  <a:pt x="126140" y="37448"/>
                </a:lnTo>
                <a:lnTo>
                  <a:pt x="126119" y="37379"/>
                </a:lnTo>
                <a:lnTo>
                  <a:pt x="126099" y="37305"/>
                </a:lnTo>
                <a:lnTo>
                  <a:pt x="126080" y="37225"/>
                </a:lnTo>
                <a:lnTo>
                  <a:pt x="126061" y="37139"/>
                </a:lnTo>
                <a:lnTo>
                  <a:pt x="126044" y="37048"/>
                </a:lnTo>
                <a:lnTo>
                  <a:pt x="126028" y="36951"/>
                </a:lnTo>
                <a:lnTo>
                  <a:pt x="126013" y="36848"/>
                </a:lnTo>
                <a:lnTo>
                  <a:pt x="125999" y="36740"/>
                </a:lnTo>
                <a:lnTo>
                  <a:pt x="125985" y="36626"/>
                </a:lnTo>
                <a:lnTo>
                  <a:pt x="125973" y="36506"/>
                </a:lnTo>
                <a:lnTo>
                  <a:pt x="125962" y="36380"/>
                </a:lnTo>
                <a:lnTo>
                  <a:pt x="125952" y="36249"/>
                </a:lnTo>
                <a:lnTo>
                  <a:pt x="125942" y="36113"/>
                </a:lnTo>
                <a:lnTo>
                  <a:pt x="125934" y="35970"/>
                </a:lnTo>
                <a:lnTo>
                  <a:pt x="125927" y="35822"/>
                </a:lnTo>
                <a:lnTo>
                  <a:pt x="125920" y="35668"/>
                </a:lnTo>
                <a:lnTo>
                  <a:pt x="125915" y="35509"/>
                </a:lnTo>
                <a:lnTo>
                  <a:pt x="125910" y="35343"/>
                </a:lnTo>
                <a:lnTo>
                  <a:pt x="125907" y="35173"/>
                </a:lnTo>
                <a:lnTo>
                  <a:pt x="125905" y="34996"/>
                </a:lnTo>
                <a:lnTo>
                  <a:pt x="125903" y="34814"/>
                </a:lnTo>
                <a:lnTo>
                  <a:pt x="125903" y="34626"/>
                </a:lnTo>
                <a:lnTo>
                  <a:pt x="125903" y="16169"/>
                </a:lnTo>
                <a:lnTo>
                  <a:pt x="131282" y="16169"/>
                </a:lnTo>
                <a:lnTo>
                  <a:pt x="131282" y="12008"/>
                </a:lnTo>
                <a:lnTo>
                  <a:pt x="125903" y="12008"/>
                </a:lnTo>
                <a:lnTo>
                  <a:pt x="125903" y="951"/>
                </a:lnTo>
                <a:lnTo>
                  <a:pt x="120582" y="4169"/>
                </a:lnTo>
                <a:lnTo>
                  <a:pt x="120582" y="12008"/>
                </a:lnTo>
                <a:lnTo>
                  <a:pt x="116659" y="12008"/>
                </a:lnTo>
                <a:lnTo>
                  <a:pt x="116659" y="12970"/>
                </a:lnTo>
                <a:lnTo>
                  <a:pt x="116494" y="12871"/>
                </a:lnTo>
                <a:lnTo>
                  <a:pt x="116261" y="12737"/>
                </a:lnTo>
                <a:lnTo>
                  <a:pt x="116029" y="12608"/>
                </a:lnTo>
                <a:lnTo>
                  <a:pt x="115797" y="12486"/>
                </a:lnTo>
                <a:lnTo>
                  <a:pt x="115566" y="12370"/>
                </a:lnTo>
                <a:lnTo>
                  <a:pt x="115335" y="12260"/>
                </a:lnTo>
                <a:lnTo>
                  <a:pt x="115104" y="12156"/>
                </a:lnTo>
                <a:lnTo>
                  <a:pt x="114874" y="12057"/>
                </a:lnTo>
                <a:lnTo>
                  <a:pt x="114643" y="11965"/>
                </a:lnTo>
                <a:lnTo>
                  <a:pt x="114413" y="11878"/>
                </a:lnTo>
                <a:lnTo>
                  <a:pt x="114184" y="11798"/>
                </a:lnTo>
                <a:lnTo>
                  <a:pt x="113955" y="11723"/>
                </a:lnTo>
                <a:lnTo>
                  <a:pt x="113726" y="11655"/>
                </a:lnTo>
                <a:lnTo>
                  <a:pt x="113497" y="11592"/>
                </a:lnTo>
                <a:lnTo>
                  <a:pt x="113269" y="11536"/>
                </a:lnTo>
                <a:lnTo>
                  <a:pt x="113041" y="11485"/>
                </a:lnTo>
                <a:lnTo>
                  <a:pt x="112813" y="11440"/>
                </a:lnTo>
                <a:lnTo>
                  <a:pt x="112586" y="11402"/>
                </a:lnTo>
                <a:lnTo>
                  <a:pt x="112358" y="11369"/>
                </a:lnTo>
                <a:lnTo>
                  <a:pt x="112132" y="11342"/>
                </a:lnTo>
                <a:lnTo>
                  <a:pt x="111905" y="11321"/>
                </a:lnTo>
                <a:lnTo>
                  <a:pt x="111679" y="11306"/>
                </a:lnTo>
                <a:lnTo>
                  <a:pt x="111453" y="11297"/>
                </a:lnTo>
                <a:lnTo>
                  <a:pt x="111228" y="11294"/>
                </a:lnTo>
                <a:lnTo>
                  <a:pt x="111072" y="11296"/>
                </a:lnTo>
                <a:lnTo>
                  <a:pt x="110918" y="11302"/>
                </a:lnTo>
                <a:lnTo>
                  <a:pt x="110764" y="11311"/>
                </a:lnTo>
                <a:lnTo>
                  <a:pt x="110612" y="11324"/>
                </a:lnTo>
                <a:lnTo>
                  <a:pt x="110461" y="11341"/>
                </a:lnTo>
                <a:lnTo>
                  <a:pt x="110311" y="11361"/>
                </a:lnTo>
                <a:lnTo>
                  <a:pt x="110162" y="11385"/>
                </a:lnTo>
                <a:lnTo>
                  <a:pt x="110014" y="11413"/>
                </a:lnTo>
                <a:lnTo>
                  <a:pt x="109867" y="11444"/>
                </a:lnTo>
                <a:lnTo>
                  <a:pt x="109721" y="11479"/>
                </a:lnTo>
                <a:lnTo>
                  <a:pt x="109577" y="11518"/>
                </a:lnTo>
                <a:lnTo>
                  <a:pt x="109433" y="11560"/>
                </a:lnTo>
                <a:lnTo>
                  <a:pt x="109291" y="11607"/>
                </a:lnTo>
                <a:lnTo>
                  <a:pt x="109149" y="11657"/>
                </a:lnTo>
                <a:lnTo>
                  <a:pt x="109009" y="11710"/>
                </a:lnTo>
                <a:lnTo>
                  <a:pt x="108870" y="11767"/>
                </a:lnTo>
                <a:lnTo>
                  <a:pt x="108732" y="11828"/>
                </a:lnTo>
                <a:lnTo>
                  <a:pt x="108594" y="11893"/>
                </a:lnTo>
                <a:lnTo>
                  <a:pt x="108458" y="11961"/>
                </a:lnTo>
                <a:lnTo>
                  <a:pt x="108324" y="12033"/>
                </a:lnTo>
                <a:lnTo>
                  <a:pt x="108190" y="12109"/>
                </a:lnTo>
                <a:lnTo>
                  <a:pt x="108057" y="12189"/>
                </a:lnTo>
                <a:lnTo>
                  <a:pt x="107925" y="12272"/>
                </a:lnTo>
                <a:lnTo>
                  <a:pt x="107795" y="12359"/>
                </a:lnTo>
                <a:lnTo>
                  <a:pt x="107664" y="12451"/>
                </a:lnTo>
                <a:lnTo>
                  <a:pt x="107533" y="12552"/>
                </a:lnTo>
                <a:lnTo>
                  <a:pt x="107400" y="12660"/>
                </a:lnTo>
                <a:lnTo>
                  <a:pt x="107267" y="12777"/>
                </a:lnTo>
                <a:lnTo>
                  <a:pt x="107132" y="12901"/>
                </a:lnTo>
                <a:lnTo>
                  <a:pt x="106997" y="13033"/>
                </a:lnTo>
                <a:lnTo>
                  <a:pt x="106860" y="13173"/>
                </a:lnTo>
                <a:lnTo>
                  <a:pt x="106723" y="13321"/>
                </a:lnTo>
                <a:lnTo>
                  <a:pt x="106585" y="13477"/>
                </a:lnTo>
                <a:lnTo>
                  <a:pt x="106445" y="13641"/>
                </a:lnTo>
                <a:lnTo>
                  <a:pt x="106305" y="13812"/>
                </a:lnTo>
                <a:lnTo>
                  <a:pt x="106164" y="13992"/>
                </a:lnTo>
                <a:lnTo>
                  <a:pt x="106021" y="14180"/>
                </a:lnTo>
                <a:lnTo>
                  <a:pt x="105878" y="14375"/>
                </a:lnTo>
                <a:lnTo>
                  <a:pt x="105734" y="14578"/>
                </a:lnTo>
                <a:lnTo>
                  <a:pt x="105589" y="14789"/>
                </a:lnTo>
                <a:lnTo>
                  <a:pt x="105443" y="15008"/>
                </a:lnTo>
                <a:lnTo>
                  <a:pt x="105295" y="15235"/>
                </a:lnTo>
                <a:lnTo>
                  <a:pt x="105147" y="15470"/>
                </a:lnTo>
                <a:lnTo>
                  <a:pt x="104998" y="15713"/>
                </a:lnTo>
                <a:lnTo>
                  <a:pt x="104848" y="15964"/>
                </a:lnTo>
                <a:lnTo>
                  <a:pt x="104697" y="16222"/>
                </a:lnTo>
                <a:lnTo>
                  <a:pt x="104545" y="16489"/>
                </a:lnTo>
                <a:lnTo>
                  <a:pt x="104392" y="16763"/>
                </a:lnTo>
                <a:lnTo>
                  <a:pt x="104392" y="12008"/>
                </a:lnTo>
                <a:lnTo>
                  <a:pt x="99577" y="12008"/>
                </a:lnTo>
                <a:lnTo>
                  <a:pt x="99577" y="43572"/>
                </a:lnTo>
                <a:lnTo>
                  <a:pt x="104927" y="43572"/>
                </a:lnTo>
                <a:lnTo>
                  <a:pt x="104927" y="27028"/>
                </a:lnTo>
                <a:lnTo>
                  <a:pt x="104928" y="26747"/>
                </a:lnTo>
                <a:lnTo>
                  <a:pt x="104933" y="26467"/>
                </a:lnTo>
                <a:lnTo>
                  <a:pt x="104941" y="26189"/>
                </a:lnTo>
                <a:lnTo>
                  <a:pt x="104951" y="25913"/>
                </a:lnTo>
                <a:lnTo>
                  <a:pt x="104965" y="25638"/>
                </a:lnTo>
                <a:lnTo>
                  <a:pt x="104982" y="25366"/>
                </a:lnTo>
                <a:lnTo>
                  <a:pt x="105002" y="25095"/>
                </a:lnTo>
                <a:lnTo>
                  <a:pt x="105026" y="24827"/>
                </a:lnTo>
                <a:lnTo>
                  <a:pt x="105052" y="24560"/>
                </a:lnTo>
                <a:lnTo>
                  <a:pt x="105081" y="24295"/>
                </a:lnTo>
                <a:lnTo>
                  <a:pt x="105114" y="24032"/>
                </a:lnTo>
                <a:lnTo>
                  <a:pt x="105150" y="23770"/>
                </a:lnTo>
                <a:lnTo>
                  <a:pt x="105188" y="23511"/>
                </a:lnTo>
                <a:lnTo>
                  <a:pt x="105230" y="23253"/>
                </a:lnTo>
                <a:lnTo>
                  <a:pt x="105275" y="22998"/>
                </a:lnTo>
                <a:lnTo>
                  <a:pt x="105323" y="22744"/>
                </a:lnTo>
                <a:lnTo>
                  <a:pt x="105374" y="22492"/>
                </a:lnTo>
                <a:lnTo>
                  <a:pt x="105428" y="22242"/>
                </a:lnTo>
                <a:lnTo>
                  <a:pt x="105485" y="21994"/>
                </a:lnTo>
                <a:lnTo>
                  <a:pt x="105546" y="21747"/>
                </a:lnTo>
                <a:lnTo>
                  <a:pt x="105609" y="21503"/>
                </a:lnTo>
                <a:lnTo>
                  <a:pt x="105676" y="21260"/>
                </a:lnTo>
                <a:lnTo>
                  <a:pt x="105745" y="21019"/>
                </a:lnTo>
                <a:lnTo>
                  <a:pt x="105818" y="20780"/>
                </a:lnTo>
                <a:lnTo>
                  <a:pt x="105869" y="20625"/>
                </a:lnTo>
                <a:lnTo>
                  <a:pt x="105923" y="20474"/>
                </a:lnTo>
                <a:lnTo>
                  <a:pt x="105979" y="20324"/>
                </a:lnTo>
                <a:lnTo>
                  <a:pt x="106039" y="20178"/>
                </a:lnTo>
                <a:lnTo>
                  <a:pt x="106101" y="20035"/>
                </a:lnTo>
                <a:lnTo>
                  <a:pt x="106166" y="19894"/>
                </a:lnTo>
                <a:lnTo>
                  <a:pt x="106233" y="19756"/>
                </a:lnTo>
                <a:lnTo>
                  <a:pt x="106304" y="19622"/>
                </a:lnTo>
                <a:lnTo>
                  <a:pt x="106377" y="19490"/>
                </a:lnTo>
                <a:lnTo>
                  <a:pt x="106453" y="19360"/>
                </a:lnTo>
                <a:lnTo>
                  <a:pt x="106532" y="19234"/>
                </a:lnTo>
                <a:lnTo>
                  <a:pt x="106613" y="19110"/>
                </a:lnTo>
                <a:lnTo>
                  <a:pt x="106698" y="18990"/>
                </a:lnTo>
                <a:lnTo>
                  <a:pt x="106785" y="18872"/>
                </a:lnTo>
                <a:lnTo>
                  <a:pt x="106875" y="18757"/>
                </a:lnTo>
                <a:lnTo>
                  <a:pt x="106967" y="18645"/>
                </a:lnTo>
                <a:lnTo>
                  <a:pt x="107063" y="18535"/>
                </a:lnTo>
                <a:lnTo>
                  <a:pt x="107161" y="18429"/>
                </a:lnTo>
                <a:lnTo>
                  <a:pt x="107262" y="18325"/>
                </a:lnTo>
                <a:lnTo>
                  <a:pt x="107366" y="18225"/>
                </a:lnTo>
                <a:lnTo>
                  <a:pt x="107473" y="18127"/>
                </a:lnTo>
                <a:lnTo>
                  <a:pt x="107582" y="18032"/>
                </a:lnTo>
                <a:lnTo>
                  <a:pt x="107695" y="17939"/>
                </a:lnTo>
                <a:lnTo>
                  <a:pt x="107810" y="17850"/>
                </a:lnTo>
                <a:lnTo>
                  <a:pt x="107927" y="17764"/>
                </a:lnTo>
                <a:lnTo>
                  <a:pt x="108045" y="17681"/>
                </a:lnTo>
                <a:lnTo>
                  <a:pt x="108164" y="17602"/>
                </a:lnTo>
                <a:lnTo>
                  <a:pt x="108285" y="17527"/>
                </a:lnTo>
                <a:lnTo>
                  <a:pt x="108407" y="17455"/>
                </a:lnTo>
                <a:lnTo>
                  <a:pt x="108530" y="17387"/>
                </a:lnTo>
                <a:lnTo>
                  <a:pt x="108655" y="17323"/>
                </a:lnTo>
                <a:lnTo>
                  <a:pt x="108781" y="17263"/>
                </a:lnTo>
                <a:lnTo>
                  <a:pt x="108907" y="17206"/>
                </a:lnTo>
                <a:lnTo>
                  <a:pt x="109036" y="17153"/>
                </a:lnTo>
                <a:lnTo>
                  <a:pt x="109165" y="17103"/>
                </a:lnTo>
                <a:lnTo>
                  <a:pt x="109296" y="17057"/>
                </a:lnTo>
                <a:lnTo>
                  <a:pt x="109428" y="17015"/>
                </a:lnTo>
                <a:lnTo>
                  <a:pt x="109561" y="16976"/>
                </a:lnTo>
                <a:lnTo>
                  <a:pt x="109695" y="16941"/>
                </a:lnTo>
                <a:lnTo>
                  <a:pt x="109831" y="16910"/>
                </a:lnTo>
                <a:lnTo>
                  <a:pt x="109968" y="16883"/>
                </a:lnTo>
                <a:lnTo>
                  <a:pt x="110106" y="16859"/>
                </a:lnTo>
                <a:lnTo>
                  <a:pt x="110245" y="16839"/>
                </a:lnTo>
                <a:lnTo>
                  <a:pt x="110386" y="16822"/>
                </a:lnTo>
                <a:lnTo>
                  <a:pt x="110527" y="16809"/>
                </a:lnTo>
                <a:lnTo>
                  <a:pt x="110670" y="16800"/>
                </a:lnTo>
                <a:lnTo>
                  <a:pt x="110815" y="16795"/>
                </a:lnTo>
                <a:lnTo>
                  <a:pt x="110960" y="16793"/>
                </a:lnTo>
                <a:lnTo>
                  <a:pt x="111124" y="16795"/>
                </a:lnTo>
                <a:lnTo>
                  <a:pt x="111287" y="16801"/>
                </a:lnTo>
                <a:lnTo>
                  <a:pt x="111451" y="16811"/>
                </a:lnTo>
                <a:lnTo>
                  <a:pt x="111614" y="16825"/>
                </a:lnTo>
                <a:lnTo>
                  <a:pt x="111777" y="16843"/>
                </a:lnTo>
                <a:lnTo>
                  <a:pt x="111941" y="16865"/>
                </a:lnTo>
                <a:lnTo>
                  <a:pt x="112104" y="16891"/>
                </a:lnTo>
                <a:lnTo>
                  <a:pt x="112268" y="16922"/>
                </a:lnTo>
                <a:lnTo>
                  <a:pt x="112431" y="16956"/>
                </a:lnTo>
                <a:lnTo>
                  <a:pt x="112595" y="16994"/>
                </a:lnTo>
                <a:lnTo>
                  <a:pt x="112758" y="17036"/>
                </a:lnTo>
                <a:lnTo>
                  <a:pt x="112922" y="17083"/>
                </a:lnTo>
                <a:lnTo>
                  <a:pt x="113085" y="17133"/>
                </a:lnTo>
                <a:lnTo>
                  <a:pt x="113249" y="17187"/>
                </a:lnTo>
                <a:lnTo>
                  <a:pt x="113412" y="17246"/>
                </a:lnTo>
                <a:lnTo>
                  <a:pt x="113576" y="17308"/>
                </a:lnTo>
                <a:lnTo>
                  <a:pt x="113739" y="17374"/>
                </a:lnTo>
                <a:lnTo>
                  <a:pt x="113903" y="17445"/>
                </a:lnTo>
                <a:lnTo>
                  <a:pt x="114066" y="17519"/>
                </a:lnTo>
                <a:lnTo>
                  <a:pt x="114230" y="17598"/>
                </a:lnTo>
                <a:lnTo>
                  <a:pt x="114393" y="17680"/>
                </a:lnTo>
                <a:lnTo>
                  <a:pt x="114556" y="17767"/>
                </a:lnTo>
                <a:lnTo>
                  <a:pt x="114720" y="17857"/>
                </a:lnTo>
                <a:lnTo>
                  <a:pt x="114883" y="17952"/>
                </a:lnTo>
                <a:lnTo>
                  <a:pt x="116659" y="13191"/>
                </a:lnTo>
                <a:lnTo>
                  <a:pt x="116659" y="16169"/>
                </a:lnTo>
                <a:close/>
                <a:moveTo>
                  <a:pt x="37787" y="25997"/>
                </a:moveTo>
                <a:lnTo>
                  <a:pt x="37791" y="25696"/>
                </a:lnTo>
                <a:lnTo>
                  <a:pt x="37799" y="25400"/>
                </a:lnTo>
                <a:lnTo>
                  <a:pt x="37810" y="25110"/>
                </a:lnTo>
                <a:lnTo>
                  <a:pt x="37824" y="24826"/>
                </a:lnTo>
                <a:lnTo>
                  <a:pt x="37841" y="24547"/>
                </a:lnTo>
                <a:lnTo>
                  <a:pt x="37861" y="24273"/>
                </a:lnTo>
                <a:lnTo>
                  <a:pt x="37884" y="24005"/>
                </a:lnTo>
                <a:lnTo>
                  <a:pt x="37910" y="23743"/>
                </a:lnTo>
                <a:lnTo>
                  <a:pt x="37940" y="23486"/>
                </a:lnTo>
                <a:lnTo>
                  <a:pt x="37972" y="23235"/>
                </a:lnTo>
                <a:lnTo>
                  <a:pt x="38008" y="22990"/>
                </a:lnTo>
                <a:lnTo>
                  <a:pt x="38047" y="22750"/>
                </a:lnTo>
                <a:lnTo>
                  <a:pt x="38088" y="22516"/>
                </a:lnTo>
                <a:lnTo>
                  <a:pt x="38133" y="22287"/>
                </a:lnTo>
                <a:lnTo>
                  <a:pt x="38181" y="22064"/>
                </a:lnTo>
                <a:lnTo>
                  <a:pt x="38232" y="21846"/>
                </a:lnTo>
                <a:lnTo>
                  <a:pt x="38287" y="21634"/>
                </a:lnTo>
                <a:lnTo>
                  <a:pt x="38344" y="21427"/>
                </a:lnTo>
                <a:lnTo>
                  <a:pt x="38404" y="21226"/>
                </a:lnTo>
                <a:lnTo>
                  <a:pt x="38468" y="21031"/>
                </a:lnTo>
                <a:lnTo>
                  <a:pt x="38534" y="20841"/>
                </a:lnTo>
                <a:lnTo>
                  <a:pt x="38604" y="20657"/>
                </a:lnTo>
                <a:lnTo>
                  <a:pt x="38677" y="20478"/>
                </a:lnTo>
                <a:lnTo>
                  <a:pt x="38753" y="20304"/>
                </a:lnTo>
                <a:lnTo>
                  <a:pt x="38834" y="20133"/>
                </a:lnTo>
                <a:lnTo>
                  <a:pt x="38918" y="19965"/>
                </a:lnTo>
                <a:lnTo>
                  <a:pt x="39007" y="19799"/>
                </a:lnTo>
                <a:lnTo>
                  <a:pt x="39100" y="19637"/>
                </a:lnTo>
                <a:lnTo>
                  <a:pt x="39198" y="19478"/>
                </a:lnTo>
                <a:lnTo>
                  <a:pt x="39299" y="19322"/>
                </a:lnTo>
                <a:lnTo>
                  <a:pt x="39405" y="19169"/>
                </a:lnTo>
                <a:lnTo>
                  <a:pt x="39515" y="19019"/>
                </a:lnTo>
                <a:lnTo>
                  <a:pt x="39629" y="18872"/>
                </a:lnTo>
                <a:lnTo>
                  <a:pt x="39747" y="18728"/>
                </a:lnTo>
                <a:lnTo>
                  <a:pt x="39869" y="18587"/>
                </a:lnTo>
                <a:lnTo>
                  <a:pt x="39996" y="18450"/>
                </a:lnTo>
                <a:lnTo>
                  <a:pt x="40127" y="18315"/>
                </a:lnTo>
                <a:lnTo>
                  <a:pt x="40261" y="18183"/>
                </a:lnTo>
                <a:lnTo>
                  <a:pt x="40401" y="18054"/>
                </a:lnTo>
                <a:lnTo>
                  <a:pt x="40544" y="17929"/>
                </a:lnTo>
                <a:lnTo>
                  <a:pt x="40691" y="17806"/>
                </a:lnTo>
                <a:lnTo>
                  <a:pt x="40843" y="17687"/>
                </a:lnTo>
                <a:lnTo>
                  <a:pt x="40999" y="17570"/>
                </a:lnTo>
                <a:lnTo>
                  <a:pt x="41159" y="17457"/>
                </a:lnTo>
                <a:lnTo>
                  <a:pt x="41323" y="17346"/>
                </a:lnTo>
                <a:lnTo>
                  <a:pt x="41491" y="17239"/>
                </a:lnTo>
                <a:lnTo>
                  <a:pt x="41664" y="17135"/>
                </a:lnTo>
                <a:lnTo>
                  <a:pt x="41839" y="17034"/>
                </a:lnTo>
                <a:lnTo>
                  <a:pt x="42015" y="16938"/>
                </a:lnTo>
                <a:lnTo>
                  <a:pt x="42192" y="16846"/>
                </a:lnTo>
                <a:lnTo>
                  <a:pt x="42370" y="16758"/>
                </a:lnTo>
                <a:lnTo>
                  <a:pt x="42549" y="16674"/>
                </a:lnTo>
                <a:lnTo>
                  <a:pt x="42729" y="16595"/>
                </a:lnTo>
                <a:lnTo>
                  <a:pt x="42910" y="16520"/>
                </a:lnTo>
                <a:lnTo>
                  <a:pt x="43092" y="16449"/>
                </a:lnTo>
                <a:lnTo>
                  <a:pt x="43275" y="16383"/>
                </a:lnTo>
                <a:lnTo>
                  <a:pt x="43459" y="16321"/>
                </a:lnTo>
                <a:lnTo>
                  <a:pt x="43644" y="16263"/>
                </a:lnTo>
                <a:lnTo>
                  <a:pt x="43830" y="16210"/>
                </a:lnTo>
                <a:lnTo>
                  <a:pt x="44017" y="16160"/>
                </a:lnTo>
                <a:lnTo>
                  <a:pt x="44204" y="16115"/>
                </a:lnTo>
                <a:lnTo>
                  <a:pt x="44393" y="16075"/>
                </a:lnTo>
                <a:lnTo>
                  <a:pt x="44583" y="16038"/>
                </a:lnTo>
                <a:lnTo>
                  <a:pt x="44774" y="16006"/>
                </a:lnTo>
                <a:lnTo>
                  <a:pt x="44966" y="15978"/>
                </a:lnTo>
                <a:lnTo>
                  <a:pt x="45158" y="15955"/>
                </a:lnTo>
                <a:lnTo>
                  <a:pt x="45352" y="15935"/>
                </a:lnTo>
                <a:lnTo>
                  <a:pt x="45547" y="15920"/>
                </a:lnTo>
                <a:lnTo>
                  <a:pt x="45743" y="15910"/>
                </a:lnTo>
                <a:lnTo>
                  <a:pt x="45939" y="15903"/>
                </a:lnTo>
                <a:lnTo>
                  <a:pt x="46137" y="15901"/>
                </a:lnTo>
                <a:lnTo>
                  <a:pt x="46399" y="15904"/>
                </a:lnTo>
                <a:lnTo>
                  <a:pt x="46657" y="15914"/>
                </a:lnTo>
                <a:lnTo>
                  <a:pt x="46909" y="15930"/>
                </a:lnTo>
                <a:lnTo>
                  <a:pt x="47157" y="15952"/>
                </a:lnTo>
                <a:lnTo>
                  <a:pt x="47399" y="15981"/>
                </a:lnTo>
                <a:lnTo>
                  <a:pt x="47637" y="16015"/>
                </a:lnTo>
                <a:lnTo>
                  <a:pt x="47869" y="16057"/>
                </a:lnTo>
                <a:lnTo>
                  <a:pt x="48097" y="16104"/>
                </a:lnTo>
                <a:lnTo>
                  <a:pt x="48319" y="16158"/>
                </a:lnTo>
                <a:lnTo>
                  <a:pt x="48537" y="16219"/>
                </a:lnTo>
                <a:lnTo>
                  <a:pt x="48749" y="16285"/>
                </a:lnTo>
                <a:lnTo>
                  <a:pt x="48957" y="16358"/>
                </a:lnTo>
                <a:lnTo>
                  <a:pt x="49159" y="16438"/>
                </a:lnTo>
                <a:lnTo>
                  <a:pt x="49357" y="16523"/>
                </a:lnTo>
                <a:lnTo>
                  <a:pt x="49549" y="16615"/>
                </a:lnTo>
                <a:lnTo>
                  <a:pt x="49737" y="16714"/>
                </a:lnTo>
                <a:lnTo>
                  <a:pt x="49919" y="16818"/>
                </a:lnTo>
                <a:lnTo>
                  <a:pt x="50096" y="16929"/>
                </a:lnTo>
                <a:lnTo>
                  <a:pt x="50269" y="17047"/>
                </a:lnTo>
                <a:lnTo>
                  <a:pt x="50436" y="17171"/>
                </a:lnTo>
                <a:lnTo>
                  <a:pt x="50599" y="17301"/>
                </a:lnTo>
                <a:lnTo>
                  <a:pt x="50756" y="17437"/>
                </a:lnTo>
                <a:lnTo>
                  <a:pt x="50908" y="17580"/>
                </a:lnTo>
                <a:lnTo>
                  <a:pt x="51056" y="17729"/>
                </a:lnTo>
                <a:lnTo>
                  <a:pt x="51198" y="17885"/>
                </a:lnTo>
                <a:lnTo>
                  <a:pt x="51334" y="18049"/>
                </a:lnTo>
                <a:lnTo>
                  <a:pt x="51463" y="18220"/>
                </a:lnTo>
                <a:lnTo>
                  <a:pt x="51587" y="18399"/>
                </a:lnTo>
                <a:lnTo>
                  <a:pt x="51705" y="18586"/>
                </a:lnTo>
                <a:lnTo>
                  <a:pt x="51817" y="18780"/>
                </a:lnTo>
                <a:lnTo>
                  <a:pt x="51922" y="18981"/>
                </a:lnTo>
                <a:lnTo>
                  <a:pt x="52022" y="19190"/>
                </a:lnTo>
                <a:lnTo>
                  <a:pt x="52115" y="19407"/>
                </a:lnTo>
                <a:lnTo>
                  <a:pt x="52203" y="19632"/>
                </a:lnTo>
                <a:lnTo>
                  <a:pt x="52284" y="19864"/>
                </a:lnTo>
                <a:lnTo>
                  <a:pt x="52360" y="20103"/>
                </a:lnTo>
                <a:lnTo>
                  <a:pt x="52429" y="20350"/>
                </a:lnTo>
                <a:lnTo>
                  <a:pt x="52493" y="20605"/>
                </a:lnTo>
                <a:lnTo>
                  <a:pt x="52550" y="20867"/>
                </a:lnTo>
                <a:lnTo>
                  <a:pt x="52601" y="21137"/>
                </a:lnTo>
                <a:lnTo>
                  <a:pt x="52647" y="21415"/>
                </a:lnTo>
                <a:lnTo>
                  <a:pt x="52686" y="21700"/>
                </a:lnTo>
                <a:lnTo>
                  <a:pt x="52719" y="21992"/>
                </a:lnTo>
                <a:lnTo>
                  <a:pt x="52746" y="22293"/>
                </a:lnTo>
                <a:lnTo>
                  <a:pt x="52767" y="22600"/>
                </a:lnTo>
                <a:lnTo>
                  <a:pt x="52783" y="22916"/>
                </a:lnTo>
                <a:lnTo>
                  <a:pt x="52792" y="23239"/>
                </a:lnTo>
                <a:lnTo>
                  <a:pt x="52795" y="23569"/>
                </a:lnTo>
                <a:lnTo>
                  <a:pt x="52795" y="43572"/>
                </a:lnTo>
                <a:lnTo>
                  <a:pt x="58145" y="43572"/>
                </a:lnTo>
                <a:lnTo>
                  <a:pt x="58145" y="23569"/>
                </a:lnTo>
                <a:lnTo>
                  <a:pt x="58143" y="23187"/>
                </a:lnTo>
                <a:lnTo>
                  <a:pt x="58137" y="22812"/>
                </a:lnTo>
                <a:lnTo>
                  <a:pt x="58127" y="22445"/>
                </a:lnTo>
                <a:lnTo>
                  <a:pt x="58114" y="22085"/>
                </a:lnTo>
                <a:lnTo>
                  <a:pt x="58096" y="21733"/>
                </a:lnTo>
                <a:lnTo>
                  <a:pt x="58075" y="21389"/>
                </a:lnTo>
                <a:lnTo>
                  <a:pt x="58050" y="21052"/>
                </a:lnTo>
                <a:lnTo>
                  <a:pt x="58021" y="20723"/>
                </a:lnTo>
                <a:lnTo>
                  <a:pt x="57988" y="20401"/>
                </a:lnTo>
                <a:lnTo>
                  <a:pt x="57951" y="20087"/>
                </a:lnTo>
                <a:lnTo>
                  <a:pt x="57910" y="19781"/>
                </a:lnTo>
                <a:lnTo>
                  <a:pt x="57866" y="19483"/>
                </a:lnTo>
                <a:lnTo>
                  <a:pt x="57818" y="19192"/>
                </a:lnTo>
                <a:lnTo>
                  <a:pt x="57765" y="18908"/>
                </a:lnTo>
                <a:lnTo>
                  <a:pt x="57709" y="18633"/>
                </a:lnTo>
                <a:lnTo>
                  <a:pt x="57649" y="18365"/>
                </a:lnTo>
                <a:lnTo>
                  <a:pt x="57585" y="18104"/>
                </a:lnTo>
                <a:lnTo>
                  <a:pt x="57518" y="17852"/>
                </a:lnTo>
                <a:lnTo>
                  <a:pt x="57446" y="17607"/>
                </a:lnTo>
                <a:lnTo>
                  <a:pt x="57371" y="17369"/>
                </a:lnTo>
                <a:lnTo>
                  <a:pt x="57291" y="17139"/>
                </a:lnTo>
                <a:lnTo>
                  <a:pt x="57208" y="16917"/>
                </a:lnTo>
                <a:lnTo>
                  <a:pt x="57121" y="16703"/>
                </a:lnTo>
                <a:lnTo>
                  <a:pt x="57030" y="16496"/>
                </a:lnTo>
                <a:lnTo>
                  <a:pt x="56935" y="16294"/>
                </a:lnTo>
                <a:lnTo>
                  <a:pt x="56834" y="16097"/>
                </a:lnTo>
                <a:lnTo>
                  <a:pt x="56728" y="15903"/>
                </a:lnTo>
                <a:lnTo>
                  <a:pt x="56618" y="15713"/>
                </a:lnTo>
                <a:lnTo>
                  <a:pt x="56502" y="15526"/>
                </a:lnTo>
                <a:lnTo>
                  <a:pt x="56381" y="15343"/>
                </a:lnTo>
                <a:lnTo>
                  <a:pt x="56255" y="15164"/>
                </a:lnTo>
                <a:lnTo>
                  <a:pt x="56123" y="14988"/>
                </a:lnTo>
                <a:lnTo>
                  <a:pt x="55987" y="14816"/>
                </a:lnTo>
                <a:lnTo>
                  <a:pt x="55846" y="14648"/>
                </a:lnTo>
                <a:lnTo>
                  <a:pt x="55699" y="14483"/>
                </a:lnTo>
                <a:lnTo>
                  <a:pt x="55548" y="14322"/>
                </a:lnTo>
                <a:lnTo>
                  <a:pt x="55391" y="14165"/>
                </a:lnTo>
                <a:lnTo>
                  <a:pt x="55229" y="14011"/>
                </a:lnTo>
                <a:lnTo>
                  <a:pt x="55062" y="13861"/>
                </a:lnTo>
                <a:lnTo>
                  <a:pt x="54890" y="13715"/>
                </a:lnTo>
                <a:lnTo>
                  <a:pt x="54713" y="13572"/>
                </a:lnTo>
                <a:lnTo>
                  <a:pt x="54531" y="13433"/>
                </a:lnTo>
                <a:lnTo>
                  <a:pt x="54343" y="13298"/>
                </a:lnTo>
                <a:lnTo>
                  <a:pt x="54151" y="13166"/>
                </a:lnTo>
                <a:lnTo>
                  <a:pt x="53953" y="13038"/>
                </a:lnTo>
                <a:lnTo>
                  <a:pt x="53750" y="12914"/>
                </a:lnTo>
                <a:lnTo>
                  <a:pt x="53543" y="12793"/>
                </a:lnTo>
                <a:lnTo>
                  <a:pt x="53330" y="12676"/>
                </a:lnTo>
                <a:lnTo>
                  <a:pt x="53113" y="12564"/>
                </a:lnTo>
                <a:lnTo>
                  <a:pt x="52892" y="12456"/>
                </a:lnTo>
                <a:lnTo>
                  <a:pt x="52669" y="12352"/>
                </a:lnTo>
                <a:lnTo>
                  <a:pt x="52442" y="12254"/>
                </a:lnTo>
                <a:lnTo>
                  <a:pt x="52212" y="12161"/>
                </a:lnTo>
                <a:lnTo>
                  <a:pt x="51979" y="12072"/>
                </a:lnTo>
                <a:lnTo>
                  <a:pt x="51743" y="11988"/>
                </a:lnTo>
                <a:lnTo>
                  <a:pt x="51503" y="11909"/>
                </a:lnTo>
                <a:lnTo>
                  <a:pt x="51261" y="11834"/>
                </a:lnTo>
                <a:lnTo>
                  <a:pt x="51015" y="11765"/>
                </a:lnTo>
                <a:lnTo>
                  <a:pt x="50766" y="11700"/>
                </a:lnTo>
                <a:lnTo>
                  <a:pt x="50513" y="11640"/>
                </a:lnTo>
                <a:lnTo>
                  <a:pt x="50258" y="11585"/>
                </a:lnTo>
                <a:lnTo>
                  <a:pt x="49999" y="11534"/>
                </a:lnTo>
                <a:lnTo>
                  <a:pt x="49737" y="11489"/>
                </a:lnTo>
                <a:lnTo>
                  <a:pt x="49472" y="11448"/>
                </a:lnTo>
                <a:lnTo>
                  <a:pt x="49204" y="11412"/>
                </a:lnTo>
                <a:lnTo>
                  <a:pt x="48933" y="11381"/>
                </a:lnTo>
                <a:lnTo>
                  <a:pt x="48658" y="11354"/>
                </a:lnTo>
                <a:lnTo>
                  <a:pt x="48380" y="11333"/>
                </a:lnTo>
                <a:lnTo>
                  <a:pt x="48099" y="11316"/>
                </a:lnTo>
                <a:lnTo>
                  <a:pt x="47815" y="11304"/>
                </a:lnTo>
                <a:lnTo>
                  <a:pt x="47527" y="11297"/>
                </a:lnTo>
                <a:lnTo>
                  <a:pt x="47237" y="11294"/>
                </a:lnTo>
                <a:lnTo>
                  <a:pt x="46764" y="11302"/>
                </a:lnTo>
                <a:lnTo>
                  <a:pt x="46299" y="11324"/>
                </a:lnTo>
                <a:lnTo>
                  <a:pt x="45841" y="11362"/>
                </a:lnTo>
                <a:lnTo>
                  <a:pt x="45389" y="11415"/>
                </a:lnTo>
                <a:lnTo>
                  <a:pt x="44944" y="11483"/>
                </a:lnTo>
                <a:lnTo>
                  <a:pt x="44506" y="11566"/>
                </a:lnTo>
                <a:lnTo>
                  <a:pt x="44075" y="11663"/>
                </a:lnTo>
                <a:lnTo>
                  <a:pt x="43650" y="11776"/>
                </a:lnTo>
                <a:lnTo>
                  <a:pt x="43233" y="11905"/>
                </a:lnTo>
                <a:lnTo>
                  <a:pt x="42822" y="12048"/>
                </a:lnTo>
                <a:lnTo>
                  <a:pt x="42418" y="12206"/>
                </a:lnTo>
                <a:lnTo>
                  <a:pt x="42020" y="12379"/>
                </a:lnTo>
                <a:lnTo>
                  <a:pt x="41630" y="12568"/>
                </a:lnTo>
                <a:lnTo>
                  <a:pt x="41246" y="12771"/>
                </a:lnTo>
                <a:lnTo>
                  <a:pt x="40870" y="12989"/>
                </a:lnTo>
                <a:lnTo>
                  <a:pt x="40500" y="13223"/>
                </a:lnTo>
                <a:lnTo>
                  <a:pt x="40136" y="13472"/>
                </a:lnTo>
                <a:lnTo>
                  <a:pt x="39780" y="13735"/>
                </a:lnTo>
                <a:lnTo>
                  <a:pt x="39431" y="14014"/>
                </a:lnTo>
                <a:lnTo>
                  <a:pt x="39088" y="14308"/>
                </a:lnTo>
                <a:lnTo>
                  <a:pt x="38752" y="14617"/>
                </a:lnTo>
                <a:lnTo>
                  <a:pt x="38423" y="14941"/>
                </a:lnTo>
                <a:lnTo>
                  <a:pt x="38101" y="15280"/>
                </a:lnTo>
                <a:lnTo>
                  <a:pt x="37785" y="15634"/>
                </a:lnTo>
                <a:lnTo>
                  <a:pt x="37785" y="0"/>
                </a:lnTo>
                <a:lnTo>
                  <a:pt x="32435" y="0"/>
                </a:lnTo>
                <a:lnTo>
                  <a:pt x="32435" y="43572"/>
                </a:lnTo>
                <a:lnTo>
                  <a:pt x="37785" y="43572"/>
                </a:lnTo>
                <a:lnTo>
                  <a:pt x="37785" y="26304"/>
                </a:lnTo>
                <a:lnTo>
                  <a:pt x="37787" y="25997"/>
                </a:lnTo>
                <a:close/>
                <a:moveTo>
                  <a:pt x="22067" y="32948"/>
                </a:moveTo>
                <a:lnTo>
                  <a:pt x="22001" y="33256"/>
                </a:lnTo>
                <a:lnTo>
                  <a:pt x="21930" y="33556"/>
                </a:lnTo>
                <a:lnTo>
                  <a:pt x="21853" y="33850"/>
                </a:lnTo>
                <a:lnTo>
                  <a:pt x="21771" y="34136"/>
                </a:lnTo>
                <a:lnTo>
                  <a:pt x="21684" y="34415"/>
                </a:lnTo>
                <a:lnTo>
                  <a:pt x="21591" y="34687"/>
                </a:lnTo>
                <a:lnTo>
                  <a:pt x="21493" y="34952"/>
                </a:lnTo>
                <a:lnTo>
                  <a:pt x="21390" y="35210"/>
                </a:lnTo>
                <a:lnTo>
                  <a:pt x="21281" y="35460"/>
                </a:lnTo>
                <a:lnTo>
                  <a:pt x="21167" y="35703"/>
                </a:lnTo>
                <a:lnTo>
                  <a:pt x="21047" y="35939"/>
                </a:lnTo>
                <a:lnTo>
                  <a:pt x="20922" y="36168"/>
                </a:lnTo>
                <a:lnTo>
                  <a:pt x="20792" y="36389"/>
                </a:lnTo>
                <a:lnTo>
                  <a:pt x="20656" y="36604"/>
                </a:lnTo>
                <a:lnTo>
                  <a:pt x="20516" y="36811"/>
                </a:lnTo>
                <a:lnTo>
                  <a:pt x="20369" y="37011"/>
                </a:lnTo>
                <a:lnTo>
                  <a:pt x="20217" y="37204"/>
                </a:lnTo>
                <a:lnTo>
                  <a:pt x="20060" y="37389"/>
                </a:lnTo>
                <a:lnTo>
                  <a:pt x="19898" y="37568"/>
                </a:lnTo>
                <a:lnTo>
                  <a:pt x="19730" y="37739"/>
                </a:lnTo>
                <a:lnTo>
                  <a:pt x="19557" y="37903"/>
                </a:lnTo>
                <a:lnTo>
                  <a:pt x="19379" y="38060"/>
                </a:lnTo>
                <a:lnTo>
                  <a:pt x="19198" y="38210"/>
                </a:lnTo>
                <a:lnTo>
                  <a:pt x="19013" y="38354"/>
                </a:lnTo>
                <a:lnTo>
                  <a:pt x="18825" y="38491"/>
                </a:lnTo>
                <a:lnTo>
                  <a:pt x="18633" y="38621"/>
                </a:lnTo>
                <a:lnTo>
                  <a:pt x="18437" y="38745"/>
                </a:lnTo>
                <a:lnTo>
                  <a:pt x="18238" y="38862"/>
                </a:lnTo>
                <a:lnTo>
                  <a:pt x="18035" y="38972"/>
                </a:lnTo>
                <a:lnTo>
                  <a:pt x="17828" y="39076"/>
                </a:lnTo>
                <a:lnTo>
                  <a:pt x="17618" y="39172"/>
                </a:lnTo>
                <a:lnTo>
                  <a:pt x="17404" y="39263"/>
                </a:lnTo>
                <a:lnTo>
                  <a:pt x="17187" y="39346"/>
                </a:lnTo>
                <a:lnTo>
                  <a:pt x="16966" y="39423"/>
                </a:lnTo>
                <a:lnTo>
                  <a:pt x="16741" y="39493"/>
                </a:lnTo>
                <a:lnTo>
                  <a:pt x="16513" y="39557"/>
                </a:lnTo>
                <a:lnTo>
                  <a:pt x="16281" y="39613"/>
                </a:lnTo>
                <a:lnTo>
                  <a:pt x="16046" y="39664"/>
                </a:lnTo>
                <a:lnTo>
                  <a:pt x="15806" y="39707"/>
                </a:lnTo>
                <a:lnTo>
                  <a:pt x="15564" y="39744"/>
                </a:lnTo>
                <a:lnTo>
                  <a:pt x="15318" y="39774"/>
                </a:lnTo>
                <a:lnTo>
                  <a:pt x="15068" y="39797"/>
                </a:lnTo>
                <a:lnTo>
                  <a:pt x="14814" y="39814"/>
                </a:lnTo>
                <a:lnTo>
                  <a:pt x="14557" y="39824"/>
                </a:lnTo>
                <a:lnTo>
                  <a:pt x="14296" y="39827"/>
                </a:lnTo>
                <a:lnTo>
                  <a:pt x="13972" y="39822"/>
                </a:lnTo>
                <a:lnTo>
                  <a:pt x="13653" y="39807"/>
                </a:lnTo>
                <a:lnTo>
                  <a:pt x="13339" y="39783"/>
                </a:lnTo>
                <a:lnTo>
                  <a:pt x="13030" y="39748"/>
                </a:lnTo>
                <a:lnTo>
                  <a:pt x="12726" y="39703"/>
                </a:lnTo>
                <a:lnTo>
                  <a:pt x="12427" y="39648"/>
                </a:lnTo>
                <a:lnTo>
                  <a:pt x="12134" y="39583"/>
                </a:lnTo>
                <a:lnTo>
                  <a:pt x="11846" y="39509"/>
                </a:lnTo>
                <a:lnTo>
                  <a:pt x="11563" y="39424"/>
                </a:lnTo>
                <a:lnTo>
                  <a:pt x="11285" y="39329"/>
                </a:lnTo>
                <a:lnTo>
                  <a:pt x="11012" y="39225"/>
                </a:lnTo>
                <a:lnTo>
                  <a:pt x="10744" y="39110"/>
                </a:lnTo>
                <a:lnTo>
                  <a:pt x="10482" y="38986"/>
                </a:lnTo>
                <a:lnTo>
                  <a:pt x="10225" y="38851"/>
                </a:lnTo>
                <a:lnTo>
                  <a:pt x="9973" y="38707"/>
                </a:lnTo>
                <a:lnTo>
                  <a:pt x="9726" y="38553"/>
                </a:lnTo>
                <a:lnTo>
                  <a:pt x="9484" y="38388"/>
                </a:lnTo>
                <a:lnTo>
                  <a:pt x="9247" y="38214"/>
                </a:lnTo>
                <a:lnTo>
                  <a:pt x="9016" y="38030"/>
                </a:lnTo>
                <a:lnTo>
                  <a:pt x="8789" y="37836"/>
                </a:lnTo>
                <a:lnTo>
                  <a:pt x="8568" y="37631"/>
                </a:lnTo>
                <a:lnTo>
                  <a:pt x="8352" y="37417"/>
                </a:lnTo>
                <a:lnTo>
                  <a:pt x="8141" y="37193"/>
                </a:lnTo>
                <a:lnTo>
                  <a:pt x="7936" y="36959"/>
                </a:lnTo>
                <a:lnTo>
                  <a:pt x="7737" y="36714"/>
                </a:lnTo>
                <a:lnTo>
                  <a:pt x="7546" y="36457"/>
                </a:lnTo>
                <a:lnTo>
                  <a:pt x="7365" y="36188"/>
                </a:lnTo>
                <a:lnTo>
                  <a:pt x="7191" y="35907"/>
                </a:lnTo>
                <a:lnTo>
                  <a:pt x="7026" y="35613"/>
                </a:lnTo>
                <a:lnTo>
                  <a:pt x="6869" y="35308"/>
                </a:lnTo>
                <a:lnTo>
                  <a:pt x="6721" y="34991"/>
                </a:lnTo>
                <a:lnTo>
                  <a:pt x="6582" y="34662"/>
                </a:lnTo>
                <a:lnTo>
                  <a:pt x="6451" y="34321"/>
                </a:lnTo>
                <a:lnTo>
                  <a:pt x="6328" y="33967"/>
                </a:lnTo>
                <a:lnTo>
                  <a:pt x="6214" y="33602"/>
                </a:lnTo>
                <a:lnTo>
                  <a:pt x="6108" y="33225"/>
                </a:lnTo>
                <a:lnTo>
                  <a:pt x="6011" y="32836"/>
                </a:lnTo>
                <a:lnTo>
                  <a:pt x="5922" y="32434"/>
                </a:lnTo>
                <a:lnTo>
                  <a:pt x="5841" y="32021"/>
                </a:lnTo>
                <a:lnTo>
                  <a:pt x="5769" y="31596"/>
                </a:lnTo>
                <a:lnTo>
                  <a:pt x="5706" y="31158"/>
                </a:lnTo>
                <a:lnTo>
                  <a:pt x="5651" y="30709"/>
                </a:lnTo>
                <a:lnTo>
                  <a:pt x="5604" y="30247"/>
                </a:lnTo>
                <a:lnTo>
                  <a:pt x="5566" y="29774"/>
                </a:lnTo>
                <a:lnTo>
                  <a:pt x="5537" y="29289"/>
                </a:lnTo>
                <a:lnTo>
                  <a:pt x="5515" y="28791"/>
                </a:lnTo>
                <a:lnTo>
                  <a:pt x="5503" y="28282"/>
                </a:lnTo>
                <a:lnTo>
                  <a:pt x="5499" y="27760"/>
                </a:lnTo>
                <a:lnTo>
                  <a:pt x="5503" y="27246"/>
                </a:lnTo>
                <a:lnTo>
                  <a:pt x="5516" y="26743"/>
                </a:lnTo>
                <a:lnTo>
                  <a:pt x="5538" y="26253"/>
                </a:lnTo>
                <a:lnTo>
                  <a:pt x="5569" y="25773"/>
                </a:lnTo>
                <a:lnTo>
                  <a:pt x="5608" y="25306"/>
                </a:lnTo>
                <a:lnTo>
                  <a:pt x="5656" y="24850"/>
                </a:lnTo>
                <a:lnTo>
                  <a:pt x="5713" y="24405"/>
                </a:lnTo>
                <a:lnTo>
                  <a:pt x="5779" y="23973"/>
                </a:lnTo>
                <a:lnTo>
                  <a:pt x="5854" y="23552"/>
                </a:lnTo>
                <a:lnTo>
                  <a:pt x="5937" y="23143"/>
                </a:lnTo>
                <a:lnTo>
                  <a:pt x="6029" y="22745"/>
                </a:lnTo>
                <a:lnTo>
                  <a:pt x="6130" y="22359"/>
                </a:lnTo>
                <a:lnTo>
                  <a:pt x="6240" y="21985"/>
                </a:lnTo>
                <a:lnTo>
                  <a:pt x="6358" y="21622"/>
                </a:lnTo>
                <a:lnTo>
                  <a:pt x="6485" y="21271"/>
                </a:lnTo>
                <a:lnTo>
                  <a:pt x="6621" y="20932"/>
                </a:lnTo>
                <a:lnTo>
                  <a:pt x="6766" y="20604"/>
                </a:lnTo>
                <a:lnTo>
                  <a:pt x="6920" y="20288"/>
                </a:lnTo>
                <a:lnTo>
                  <a:pt x="7082" y="19984"/>
                </a:lnTo>
                <a:lnTo>
                  <a:pt x="7253" y="19691"/>
                </a:lnTo>
                <a:lnTo>
                  <a:pt x="7433" y="19410"/>
                </a:lnTo>
                <a:lnTo>
                  <a:pt x="7621" y="19140"/>
                </a:lnTo>
                <a:lnTo>
                  <a:pt x="7819" y="18883"/>
                </a:lnTo>
                <a:lnTo>
                  <a:pt x="8025" y="18637"/>
                </a:lnTo>
                <a:lnTo>
                  <a:pt x="8238" y="18401"/>
                </a:lnTo>
                <a:lnTo>
                  <a:pt x="8456" y="18176"/>
                </a:lnTo>
                <a:lnTo>
                  <a:pt x="8680" y="17961"/>
                </a:lnTo>
                <a:lnTo>
                  <a:pt x="8909" y="17755"/>
                </a:lnTo>
                <a:lnTo>
                  <a:pt x="9143" y="17560"/>
                </a:lnTo>
                <a:lnTo>
                  <a:pt x="9383" y="17375"/>
                </a:lnTo>
                <a:lnTo>
                  <a:pt x="9628" y="17200"/>
                </a:lnTo>
                <a:lnTo>
                  <a:pt x="9878" y="17034"/>
                </a:lnTo>
                <a:lnTo>
                  <a:pt x="10133" y="16879"/>
                </a:lnTo>
                <a:lnTo>
                  <a:pt x="10393" y="16734"/>
                </a:lnTo>
                <a:lnTo>
                  <a:pt x="10659" y="16599"/>
                </a:lnTo>
                <a:lnTo>
                  <a:pt x="10930" y="16474"/>
                </a:lnTo>
                <a:lnTo>
                  <a:pt x="11207" y="16358"/>
                </a:lnTo>
                <a:lnTo>
                  <a:pt x="11488" y="16253"/>
                </a:lnTo>
                <a:lnTo>
                  <a:pt x="11775" y="16158"/>
                </a:lnTo>
                <a:lnTo>
                  <a:pt x="12067" y="16073"/>
                </a:lnTo>
                <a:lnTo>
                  <a:pt x="12364" y="15998"/>
                </a:lnTo>
                <a:lnTo>
                  <a:pt x="12667" y="15933"/>
                </a:lnTo>
                <a:lnTo>
                  <a:pt x="12975" y="15878"/>
                </a:lnTo>
                <a:lnTo>
                  <a:pt x="13288" y="15833"/>
                </a:lnTo>
                <a:lnTo>
                  <a:pt x="13607" y="15798"/>
                </a:lnTo>
                <a:lnTo>
                  <a:pt x="13930" y="15773"/>
                </a:lnTo>
                <a:lnTo>
                  <a:pt x="14259" y="15758"/>
                </a:lnTo>
                <a:lnTo>
                  <a:pt x="14593" y="15753"/>
                </a:lnTo>
                <a:lnTo>
                  <a:pt x="14815" y="15755"/>
                </a:lnTo>
                <a:lnTo>
                  <a:pt x="15034" y="15764"/>
                </a:lnTo>
                <a:lnTo>
                  <a:pt x="15250" y="15778"/>
                </a:lnTo>
                <a:lnTo>
                  <a:pt x="15463" y="15797"/>
                </a:lnTo>
                <a:lnTo>
                  <a:pt x="15674" y="15822"/>
                </a:lnTo>
                <a:lnTo>
                  <a:pt x="15882" y="15852"/>
                </a:lnTo>
                <a:lnTo>
                  <a:pt x="16087" y="15888"/>
                </a:lnTo>
                <a:lnTo>
                  <a:pt x="16289" y="15930"/>
                </a:lnTo>
                <a:lnTo>
                  <a:pt x="16489" y="15977"/>
                </a:lnTo>
                <a:lnTo>
                  <a:pt x="16686" y="16030"/>
                </a:lnTo>
                <a:lnTo>
                  <a:pt x="16880" y="16088"/>
                </a:lnTo>
                <a:lnTo>
                  <a:pt x="17072" y="16152"/>
                </a:lnTo>
                <a:lnTo>
                  <a:pt x="17260" y="16221"/>
                </a:lnTo>
                <a:lnTo>
                  <a:pt x="17446" y="16296"/>
                </a:lnTo>
                <a:lnTo>
                  <a:pt x="17629" y="16377"/>
                </a:lnTo>
                <a:lnTo>
                  <a:pt x="17810" y="16463"/>
                </a:lnTo>
                <a:lnTo>
                  <a:pt x="17988" y="16554"/>
                </a:lnTo>
                <a:lnTo>
                  <a:pt x="18163" y="16651"/>
                </a:lnTo>
                <a:lnTo>
                  <a:pt x="18335" y="16754"/>
                </a:lnTo>
                <a:lnTo>
                  <a:pt x="18505" y="16862"/>
                </a:lnTo>
                <a:lnTo>
                  <a:pt x="18672" y="16976"/>
                </a:lnTo>
                <a:lnTo>
                  <a:pt x="18836" y="17095"/>
                </a:lnTo>
                <a:lnTo>
                  <a:pt x="18997" y="17220"/>
                </a:lnTo>
                <a:lnTo>
                  <a:pt x="19156" y="17350"/>
                </a:lnTo>
                <a:lnTo>
                  <a:pt x="19311" y="17486"/>
                </a:lnTo>
                <a:lnTo>
                  <a:pt x="19462" y="17627"/>
                </a:lnTo>
                <a:lnTo>
                  <a:pt x="19610" y="17774"/>
                </a:lnTo>
                <a:lnTo>
                  <a:pt x="19753" y="17926"/>
                </a:lnTo>
                <a:lnTo>
                  <a:pt x="19892" y="18084"/>
                </a:lnTo>
                <a:lnTo>
                  <a:pt x="20028" y="18247"/>
                </a:lnTo>
                <a:lnTo>
                  <a:pt x="20159" y="18415"/>
                </a:lnTo>
                <a:lnTo>
                  <a:pt x="20287" y="18589"/>
                </a:lnTo>
                <a:lnTo>
                  <a:pt x="20410" y="18769"/>
                </a:lnTo>
                <a:lnTo>
                  <a:pt x="20530" y="18954"/>
                </a:lnTo>
                <a:lnTo>
                  <a:pt x="20645" y="19144"/>
                </a:lnTo>
                <a:lnTo>
                  <a:pt x="20757" y="19340"/>
                </a:lnTo>
                <a:lnTo>
                  <a:pt x="20865" y="19541"/>
                </a:lnTo>
                <a:lnTo>
                  <a:pt x="20968" y="19747"/>
                </a:lnTo>
                <a:lnTo>
                  <a:pt x="21068" y="19960"/>
                </a:lnTo>
                <a:lnTo>
                  <a:pt x="21164" y="20177"/>
                </a:lnTo>
                <a:lnTo>
                  <a:pt x="21255" y="20400"/>
                </a:lnTo>
                <a:lnTo>
                  <a:pt x="21343" y="20628"/>
                </a:lnTo>
                <a:lnTo>
                  <a:pt x="21427" y="20862"/>
                </a:lnTo>
                <a:lnTo>
                  <a:pt x="21507" y="21102"/>
                </a:lnTo>
                <a:lnTo>
                  <a:pt x="21582" y="21346"/>
                </a:lnTo>
                <a:lnTo>
                  <a:pt x="21654" y="21596"/>
                </a:lnTo>
                <a:lnTo>
                  <a:pt x="21722" y="21852"/>
                </a:lnTo>
                <a:lnTo>
                  <a:pt x="21786" y="22113"/>
                </a:lnTo>
                <a:lnTo>
                  <a:pt x="26987" y="21311"/>
                </a:lnTo>
                <a:lnTo>
                  <a:pt x="26907" y="20914"/>
                </a:lnTo>
                <a:lnTo>
                  <a:pt x="26818" y="20526"/>
                </a:lnTo>
                <a:lnTo>
                  <a:pt x="26720" y="20145"/>
                </a:lnTo>
                <a:lnTo>
                  <a:pt x="26615" y="19772"/>
                </a:lnTo>
                <a:lnTo>
                  <a:pt x="26502" y="19406"/>
                </a:lnTo>
                <a:lnTo>
                  <a:pt x="26380" y="19048"/>
                </a:lnTo>
                <a:lnTo>
                  <a:pt x="26250" y="18697"/>
                </a:lnTo>
                <a:lnTo>
                  <a:pt x="26112" y="18355"/>
                </a:lnTo>
                <a:lnTo>
                  <a:pt x="25966" y="18019"/>
                </a:lnTo>
                <a:lnTo>
                  <a:pt x="25812" y="17692"/>
                </a:lnTo>
                <a:lnTo>
                  <a:pt x="25650" y="17372"/>
                </a:lnTo>
                <a:lnTo>
                  <a:pt x="25479" y="17059"/>
                </a:lnTo>
                <a:lnTo>
                  <a:pt x="25300" y="16754"/>
                </a:lnTo>
                <a:lnTo>
                  <a:pt x="25114" y="16457"/>
                </a:lnTo>
                <a:lnTo>
                  <a:pt x="24919" y="16168"/>
                </a:lnTo>
                <a:lnTo>
                  <a:pt x="24715" y="15886"/>
                </a:lnTo>
                <a:lnTo>
                  <a:pt x="24504" y="15611"/>
                </a:lnTo>
                <a:lnTo>
                  <a:pt x="24285" y="15344"/>
                </a:lnTo>
                <a:lnTo>
                  <a:pt x="24057" y="15085"/>
                </a:lnTo>
                <a:lnTo>
                  <a:pt x="23821" y="14834"/>
                </a:lnTo>
                <a:lnTo>
                  <a:pt x="23577" y="14590"/>
                </a:lnTo>
                <a:lnTo>
                  <a:pt x="23325" y="14353"/>
                </a:lnTo>
                <a:lnTo>
                  <a:pt x="23065" y="14124"/>
                </a:lnTo>
                <a:lnTo>
                  <a:pt x="22797" y="13903"/>
                </a:lnTo>
                <a:lnTo>
                  <a:pt x="22521" y="13690"/>
                </a:lnTo>
                <a:lnTo>
                  <a:pt x="22239" y="13487"/>
                </a:lnTo>
                <a:lnTo>
                  <a:pt x="21950" y="13292"/>
                </a:lnTo>
                <a:lnTo>
                  <a:pt x="21655" y="13106"/>
                </a:lnTo>
                <a:lnTo>
                  <a:pt x="21353" y="12929"/>
                </a:lnTo>
                <a:lnTo>
                  <a:pt x="21045" y="12762"/>
                </a:lnTo>
                <a:lnTo>
                  <a:pt x="20730" y="12603"/>
                </a:lnTo>
                <a:lnTo>
                  <a:pt x="20409" y="12454"/>
                </a:lnTo>
                <a:lnTo>
                  <a:pt x="20081" y="12313"/>
                </a:lnTo>
                <a:lnTo>
                  <a:pt x="19747" y="12182"/>
                </a:lnTo>
                <a:lnTo>
                  <a:pt x="19406" y="12060"/>
                </a:lnTo>
                <a:lnTo>
                  <a:pt x="19059" y="11947"/>
                </a:lnTo>
                <a:lnTo>
                  <a:pt x="18705" y="11842"/>
                </a:lnTo>
                <a:lnTo>
                  <a:pt x="18345" y="11747"/>
                </a:lnTo>
                <a:lnTo>
                  <a:pt x="17978" y="11661"/>
                </a:lnTo>
                <a:lnTo>
                  <a:pt x="17605" y="11584"/>
                </a:lnTo>
                <a:lnTo>
                  <a:pt x="17226" y="11516"/>
                </a:lnTo>
                <a:lnTo>
                  <a:pt x="16839" y="11457"/>
                </a:lnTo>
                <a:lnTo>
                  <a:pt x="16447" y="11408"/>
                </a:lnTo>
                <a:lnTo>
                  <a:pt x="16047" y="11367"/>
                </a:lnTo>
                <a:lnTo>
                  <a:pt x="15642" y="11335"/>
                </a:lnTo>
                <a:lnTo>
                  <a:pt x="15229" y="11312"/>
                </a:lnTo>
                <a:lnTo>
                  <a:pt x="14811" y="11299"/>
                </a:lnTo>
                <a:lnTo>
                  <a:pt x="14385" y="11294"/>
                </a:lnTo>
                <a:lnTo>
                  <a:pt x="14047" y="11298"/>
                </a:lnTo>
                <a:lnTo>
                  <a:pt x="13711" y="11308"/>
                </a:lnTo>
                <a:lnTo>
                  <a:pt x="13377" y="11324"/>
                </a:lnTo>
                <a:lnTo>
                  <a:pt x="13045" y="11348"/>
                </a:lnTo>
                <a:lnTo>
                  <a:pt x="12715" y="11378"/>
                </a:lnTo>
                <a:lnTo>
                  <a:pt x="12388" y="11414"/>
                </a:lnTo>
                <a:lnTo>
                  <a:pt x="12062" y="11457"/>
                </a:lnTo>
                <a:lnTo>
                  <a:pt x="11738" y="11507"/>
                </a:lnTo>
                <a:lnTo>
                  <a:pt x="11417" y="11564"/>
                </a:lnTo>
                <a:lnTo>
                  <a:pt x="11098" y="11627"/>
                </a:lnTo>
                <a:lnTo>
                  <a:pt x="10781" y="11697"/>
                </a:lnTo>
                <a:lnTo>
                  <a:pt x="10466" y="11774"/>
                </a:lnTo>
                <a:lnTo>
                  <a:pt x="10153" y="11857"/>
                </a:lnTo>
                <a:lnTo>
                  <a:pt x="9842" y="11947"/>
                </a:lnTo>
                <a:lnTo>
                  <a:pt x="9534" y="12043"/>
                </a:lnTo>
                <a:lnTo>
                  <a:pt x="9227" y="12146"/>
                </a:lnTo>
                <a:lnTo>
                  <a:pt x="8923" y="12256"/>
                </a:lnTo>
                <a:lnTo>
                  <a:pt x="8620" y="12373"/>
                </a:lnTo>
                <a:lnTo>
                  <a:pt x="8320" y="12496"/>
                </a:lnTo>
                <a:lnTo>
                  <a:pt x="8022" y="12626"/>
                </a:lnTo>
                <a:lnTo>
                  <a:pt x="7726" y="12762"/>
                </a:lnTo>
                <a:lnTo>
                  <a:pt x="7432" y="12905"/>
                </a:lnTo>
                <a:lnTo>
                  <a:pt x="7141" y="13055"/>
                </a:lnTo>
                <a:lnTo>
                  <a:pt x="6851" y="13211"/>
                </a:lnTo>
                <a:lnTo>
                  <a:pt x="6565" y="13374"/>
                </a:lnTo>
                <a:lnTo>
                  <a:pt x="6286" y="13544"/>
                </a:lnTo>
                <a:lnTo>
                  <a:pt x="6013" y="13721"/>
                </a:lnTo>
                <a:lnTo>
                  <a:pt x="5746" y="13904"/>
                </a:lnTo>
                <a:lnTo>
                  <a:pt x="5485" y="14093"/>
                </a:lnTo>
                <a:lnTo>
                  <a:pt x="5230" y="14290"/>
                </a:lnTo>
                <a:lnTo>
                  <a:pt x="4981" y="14493"/>
                </a:lnTo>
                <a:lnTo>
                  <a:pt x="4739" y="14702"/>
                </a:lnTo>
                <a:lnTo>
                  <a:pt x="4503" y="14919"/>
                </a:lnTo>
                <a:lnTo>
                  <a:pt x="4272" y="15142"/>
                </a:lnTo>
                <a:lnTo>
                  <a:pt x="4048" y="15371"/>
                </a:lnTo>
                <a:lnTo>
                  <a:pt x="3830" y="15608"/>
                </a:lnTo>
                <a:lnTo>
                  <a:pt x="3619" y="15851"/>
                </a:lnTo>
                <a:lnTo>
                  <a:pt x="3413" y="16100"/>
                </a:lnTo>
                <a:lnTo>
                  <a:pt x="3213" y="16357"/>
                </a:lnTo>
                <a:lnTo>
                  <a:pt x="3020" y="16619"/>
                </a:lnTo>
                <a:lnTo>
                  <a:pt x="2833" y="16889"/>
                </a:lnTo>
                <a:lnTo>
                  <a:pt x="2652" y="17165"/>
                </a:lnTo>
                <a:lnTo>
                  <a:pt x="2477" y="17448"/>
                </a:lnTo>
                <a:lnTo>
                  <a:pt x="2308" y="17738"/>
                </a:lnTo>
                <a:lnTo>
                  <a:pt x="2145" y="18034"/>
                </a:lnTo>
                <a:lnTo>
                  <a:pt x="1989" y="18337"/>
                </a:lnTo>
                <a:lnTo>
                  <a:pt x="1838" y="18646"/>
                </a:lnTo>
                <a:lnTo>
                  <a:pt x="1694" y="18963"/>
                </a:lnTo>
                <a:lnTo>
                  <a:pt x="1556" y="19284"/>
                </a:lnTo>
                <a:lnTo>
                  <a:pt x="1424" y="19610"/>
                </a:lnTo>
                <a:lnTo>
                  <a:pt x="1297" y="19941"/>
                </a:lnTo>
                <a:lnTo>
                  <a:pt x="1176" y="20276"/>
                </a:lnTo>
                <a:lnTo>
                  <a:pt x="1062" y="20616"/>
                </a:lnTo>
                <a:lnTo>
                  <a:pt x="953" y="20959"/>
                </a:lnTo>
                <a:lnTo>
                  <a:pt x="850" y="21308"/>
                </a:lnTo>
                <a:lnTo>
                  <a:pt x="753" y="21661"/>
                </a:lnTo>
                <a:lnTo>
                  <a:pt x="662" y="22018"/>
                </a:lnTo>
                <a:lnTo>
                  <a:pt x="576" y="22380"/>
                </a:lnTo>
                <a:lnTo>
                  <a:pt x="497" y="22746"/>
                </a:lnTo>
                <a:lnTo>
                  <a:pt x="424" y="23116"/>
                </a:lnTo>
                <a:lnTo>
                  <a:pt x="356" y="23491"/>
                </a:lnTo>
                <a:lnTo>
                  <a:pt x="294" y="23871"/>
                </a:lnTo>
                <a:lnTo>
                  <a:pt x="238" y="24254"/>
                </a:lnTo>
                <a:lnTo>
                  <a:pt x="188" y="24643"/>
                </a:lnTo>
                <a:lnTo>
                  <a:pt x="144" y="25035"/>
                </a:lnTo>
                <a:lnTo>
                  <a:pt x="106" y="25433"/>
                </a:lnTo>
                <a:lnTo>
                  <a:pt x="74" y="25834"/>
                </a:lnTo>
                <a:lnTo>
                  <a:pt x="47" y="26240"/>
                </a:lnTo>
                <a:lnTo>
                  <a:pt x="26" y="26651"/>
                </a:lnTo>
                <a:lnTo>
                  <a:pt x="12" y="27066"/>
                </a:lnTo>
                <a:lnTo>
                  <a:pt x="3" y="27485"/>
                </a:lnTo>
                <a:lnTo>
                  <a:pt x="0" y="27909"/>
                </a:lnTo>
                <a:lnTo>
                  <a:pt x="7" y="28561"/>
                </a:lnTo>
                <a:lnTo>
                  <a:pt x="27" y="29201"/>
                </a:lnTo>
                <a:lnTo>
                  <a:pt x="62" y="29828"/>
                </a:lnTo>
                <a:lnTo>
                  <a:pt x="109" y="30442"/>
                </a:lnTo>
                <a:lnTo>
                  <a:pt x="171" y="31044"/>
                </a:lnTo>
                <a:lnTo>
                  <a:pt x="246" y="31632"/>
                </a:lnTo>
                <a:lnTo>
                  <a:pt x="335" y="32208"/>
                </a:lnTo>
                <a:lnTo>
                  <a:pt x="438" y="32772"/>
                </a:lnTo>
                <a:lnTo>
                  <a:pt x="554" y="33322"/>
                </a:lnTo>
                <a:lnTo>
                  <a:pt x="684" y="33860"/>
                </a:lnTo>
                <a:lnTo>
                  <a:pt x="827" y="34385"/>
                </a:lnTo>
                <a:lnTo>
                  <a:pt x="985" y="34897"/>
                </a:lnTo>
                <a:lnTo>
                  <a:pt x="1155" y="35397"/>
                </a:lnTo>
                <a:lnTo>
                  <a:pt x="1340" y="35883"/>
                </a:lnTo>
                <a:lnTo>
                  <a:pt x="1538" y="36358"/>
                </a:lnTo>
                <a:lnTo>
                  <a:pt x="1750" y="36819"/>
                </a:lnTo>
                <a:lnTo>
                  <a:pt x="1976" y="37267"/>
                </a:lnTo>
                <a:lnTo>
                  <a:pt x="2215" y="37703"/>
                </a:lnTo>
                <a:lnTo>
                  <a:pt x="2468" y="38126"/>
                </a:lnTo>
                <a:lnTo>
                  <a:pt x="2735" y="38536"/>
                </a:lnTo>
                <a:lnTo>
                  <a:pt x="3015" y="38934"/>
                </a:lnTo>
                <a:lnTo>
                  <a:pt x="3309" y="39319"/>
                </a:lnTo>
                <a:lnTo>
                  <a:pt x="3617" y="39691"/>
                </a:lnTo>
                <a:lnTo>
                  <a:pt x="3938" y="40050"/>
                </a:lnTo>
                <a:lnTo>
                  <a:pt x="4271" y="40396"/>
                </a:lnTo>
                <a:lnTo>
                  <a:pt x="4612" y="40727"/>
                </a:lnTo>
                <a:lnTo>
                  <a:pt x="4962" y="41043"/>
                </a:lnTo>
                <a:lnTo>
                  <a:pt x="5321" y="41344"/>
                </a:lnTo>
                <a:lnTo>
                  <a:pt x="5689" y="41631"/>
                </a:lnTo>
                <a:lnTo>
                  <a:pt x="6066" y="41903"/>
                </a:lnTo>
                <a:lnTo>
                  <a:pt x="6452" y="42161"/>
                </a:lnTo>
                <a:lnTo>
                  <a:pt x="6846" y="42403"/>
                </a:lnTo>
                <a:lnTo>
                  <a:pt x="7249" y="42631"/>
                </a:lnTo>
                <a:lnTo>
                  <a:pt x="7661" y="42844"/>
                </a:lnTo>
                <a:lnTo>
                  <a:pt x="8082" y="43043"/>
                </a:lnTo>
                <a:lnTo>
                  <a:pt x="8512" y="43227"/>
                </a:lnTo>
                <a:lnTo>
                  <a:pt x="8950" y="43396"/>
                </a:lnTo>
                <a:lnTo>
                  <a:pt x="9397" y="43550"/>
                </a:lnTo>
                <a:lnTo>
                  <a:pt x="9853" y="43690"/>
                </a:lnTo>
                <a:lnTo>
                  <a:pt x="10318" y="43815"/>
                </a:lnTo>
                <a:lnTo>
                  <a:pt x="10792" y="43925"/>
                </a:lnTo>
                <a:lnTo>
                  <a:pt x="11275" y="44021"/>
                </a:lnTo>
                <a:lnTo>
                  <a:pt x="11766" y="44102"/>
                </a:lnTo>
                <a:lnTo>
                  <a:pt x="12266" y="44168"/>
                </a:lnTo>
                <a:lnTo>
                  <a:pt x="12776" y="44219"/>
                </a:lnTo>
                <a:lnTo>
                  <a:pt x="13293" y="44256"/>
                </a:lnTo>
                <a:lnTo>
                  <a:pt x="13820" y="44278"/>
                </a:lnTo>
                <a:lnTo>
                  <a:pt x="14356" y="44286"/>
                </a:lnTo>
                <a:lnTo>
                  <a:pt x="14784" y="44280"/>
                </a:lnTo>
                <a:lnTo>
                  <a:pt x="15206" y="44264"/>
                </a:lnTo>
                <a:lnTo>
                  <a:pt x="15623" y="44237"/>
                </a:lnTo>
                <a:lnTo>
                  <a:pt x="16035" y="44200"/>
                </a:lnTo>
                <a:lnTo>
                  <a:pt x="16440" y="44152"/>
                </a:lnTo>
                <a:lnTo>
                  <a:pt x="16840" y="44093"/>
                </a:lnTo>
                <a:lnTo>
                  <a:pt x="17235" y="44023"/>
                </a:lnTo>
                <a:lnTo>
                  <a:pt x="17623" y="43943"/>
                </a:lnTo>
                <a:lnTo>
                  <a:pt x="18007" y="43852"/>
                </a:lnTo>
                <a:lnTo>
                  <a:pt x="18384" y="43750"/>
                </a:lnTo>
                <a:lnTo>
                  <a:pt x="18756" y="43638"/>
                </a:lnTo>
                <a:lnTo>
                  <a:pt x="19122" y="43515"/>
                </a:lnTo>
                <a:lnTo>
                  <a:pt x="19483" y="43381"/>
                </a:lnTo>
                <a:lnTo>
                  <a:pt x="19838" y="43236"/>
                </a:lnTo>
                <a:lnTo>
                  <a:pt x="20187" y="43081"/>
                </a:lnTo>
                <a:lnTo>
                  <a:pt x="20531" y="42915"/>
                </a:lnTo>
                <a:lnTo>
                  <a:pt x="20869" y="42738"/>
                </a:lnTo>
                <a:lnTo>
                  <a:pt x="21202" y="42551"/>
                </a:lnTo>
                <a:lnTo>
                  <a:pt x="21529" y="42353"/>
                </a:lnTo>
                <a:lnTo>
                  <a:pt x="21850" y="42144"/>
                </a:lnTo>
                <a:lnTo>
                  <a:pt x="22166" y="41925"/>
                </a:lnTo>
                <a:lnTo>
                  <a:pt x="22476" y="41694"/>
                </a:lnTo>
                <a:lnTo>
                  <a:pt x="22780" y="41454"/>
                </a:lnTo>
                <a:lnTo>
                  <a:pt x="23079" y="41202"/>
                </a:lnTo>
                <a:lnTo>
                  <a:pt x="23370" y="40941"/>
                </a:lnTo>
                <a:lnTo>
                  <a:pt x="23652" y="40671"/>
                </a:lnTo>
                <a:lnTo>
                  <a:pt x="23925" y="40394"/>
                </a:lnTo>
                <a:lnTo>
                  <a:pt x="24188" y="40108"/>
                </a:lnTo>
                <a:lnTo>
                  <a:pt x="24442" y="39814"/>
                </a:lnTo>
                <a:lnTo>
                  <a:pt x="24687" y="39512"/>
                </a:lnTo>
                <a:lnTo>
                  <a:pt x="24922" y="39201"/>
                </a:lnTo>
                <a:lnTo>
                  <a:pt x="25148" y="38882"/>
                </a:lnTo>
                <a:lnTo>
                  <a:pt x="25365" y="38555"/>
                </a:lnTo>
                <a:lnTo>
                  <a:pt x="25572" y="38220"/>
                </a:lnTo>
                <a:lnTo>
                  <a:pt x="25770" y="37877"/>
                </a:lnTo>
                <a:lnTo>
                  <a:pt x="25958" y="37525"/>
                </a:lnTo>
                <a:lnTo>
                  <a:pt x="26138" y="37165"/>
                </a:lnTo>
                <a:lnTo>
                  <a:pt x="26307" y="36797"/>
                </a:lnTo>
                <a:lnTo>
                  <a:pt x="26468" y="36421"/>
                </a:lnTo>
                <a:lnTo>
                  <a:pt x="26619" y="36037"/>
                </a:lnTo>
                <a:lnTo>
                  <a:pt x="26761" y="35644"/>
                </a:lnTo>
                <a:lnTo>
                  <a:pt x="26894" y="35243"/>
                </a:lnTo>
                <a:lnTo>
                  <a:pt x="27017" y="34834"/>
                </a:lnTo>
                <a:lnTo>
                  <a:pt x="27131" y="34416"/>
                </a:lnTo>
                <a:lnTo>
                  <a:pt x="27235" y="33991"/>
                </a:lnTo>
                <a:lnTo>
                  <a:pt x="27330" y="33557"/>
                </a:lnTo>
                <a:lnTo>
                  <a:pt x="27416" y="33115"/>
                </a:lnTo>
                <a:lnTo>
                  <a:pt x="27493" y="32664"/>
                </a:lnTo>
                <a:lnTo>
                  <a:pt x="22232" y="31981"/>
                </a:lnTo>
                <a:lnTo>
                  <a:pt x="22182" y="32310"/>
                </a:lnTo>
                <a:lnTo>
                  <a:pt x="22127" y="32633"/>
                </a:lnTo>
                <a:lnTo>
                  <a:pt x="22067" y="32948"/>
                </a:lnTo>
                <a:close/>
                <a:moveTo>
                  <a:pt x="86702" y="40224"/>
                </a:moveTo>
                <a:lnTo>
                  <a:pt x="86729" y="40403"/>
                </a:lnTo>
                <a:lnTo>
                  <a:pt x="86758" y="40580"/>
                </a:lnTo>
                <a:lnTo>
                  <a:pt x="86789" y="40755"/>
                </a:lnTo>
                <a:lnTo>
                  <a:pt x="86822" y="40928"/>
                </a:lnTo>
                <a:lnTo>
                  <a:pt x="86857" y="41100"/>
                </a:lnTo>
                <a:lnTo>
                  <a:pt x="86895" y="41269"/>
                </a:lnTo>
                <a:lnTo>
                  <a:pt x="86934" y="41436"/>
                </a:lnTo>
                <a:lnTo>
                  <a:pt x="86976" y="41601"/>
                </a:lnTo>
                <a:lnTo>
                  <a:pt x="87019" y="41765"/>
                </a:lnTo>
                <a:lnTo>
                  <a:pt x="87065" y="41926"/>
                </a:lnTo>
                <a:lnTo>
                  <a:pt x="87113" y="42086"/>
                </a:lnTo>
                <a:lnTo>
                  <a:pt x="87162" y="42243"/>
                </a:lnTo>
                <a:lnTo>
                  <a:pt x="87214" y="42399"/>
                </a:lnTo>
                <a:lnTo>
                  <a:pt x="87268" y="42552"/>
                </a:lnTo>
                <a:lnTo>
                  <a:pt x="87324" y="42704"/>
                </a:lnTo>
                <a:lnTo>
                  <a:pt x="87382" y="42853"/>
                </a:lnTo>
                <a:lnTo>
                  <a:pt x="87442" y="43001"/>
                </a:lnTo>
                <a:lnTo>
                  <a:pt x="87504" y="43147"/>
                </a:lnTo>
                <a:lnTo>
                  <a:pt x="87568" y="43291"/>
                </a:lnTo>
                <a:lnTo>
                  <a:pt x="87635" y="43432"/>
                </a:lnTo>
                <a:lnTo>
                  <a:pt x="87703" y="43572"/>
                </a:lnTo>
                <a:lnTo>
                  <a:pt x="93291" y="43572"/>
                </a:lnTo>
                <a:lnTo>
                  <a:pt x="93208" y="43421"/>
                </a:lnTo>
                <a:lnTo>
                  <a:pt x="93127" y="43269"/>
                </a:lnTo>
                <a:lnTo>
                  <a:pt x="93048" y="43116"/>
                </a:lnTo>
                <a:lnTo>
                  <a:pt x="92972" y="42963"/>
                </a:lnTo>
                <a:lnTo>
                  <a:pt x="92899" y="42810"/>
                </a:lnTo>
                <a:lnTo>
                  <a:pt x="92827" y="42656"/>
                </a:lnTo>
                <a:lnTo>
                  <a:pt x="92758" y="42501"/>
                </a:lnTo>
                <a:lnTo>
                  <a:pt x="92691" y="42345"/>
                </a:lnTo>
                <a:lnTo>
                  <a:pt x="92627" y="42190"/>
                </a:lnTo>
                <a:lnTo>
                  <a:pt x="92565" y="42033"/>
                </a:lnTo>
                <a:lnTo>
                  <a:pt x="92505" y="41876"/>
                </a:lnTo>
                <a:lnTo>
                  <a:pt x="92447" y="41718"/>
                </a:lnTo>
                <a:lnTo>
                  <a:pt x="92392" y="41560"/>
                </a:lnTo>
                <a:lnTo>
                  <a:pt x="92339" y="41401"/>
                </a:lnTo>
                <a:lnTo>
                  <a:pt x="92289" y="41242"/>
                </a:lnTo>
                <a:lnTo>
                  <a:pt x="92240" y="41082"/>
                </a:lnTo>
                <a:lnTo>
                  <a:pt x="92195" y="40922"/>
                </a:lnTo>
                <a:lnTo>
                  <a:pt x="92151" y="40761"/>
                </a:lnTo>
                <a:lnTo>
                  <a:pt x="92110" y="40599"/>
                </a:lnTo>
                <a:lnTo>
                  <a:pt x="92071" y="40437"/>
                </a:lnTo>
                <a:lnTo>
                  <a:pt x="92034" y="40274"/>
                </a:lnTo>
                <a:lnTo>
                  <a:pt x="92000" y="40111"/>
                </a:lnTo>
                <a:lnTo>
                  <a:pt x="91968" y="39947"/>
                </a:lnTo>
                <a:lnTo>
                  <a:pt x="91938" y="39783"/>
                </a:lnTo>
                <a:lnTo>
                  <a:pt x="91910" y="39609"/>
                </a:lnTo>
                <a:lnTo>
                  <a:pt x="91884" y="39415"/>
                </a:lnTo>
                <a:lnTo>
                  <a:pt x="91858" y="39203"/>
                </a:lnTo>
                <a:lnTo>
                  <a:pt x="91834" y="38972"/>
                </a:lnTo>
                <a:lnTo>
                  <a:pt x="91811" y="38721"/>
                </a:lnTo>
                <a:lnTo>
                  <a:pt x="91789" y="38452"/>
                </a:lnTo>
                <a:lnTo>
                  <a:pt x="91768" y="38163"/>
                </a:lnTo>
                <a:lnTo>
                  <a:pt x="91748" y="37856"/>
                </a:lnTo>
                <a:lnTo>
                  <a:pt x="91730" y="37529"/>
                </a:lnTo>
                <a:lnTo>
                  <a:pt x="91713" y="37184"/>
                </a:lnTo>
                <a:lnTo>
                  <a:pt x="91697" y="36819"/>
                </a:lnTo>
                <a:lnTo>
                  <a:pt x="91682" y="36435"/>
                </a:lnTo>
                <a:lnTo>
                  <a:pt x="91668" y="36033"/>
                </a:lnTo>
                <a:lnTo>
                  <a:pt x="91656" y="35611"/>
                </a:lnTo>
                <a:lnTo>
                  <a:pt x="91644" y="35170"/>
                </a:lnTo>
                <a:lnTo>
                  <a:pt x="91634" y="34710"/>
                </a:lnTo>
                <a:lnTo>
                  <a:pt x="91626" y="34231"/>
                </a:lnTo>
                <a:lnTo>
                  <a:pt x="91618" y="33733"/>
                </a:lnTo>
                <a:lnTo>
                  <a:pt x="91611" y="33216"/>
                </a:lnTo>
                <a:lnTo>
                  <a:pt x="91606" y="32680"/>
                </a:lnTo>
                <a:lnTo>
                  <a:pt x="91602" y="32125"/>
                </a:lnTo>
                <a:lnTo>
                  <a:pt x="91599" y="31551"/>
                </a:lnTo>
                <a:lnTo>
                  <a:pt x="91597" y="30958"/>
                </a:lnTo>
                <a:lnTo>
                  <a:pt x="91596" y="30346"/>
                </a:lnTo>
                <a:lnTo>
                  <a:pt x="91596" y="23213"/>
                </a:lnTo>
                <a:lnTo>
                  <a:pt x="91596" y="22919"/>
                </a:lnTo>
                <a:lnTo>
                  <a:pt x="91595" y="22634"/>
                </a:lnTo>
                <a:lnTo>
                  <a:pt x="91592" y="22355"/>
                </a:lnTo>
                <a:lnTo>
                  <a:pt x="91589" y="22085"/>
                </a:lnTo>
                <a:lnTo>
                  <a:pt x="91585" y="21822"/>
                </a:lnTo>
                <a:lnTo>
                  <a:pt x="91580" y="21567"/>
                </a:lnTo>
                <a:lnTo>
                  <a:pt x="91574" y="21319"/>
                </a:lnTo>
                <a:lnTo>
                  <a:pt x="91567" y="21079"/>
                </a:lnTo>
                <a:lnTo>
                  <a:pt x="91559" y="20847"/>
                </a:lnTo>
                <a:lnTo>
                  <a:pt x="91550" y="20622"/>
                </a:lnTo>
                <a:lnTo>
                  <a:pt x="91540" y="20405"/>
                </a:lnTo>
                <a:lnTo>
                  <a:pt x="91530" y="20196"/>
                </a:lnTo>
                <a:lnTo>
                  <a:pt x="91518" y="19994"/>
                </a:lnTo>
                <a:lnTo>
                  <a:pt x="91505" y="19800"/>
                </a:lnTo>
                <a:lnTo>
                  <a:pt x="91492" y="19614"/>
                </a:lnTo>
                <a:lnTo>
                  <a:pt x="91478" y="19435"/>
                </a:lnTo>
                <a:lnTo>
                  <a:pt x="91462" y="19264"/>
                </a:lnTo>
                <a:lnTo>
                  <a:pt x="91446" y="19100"/>
                </a:lnTo>
                <a:lnTo>
                  <a:pt x="91429" y="18944"/>
                </a:lnTo>
                <a:lnTo>
                  <a:pt x="91411" y="18796"/>
                </a:lnTo>
                <a:lnTo>
                  <a:pt x="91392" y="18655"/>
                </a:lnTo>
                <a:lnTo>
                  <a:pt x="91372" y="18522"/>
                </a:lnTo>
                <a:lnTo>
                  <a:pt x="91351" y="18397"/>
                </a:lnTo>
                <a:lnTo>
                  <a:pt x="91329" y="18279"/>
                </a:lnTo>
                <a:lnTo>
                  <a:pt x="91288" y="18097"/>
                </a:lnTo>
                <a:lnTo>
                  <a:pt x="91245" y="17918"/>
                </a:lnTo>
                <a:lnTo>
                  <a:pt x="91199" y="17741"/>
                </a:lnTo>
                <a:lnTo>
                  <a:pt x="91151" y="17567"/>
                </a:lnTo>
                <a:lnTo>
                  <a:pt x="91100" y="17395"/>
                </a:lnTo>
                <a:lnTo>
                  <a:pt x="91047" y="17227"/>
                </a:lnTo>
                <a:lnTo>
                  <a:pt x="90991" y="17060"/>
                </a:lnTo>
                <a:lnTo>
                  <a:pt x="90933" y="16897"/>
                </a:lnTo>
                <a:lnTo>
                  <a:pt x="90872" y="16736"/>
                </a:lnTo>
                <a:lnTo>
                  <a:pt x="90809" y="16578"/>
                </a:lnTo>
                <a:lnTo>
                  <a:pt x="90743" y="16422"/>
                </a:lnTo>
                <a:lnTo>
                  <a:pt x="90675" y="16269"/>
                </a:lnTo>
                <a:lnTo>
                  <a:pt x="90604" y="16119"/>
                </a:lnTo>
                <a:lnTo>
                  <a:pt x="90531" y="15971"/>
                </a:lnTo>
                <a:lnTo>
                  <a:pt x="90456" y="15826"/>
                </a:lnTo>
                <a:lnTo>
                  <a:pt x="90378" y="15683"/>
                </a:lnTo>
                <a:lnTo>
                  <a:pt x="90297" y="15543"/>
                </a:lnTo>
                <a:lnTo>
                  <a:pt x="90214" y="15406"/>
                </a:lnTo>
                <a:lnTo>
                  <a:pt x="90129" y="15272"/>
                </a:lnTo>
                <a:lnTo>
                  <a:pt x="90041" y="15140"/>
                </a:lnTo>
                <a:lnTo>
                  <a:pt x="89951" y="15010"/>
                </a:lnTo>
                <a:lnTo>
                  <a:pt x="89858" y="14884"/>
                </a:lnTo>
                <a:lnTo>
                  <a:pt x="89762" y="14759"/>
                </a:lnTo>
                <a:lnTo>
                  <a:pt x="89665" y="14638"/>
                </a:lnTo>
                <a:lnTo>
                  <a:pt x="89563" y="14519"/>
                </a:lnTo>
                <a:lnTo>
                  <a:pt x="89457" y="14401"/>
                </a:lnTo>
                <a:lnTo>
                  <a:pt x="89346" y="14285"/>
                </a:lnTo>
                <a:lnTo>
                  <a:pt x="89231" y="14171"/>
                </a:lnTo>
                <a:lnTo>
                  <a:pt x="89111" y="14059"/>
                </a:lnTo>
                <a:lnTo>
                  <a:pt x="88986" y="13948"/>
                </a:lnTo>
                <a:lnTo>
                  <a:pt x="88857" y="13839"/>
                </a:lnTo>
                <a:lnTo>
                  <a:pt x="88723" y="13732"/>
                </a:lnTo>
                <a:lnTo>
                  <a:pt x="88585" y="13626"/>
                </a:lnTo>
                <a:lnTo>
                  <a:pt x="88442" y="13522"/>
                </a:lnTo>
                <a:lnTo>
                  <a:pt x="88294" y="13420"/>
                </a:lnTo>
                <a:lnTo>
                  <a:pt x="88141" y="13319"/>
                </a:lnTo>
                <a:lnTo>
                  <a:pt x="87984" y="13220"/>
                </a:lnTo>
                <a:lnTo>
                  <a:pt x="87822" y="13123"/>
                </a:lnTo>
                <a:lnTo>
                  <a:pt x="87656" y="13028"/>
                </a:lnTo>
                <a:lnTo>
                  <a:pt x="87485" y="12934"/>
                </a:lnTo>
                <a:lnTo>
                  <a:pt x="87309" y="12842"/>
                </a:lnTo>
                <a:lnTo>
                  <a:pt x="87129" y="12752"/>
                </a:lnTo>
                <a:lnTo>
                  <a:pt x="86944" y="12663"/>
                </a:lnTo>
                <a:lnTo>
                  <a:pt x="86754" y="12576"/>
                </a:lnTo>
                <a:lnTo>
                  <a:pt x="86560" y="12491"/>
                </a:lnTo>
                <a:lnTo>
                  <a:pt x="86361" y="12407"/>
                </a:lnTo>
                <a:lnTo>
                  <a:pt x="86157" y="12326"/>
                </a:lnTo>
                <a:lnTo>
                  <a:pt x="85949" y="12245"/>
                </a:lnTo>
                <a:lnTo>
                  <a:pt x="85736" y="12168"/>
                </a:lnTo>
                <a:lnTo>
                  <a:pt x="85518" y="12094"/>
                </a:lnTo>
                <a:lnTo>
                  <a:pt x="85294" y="12022"/>
                </a:lnTo>
                <a:lnTo>
                  <a:pt x="85065" y="11955"/>
                </a:lnTo>
                <a:lnTo>
                  <a:pt x="84831" y="11890"/>
                </a:lnTo>
                <a:lnTo>
                  <a:pt x="84591" y="11829"/>
                </a:lnTo>
                <a:lnTo>
                  <a:pt x="84347" y="11772"/>
                </a:lnTo>
                <a:lnTo>
                  <a:pt x="84097" y="11717"/>
                </a:lnTo>
                <a:lnTo>
                  <a:pt x="83841" y="11666"/>
                </a:lnTo>
                <a:lnTo>
                  <a:pt x="83581" y="11618"/>
                </a:lnTo>
                <a:lnTo>
                  <a:pt x="83315" y="11573"/>
                </a:lnTo>
                <a:lnTo>
                  <a:pt x="83044" y="11532"/>
                </a:lnTo>
                <a:lnTo>
                  <a:pt x="82768" y="11494"/>
                </a:lnTo>
                <a:lnTo>
                  <a:pt x="82486" y="11459"/>
                </a:lnTo>
                <a:lnTo>
                  <a:pt x="82199" y="11428"/>
                </a:lnTo>
                <a:lnTo>
                  <a:pt x="81907" y="11400"/>
                </a:lnTo>
                <a:lnTo>
                  <a:pt x="81610" y="11375"/>
                </a:lnTo>
                <a:lnTo>
                  <a:pt x="81307" y="11354"/>
                </a:lnTo>
                <a:lnTo>
                  <a:pt x="80999" y="11336"/>
                </a:lnTo>
                <a:lnTo>
                  <a:pt x="80686" y="11321"/>
                </a:lnTo>
                <a:lnTo>
                  <a:pt x="80368" y="11309"/>
                </a:lnTo>
                <a:lnTo>
                  <a:pt x="80044" y="11301"/>
                </a:lnTo>
                <a:lnTo>
                  <a:pt x="79715" y="11296"/>
                </a:lnTo>
                <a:lnTo>
                  <a:pt x="79381" y="11294"/>
                </a:lnTo>
                <a:lnTo>
                  <a:pt x="79043" y="11296"/>
                </a:lnTo>
                <a:lnTo>
                  <a:pt x="78709" y="11302"/>
                </a:lnTo>
                <a:lnTo>
                  <a:pt x="78378" y="11312"/>
                </a:lnTo>
                <a:lnTo>
                  <a:pt x="78051" y="11325"/>
                </a:lnTo>
                <a:lnTo>
                  <a:pt x="77727" y="11343"/>
                </a:lnTo>
                <a:lnTo>
                  <a:pt x="77406" y="11364"/>
                </a:lnTo>
                <a:lnTo>
                  <a:pt x="77089" y="11389"/>
                </a:lnTo>
                <a:lnTo>
                  <a:pt x="76775" y="11419"/>
                </a:lnTo>
                <a:lnTo>
                  <a:pt x="76465" y="11452"/>
                </a:lnTo>
                <a:lnTo>
                  <a:pt x="76158" y="11488"/>
                </a:lnTo>
                <a:lnTo>
                  <a:pt x="75854" y="11529"/>
                </a:lnTo>
                <a:lnTo>
                  <a:pt x="75554" y="11574"/>
                </a:lnTo>
                <a:lnTo>
                  <a:pt x="75257" y="11622"/>
                </a:lnTo>
                <a:lnTo>
                  <a:pt x="74964" y="11675"/>
                </a:lnTo>
                <a:lnTo>
                  <a:pt x="74674" y="11731"/>
                </a:lnTo>
                <a:lnTo>
                  <a:pt x="74387" y="11791"/>
                </a:lnTo>
                <a:lnTo>
                  <a:pt x="74104" y="11855"/>
                </a:lnTo>
                <a:lnTo>
                  <a:pt x="73825" y="11923"/>
                </a:lnTo>
                <a:lnTo>
                  <a:pt x="73548" y="11995"/>
                </a:lnTo>
                <a:lnTo>
                  <a:pt x="73275" y="12071"/>
                </a:lnTo>
                <a:lnTo>
                  <a:pt x="73006" y="12150"/>
                </a:lnTo>
                <a:lnTo>
                  <a:pt x="72740" y="12234"/>
                </a:lnTo>
                <a:lnTo>
                  <a:pt x="72477" y="12321"/>
                </a:lnTo>
                <a:lnTo>
                  <a:pt x="72218" y="12413"/>
                </a:lnTo>
                <a:lnTo>
                  <a:pt x="71963" y="12507"/>
                </a:lnTo>
                <a:lnTo>
                  <a:pt x="71713" y="12605"/>
                </a:lnTo>
                <a:lnTo>
                  <a:pt x="71468" y="12707"/>
                </a:lnTo>
                <a:lnTo>
                  <a:pt x="71228" y="12812"/>
                </a:lnTo>
                <a:lnTo>
                  <a:pt x="70993" y="12920"/>
                </a:lnTo>
                <a:lnTo>
                  <a:pt x="70763" y="13031"/>
                </a:lnTo>
                <a:lnTo>
                  <a:pt x="70539" y="13146"/>
                </a:lnTo>
                <a:lnTo>
                  <a:pt x="70319" y="13264"/>
                </a:lnTo>
                <a:lnTo>
                  <a:pt x="70104" y="13385"/>
                </a:lnTo>
                <a:lnTo>
                  <a:pt x="69895" y="13509"/>
                </a:lnTo>
                <a:lnTo>
                  <a:pt x="69690" y="13637"/>
                </a:lnTo>
                <a:lnTo>
                  <a:pt x="69491" y="13769"/>
                </a:lnTo>
                <a:lnTo>
                  <a:pt x="69296" y="13903"/>
                </a:lnTo>
                <a:lnTo>
                  <a:pt x="69107" y="14041"/>
                </a:lnTo>
                <a:lnTo>
                  <a:pt x="68923" y="14182"/>
                </a:lnTo>
                <a:lnTo>
                  <a:pt x="68744" y="14327"/>
                </a:lnTo>
                <a:lnTo>
                  <a:pt x="68569" y="14475"/>
                </a:lnTo>
                <a:lnTo>
                  <a:pt x="68400" y="14626"/>
                </a:lnTo>
                <a:lnTo>
                  <a:pt x="68236" y="14780"/>
                </a:lnTo>
                <a:lnTo>
                  <a:pt x="68077" y="14938"/>
                </a:lnTo>
                <a:lnTo>
                  <a:pt x="67923" y="15099"/>
                </a:lnTo>
                <a:lnTo>
                  <a:pt x="67775" y="15263"/>
                </a:lnTo>
                <a:lnTo>
                  <a:pt x="67631" y="15431"/>
                </a:lnTo>
                <a:lnTo>
                  <a:pt x="67492" y="15602"/>
                </a:lnTo>
                <a:lnTo>
                  <a:pt x="67357" y="15777"/>
                </a:lnTo>
                <a:lnTo>
                  <a:pt x="67226" y="15956"/>
                </a:lnTo>
                <a:lnTo>
                  <a:pt x="67098" y="16140"/>
                </a:lnTo>
                <a:lnTo>
                  <a:pt x="66973" y="16329"/>
                </a:lnTo>
                <a:lnTo>
                  <a:pt x="66851" y="16522"/>
                </a:lnTo>
                <a:lnTo>
                  <a:pt x="66732" y="16719"/>
                </a:lnTo>
                <a:lnTo>
                  <a:pt x="66617" y="16921"/>
                </a:lnTo>
                <a:lnTo>
                  <a:pt x="66505" y="17128"/>
                </a:lnTo>
                <a:lnTo>
                  <a:pt x="66396" y="17339"/>
                </a:lnTo>
                <a:lnTo>
                  <a:pt x="66290" y="17554"/>
                </a:lnTo>
                <a:lnTo>
                  <a:pt x="66187" y="17774"/>
                </a:lnTo>
                <a:lnTo>
                  <a:pt x="66088" y="17998"/>
                </a:lnTo>
                <a:lnTo>
                  <a:pt x="65991" y="18227"/>
                </a:lnTo>
                <a:lnTo>
                  <a:pt x="65898" y="18461"/>
                </a:lnTo>
                <a:lnTo>
                  <a:pt x="65809" y="18699"/>
                </a:lnTo>
                <a:lnTo>
                  <a:pt x="65722" y="18941"/>
                </a:lnTo>
                <a:lnTo>
                  <a:pt x="65638" y="19188"/>
                </a:lnTo>
                <a:lnTo>
                  <a:pt x="65558" y="19440"/>
                </a:lnTo>
                <a:lnTo>
                  <a:pt x="65481" y="19696"/>
                </a:lnTo>
                <a:lnTo>
                  <a:pt x="65407" y="19956"/>
                </a:lnTo>
                <a:lnTo>
                  <a:pt x="65337" y="20221"/>
                </a:lnTo>
                <a:lnTo>
                  <a:pt x="65269" y="20491"/>
                </a:lnTo>
                <a:lnTo>
                  <a:pt x="65205" y="20765"/>
                </a:lnTo>
                <a:lnTo>
                  <a:pt x="65144" y="21043"/>
                </a:lnTo>
                <a:lnTo>
                  <a:pt x="70375" y="21756"/>
                </a:lnTo>
                <a:lnTo>
                  <a:pt x="70448" y="21480"/>
                </a:lnTo>
                <a:lnTo>
                  <a:pt x="70525" y="21211"/>
                </a:lnTo>
                <a:lnTo>
                  <a:pt x="70605" y="20949"/>
                </a:lnTo>
                <a:lnTo>
                  <a:pt x="70688" y="20693"/>
                </a:lnTo>
                <a:lnTo>
                  <a:pt x="70775" y="20445"/>
                </a:lnTo>
                <a:lnTo>
                  <a:pt x="70864" y="20204"/>
                </a:lnTo>
                <a:lnTo>
                  <a:pt x="70957" y="19970"/>
                </a:lnTo>
                <a:lnTo>
                  <a:pt x="71054" y="19744"/>
                </a:lnTo>
                <a:lnTo>
                  <a:pt x="71153" y="19524"/>
                </a:lnTo>
                <a:lnTo>
                  <a:pt x="71256" y="19311"/>
                </a:lnTo>
                <a:lnTo>
                  <a:pt x="71362" y="19105"/>
                </a:lnTo>
                <a:lnTo>
                  <a:pt x="71471" y="18907"/>
                </a:lnTo>
                <a:lnTo>
                  <a:pt x="71583" y="18715"/>
                </a:lnTo>
                <a:lnTo>
                  <a:pt x="71699" y="18531"/>
                </a:lnTo>
                <a:lnTo>
                  <a:pt x="71818" y="18353"/>
                </a:lnTo>
                <a:lnTo>
                  <a:pt x="71940" y="18183"/>
                </a:lnTo>
                <a:lnTo>
                  <a:pt x="72066" y="18020"/>
                </a:lnTo>
                <a:lnTo>
                  <a:pt x="72195" y="17864"/>
                </a:lnTo>
                <a:lnTo>
                  <a:pt x="72327" y="17715"/>
                </a:lnTo>
                <a:lnTo>
                  <a:pt x="72462" y="17573"/>
                </a:lnTo>
                <a:lnTo>
                  <a:pt x="72600" y="17438"/>
                </a:lnTo>
                <a:lnTo>
                  <a:pt x="72742" y="17310"/>
                </a:lnTo>
                <a:lnTo>
                  <a:pt x="72887" y="17189"/>
                </a:lnTo>
                <a:lnTo>
                  <a:pt x="73035" y="17075"/>
                </a:lnTo>
                <a:lnTo>
                  <a:pt x="73188" y="16967"/>
                </a:lnTo>
                <a:lnTo>
                  <a:pt x="73349" y="16864"/>
                </a:lnTo>
                <a:lnTo>
                  <a:pt x="73516" y="16765"/>
                </a:lnTo>
                <a:lnTo>
                  <a:pt x="73689" y="16671"/>
                </a:lnTo>
                <a:lnTo>
                  <a:pt x="73870" y="16582"/>
                </a:lnTo>
                <a:lnTo>
                  <a:pt x="74058" y="16497"/>
                </a:lnTo>
                <a:lnTo>
                  <a:pt x="74252" y="16416"/>
                </a:lnTo>
                <a:lnTo>
                  <a:pt x="74454" y="16340"/>
                </a:lnTo>
                <a:lnTo>
                  <a:pt x="74662" y="16269"/>
                </a:lnTo>
                <a:lnTo>
                  <a:pt x="74877" y="16203"/>
                </a:lnTo>
                <a:lnTo>
                  <a:pt x="75099" y="16141"/>
                </a:lnTo>
                <a:lnTo>
                  <a:pt x="75327" y="16083"/>
                </a:lnTo>
                <a:lnTo>
                  <a:pt x="75563" y="16030"/>
                </a:lnTo>
                <a:lnTo>
                  <a:pt x="75806" y="15982"/>
                </a:lnTo>
                <a:lnTo>
                  <a:pt x="76055" y="15939"/>
                </a:lnTo>
                <a:lnTo>
                  <a:pt x="76311" y="15900"/>
                </a:lnTo>
                <a:lnTo>
                  <a:pt x="76574" y="15865"/>
                </a:lnTo>
                <a:lnTo>
                  <a:pt x="76844" y="15835"/>
                </a:lnTo>
                <a:lnTo>
                  <a:pt x="77121" y="15810"/>
                </a:lnTo>
                <a:lnTo>
                  <a:pt x="77405" y="15789"/>
                </a:lnTo>
                <a:lnTo>
                  <a:pt x="77695" y="15773"/>
                </a:lnTo>
                <a:lnTo>
                  <a:pt x="77993" y="15762"/>
                </a:lnTo>
                <a:lnTo>
                  <a:pt x="78297" y="15755"/>
                </a:lnTo>
                <a:lnTo>
                  <a:pt x="78608" y="15753"/>
                </a:lnTo>
                <a:lnTo>
                  <a:pt x="78941" y="15756"/>
                </a:lnTo>
                <a:lnTo>
                  <a:pt x="79268" y="15765"/>
                </a:lnTo>
                <a:lnTo>
                  <a:pt x="79587" y="15781"/>
                </a:lnTo>
                <a:lnTo>
                  <a:pt x="79900" y="15803"/>
                </a:lnTo>
                <a:lnTo>
                  <a:pt x="80206" y="15831"/>
                </a:lnTo>
                <a:lnTo>
                  <a:pt x="80505" y="15866"/>
                </a:lnTo>
                <a:lnTo>
                  <a:pt x="80796" y="15906"/>
                </a:lnTo>
                <a:lnTo>
                  <a:pt x="81081" y="15953"/>
                </a:lnTo>
                <a:lnTo>
                  <a:pt x="81360" y="16007"/>
                </a:lnTo>
                <a:lnTo>
                  <a:pt x="81631" y="16066"/>
                </a:lnTo>
                <a:lnTo>
                  <a:pt x="81895" y="16132"/>
                </a:lnTo>
                <a:lnTo>
                  <a:pt x="82152" y="16204"/>
                </a:lnTo>
                <a:lnTo>
                  <a:pt x="82403" y="16283"/>
                </a:lnTo>
                <a:lnTo>
                  <a:pt x="82646" y="16367"/>
                </a:lnTo>
                <a:lnTo>
                  <a:pt x="82883" y="16458"/>
                </a:lnTo>
                <a:lnTo>
                  <a:pt x="83112" y="16555"/>
                </a:lnTo>
                <a:lnTo>
                  <a:pt x="83335" y="16659"/>
                </a:lnTo>
                <a:lnTo>
                  <a:pt x="83551" y="16769"/>
                </a:lnTo>
                <a:lnTo>
                  <a:pt x="83760" y="16885"/>
                </a:lnTo>
                <a:lnTo>
                  <a:pt x="83962" y="17007"/>
                </a:lnTo>
                <a:lnTo>
                  <a:pt x="84157" y="17136"/>
                </a:lnTo>
                <a:lnTo>
                  <a:pt x="84345" y="17271"/>
                </a:lnTo>
                <a:lnTo>
                  <a:pt x="84527" y="17412"/>
                </a:lnTo>
                <a:lnTo>
                  <a:pt x="84701" y="17559"/>
                </a:lnTo>
                <a:lnTo>
                  <a:pt x="84825" y="17673"/>
                </a:lnTo>
                <a:lnTo>
                  <a:pt x="84943" y="17794"/>
                </a:lnTo>
                <a:lnTo>
                  <a:pt x="85056" y="17922"/>
                </a:lnTo>
                <a:lnTo>
                  <a:pt x="85164" y="18057"/>
                </a:lnTo>
                <a:lnTo>
                  <a:pt x="85267" y="18198"/>
                </a:lnTo>
                <a:lnTo>
                  <a:pt x="85364" y="18345"/>
                </a:lnTo>
                <a:lnTo>
                  <a:pt x="85456" y="18500"/>
                </a:lnTo>
                <a:lnTo>
                  <a:pt x="85543" y="18661"/>
                </a:lnTo>
                <a:lnTo>
                  <a:pt x="85625" y="18829"/>
                </a:lnTo>
                <a:lnTo>
                  <a:pt x="85701" y="19003"/>
                </a:lnTo>
                <a:lnTo>
                  <a:pt x="85772" y="19185"/>
                </a:lnTo>
                <a:lnTo>
                  <a:pt x="85838" y="19372"/>
                </a:lnTo>
                <a:lnTo>
                  <a:pt x="85898" y="19567"/>
                </a:lnTo>
                <a:lnTo>
                  <a:pt x="85954" y="19768"/>
                </a:lnTo>
                <a:lnTo>
                  <a:pt x="86004" y="19976"/>
                </a:lnTo>
                <a:lnTo>
                  <a:pt x="86048" y="20191"/>
                </a:lnTo>
                <a:lnTo>
                  <a:pt x="86088" y="20412"/>
                </a:lnTo>
                <a:lnTo>
                  <a:pt x="86122" y="20640"/>
                </a:lnTo>
                <a:lnTo>
                  <a:pt x="86151" y="20875"/>
                </a:lnTo>
                <a:lnTo>
                  <a:pt x="86175" y="21116"/>
                </a:lnTo>
                <a:lnTo>
                  <a:pt x="86193" y="21364"/>
                </a:lnTo>
                <a:lnTo>
                  <a:pt x="86206" y="21619"/>
                </a:lnTo>
                <a:lnTo>
                  <a:pt x="86214" y="21880"/>
                </a:lnTo>
                <a:lnTo>
                  <a:pt x="86217" y="22148"/>
                </a:lnTo>
                <a:lnTo>
                  <a:pt x="86217" y="22174"/>
                </a:lnTo>
                <a:lnTo>
                  <a:pt x="86217" y="22203"/>
                </a:lnTo>
                <a:lnTo>
                  <a:pt x="86216" y="22235"/>
                </a:lnTo>
                <a:lnTo>
                  <a:pt x="86216" y="22269"/>
                </a:lnTo>
                <a:lnTo>
                  <a:pt x="86215" y="22306"/>
                </a:lnTo>
                <a:lnTo>
                  <a:pt x="86215" y="22346"/>
                </a:lnTo>
                <a:lnTo>
                  <a:pt x="86214" y="22389"/>
                </a:lnTo>
                <a:lnTo>
                  <a:pt x="86213" y="22435"/>
                </a:lnTo>
                <a:lnTo>
                  <a:pt x="86213" y="22483"/>
                </a:lnTo>
                <a:lnTo>
                  <a:pt x="86212" y="22534"/>
                </a:lnTo>
                <a:lnTo>
                  <a:pt x="86211" y="22588"/>
                </a:lnTo>
                <a:lnTo>
                  <a:pt x="86209" y="22644"/>
                </a:lnTo>
                <a:lnTo>
                  <a:pt x="86208" y="22704"/>
                </a:lnTo>
                <a:lnTo>
                  <a:pt x="86207" y="22766"/>
                </a:lnTo>
                <a:lnTo>
                  <a:pt x="86205" y="22831"/>
                </a:lnTo>
                <a:lnTo>
                  <a:pt x="86204" y="22898"/>
                </a:lnTo>
                <a:lnTo>
                  <a:pt x="86202" y="22969"/>
                </a:lnTo>
                <a:lnTo>
                  <a:pt x="86200" y="23042"/>
                </a:lnTo>
                <a:lnTo>
                  <a:pt x="86198" y="23118"/>
                </a:lnTo>
                <a:lnTo>
                  <a:pt x="86196" y="23197"/>
                </a:lnTo>
                <a:lnTo>
                  <a:pt x="86194" y="23278"/>
                </a:lnTo>
                <a:lnTo>
                  <a:pt x="86192" y="23363"/>
                </a:lnTo>
                <a:lnTo>
                  <a:pt x="86189" y="23450"/>
                </a:lnTo>
                <a:lnTo>
                  <a:pt x="86187" y="23540"/>
                </a:lnTo>
                <a:lnTo>
                  <a:pt x="85926" y="23628"/>
                </a:lnTo>
                <a:lnTo>
                  <a:pt x="85653" y="23715"/>
                </a:lnTo>
                <a:lnTo>
                  <a:pt x="85368" y="23801"/>
                </a:lnTo>
                <a:lnTo>
                  <a:pt x="85072" y="23886"/>
                </a:lnTo>
                <a:lnTo>
                  <a:pt x="84763" y="23970"/>
                </a:lnTo>
                <a:lnTo>
                  <a:pt x="84443" y="24053"/>
                </a:lnTo>
                <a:lnTo>
                  <a:pt x="84110" y="24134"/>
                </a:lnTo>
                <a:lnTo>
                  <a:pt x="83766" y="24215"/>
                </a:lnTo>
                <a:lnTo>
                  <a:pt x="83410" y="24295"/>
                </a:lnTo>
                <a:lnTo>
                  <a:pt x="83043" y="24374"/>
                </a:lnTo>
                <a:lnTo>
                  <a:pt x="82663" y="24452"/>
                </a:lnTo>
                <a:lnTo>
                  <a:pt x="82271" y="24528"/>
                </a:lnTo>
                <a:lnTo>
                  <a:pt x="81868" y="24604"/>
                </a:lnTo>
                <a:lnTo>
                  <a:pt x="81452" y="24679"/>
                </a:lnTo>
                <a:lnTo>
                  <a:pt x="81025" y="24753"/>
                </a:lnTo>
                <a:lnTo>
                  <a:pt x="80586" y="24825"/>
                </a:lnTo>
                <a:lnTo>
                  <a:pt x="80135" y="24897"/>
                </a:lnTo>
                <a:lnTo>
                  <a:pt x="79672" y="24967"/>
                </a:lnTo>
                <a:lnTo>
                  <a:pt x="79198" y="25037"/>
                </a:lnTo>
                <a:lnTo>
                  <a:pt x="78711" y="25106"/>
                </a:lnTo>
                <a:lnTo>
                  <a:pt x="78213" y="25173"/>
                </a:lnTo>
                <a:lnTo>
                  <a:pt x="77702" y="25240"/>
                </a:lnTo>
                <a:lnTo>
                  <a:pt x="77180" y="25305"/>
                </a:lnTo>
                <a:lnTo>
                  <a:pt x="76646" y="25369"/>
                </a:lnTo>
                <a:lnTo>
                  <a:pt x="76384" y="25402"/>
                </a:lnTo>
                <a:lnTo>
                  <a:pt x="76127" y="25434"/>
                </a:lnTo>
                <a:lnTo>
                  <a:pt x="75876" y="25467"/>
                </a:lnTo>
                <a:lnTo>
                  <a:pt x="75631" y="25499"/>
                </a:lnTo>
                <a:lnTo>
                  <a:pt x="75391" y="25532"/>
                </a:lnTo>
                <a:lnTo>
                  <a:pt x="75157" y="25565"/>
                </a:lnTo>
                <a:lnTo>
                  <a:pt x="74928" y="25597"/>
                </a:lnTo>
                <a:lnTo>
                  <a:pt x="74704" y="25630"/>
                </a:lnTo>
                <a:lnTo>
                  <a:pt x="74487" y="25664"/>
                </a:lnTo>
                <a:lnTo>
                  <a:pt x="74275" y="25697"/>
                </a:lnTo>
                <a:lnTo>
                  <a:pt x="74068" y="25730"/>
                </a:lnTo>
                <a:lnTo>
                  <a:pt x="73867" y="25764"/>
                </a:lnTo>
                <a:lnTo>
                  <a:pt x="73672" y="25797"/>
                </a:lnTo>
                <a:lnTo>
                  <a:pt x="73482" y="25831"/>
                </a:lnTo>
                <a:lnTo>
                  <a:pt x="73298" y="25864"/>
                </a:lnTo>
                <a:lnTo>
                  <a:pt x="73119" y="25898"/>
                </a:lnTo>
                <a:lnTo>
                  <a:pt x="72946" y="25932"/>
                </a:lnTo>
                <a:lnTo>
                  <a:pt x="72779" y="25966"/>
                </a:lnTo>
                <a:lnTo>
                  <a:pt x="72617" y="26000"/>
                </a:lnTo>
                <a:lnTo>
                  <a:pt x="72460" y="26035"/>
                </a:lnTo>
                <a:lnTo>
                  <a:pt x="72310" y="26069"/>
                </a:lnTo>
                <a:lnTo>
                  <a:pt x="72165" y="26104"/>
                </a:lnTo>
                <a:lnTo>
                  <a:pt x="72025" y="26138"/>
                </a:lnTo>
                <a:lnTo>
                  <a:pt x="71891" y="26173"/>
                </a:lnTo>
                <a:lnTo>
                  <a:pt x="71713" y="26223"/>
                </a:lnTo>
                <a:lnTo>
                  <a:pt x="71537" y="26276"/>
                </a:lnTo>
                <a:lnTo>
                  <a:pt x="71363" y="26330"/>
                </a:lnTo>
                <a:lnTo>
                  <a:pt x="71189" y="26387"/>
                </a:lnTo>
                <a:lnTo>
                  <a:pt x="71018" y="26445"/>
                </a:lnTo>
                <a:lnTo>
                  <a:pt x="70848" y="26505"/>
                </a:lnTo>
                <a:lnTo>
                  <a:pt x="70679" y="26568"/>
                </a:lnTo>
                <a:lnTo>
                  <a:pt x="70512" y="26632"/>
                </a:lnTo>
                <a:lnTo>
                  <a:pt x="70346" y="26698"/>
                </a:lnTo>
                <a:lnTo>
                  <a:pt x="70182" y="26766"/>
                </a:lnTo>
                <a:lnTo>
                  <a:pt x="70020" y="26837"/>
                </a:lnTo>
                <a:lnTo>
                  <a:pt x="69859" y="26909"/>
                </a:lnTo>
                <a:lnTo>
                  <a:pt x="69699" y="26983"/>
                </a:lnTo>
                <a:lnTo>
                  <a:pt x="69541" y="27059"/>
                </a:lnTo>
                <a:lnTo>
                  <a:pt x="69384" y="27137"/>
                </a:lnTo>
                <a:lnTo>
                  <a:pt x="69229" y="27217"/>
                </a:lnTo>
                <a:lnTo>
                  <a:pt x="69075" y="27299"/>
                </a:lnTo>
                <a:lnTo>
                  <a:pt x="68923" y="27383"/>
                </a:lnTo>
                <a:lnTo>
                  <a:pt x="68773" y="27469"/>
                </a:lnTo>
                <a:lnTo>
                  <a:pt x="68623" y="27556"/>
                </a:lnTo>
                <a:lnTo>
                  <a:pt x="68476" y="27646"/>
                </a:lnTo>
                <a:lnTo>
                  <a:pt x="68330" y="27738"/>
                </a:lnTo>
                <a:lnTo>
                  <a:pt x="68185" y="27832"/>
                </a:lnTo>
                <a:lnTo>
                  <a:pt x="68042" y="27927"/>
                </a:lnTo>
                <a:lnTo>
                  <a:pt x="67901" y="28025"/>
                </a:lnTo>
                <a:lnTo>
                  <a:pt x="67762" y="28126"/>
                </a:lnTo>
                <a:lnTo>
                  <a:pt x="67625" y="28229"/>
                </a:lnTo>
                <a:lnTo>
                  <a:pt x="67490" y="28335"/>
                </a:lnTo>
                <a:lnTo>
                  <a:pt x="67358" y="28444"/>
                </a:lnTo>
                <a:lnTo>
                  <a:pt x="67228" y="28555"/>
                </a:lnTo>
                <a:lnTo>
                  <a:pt x="67101" y="28669"/>
                </a:lnTo>
                <a:lnTo>
                  <a:pt x="66975" y="28785"/>
                </a:lnTo>
                <a:lnTo>
                  <a:pt x="66852" y="28904"/>
                </a:lnTo>
                <a:lnTo>
                  <a:pt x="66731" y="29026"/>
                </a:lnTo>
                <a:lnTo>
                  <a:pt x="66613" y="29150"/>
                </a:lnTo>
                <a:lnTo>
                  <a:pt x="66496" y="29277"/>
                </a:lnTo>
                <a:lnTo>
                  <a:pt x="66382" y="29407"/>
                </a:lnTo>
                <a:lnTo>
                  <a:pt x="66270" y="29539"/>
                </a:lnTo>
                <a:lnTo>
                  <a:pt x="66161" y="29674"/>
                </a:lnTo>
                <a:lnTo>
                  <a:pt x="66054" y="29811"/>
                </a:lnTo>
                <a:lnTo>
                  <a:pt x="65949" y="29952"/>
                </a:lnTo>
                <a:lnTo>
                  <a:pt x="65846" y="30094"/>
                </a:lnTo>
                <a:lnTo>
                  <a:pt x="65746" y="30240"/>
                </a:lnTo>
                <a:lnTo>
                  <a:pt x="65648" y="30388"/>
                </a:lnTo>
                <a:lnTo>
                  <a:pt x="65552" y="30539"/>
                </a:lnTo>
                <a:lnTo>
                  <a:pt x="65458" y="30692"/>
                </a:lnTo>
                <a:lnTo>
                  <a:pt x="65367" y="30848"/>
                </a:lnTo>
                <a:lnTo>
                  <a:pt x="65278" y="31006"/>
                </a:lnTo>
                <a:lnTo>
                  <a:pt x="65192" y="31167"/>
                </a:lnTo>
                <a:lnTo>
                  <a:pt x="65109" y="31329"/>
                </a:lnTo>
                <a:lnTo>
                  <a:pt x="65030" y="31492"/>
                </a:lnTo>
                <a:lnTo>
                  <a:pt x="64955" y="31657"/>
                </a:lnTo>
                <a:lnTo>
                  <a:pt x="64884" y="31823"/>
                </a:lnTo>
                <a:lnTo>
                  <a:pt x="64816" y="31990"/>
                </a:lnTo>
                <a:lnTo>
                  <a:pt x="64752" y="32159"/>
                </a:lnTo>
                <a:lnTo>
                  <a:pt x="64692" y="32330"/>
                </a:lnTo>
                <a:lnTo>
                  <a:pt x="64635" y="32501"/>
                </a:lnTo>
                <a:lnTo>
                  <a:pt x="64582" y="32674"/>
                </a:lnTo>
                <a:lnTo>
                  <a:pt x="64532" y="32849"/>
                </a:lnTo>
                <a:lnTo>
                  <a:pt x="64486" y="33025"/>
                </a:lnTo>
                <a:lnTo>
                  <a:pt x="64444" y="33202"/>
                </a:lnTo>
                <a:lnTo>
                  <a:pt x="64406" y="33381"/>
                </a:lnTo>
                <a:lnTo>
                  <a:pt x="64371" y="33561"/>
                </a:lnTo>
                <a:lnTo>
                  <a:pt x="64340" y="33742"/>
                </a:lnTo>
                <a:lnTo>
                  <a:pt x="64312" y="33925"/>
                </a:lnTo>
                <a:lnTo>
                  <a:pt x="64289" y="34109"/>
                </a:lnTo>
                <a:lnTo>
                  <a:pt x="64268" y="34295"/>
                </a:lnTo>
                <a:lnTo>
                  <a:pt x="64252" y="34482"/>
                </a:lnTo>
                <a:lnTo>
                  <a:pt x="64239" y="34670"/>
                </a:lnTo>
                <a:lnTo>
                  <a:pt x="64230" y="34860"/>
                </a:lnTo>
                <a:lnTo>
                  <a:pt x="64224" y="35051"/>
                </a:lnTo>
                <a:lnTo>
                  <a:pt x="64223" y="35244"/>
                </a:lnTo>
                <a:lnTo>
                  <a:pt x="64227" y="35571"/>
                </a:lnTo>
                <a:lnTo>
                  <a:pt x="64242" y="35893"/>
                </a:lnTo>
                <a:lnTo>
                  <a:pt x="64266" y="36211"/>
                </a:lnTo>
                <a:lnTo>
                  <a:pt x="64300" y="36523"/>
                </a:lnTo>
                <a:lnTo>
                  <a:pt x="64344" y="36831"/>
                </a:lnTo>
                <a:lnTo>
                  <a:pt x="64397" y="37133"/>
                </a:lnTo>
                <a:lnTo>
                  <a:pt x="64460" y="37431"/>
                </a:lnTo>
                <a:lnTo>
                  <a:pt x="64533" y="37724"/>
                </a:lnTo>
                <a:lnTo>
                  <a:pt x="64615" y="38012"/>
                </a:lnTo>
                <a:lnTo>
                  <a:pt x="64708" y="38295"/>
                </a:lnTo>
                <a:lnTo>
                  <a:pt x="64809" y="38573"/>
                </a:lnTo>
                <a:lnTo>
                  <a:pt x="64921" y="38846"/>
                </a:lnTo>
                <a:lnTo>
                  <a:pt x="65042" y="39115"/>
                </a:lnTo>
                <a:lnTo>
                  <a:pt x="65173" y="39378"/>
                </a:lnTo>
                <a:lnTo>
                  <a:pt x="65314" y="39637"/>
                </a:lnTo>
                <a:lnTo>
                  <a:pt x="65464" y="39890"/>
                </a:lnTo>
                <a:lnTo>
                  <a:pt x="65624" y="40139"/>
                </a:lnTo>
                <a:lnTo>
                  <a:pt x="65794" y="40383"/>
                </a:lnTo>
                <a:lnTo>
                  <a:pt x="65974" y="40622"/>
                </a:lnTo>
                <a:lnTo>
                  <a:pt x="66163" y="40856"/>
                </a:lnTo>
                <a:lnTo>
                  <a:pt x="66362" y="41085"/>
                </a:lnTo>
                <a:lnTo>
                  <a:pt x="66570" y="41309"/>
                </a:lnTo>
                <a:lnTo>
                  <a:pt x="66788" y="41528"/>
                </a:lnTo>
                <a:lnTo>
                  <a:pt x="67016" y="41743"/>
                </a:lnTo>
                <a:lnTo>
                  <a:pt x="67253" y="41950"/>
                </a:lnTo>
                <a:lnTo>
                  <a:pt x="67499" y="42149"/>
                </a:lnTo>
                <a:lnTo>
                  <a:pt x="67753" y="42339"/>
                </a:lnTo>
                <a:lnTo>
                  <a:pt x="68015" y="42520"/>
                </a:lnTo>
                <a:lnTo>
                  <a:pt x="68285" y="42692"/>
                </a:lnTo>
                <a:lnTo>
                  <a:pt x="68564" y="42855"/>
                </a:lnTo>
                <a:lnTo>
                  <a:pt x="68851" y="43010"/>
                </a:lnTo>
                <a:lnTo>
                  <a:pt x="69146" y="43155"/>
                </a:lnTo>
                <a:lnTo>
                  <a:pt x="69450" y="43292"/>
                </a:lnTo>
                <a:lnTo>
                  <a:pt x="69763" y="43420"/>
                </a:lnTo>
                <a:lnTo>
                  <a:pt x="70083" y="43539"/>
                </a:lnTo>
                <a:lnTo>
                  <a:pt x="70412" y="43650"/>
                </a:lnTo>
                <a:lnTo>
                  <a:pt x="70749" y="43751"/>
                </a:lnTo>
                <a:lnTo>
                  <a:pt x="71095" y="43844"/>
                </a:lnTo>
                <a:lnTo>
                  <a:pt x="71449" y="43928"/>
                </a:lnTo>
                <a:lnTo>
                  <a:pt x="71812" y="44003"/>
                </a:lnTo>
                <a:lnTo>
                  <a:pt x="72182" y="44069"/>
                </a:lnTo>
                <a:lnTo>
                  <a:pt x="72561" y="44127"/>
                </a:lnTo>
                <a:lnTo>
                  <a:pt x="72949" y="44175"/>
                </a:lnTo>
                <a:lnTo>
                  <a:pt x="73345" y="44215"/>
                </a:lnTo>
                <a:lnTo>
                  <a:pt x="73749" y="44246"/>
                </a:lnTo>
                <a:lnTo>
                  <a:pt x="74161" y="44268"/>
                </a:lnTo>
                <a:lnTo>
                  <a:pt x="74582" y="44281"/>
                </a:lnTo>
                <a:lnTo>
                  <a:pt x="75012" y="44286"/>
                </a:lnTo>
                <a:lnTo>
                  <a:pt x="75273" y="44284"/>
                </a:lnTo>
                <a:lnTo>
                  <a:pt x="75534" y="44278"/>
                </a:lnTo>
                <a:lnTo>
                  <a:pt x="75793" y="44269"/>
                </a:lnTo>
                <a:lnTo>
                  <a:pt x="76051" y="44257"/>
                </a:lnTo>
                <a:lnTo>
                  <a:pt x="76307" y="44240"/>
                </a:lnTo>
                <a:lnTo>
                  <a:pt x="76562" y="44221"/>
                </a:lnTo>
                <a:lnTo>
                  <a:pt x="76815" y="44197"/>
                </a:lnTo>
                <a:lnTo>
                  <a:pt x="77067" y="44170"/>
                </a:lnTo>
                <a:lnTo>
                  <a:pt x="77318" y="44139"/>
                </a:lnTo>
                <a:lnTo>
                  <a:pt x="77567" y="44105"/>
                </a:lnTo>
                <a:lnTo>
                  <a:pt x="77815" y="44067"/>
                </a:lnTo>
                <a:lnTo>
                  <a:pt x="78062" y="44025"/>
                </a:lnTo>
                <a:lnTo>
                  <a:pt x="78307" y="43980"/>
                </a:lnTo>
                <a:lnTo>
                  <a:pt x="78551" y="43931"/>
                </a:lnTo>
                <a:lnTo>
                  <a:pt x="78793" y="43879"/>
                </a:lnTo>
                <a:lnTo>
                  <a:pt x="79034" y="43823"/>
                </a:lnTo>
                <a:lnTo>
                  <a:pt x="79274" y="43763"/>
                </a:lnTo>
                <a:lnTo>
                  <a:pt x="79512" y="43700"/>
                </a:lnTo>
                <a:lnTo>
                  <a:pt x="79748" y="43633"/>
                </a:lnTo>
                <a:lnTo>
                  <a:pt x="79984" y="43563"/>
                </a:lnTo>
                <a:lnTo>
                  <a:pt x="80218" y="43488"/>
                </a:lnTo>
                <a:lnTo>
                  <a:pt x="80450" y="43411"/>
                </a:lnTo>
                <a:lnTo>
                  <a:pt x="80682" y="43329"/>
                </a:lnTo>
                <a:lnTo>
                  <a:pt x="80911" y="43244"/>
                </a:lnTo>
                <a:lnTo>
                  <a:pt x="81141" y="43155"/>
                </a:lnTo>
                <a:lnTo>
                  <a:pt x="81371" y="43061"/>
                </a:lnTo>
                <a:lnTo>
                  <a:pt x="81602" y="42961"/>
                </a:lnTo>
                <a:lnTo>
                  <a:pt x="81834" y="42856"/>
                </a:lnTo>
                <a:lnTo>
                  <a:pt x="82067" y="42746"/>
                </a:lnTo>
                <a:lnTo>
                  <a:pt x="82300" y="42631"/>
                </a:lnTo>
                <a:lnTo>
                  <a:pt x="82534" y="42511"/>
                </a:lnTo>
                <a:lnTo>
                  <a:pt x="82769" y="42385"/>
                </a:lnTo>
                <a:lnTo>
                  <a:pt x="83005" y="42254"/>
                </a:lnTo>
                <a:lnTo>
                  <a:pt x="83241" y="42119"/>
                </a:lnTo>
                <a:lnTo>
                  <a:pt x="83478" y="41978"/>
                </a:lnTo>
                <a:lnTo>
                  <a:pt x="83716" y="41831"/>
                </a:lnTo>
                <a:lnTo>
                  <a:pt x="83955" y="41680"/>
                </a:lnTo>
                <a:lnTo>
                  <a:pt x="84195" y="41524"/>
                </a:lnTo>
                <a:lnTo>
                  <a:pt x="84435" y="41362"/>
                </a:lnTo>
                <a:lnTo>
                  <a:pt x="84676" y="41195"/>
                </a:lnTo>
                <a:lnTo>
                  <a:pt x="84918" y="41023"/>
                </a:lnTo>
                <a:lnTo>
                  <a:pt x="85161" y="40846"/>
                </a:lnTo>
                <a:lnTo>
                  <a:pt x="85404" y="40664"/>
                </a:lnTo>
                <a:lnTo>
                  <a:pt x="85648" y="40476"/>
                </a:lnTo>
                <a:lnTo>
                  <a:pt x="85893" y="40284"/>
                </a:lnTo>
                <a:lnTo>
                  <a:pt x="86139" y="40086"/>
                </a:lnTo>
                <a:lnTo>
                  <a:pt x="86386" y="39883"/>
                </a:lnTo>
                <a:lnTo>
                  <a:pt x="86633" y="39675"/>
                </a:lnTo>
                <a:lnTo>
                  <a:pt x="86654" y="39860"/>
                </a:lnTo>
                <a:lnTo>
                  <a:pt x="86677" y="40043"/>
                </a:lnTo>
                <a:lnTo>
                  <a:pt x="86702" y="40224"/>
                </a:lnTo>
                <a:close/>
                <a:moveTo>
                  <a:pt x="86181" y="30252"/>
                </a:moveTo>
                <a:lnTo>
                  <a:pt x="86174" y="30533"/>
                </a:lnTo>
                <a:lnTo>
                  <a:pt x="86163" y="30808"/>
                </a:lnTo>
                <a:lnTo>
                  <a:pt x="86150" y="31077"/>
                </a:lnTo>
                <a:lnTo>
                  <a:pt x="86133" y="31340"/>
                </a:lnTo>
                <a:lnTo>
                  <a:pt x="86114" y="31597"/>
                </a:lnTo>
                <a:lnTo>
                  <a:pt x="86091" y="31848"/>
                </a:lnTo>
                <a:lnTo>
                  <a:pt x="86066" y="32093"/>
                </a:lnTo>
                <a:lnTo>
                  <a:pt x="86037" y="32333"/>
                </a:lnTo>
                <a:lnTo>
                  <a:pt x="86006" y="32566"/>
                </a:lnTo>
                <a:lnTo>
                  <a:pt x="85972" y="32793"/>
                </a:lnTo>
                <a:lnTo>
                  <a:pt x="85934" y="33014"/>
                </a:lnTo>
                <a:lnTo>
                  <a:pt x="85894" y="33228"/>
                </a:lnTo>
                <a:lnTo>
                  <a:pt x="85850" y="33437"/>
                </a:lnTo>
                <a:lnTo>
                  <a:pt x="85804" y="33640"/>
                </a:lnTo>
                <a:lnTo>
                  <a:pt x="85755" y="33837"/>
                </a:lnTo>
                <a:lnTo>
                  <a:pt x="85702" y="34028"/>
                </a:lnTo>
                <a:lnTo>
                  <a:pt x="85647" y="34213"/>
                </a:lnTo>
                <a:lnTo>
                  <a:pt x="85588" y="34392"/>
                </a:lnTo>
                <a:lnTo>
                  <a:pt x="85527" y="34565"/>
                </a:lnTo>
                <a:lnTo>
                  <a:pt x="85463" y="34732"/>
                </a:lnTo>
                <a:lnTo>
                  <a:pt x="85395" y="34893"/>
                </a:lnTo>
                <a:lnTo>
                  <a:pt x="85325" y="35048"/>
                </a:lnTo>
                <a:lnTo>
                  <a:pt x="85229" y="35243"/>
                </a:lnTo>
                <a:lnTo>
                  <a:pt x="85128" y="35434"/>
                </a:lnTo>
                <a:lnTo>
                  <a:pt x="85023" y="35622"/>
                </a:lnTo>
                <a:lnTo>
                  <a:pt x="84913" y="35806"/>
                </a:lnTo>
                <a:lnTo>
                  <a:pt x="84799" y="35987"/>
                </a:lnTo>
                <a:lnTo>
                  <a:pt x="84681" y="36165"/>
                </a:lnTo>
                <a:lnTo>
                  <a:pt x="84558" y="36339"/>
                </a:lnTo>
                <a:lnTo>
                  <a:pt x="84430" y="36509"/>
                </a:lnTo>
                <a:lnTo>
                  <a:pt x="84298" y="36676"/>
                </a:lnTo>
                <a:lnTo>
                  <a:pt x="84162" y="36840"/>
                </a:lnTo>
                <a:lnTo>
                  <a:pt x="84021" y="37000"/>
                </a:lnTo>
                <a:lnTo>
                  <a:pt x="83876" y="37157"/>
                </a:lnTo>
                <a:lnTo>
                  <a:pt x="83727" y="37310"/>
                </a:lnTo>
                <a:lnTo>
                  <a:pt x="83573" y="37460"/>
                </a:lnTo>
                <a:lnTo>
                  <a:pt x="83414" y="37606"/>
                </a:lnTo>
                <a:lnTo>
                  <a:pt x="83251" y="37749"/>
                </a:lnTo>
                <a:lnTo>
                  <a:pt x="83084" y="37888"/>
                </a:lnTo>
                <a:lnTo>
                  <a:pt x="82912" y="38024"/>
                </a:lnTo>
                <a:lnTo>
                  <a:pt x="82736" y="38156"/>
                </a:lnTo>
                <a:lnTo>
                  <a:pt x="82555" y="38285"/>
                </a:lnTo>
                <a:lnTo>
                  <a:pt x="82370" y="38410"/>
                </a:lnTo>
                <a:lnTo>
                  <a:pt x="82181" y="38532"/>
                </a:lnTo>
                <a:lnTo>
                  <a:pt x="81987" y="38651"/>
                </a:lnTo>
                <a:lnTo>
                  <a:pt x="81788" y="38766"/>
                </a:lnTo>
                <a:lnTo>
                  <a:pt x="81586" y="38877"/>
                </a:lnTo>
                <a:lnTo>
                  <a:pt x="81382" y="38983"/>
                </a:lnTo>
                <a:lnTo>
                  <a:pt x="81176" y="39084"/>
                </a:lnTo>
                <a:lnTo>
                  <a:pt x="80967" y="39181"/>
                </a:lnTo>
                <a:lnTo>
                  <a:pt x="80755" y="39273"/>
                </a:lnTo>
                <a:lnTo>
                  <a:pt x="80542" y="39360"/>
                </a:lnTo>
                <a:lnTo>
                  <a:pt x="80326" y="39443"/>
                </a:lnTo>
                <a:lnTo>
                  <a:pt x="80107" y="39521"/>
                </a:lnTo>
                <a:lnTo>
                  <a:pt x="79886" y="39594"/>
                </a:lnTo>
                <a:lnTo>
                  <a:pt x="79663" y="39662"/>
                </a:lnTo>
                <a:lnTo>
                  <a:pt x="79438" y="39726"/>
                </a:lnTo>
                <a:lnTo>
                  <a:pt x="79210" y="39785"/>
                </a:lnTo>
                <a:lnTo>
                  <a:pt x="78980" y="39839"/>
                </a:lnTo>
                <a:lnTo>
                  <a:pt x="78747" y="39889"/>
                </a:lnTo>
                <a:lnTo>
                  <a:pt x="78512" y="39933"/>
                </a:lnTo>
                <a:lnTo>
                  <a:pt x="78274" y="39974"/>
                </a:lnTo>
                <a:lnTo>
                  <a:pt x="78035" y="40009"/>
                </a:lnTo>
                <a:lnTo>
                  <a:pt x="77792" y="40040"/>
                </a:lnTo>
                <a:lnTo>
                  <a:pt x="77548" y="40066"/>
                </a:lnTo>
                <a:lnTo>
                  <a:pt x="77301" y="40087"/>
                </a:lnTo>
                <a:lnTo>
                  <a:pt x="77052" y="40103"/>
                </a:lnTo>
                <a:lnTo>
                  <a:pt x="76800" y="40115"/>
                </a:lnTo>
                <a:lnTo>
                  <a:pt x="76546" y="40122"/>
                </a:lnTo>
                <a:lnTo>
                  <a:pt x="76290" y="40125"/>
                </a:lnTo>
                <a:lnTo>
                  <a:pt x="76032" y="40122"/>
                </a:lnTo>
                <a:lnTo>
                  <a:pt x="75780" y="40115"/>
                </a:lnTo>
                <a:lnTo>
                  <a:pt x="75533" y="40102"/>
                </a:lnTo>
                <a:lnTo>
                  <a:pt x="75291" y="40085"/>
                </a:lnTo>
                <a:lnTo>
                  <a:pt x="75054" y="40062"/>
                </a:lnTo>
                <a:lnTo>
                  <a:pt x="74823" y="40035"/>
                </a:lnTo>
                <a:lnTo>
                  <a:pt x="74597" y="40003"/>
                </a:lnTo>
                <a:lnTo>
                  <a:pt x="74376" y="39965"/>
                </a:lnTo>
                <a:lnTo>
                  <a:pt x="74160" y="39923"/>
                </a:lnTo>
                <a:lnTo>
                  <a:pt x="73950" y="39876"/>
                </a:lnTo>
                <a:lnTo>
                  <a:pt x="73744" y="39824"/>
                </a:lnTo>
                <a:lnTo>
                  <a:pt x="73544" y="39766"/>
                </a:lnTo>
                <a:lnTo>
                  <a:pt x="73349" y="39704"/>
                </a:lnTo>
                <a:lnTo>
                  <a:pt x="73159" y="39637"/>
                </a:lnTo>
                <a:lnTo>
                  <a:pt x="72975" y="39565"/>
                </a:lnTo>
                <a:lnTo>
                  <a:pt x="72796" y="39488"/>
                </a:lnTo>
                <a:lnTo>
                  <a:pt x="72622" y="39406"/>
                </a:lnTo>
                <a:lnTo>
                  <a:pt x="72453" y="39319"/>
                </a:lnTo>
                <a:lnTo>
                  <a:pt x="72289" y="39227"/>
                </a:lnTo>
                <a:lnTo>
                  <a:pt x="72131" y="39130"/>
                </a:lnTo>
                <a:lnTo>
                  <a:pt x="71977" y="39028"/>
                </a:lnTo>
                <a:lnTo>
                  <a:pt x="71829" y="38921"/>
                </a:lnTo>
                <a:lnTo>
                  <a:pt x="71687" y="38809"/>
                </a:lnTo>
                <a:lnTo>
                  <a:pt x="71549" y="38692"/>
                </a:lnTo>
                <a:lnTo>
                  <a:pt x="71417" y="38572"/>
                </a:lnTo>
                <a:lnTo>
                  <a:pt x="71290" y="38448"/>
                </a:lnTo>
                <a:lnTo>
                  <a:pt x="71169" y="38323"/>
                </a:lnTo>
                <a:lnTo>
                  <a:pt x="71054" y="38195"/>
                </a:lnTo>
                <a:lnTo>
                  <a:pt x="70944" y="38064"/>
                </a:lnTo>
                <a:lnTo>
                  <a:pt x="70840" y="37931"/>
                </a:lnTo>
                <a:lnTo>
                  <a:pt x="70742" y="37795"/>
                </a:lnTo>
                <a:lnTo>
                  <a:pt x="70649" y="37657"/>
                </a:lnTo>
                <a:lnTo>
                  <a:pt x="70562" y="37517"/>
                </a:lnTo>
                <a:lnTo>
                  <a:pt x="70480" y="37374"/>
                </a:lnTo>
                <a:lnTo>
                  <a:pt x="70404" y="37228"/>
                </a:lnTo>
                <a:lnTo>
                  <a:pt x="70334" y="37080"/>
                </a:lnTo>
                <a:lnTo>
                  <a:pt x="70269" y="36930"/>
                </a:lnTo>
                <a:lnTo>
                  <a:pt x="70210" y="36777"/>
                </a:lnTo>
                <a:lnTo>
                  <a:pt x="70157" y="36622"/>
                </a:lnTo>
                <a:lnTo>
                  <a:pt x="70109" y="36464"/>
                </a:lnTo>
                <a:lnTo>
                  <a:pt x="70067" y="36303"/>
                </a:lnTo>
                <a:lnTo>
                  <a:pt x="70030" y="36140"/>
                </a:lnTo>
                <a:lnTo>
                  <a:pt x="69999" y="35975"/>
                </a:lnTo>
                <a:lnTo>
                  <a:pt x="69974" y="35807"/>
                </a:lnTo>
                <a:lnTo>
                  <a:pt x="69954" y="35637"/>
                </a:lnTo>
                <a:lnTo>
                  <a:pt x="69940" y="35464"/>
                </a:lnTo>
                <a:lnTo>
                  <a:pt x="69932" y="35289"/>
                </a:lnTo>
                <a:lnTo>
                  <a:pt x="69929" y="35111"/>
                </a:lnTo>
                <a:lnTo>
                  <a:pt x="69930" y="34994"/>
                </a:lnTo>
                <a:lnTo>
                  <a:pt x="69934" y="34879"/>
                </a:lnTo>
                <a:lnTo>
                  <a:pt x="69941" y="34764"/>
                </a:lnTo>
                <a:lnTo>
                  <a:pt x="69950" y="34650"/>
                </a:lnTo>
                <a:lnTo>
                  <a:pt x="69961" y="34537"/>
                </a:lnTo>
                <a:lnTo>
                  <a:pt x="69976" y="34425"/>
                </a:lnTo>
                <a:lnTo>
                  <a:pt x="69992" y="34314"/>
                </a:lnTo>
                <a:lnTo>
                  <a:pt x="70012" y="34204"/>
                </a:lnTo>
                <a:lnTo>
                  <a:pt x="70034" y="34095"/>
                </a:lnTo>
                <a:lnTo>
                  <a:pt x="70058" y="33986"/>
                </a:lnTo>
                <a:lnTo>
                  <a:pt x="70085" y="33878"/>
                </a:lnTo>
                <a:lnTo>
                  <a:pt x="70115" y="33772"/>
                </a:lnTo>
                <a:lnTo>
                  <a:pt x="70147" y="33666"/>
                </a:lnTo>
                <a:lnTo>
                  <a:pt x="70182" y="33561"/>
                </a:lnTo>
                <a:lnTo>
                  <a:pt x="70219" y="33457"/>
                </a:lnTo>
                <a:lnTo>
                  <a:pt x="70259" y="33354"/>
                </a:lnTo>
                <a:lnTo>
                  <a:pt x="70302" y="33251"/>
                </a:lnTo>
                <a:lnTo>
                  <a:pt x="70347" y="33150"/>
                </a:lnTo>
                <a:lnTo>
                  <a:pt x="70395" y="33049"/>
                </a:lnTo>
                <a:lnTo>
                  <a:pt x="70445" y="32949"/>
                </a:lnTo>
                <a:lnTo>
                  <a:pt x="70498" y="32851"/>
                </a:lnTo>
                <a:lnTo>
                  <a:pt x="70554" y="32753"/>
                </a:lnTo>
                <a:lnTo>
                  <a:pt x="70612" y="32656"/>
                </a:lnTo>
                <a:lnTo>
                  <a:pt x="70672" y="32559"/>
                </a:lnTo>
                <a:lnTo>
                  <a:pt x="70735" y="32465"/>
                </a:lnTo>
                <a:lnTo>
                  <a:pt x="70800" y="32372"/>
                </a:lnTo>
                <a:lnTo>
                  <a:pt x="70868" y="32281"/>
                </a:lnTo>
                <a:lnTo>
                  <a:pt x="70937" y="32191"/>
                </a:lnTo>
                <a:lnTo>
                  <a:pt x="71009" y="32104"/>
                </a:lnTo>
                <a:lnTo>
                  <a:pt x="71083" y="32019"/>
                </a:lnTo>
                <a:lnTo>
                  <a:pt x="71159" y="31936"/>
                </a:lnTo>
                <a:lnTo>
                  <a:pt x="71237" y="31854"/>
                </a:lnTo>
                <a:lnTo>
                  <a:pt x="71317" y="31775"/>
                </a:lnTo>
                <a:lnTo>
                  <a:pt x="71400" y="31697"/>
                </a:lnTo>
                <a:lnTo>
                  <a:pt x="71484" y="31622"/>
                </a:lnTo>
                <a:lnTo>
                  <a:pt x="71571" y="31548"/>
                </a:lnTo>
                <a:lnTo>
                  <a:pt x="71660" y="31476"/>
                </a:lnTo>
                <a:lnTo>
                  <a:pt x="71751" y="31406"/>
                </a:lnTo>
                <a:lnTo>
                  <a:pt x="71845" y="31338"/>
                </a:lnTo>
                <a:lnTo>
                  <a:pt x="71940" y="31272"/>
                </a:lnTo>
                <a:lnTo>
                  <a:pt x="72038" y="31208"/>
                </a:lnTo>
                <a:lnTo>
                  <a:pt x="72138" y="31146"/>
                </a:lnTo>
                <a:lnTo>
                  <a:pt x="72240" y="31086"/>
                </a:lnTo>
                <a:lnTo>
                  <a:pt x="72344" y="31027"/>
                </a:lnTo>
                <a:lnTo>
                  <a:pt x="72450" y="30971"/>
                </a:lnTo>
                <a:lnTo>
                  <a:pt x="72559" y="30916"/>
                </a:lnTo>
                <a:lnTo>
                  <a:pt x="72670" y="30864"/>
                </a:lnTo>
                <a:lnTo>
                  <a:pt x="72782" y="30813"/>
                </a:lnTo>
                <a:lnTo>
                  <a:pt x="72900" y="30764"/>
                </a:lnTo>
                <a:lnTo>
                  <a:pt x="73024" y="30715"/>
                </a:lnTo>
                <a:lnTo>
                  <a:pt x="73154" y="30666"/>
                </a:lnTo>
                <a:lnTo>
                  <a:pt x="73292" y="30617"/>
                </a:lnTo>
                <a:lnTo>
                  <a:pt x="73436" y="30570"/>
                </a:lnTo>
                <a:lnTo>
                  <a:pt x="73587" y="30522"/>
                </a:lnTo>
                <a:lnTo>
                  <a:pt x="73744" y="30475"/>
                </a:lnTo>
                <a:lnTo>
                  <a:pt x="73909" y="30428"/>
                </a:lnTo>
                <a:lnTo>
                  <a:pt x="74080" y="30382"/>
                </a:lnTo>
                <a:lnTo>
                  <a:pt x="74257" y="30336"/>
                </a:lnTo>
                <a:lnTo>
                  <a:pt x="74442" y="30291"/>
                </a:lnTo>
                <a:lnTo>
                  <a:pt x="74633" y="30246"/>
                </a:lnTo>
                <a:lnTo>
                  <a:pt x="74830" y="30201"/>
                </a:lnTo>
                <a:lnTo>
                  <a:pt x="75035" y="30157"/>
                </a:lnTo>
                <a:lnTo>
                  <a:pt x="75246" y="30114"/>
                </a:lnTo>
                <a:lnTo>
                  <a:pt x="75464" y="30070"/>
                </a:lnTo>
                <a:lnTo>
                  <a:pt x="75689" y="30027"/>
                </a:lnTo>
                <a:lnTo>
                  <a:pt x="75920" y="29985"/>
                </a:lnTo>
                <a:lnTo>
                  <a:pt x="76158" y="29943"/>
                </a:lnTo>
                <a:lnTo>
                  <a:pt x="76403" y="29901"/>
                </a:lnTo>
                <a:lnTo>
                  <a:pt x="76654" y="29860"/>
                </a:lnTo>
                <a:lnTo>
                  <a:pt x="76912" y="29819"/>
                </a:lnTo>
                <a:lnTo>
                  <a:pt x="77177" y="29779"/>
                </a:lnTo>
                <a:lnTo>
                  <a:pt x="77449" y="29739"/>
                </a:lnTo>
                <a:lnTo>
                  <a:pt x="77929" y="29668"/>
                </a:lnTo>
                <a:lnTo>
                  <a:pt x="78399" y="29596"/>
                </a:lnTo>
                <a:lnTo>
                  <a:pt x="78860" y="29523"/>
                </a:lnTo>
                <a:lnTo>
                  <a:pt x="79310" y="29449"/>
                </a:lnTo>
                <a:lnTo>
                  <a:pt x="79750" y="29373"/>
                </a:lnTo>
                <a:lnTo>
                  <a:pt x="80180" y="29297"/>
                </a:lnTo>
                <a:lnTo>
                  <a:pt x="80599" y="29219"/>
                </a:lnTo>
                <a:lnTo>
                  <a:pt x="81009" y="29139"/>
                </a:lnTo>
                <a:lnTo>
                  <a:pt x="81408" y="29059"/>
                </a:lnTo>
                <a:lnTo>
                  <a:pt x="81798" y="28977"/>
                </a:lnTo>
                <a:lnTo>
                  <a:pt x="82177" y="28894"/>
                </a:lnTo>
                <a:lnTo>
                  <a:pt x="82546" y="28810"/>
                </a:lnTo>
                <a:lnTo>
                  <a:pt x="82905" y="28724"/>
                </a:lnTo>
                <a:lnTo>
                  <a:pt x="83254" y="28637"/>
                </a:lnTo>
                <a:lnTo>
                  <a:pt x="83593" y="28549"/>
                </a:lnTo>
                <a:lnTo>
                  <a:pt x="83922" y="28460"/>
                </a:lnTo>
                <a:lnTo>
                  <a:pt x="84240" y="28370"/>
                </a:lnTo>
                <a:lnTo>
                  <a:pt x="84549" y="28278"/>
                </a:lnTo>
                <a:lnTo>
                  <a:pt x="84847" y="28185"/>
                </a:lnTo>
                <a:lnTo>
                  <a:pt x="85135" y="28090"/>
                </a:lnTo>
                <a:lnTo>
                  <a:pt x="85413" y="27995"/>
                </a:lnTo>
                <a:lnTo>
                  <a:pt x="85681" y="27898"/>
                </a:lnTo>
                <a:lnTo>
                  <a:pt x="85939" y="27800"/>
                </a:lnTo>
                <a:lnTo>
                  <a:pt x="86187" y="27701"/>
                </a:lnTo>
                <a:lnTo>
                  <a:pt x="86187" y="29672"/>
                </a:lnTo>
                <a:lnTo>
                  <a:pt x="86186" y="29965"/>
                </a:lnTo>
                <a:lnTo>
                  <a:pt x="86181" y="30252"/>
                </a:lnTo>
                <a:close/>
                <a:moveTo>
                  <a:pt x="134947" y="35342"/>
                </a:moveTo>
                <a:lnTo>
                  <a:pt x="135050" y="35731"/>
                </a:lnTo>
                <a:lnTo>
                  <a:pt x="135161" y="36112"/>
                </a:lnTo>
                <a:lnTo>
                  <a:pt x="135280" y="36485"/>
                </a:lnTo>
                <a:lnTo>
                  <a:pt x="135407" y="36849"/>
                </a:lnTo>
                <a:lnTo>
                  <a:pt x="135542" y="37204"/>
                </a:lnTo>
                <a:lnTo>
                  <a:pt x="135685" y="37551"/>
                </a:lnTo>
                <a:lnTo>
                  <a:pt x="135836" y="37889"/>
                </a:lnTo>
                <a:lnTo>
                  <a:pt x="135995" y="38219"/>
                </a:lnTo>
                <a:lnTo>
                  <a:pt x="136163" y="38540"/>
                </a:lnTo>
                <a:lnTo>
                  <a:pt x="136338" y="38852"/>
                </a:lnTo>
                <a:lnTo>
                  <a:pt x="136522" y="39156"/>
                </a:lnTo>
                <a:lnTo>
                  <a:pt x="136714" y="39451"/>
                </a:lnTo>
                <a:lnTo>
                  <a:pt x="136914" y="39738"/>
                </a:lnTo>
                <a:lnTo>
                  <a:pt x="137122" y="40016"/>
                </a:lnTo>
                <a:lnTo>
                  <a:pt x="137338" y="40286"/>
                </a:lnTo>
                <a:lnTo>
                  <a:pt x="137562" y="40547"/>
                </a:lnTo>
                <a:lnTo>
                  <a:pt x="137794" y="40799"/>
                </a:lnTo>
                <a:lnTo>
                  <a:pt x="138035" y="41043"/>
                </a:lnTo>
                <a:lnTo>
                  <a:pt x="138283" y="41278"/>
                </a:lnTo>
                <a:lnTo>
                  <a:pt x="138540" y="41504"/>
                </a:lnTo>
                <a:lnTo>
                  <a:pt x="138804" y="41722"/>
                </a:lnTo>
                <a:lnTo>
                  <a:pt x="139078" y="41931"/>
                </a:lnTo>
                <a:lnTo>
                  <a:pt x="139362" y="42132"/>
                </a:lnTo>
                <a:lnTo>
                  <a:pt x="139656" y="42323"/>
                </a:lnTo>
                <a:lnTo>
                  <a:pt x="139961" y="42505"/>
                </a:lnTo>
                <a:lnTo>
                  <a:pt x="140275" y="42679"/>
                </a:lnTo>
                <a:lnTo>
                  <a:pt x="140600" y="42844"/>
                </a:lnTo>
                <a:lnTo>
                  <a:pt x="140935" y="42999"/>
                </a:lnTo>
                <a:lnTo>
                  <a:pt x="141280" y="43146"/>
                </a:lnTo>
                <a:lnTo>
                  <a:pt x="141635" y="43284"/>
                </a:lnTo>
                <a:lnTo>
                  <a:pt x="142000" y="43413"/>
                </a:lnTo>
                <a:lnTo>
                  <a:pt x="142375" y="43533"/>
                </a:lnTo>
                <a:lnTo>
                  <a:pt x="142761" y="43645"/>
                </a:lnTo>
                <a:lnTo>
                  <a:pt x="143157" y="43747"/>
                </a:lnTo>
                <a:lnTo>
                  <a:pt x="143563" y="43841"/>
                </a:lnTo>
                <a:lnTo>
                  <a:pt x="143979" y="43925"/>
                </a:lnTo>
                <a:lnTo>
                  <a:pt x="144405" y="44001"/>
                </a:lnTo>
                <a:lnTo>
                  <a:pt x="144842" y="44068"/>
                </a:lnTo>
                <a:lnTo>
                  <a:pt x="145288" y="44125"/>
                </a:lnTo>
                <a:lnTo>
                  <a:pt x="145745" y="44174"/>
                </a:lnTo>
                <a:lnTo>
                  <a:pt x="146212" y="44214"/>
                </a:lnTo>
                <a:lnTo>
                  <a:pt x="146689" y="44246"/>
                </a:lnTo>
                <a:lnTo>
                  <a:pt x="147177" y="44268"/>
                </a:lnTo>
                <a:lnTo>
                  <a:pt x="147674" y="44281"/>
                </a:lnTo>
                <a:lnTo>
                  <a:pt x="148182" y="44286"/>
                </a:lnTo>
                <a:lnTo>
                  <a:pt x="148490" y="44283"/>
                </a:lnTo>
                <a:lnTo>
                  <a:pt x="148795" y="44277"/>
                </a:lnTo>
                <a:lnTo>
                  <a:pt x="149098" y="44265"/>
                </a:lnTo>
                <a:lnTo>
                  <a:pt x="149399" y="44250"/>
                </a:lnTo>
                <a:lnTo>
                  <a:pt x="149696" y="44230"/>
                </a:lnTo>
                <a:lnTo>
                  <a:pt x="149991" y="44205"/>
                </a:lnTo>
                <a:lnTo>
                  <a:pt x="150283" y="44176"/>
                </a:lnTo>
                <a:lnTo>
                  <a:pt x="150573" y="44142"/>
                </a:lnTo>
                <a:lnTo>
                  <a:pt x="150859" y="44104"/>
                </a:lnTo>
                <a:lnTo>
                  <a:pt x="151144" y="44061"/>
                </a:lnTo>
                <a:lnTo>
                  <a:pt x="151425" y="44014"/>
                </a:lnTo>
                <a:lnTo>
                  <a:pt x="151704" y="43963"/>
                </a:lnTo>
                <a:lnTo>
                  <a:pt x="151980" y="43907"/>
                </a:lnTo>
                <a:lnTo>
                  <a:pt x="152253" y="43846"/>
                </a:lnTo>
                <a:lnTo>
                  <a:pt x="152524" y="43781"/>
                </a:lnTo>
                <a:lnTo>
                  <a:pt x="152792" y="43711"/>
                </a:lnTo>
                <a:lnTo>
                  <a:pt x="153057" y="43637"/>
                </a:lnTo>
                <a:lnTo>
                  <a:pt x="153320" y="43559"/>
                </a:lnTo>
                <a:lnTo>
                  <a:pt x="153580" y="43476"/>
                </a:lnTo>
                <a:lnTo>
                  <a:pt x="153837" y="43388"/>
                </a:lnTo>
                <a:lnTo>
                  <a:pt x="154092" y="43296"/>
                </a:lnTo>
                <a:lnTo>
                  <a:pt x="154344" y="43200"/>
                </a:lnTo>
                <a:lnTo>
                  <a:pt x="154593" y="43099"/>
                </a:lnTo>
                <a:lnTo>
                  <a:pt x="154839" y="42994"/>
                </a:lnTo>
                <a:lnTo>
                  <a:pt x="155082" y="42884"/>
                </a:lnTo>
                <a:lnTo>
                  <a:pt x="155320" y="42771"/>
                </a:lnTo>
                <a:lnTo>
                  <a:pt x="155553" y="42654"/>
                </a:lnTo>
                <a:lnTo>
                  <a:pt x="155782" y="42533"/>
                </a:lnTo>
                <a:lnTo>
                  <a:pt x="156005" y="42409"/>
                </a:lnTo>
                <a:lnTo>
                  <a:pt x="156224" y="42281"/>
                </a:lnTo>
                <a:lnTo>
                  <a:pt x="156438" y="42149"/>
                </a:lnTo>
                <a:lnTo>
                  <a:pt x="156647" y="42014"/>
                </a:lnTo>
                <a:lnTo>
                  <a:pt x="156852" y="41874"/>
                </a:lnTo>
                <a:lnTo>
                  <a:pt x="157051" y="41732"/>
                </a:lnTo>
                <a:lnTo>
                  <a:pt x="157246" y="41585"/>
                </a:lnTo>
                <a:lnTo>
                  <a:pt x="157436" y="41435"/>
                </a:lnTo>
                <a:lnTo>
                  <a:pt x="157622" y="41281"/>
                </a:lnTo>
                <a:lnTo>
                  <a:pt x="157802" y="41123"/>
                </a:lnTo>
                <a:lnTo>
                  <a:pt x="157978" y="40961"/>
                </a:lnTo>
                <a:lnTo>
                  <a:pt x="158148" y="40796"/>
                </a:lnTo>
                <a:lnTo>
                  <a:pt x="158314" y="40627"/>
                </a:lnTo>
                <a:lnTo>
                  <a:pt x="158476" y="40455"/>
                </a:lnTo>
                <a:lnTo>
                  <a:pt x="158632" y="40279"/>
                </a:lnTo>
                <a:lnTo>
                  <a:pt x="158784" y="40099"/>
                </a:lnTo>
                <a:lnTo>
                  <a:pt x="158931" y="39915"/>
                </a:lnTo>
                <a:lnTo>
                  <a:pt x="159073" y="39727"/>
                </a:lnTo>
                <a:lnTo>
                  <a:pt x="159210" y="39536"/>
                </a:lnTo>
                <a:lnTo>
                  <a:pt x="159342" y="39342"/>
                </a:lnTo>
                <a:lnTo>
                  <a:pt x="159470" y="39144"/>
                </a:lnTo>
                <a:lnTo>
                  <a:pt x="159591" y="38946"/>
                </a:lnTo>
                <a:lnTo>
                  <a:pt x="159708" y="38746"/>
                </a:lnTo>
                <a:lnTo>
                  <a:pt x="159819" y="38546"/>
                </a:lnTo>
                <a:lnTo>
                  <a:pt x="159925" y="38344"/>
                </a:lnTo>
                <a:lnTo>
                  <a:pt x="160025" y="38142"/>
                </a:lnTo>
                <a:lnTo>
                  <a:pt x="160120" y="37938"/>
                </a:lnTo>
                <a:lnTo>
                  <a:pt x="160209" y="37733"/>
                </a:lnTo>
                <a:lnTo>
                  <a:pt x="160293" y="37527"/>
                </a:lnTo>
                <a:lnTo>
                  <a:pt x="160372" y="37320"/>
                </a:lnTo>
                <a:lnTo>
                  <a:pt x="160445" y="37112"/>
                </a:lnTo>
                <a:lnTo>
                  <a:pt x="160513" y="36902"/>
                </a:lnTo>
                <a:lnTo>
                  <a:pt x="160575" y="36692"/>
                </a:lnTo>
                <a:lnTo>
                  <a:pt x="160632" y="36481"/>
                </a:lnTo>
                <a:lnTo>
                  <a:pt x="160683" y="36268"/>
                </a:lnTo>
                <a:lnTo>
                  <a:pt x="160729" y="36055"/>
                </a:lnTo>
                <a:lnTo>
                  <a:pt x="160770" y="35840"/>
                </a:lnTo>
                <a:lnTo>
                  <a:pt x="160805" y="35624"/>
                </a:lnTo>
                <a:lnTo>
                  <a:pt x="160835" y="35408"/>
                </a:lnTo>
                <a:lnTo>
                  <a:pt x="160859" y="35190"/>
                </a:lnTo>
                <a:lnTo>
                  <a:pt x="160878" y="34971"/>
                </a:lnTo>
                <a:lnTo>
                  <a:pt x="160892" y="34751"/>
                </a:lnTo>
                <a:lnTo>
                  <a:pt x="160900" y="34530"/>
                </a:lnTo>
                <a:lnTo>
                  <a:pt x="160903" y="34307"/>
                </a:lnTo>
                <a:lnTo>
                  <a:pt x="160900" y="34081"/>
                </a:lnTo>
                <a:lnTo>
                  <a:pt x="160894" y="33858"/>
                </a:lnTo>
                <a:lnTo>
                  <a:pt x="160883" y="33638"/>
                </a:lnTo>
                <a:lnTo>
                  <a:pt x="160867" y="33422"/>
                </a:lnTo>
                <a:lnTo>
                  <a:pt x="160847" y="33208"/>
                </a:lnTo>
                <a:lnTo>
                  <a:pt x="160823" y="32997"/>
                </a:lnTo>
                <a:lnTo>
                  <a:pt x="160794" y="32790"/>
                </a:lnTo>
                <a:lnTo>
                  <a:pt x="160761" y="32585"/>
                </a:lnTo>
                <a:lnTo>
                  <a:pt x="160723" y="32384"/>
                </a:lnTo>
                <a:lnTo>
                  <a:pt x="160681" y="32186"/>
                </a:lnTo>
                <a:lnTo>
                  <a:pt x="160634" y="31991"/>
                </a:lnTo>
                <a:lnTo>
                  <a:pt x="160583" y="31798"/>
                </a:lnTo>
                <a:lnTo>
                  <a:pt x="160528" y="31609"/>
                </a:lnTo>
                <a:lnTo>
                  <a:pt x="160468" y="31424"/>
                </a:lnTo>
                <a:lnTo>
                  <a:pt x="160403" y="31241"/>
                </a:lnTo>
                <a:lnTo>
                  <a:pt x="160335" y="31061"/>
                </a:lnTo>
                <a:lnTo>
                  <a:pt x="160261" y="30885"/>
                </a:lnTo>
                <a:lnTo>
                  <a:pt x="160184" y="30711"/>
                </a:lnTo>
                <a:lnTo>
                  <a:pt x="160102" y="30541"/>
                </a:lnTo>
                <a:lnTo>
                  <a:pt x="160015" y="30373"/>
                </a:lnTo>
                <a:lnTo>
                  <a:pt x="159924" y="30209"/>
                </a:lnTo>
                <a:lnTo>
                  <a:pt x="159829" y="30048"/>
                </a:lnTo>
                <a:lnTo>
                  <a:pt x="159729" y="29890"/>
                </a:lnTo>
                <a:lnTo>
                  <a:pt x="159625" y="29735"/>
                </a:lnTo>
                <a:lnTo>
                  <a:pt x="159516" y="29583"/>
                </a:lnTo>
                <a:lnTo>
                  <a:pt x="159405" y="29434"/>
                </a:lnTo>
                <a:lnTo>
                  <a:pt x="159290" y="29288"/>
                </a:lnTo>
                <a:lnTo>
                  <a:pt x="159172" y="29145"/>
                </a:lnTo>
                <a:lnTo>
                  <a:pt x="159050" y="29006"/>
                </a:lnTo>
                <a:lnTo>
                  <a:pt x="158925" y="28869"/>
                </a:lnTo>
                <a:lnTo>
                  <a:pt x="158797" y="28735"/>
                </a:lnTo>
                <a:lnTo>
                  <a:pt x="158665" y="28604"/>
                </a:lnTo>
                <a:lnTo>
                  <a:pt x="158530" y="28477"/>
                </a:lnTo>
                <a:lnTo>
                  <a:pt x="158392" y="28352"/>
                </a:lnTo>
                <a:lnTo>
                  <a:pt x="158250" y="28231"/>
                </a:lnTo>
                <a:lnTo>
                  <a:pt x="158105" y="28112"/>
                </a:lnTo>
                <a:lnTo>
                  <a:pt x="157957" y="27997"/>
                </a:lnTo>
                <a:lnTo>
                  <a:pt x="157805" y="27884"/>
                </a:lnTo>
                <a:lnTo>
                  <a:pt x="157650" y="27775"/>
                </a:lnTo>
                <a:lnTo>
                  <a:pt x="157491" y="27669"/>
                </a:lnTo>
                <a:lnTo>
                  <a:pt x="157329" y="27566"/>
                </a:lnTo>
                <a:lnTo>
                  <a:pt x="157164" y="27465"/>
                </a:lnTo>
                <a:lnTo>
                  <a:pt x="156996" y="27368"/>
                </a:lnTo>
                <a:lnTo>
                  <a:pt x="156824" y="27274"/>
                </a:lnTo>
                <a:lnTo>
                  <a:pt x="156648" y="27183"/>
                </a:lnTo>
                <a:lnTo>
                  <a:pt x="156470" y="27095"/>
                </a:lnTo>
                <a:lnTo>
                  <a:pt x="156288" y="27010"/>
                </a:lnTo>
                <a:lnTo>
                  <a:pt x="156103" y="26928"/>
                </a:lnTo>
                <a:lnTo>
                  <a:pt x="155910" y="26847"/>
                </a:lnTo>
                <a:lnTo>
                  <a:pt x="155705" y="26763"/>
                </a:lnTo>
                <a:lnTo>
                  <a:pt x="155488" y="26678"/>
                </a:lnTo>
                <a:lnTo>
                  <a:pt x="155259" y="26591"/>
                </a:lnTo>
                <a:lnTo>
                  <a:pt x="155019" y="26502"/>
                </a:lnTo>
                <a:lnTo>
                  <a:pt x="154766" y="26411"/>
                </a:lnTo>
                <a:lnTo>
                  <a:pt x="154501" y="26318"/>
                </a:lnTo>
                <a:lnTo>
                  <a:pt x="154225" y="26224"/>
                </a:lnTo>
                <a:lnTo>
                  <a:pt x="153937" y="26127"/>
                </a:lnTo>
                <a:lnTo>
                  <a:pt x="153637" y="26028"/>
                </a:lnTo>
                <a:lnTo>
                  <a:pt x="153324" y="25928"/>
                </a:lnTo>
                <a:lnTo>
                  <a:pt x="153000" y="25826"/>
                </a:lnTo>
                <a:lnTo>
                  <a:pt x="152664" y="25721"/>
                </a:lnTo>
                <a:lnTo>
                  <a:pt x="152316" y="25615"/>
                </a:lnTo>
                <a:lnTo>
                  <a:pt x="151957" y="25507"/>
                </a:lnTo>
                <a:lnTo>
                  <a:pt x="151585" y="25397"/>
                </a:lnTo>
                <a:lnTo>
                  <a:pt x="151201" y="25285"/>
                </a:lnTo>
                <a:lnTo>
                  <a:pt x="150806" y="25171"/>
                </a:lnTo>
                <a:lnTo>
                  <a:pt x="150398" y="25055"/>
                </a:lnTo>
                <a:lnTo>
                  <a:pt x="149979" y="24938"/>
                </a:lnTo>
                <a:lnTo>
                  <a:pt x="149547" y="24818"/>
                </a:lnTo>
                <a:lnTo>
                  <a:pt x="149104" y="24697"/>
                </a:lnTo>
                <a:lnTo>
                  <a:pt x="148649" y="24573"/>
                </a:lnTo>
                <a:lnTo>
                  <a:pt x="148182" y="24448"/>
                </a:lnTo>
                <a:lnTo>
                  <a:pt x="147860" y="24361"/>
                </a:lnTo>
                <a:lnTo>
                  <a:pt x="147549" y="24276"/>
                </a:lnTo>
                <a:lnTo>
                  <a:pt x="147250" y="24194"/>
                </a:lnTo>
                <a:lnTo>
                  <a:pt x="146961" y="24115"/>
                </a:lnTo>
                <a:lnTo>
                  <a:pt x="146682" y="24038"/>
                </a:lnTo>
                <a:lnTo>
                  <a:pt x="146415" y="23964"/>
                </a:lnTo>
                <a:lnTo>
                  <a:pt x="146159" y="23893"/>
                </a:lnTo>
                <a:lnTo>
                  <a:pt x="145913" y="23824"/>
                </a:lnTo>
                <a:lnTo>
                  <a:pt x="145678" y="23758"/>
                </a:lnTo>
                <a:lnTo>
                  <a:pt x="145454" y="23694"/>
                </a:lnTo>
                <a:lnTo>
                  <a:pt x="145241" y="23634"/>
                </a:lnTo>
                <a:lnTo>
                  <a:pt x="145039" y="23576"/>
                </a:lnTo>
                <a:lnTo>
                  <a:pt x="144847" y="23520"/>
                </a:lnTo>
                <a:lnTo>
                  <a:pt x="144666" y="23468"/>
                </a:lnTo>
                <a:lnTo>
                  <a:pt x="144497" y="23418"/>
                </a:lnTo>
                <a:lnTo>
                  <a:pt x="144338" y="23370"/>
                </a:lnTo>
                <a:lnTo>
                  <a:pt x="144189" y="23326"/>
                </a:lnTo>
                <a:lnTo>
                  <a:pt x="144052" y="23284"/>
                </a:lnTo>
                <a:lnTo>
                  <a:pt x="143926" y="23244"/>
                </a:lnTo>
                <a:lnTo>
                  <a:pt x="143810" y="23207"/>
                </a:lnTo>
                <a:lnTo>
                  <a:pt x="143705" y="23173"/>
                </a:lnTo>
                <a:lnTo>
                  <a:pt x="143611" y="23142"/>
                </a:lnTo>
                <a:lnTo>
                  <a:pt x="143528" y="23113"/>
                </a:lnTo>
                <a:lnTo>
                  <a:pt x="143456" y="23087"/>
                </a:lnTo>
                <a:lnTo>
                  <a:pt x="143341" y="23040"/>
                </a:lnTo>
                <a:lnTo>
                  <a:pt x="143228" y="22992"/>
                </a:lnTo>
                <a:lnTo>
                  <a:pt x="143118" y="22942"/>
                </a:lnTo>
                <a:lnTo>
                  <a:pt x="143011" y="22892"/>
                </a:lnTo>
                <a:lnTo>
                  <a:pt x="142906" y="22840"/>
                </a:lnTo>
                <a:lnTo>
                  <a:pt x="142804" y="22788"/>
                </a:lnTo>
                <a:lnTo>
                  <a:pt x="142704" y="22734"/>
                </a:lnTo>
                <a:lnTo>
                  <a:pt x="142607" y="22680"/>
                </a:lnTo>
                <a:lnTo>
                  <a:pt x="142513" y="22624"/>
                </a:lnTo>
                <a:lnTo>
                  <a:pt x="142421" y="22568"/>
                </a:lnTo>
                <a:lnTo>
                  <a:pt x="142331" y="22510"/>
                </a:lnTo>
                <a:lnTo>
                  <a:pt x="142245" y="22452"/>
                </a:lnTo>
                <a:lnTo>
                  <a:pt x="142161" y="22392"/>
                </a:lnTo>
                <a:lnTo>
                  <a:pt x="142079" y="22331"/>
                </a:lnTo>
                <a:lnTo>
                  <a:pt x="142000" y="22270"/>
                </a:lnTo>
                <a:lnTo>
                  <a:pt x="141924" y="22207"/>
                </a:lnTo>
                <a:lnTo>
                  <a:pt x="141850" y="22143"/>
                </a:lnTo>
                <a:lnTo>
                  <a:pt x="141778" y="22078"/>
                </a:lnTo>
                <a:lnTo>
                  <a:pt x="141710" y="22013"/>
                </a:lnTo>
                <a:lnTo>
                  <a:pt x="141644" y="21946"/>
                </a:lnTo>
                <a:lnTo>
                  <a:pt x="141580" y="21878"/>
                </a:lnTo>
                <a:lnTo>
                  <a:pt x="141519" y="21809"/>
                </a:lnTo>
                <a:lnTo>
                  <a:pt x="141461" y="21739"/>
                </a:lnTo>
                <a:lnTo>
                  <a:pt x="141405" y="21668"/>
                </a:lnTo>
                <a:lnTo>
                  <a:pt x="141352" y="21599"/>
                </a:lnTo>
                <a:lnTo>
                  <a:pt x="141301" y="21529"/>
                </a:lnTo>
                <a:lnTo>
                  <a:pt x="141252" y="21458"/>
                </a:lnTo>
                <a:lnTo>
                  <a:pt x="141205" y="21386"/>
                </a:lnTo>
                <a:lnTo>
                  <a:pt x="141161" y="21314"/>
                </a:lnTo>
                <a:lnTo>
                  <a:pt x="141119" y="21241"/>
                </a:lnTo>
                <a:lnTo>
                  <a:pt x="141079" y="21167"/>
                </a:lnTo>
                <a:lnTo>
                  <a:pt x="141042" y="21093"/>
                </a:lnTo>
                <a:lnTo>
                  <a:pt x="141007" y="21018"/>
                </a:lnTo>
                <a:lnTo>
                  <a:pt x="140974" y="20942"/>
                </a:lnTo>
                <a:lnTo>
                  <a:pt x="140943" y="20865"/>
                </a:lnTo>
                <a:lnTo>
                  <a:pt x="140915" y="20788"/>
                </a:lnTo>
                <a:lnTo>
                  <a:pt x="140889" y="20710"/>
                </a:lnTo>
                <a:lnTo>
                  <a:pt x="140865" y="20631"/>
                </a:lnTo>
                <a:lnTo>
                  <a:pt x="140843" y="20552"/>
                </a:lnTo>
                <a:lnTo>
                  <a:pt x="140824" y="20472"/>
                </a:lnTo>
                <a:lnTo>
                  <a:pt x="140807" y="20391"/>
                </a:lnTo>
                <a:lnTo>
                  <a:pt x="140792" y="20309"/>
                </a:lnTo>
                <a:lnTo>
                  <a:pt x="140780" y="20227"/>
                </a:lnTo>
                <a:lnTo>
                  <a:pt x="140769" y="20144"/>
                </a:lnTo>
                <a:lnTo>
                  <a:pt x="140761" y="20060"/>
                </a:lnTo>
                <a:lnTo>
                  <a:pt x="140756" y="19976"/>
                </a:lnTo>
                <a:lnTo>
                  <a:pt x="140752" y="19891"/>
                </a:lnTo>
                <a:lnTo>
                  <a:pt x="140751" y="19805"/>
                </a:lnTo>
                <a:lnTo>
                  <a:pt x="140754" y="19670"/>
                </a:lnTo>
                <a:lnTo>
                  <a:pt x="140762" y="19537"/>
                </a:lnTo>
                <a:lnTo>
                  <a:pt x="140776" y="19405"/>
                </a:lnTo>
                <a:lnTo>
                  <a:pt x="140795" y="19274"/>
                </a:lnTo>
                <a:lnTo>
                  <a:pt x="140820" y="19145"/>
                </a:lnTo>
                <a:lnTo>
                  <a:pt x="140850" y="19017"/>
                </a:lnTo>
                <a:lnTo>
                  <a:pt x="140885" y="18891"/>
                </a:lnTo>
                <a:lnTo>
                  <a:pt x="140926" y="18766"/>
                </a:lnTo>
                <a:lnTo>
                  <a:pt x="140973" y="18643"/>
                </a:lnTo>
                <a:lnTo>
                  <a:pt x="141025" y="18521"/>
                </a:lnTo>
                <a:lnTo>
                  <a:pt x="141082" y="18401"/>
                </a:lnTo>
                <a:lnTo>
                  <a:pt x="141145" y="18282"/>
                </a:lnTo>
                <a:lnTo>
                  <a:pt x="141213" y="18164"/>
                </a:lnTo>
                <a:lnTo>
                  <a:pt x="141287" y="18048"/>
                </a:lnTo>
                <a:lnTo>
                  <a:pt x="141367" y="17933"/>
                </a:lnTo>
                <a:lnTo>
                  <a:pt x="141451" y="17820"/>
                </a:lnTo>
                <a:lnTo>
                  <a:pt x="141542" y="17708"/>
                </a:lnTo>
                <a:lnTo>
                  <a:pt x="141637" y="17598"/>
                </a:lnTo>
                <a:lnTo>
                  <a:pt x="141738" y="17489"/>
                </a:lnTo>
                <a:lnTo>
                  <a:pt x="141845" y="17381"/>
                </a:lnTo>
                <a:lnTo>
                  <a:pt x="141957" y="17275"/>
                </a:lnTo>
                <a:lnTo>
                  <a:pt x="142075" y="17171"/>
                </a:lnTo>
                <a:lnTo>
                  <a:pt x="142198" y="17067"/>
                </a:lnTo>
                <a:lnTo>
                  <a:pt x="142326" y="16966"/>
                </a:lnTo>
                <a:lnTo>
                  <a:pt x="142461" y="16867"/>
                </a:lnTo>
                <a:lnTo>
                  <a:pt x="142604" y="16772"/>
                </a:lnTo>
                <a:lnTo>
                  <a:pt x="142753" y="16681"/>
                </a:lnTo>
                <a:lnTo>
                  <a:pt x="142910" y="16595"/>
                </a:lnTo>
                <a:lnTo>
                  <a:pt x="143074" y="16513"/>
                </a:lnTo>
                <a:lnTo>
                  <a:pt x="143246" y="16435"/>
                </a:lnTo>
                <a:lnTo>
                  <a:pt x="143425" y="16361"/>
                </a:lnTo>
                <a:lnTo>
                  <a:pt x="143611" y="16292"/>
                </a:lnTo>
                <a:lnTo>
                  <a:pt x="143805" y="16226"/>
                </a:lnTo>
                <a:lnTo>
                  <a:pt x="144006" y="16165"/>
                </a:lnTo>
                <a:lnTo>
                  <a:pt x="144214" y="16108"/>
                </a:lnTo>
                <a:lnTo>
                  <a:pt x="144429" y="16056"/>
                </a:lnTo>
                <a:lnTo>
                  <a:pt x="144652" y="16007"/>
                </a:lnTo>
                <a:lnTo>
                  <a:pt x="144882" y="15963"/>
                </a:lnTo>
                <a:lnTo>
                  <a:pt x="145120" y="15923"/>
                </a:lnTo>
                <a:lnTo>
                  <a:pt x="145365" y="15887"/>
                </a:lnTo>
                <a:lnTo>
                  <a:pt x="145617" y="15856"/>
                </a:lnTo>
                <a:lnTo>
                  <a:pt x="145876" y="15828"/>
                </a:lnTo>
                <a:lnTo>
                  <a:pt x="146143" y="15805"/>
                </a:lnTo>
                <a:lnTo>
                  <a:pt x="146417" y="15786"/>
                </a:lnTo>
                <a:lnTo>
                  <a:pt x="146699" y="15772"/>
                </a:lnTo>
                <a:lnTo>
                  <a:pt x="146988" y="15761"/>
                </a:lnTo>
                <a:lnTo>
                  <a:pt x="147284" y="15755"/>
                </a:lnTo>
                <a:lnTo>
                  <a:pt x="147587" y="15753"/>
                </a:lnTo>
                <a:lnTo>
                  <a:pt x="147845" y="15755"/>
                </a:lnTo>
                <a:lnTo>
                  <a:pt x="148098" y="15762"/>
                </a:lnTo>
                <a:lnTo>
                  <a:pt x="148345" y="15774"/>
                </a:lnTo>
                <a:lnTo>
                  <a:pt x="148588" y="15791"/>
                </a:lnTo>
                <a:lnTo>
                  <a:pt x="148826" y="15812"/>
                </a:lnTo>
                <a:lnTo>
                  <a:pt x="149059" y="15838"/>
                </a:lnTo>
                <a:lnTo>
                  <a:pt x="149288" y="15869"/>
                </a:lnTo>
                <a:lnTo>
                  <a:pt x="149511" y="15905"/>
                </a:lnTo>
                <a:lnTo>
                  <a:pt x="149729" y="15945"/>
                </a:lnTo>
                <a:lnTo>
                  <a:pt x="149943" y="15990"/>
                </a:lnTo>
                <a:lnTo>
                  <a:pt x="150151" y="16040"/>
                </a:lnTo>
                <a:lnTo>
                  <a:pt x="150355" y="16094"/>
                </a:lnTo>
                <a:lnTo>
                  <a:pt x="150554" y="16154"/>
                </a:lnTo>
                <a:lnTo>
                  <a:pt x="150748" y="16218"/>
                </a:lnTo>
                <a:lnTo>
                  <a:pt x="150937" y="16287"/>
                </a:lnTo>
                <a:lnTo>
                  <a:pt x="151121" y="16360"/>
                </a:lnTo>
                <a:lnTo>
                  <a:pt x="151300" y="16439"/>
                </a:lnTo>
                <a:lnTo>
                  <a:pt x="151474" y="16522"/>
                </a:lnTo>
                <a:lnTo>
                  <a:pt x="151644" y="16609"/>
                </a:lnTo>
                <a:lnTo>
                  <a:pt x="151808" y="16702"/>
                </a:lnTo>
                <a:lnTo>
                  <a:pt x="151968" y="16799"/>
                </a:lnTo>
                <a:lnTo>
                  <a:pt x="152122" y="16901"/>
                </a:lnTo>
                <a:lnTo>
                  <a:pt x="152272" y="17008"/>
                </a:lnTo>
                <a:lnTo>
                  <a:pt x="152417" y="17120"/>
                </a:lnTo>
                <a:lnTo>
                  <a:pt x="152557" y="17236"/>
                </a:lnTo>
                <a:lnTo>
                  <a:pt x="152692" y="17355"/>
                </a:lnTo>
                <a:lnTo>
                  <a:pt x="152823" y="17478"/>
                </a:lnTo>
                <a:lnTo>
                  <a:pt x="152949" y="17605"/>
                </a:lnTo>
                <a:lnTo>
                  <a:pt x="153070" y="17736"/>
                </a:lnTo>
                <a:lnTo>
                  <a:pt x="153187" y="17870"/>
                </a:lnTo>
                <a:lnTo>
                  <a:pt x="153299" y="18008"/>
                </a:lnTo>
                <a:lnTo>
                  <a:pt x="153406" y="18150"/>
                </a:lnTo>
                <a:lnTo>
                  <a:pt x="153509" y="18296"/>
                </a:lnTo>
                <a:lnTo>
                  <a:pt x="153606" y="18445"/>
                </a:lnTo>
                <a:lnTo>
                  <a:pt x="153700" y="18598"/>
                </a:lnTo>
                <a:lnTo>
                  <a:pt x="153788" y="18755"/>
                </a:lnTo>
                <a:lnTo>
                  <a:pt x="153872" y="18915"/>
                </a:lnTo>
                <a:lnTo>
                  <a:pt x="153951" y="19079"/>
                </a:lnTo>
                <a:lnTo>
                  <a:pt x="154025" y="19247"/>
                </a:lnTo>
                <a:lnTo>
                  <a:pt x="154095" y="19418"/>
                </a:lnTo>
                <a:lnTo>
                  <a:pt x="154160" y="19594"/>
                </a:lnTo>
                <a:lnTo>
                  <a:pt x="154220" y="19772"/>
                </a:lnTo>
                <a:lnTo>
                  <a:pt x="154275" y="19955"/>
                </a:lnTo>
                <a:lnTo>
                  <a:pt x="154326" y="20142"/>
                </a:lnTo>
                <a:lnTo>
                  <a:pt x="154372" y="20332"/>
                </a:lnTo>
                <a:lnTo>
                  <a:pt x="154414" y="20525"/>
                </a:lnTo>
                <a:lnTo>
                  <a:pt x="154451" y="20723"/>
                </a:lnTo>
                <a:lnTo>
                  <a:pt x="154483" y="20924"/>
                </a:lnTo>
                <a:lnTo>
                  <a:pt x="159714" y="20211"/>
                </a:lnTo>
                <a:lnTo>
                  <a:pt x="159670" y="19956"/>
                </a:lnTo>
                <a:lnTo>
                  <a:pt x="159624" y="19706"/>
                </a:lnTo>
                <a:lnTo>
                  <a:pt x="159574" y="19460"/>
                </a:lnTo>
                <a:lnTo>
                  <a:pt x="159522" y="19218"/>
                </a:lnTo>
                <a:lnTo>
                  <a:pt x="159467" y="18981"/>
                </a:lnTo>
                <a:lnTo>
                  <a:pt x="159409" y="18748"/>
                </a:lnTo>
                <a:lnTo>
                  <a:pt x="159348" y="18519"/>
                </a:lnTo>
                <a:lnTo>
                  <a:pt x="159284" y="18294"/>
                </a:lnTo>
                <a:lnTo>
                  <a:pt x="159218" y="18074"/>
                </a:lnTo>
                <a:lnTo>
                  <a:pt x="159148" y="17858"/>
                </a:lnTo>
                <a:lnTo>
                  <a:pt x="159076" y="17647"/>
                </a:lnTo>
                <a:lnTo>
                  <a:pt x="159000" y="17440"/>
                </a:lnTo>
                <a:lnTo>
                  <a:pt x="158922" y="17237"/>
                </a:lnTo>
                <a:lnTo>
                  <a:pt x="158841" y="17038"/>
                </a:lnTo>
                <a:lnTo>
                  <a:pt x="158757" y="16844"/>
                </a:lnTo>
                <a:lnTo>
                  <a:pt x="158670" y="16654"/>
                </a:lnTo>
                <a:lnTo>
                  <a:pt x="158580" y="16468"/>
                </a:lnTo>
                <a:lnTo>
                  <a:pt x="158488" y="16287"/>
                </a:lnTo>
                <a:lnTo>
                  <a:pt x="158392" y="16110"/>
                </a:lnTo>
                <a:lnTo>
                  <a:pt x="158294" y="15937"/>
                </a:lnTo>
                <a:lnTo>
                  <a:pt x="158192" y="15769"/>
                </a:lnTo>
                <a:lnTo>
                  <a:pt x="158088" y="15604"/>
                </a:lnTo>
                <a:lnTo>
                  <a:pt x="157981" y="15445"/>
                </a:lnTo>
                <a:lnTo>
                  <a:pt x="157871" y="15289"/>
                </a:lnTo>
                <a:lnTo>
                  <a:pt x="157757" y="15137"/>
                </a:lnTo>
                <a:lnTo>
                  <a:pt x="157638" y="14988"/>
                </a:lnTo>
                <a:lnTo>
                  <a:pt x="157514" y="14841"/>
                </a:lnTo>
                <a:lnTo>
                  <a:pt x="157384" y="14697"/>
                </a:lnTo>
                <a:lnTo>
                  <a:pt x="157250" y="14555"/>
                </a:lnTo>
                <a:lnTo>
                  <a:pt x="157110" y="14416"/>
                </a:lnTo>
                <a:lnTo>
                  <a:pt x="156966" y="14280"/>
                </a:lnTo>
                <a:lnTo>
                  <a:pt x="156816" y="14147"/>
                </a:lnTo>
                <a:lnTo>
                  <a:pt x="156661" y="14016"/>
                </a:lnTo>
                <a:lnTo>
                  <a:pt x="156501" y="13888"/>
                </a:lnTo>
                <a:lnTo>
                  <a:pt x="156336" y="13762"/>
                </a:lnTo>
                <a:lnTo>
                  <a:pt x="156166" y="13639"/>
                </a:lnTo>
                <a:lnTo>
                  <a:pt x="155990" y="13519"/>
                </a:lnTo>
                <a:lnTo>
                  <a:pt x="155810" y="13402"/>
                </a:lnTo>
                <a:lnTo>
                  <a:pt x="155624" y="13287"/>
                </a:lnTo>
                <a:lnTo>
                  <a:pt x="155434" y="13174"/>
                </a:lnTo>
                <a:lnTo>
                  <a:pt x="155238" y="13065"/>
                </a:lnTo>
                <a:lnTo>
                  <a:pt x="155037" y="12958"/>
                </a:lnTo>
                <a:lnTo>
                  <a:pt x="154831" y="12853"/>
                </a:lnTo>
                <a:lnTo>
                  <a:pt x="154620" y="12752"/>
                </a:lnTo>
                <a:lnTo>
                  <a:pt x="154404" y="12653"/>
                </a:lnTo>
                <a:lnTo>
                  <a:pt x="154183" y="12556"/>
                </a:lnTo>
                <a:lnTo>
                  <a:pt x="153956" y="12463"/>
                </a:lnTo>
                <a:lnTo>
                  <a:pt x="153725" y="12372"/>
                </a:lnTo>
                <a:lnTo>
                  <a:pt x="153489" y="12284"/>
                </a:lnTo>
                <a:lnTo>
                  <a:pt x="153250" y="12200"/>
                </a:lnTo>
                <a:lnTo>
                  <a:pt x="153008" y="12119"/>
                </a:lnTo>
                <a:lnTo>
                  <a:pt x="152763" y="12043"/>
                </a:lnTo>
                <a:lnTo>
                  <a:pt x="152515" y="11970"/>
                </a:lnTo>
                <a:lnTo>
                  <a:pt x="152264" y="11900"/>
                </a:lnTo>
                <a:lnTo>
                  <a:pt x="152009" y="11835"/>
                </a:lnTo>
                <a:lnTo>
                  <a:pt x="151752" y="11773"/>
                </a:lnTo>
                <a:lnTo>
                  <a:pt x="151491" y="11715"/>
                </a:lnTo>
                <a:lnTo>
                  <a:pt x="151227" y="11661"/>
                </a:lnTo>
                <a:lnTo>
                  <a:pt x="150960" y="11610"/>
                </a:lnTo>
                <a:lnTo>
                  <a:pt x="150689" y="11564"/>
                </a:lnTo>
                <a:lnTo>
                  <a:pt x="150416" y="11521"/>
                </a:lnTo>
                <a:lnTo>
                  <a:pt x="150139" y="11481"/>
                </a:lnTo>
                <a:lnTo>
                  <a:pt x="149860" y="11446"/>
                </a:lnTo>
                <a:lnTo>
                  <a:pt x="149577" y="11414"/>
                </a:lnTo>
                <a:lnTo>
                  <a:pt x="149291" y="11386"/>
                </a:lnTo>
                <a:lnTo>
                  <a:pt x="149002" y="11362"/>
                </a:lnTo>
                <a:lnTo>
                  <a:pt x="148709" y="11341"/>
                </a:lnTo>
                <a:lnTo>
                  <a:pt x="148414" y="11324"/>
                </a:lnTo>
                <a:lnTo>
                  <a:pt x="148115" y="11311"/>
                </a:lnTo>
                <a:lnTo>
                  <a:pt x="147814" y="11302"/>
                </a:lnTo>
                <a:lnTo>
                  <a:pt x="147509" y="11296"/>
                </a:lnTo>
                <a:lnTo>
                  <a:pt x="147201" y="11294"/>
                </a:lnTo>
                <a:lnTo>
                  <a:pt x="146996" y="11295"/>
                </a:lnTo>
                <a:lnTo>
                  <a:pt x="146792" y="11299"/>
                </a:lnTo>
                <a:lnTo>
                  <a:pt x="146589" y="11304"/>
                </a:lnTo>
                <a:lnTo>
                  <a:pt x="146387" y="11312"/>
                </a:lnTo>
                <a:lnTo>
                  <a:pt x="146186" y="11322"/>
                </a:lnTo>
                <a:lnTo>
                  <a:pt x="145987" y="11334"/>
                </a:lnTo>
                <a:lnTo>
                  <a:pt x="145788" y="11349"/>
                </a:lnTo>
                <a:lnTo>
                  <a:pt x="145591" y="11365"/>
                </a:lnTo>
                <a:lnTo>
                  <a:pt x="145395" y="11384"/>
                </a:lnTo>
                <a:lnTo>
                  <a:pt x="145199" y="11405"/>
                </a:lnTo>
                <a:lnTo>
                  <a:pt x="145005" y="11429"/>
                </a:lnTo>
                <a:lnTo>
                  <a:pt x="144812" y="11454"/>
                </a:lnTo>
                <a:lnTo>
                  <a:pt x="144620" y="11482"/>
                </a:lnTo>
                <a:lnTo>
                  <a:pt x="144429" y="11512"/>
                </a:lnTo>
                <a:lnTo>
                  <a:pt x="144239" y="11544"/>
                </a:lnTo>
                <a:lnTo>
                  <a:pt x="144050" y="11579"/>
                </a:lnTo>
                <a:lnTo>
                  <a:pt x="143863" y="11615"/>
                </a:lnTo>
                <a:lnTo>
                  <a:pt x="143676" y="11654"/>
                </a:lnTo>
                <a:lnTo>
                  <a:pt x="143490" y="11695"/>
                </a:lnTo>
                <a:lnTo>
                  <a:pt x="143306" y="11739"/>
                </a:lnTo>
                <a:lnTo>
                  <a:pt x="143123" y="11784"/>
                </a:lnTo>
                <a:lnTo>
                  <a:pt x="142940" y="11832"/>
                </a:lnTo>
                <a:lnTo>
                  <a:pt x="142759" y="11882"/>
                </a:lnTo>
                <a:lnTo>
                  <a:pt x="142579" y="11934"/>
                </a:lnTo>
                <a:lnTo>
                  <a:pt x="142401" y="11988"/>
                </a:lnTo>
                <a:lnTo>
                  <a:pt x="142226" y="12043"/>
                </a:lnTo>
                <a:lnTo>
                  <a:pt x="142055" y="12098"/>
                </a:lnTo>
                <a:lnTo>
                  <a:pt x="141886" y="12155"/>
                </a:lnTo>
                <a:lnTo>
                  <a:pt x="141721" y="12213"/>
                </a:lnTo>
                <a:lnTo>
                  <a:pt x="141558" y="12271"/>
                </a:lnTo>
                <a:lnTo>
                  <a:pt x="141399" y="12331"/>
                </a:lnTo>
                <a:lnTo>
                  <a:pt x="141243" y="12392"/>
                </a:lnTo>
                <a:lnTo>
                  <a:pt x="141090" y="12453"/>
                </a:lnTo>
                <a:lnTo>
                  <a:pt x="140941" y="12516"/>
                </a:lnTo>
                <a:lnTo>
                  <a:pt x="140794" y="12580"/>
                </a:lnTo>
                <a:lnTo>
                  <a:pt x="140651" y="12644"/>
                </a:lnTo>
                <a:lnTo>
                  <a:pt x="140511" y="12710"/>
                </a:lnTo>
                <a:lnTo>
                  <a:pt x="140374" y="12776"/>
                </a:lnTo>
                <a:lnTo>
                  <a:pt x="140240" y="12844"/>
                </a:lnTo>
                <a:lnTo>
                  <a:pt x="140109" y="12912"/>
                </a:lnTo>
                <a:lnTo>
                  <a:pt x="139981" y="12982"/>
                </a:lnTo>
                <a:lnTo>
                  <a:pt x="139857" y="13052"/>
                </a:lnTo>
                <a:lnTo>
                  <a:pt x="139735" y="13124"/>
                </a:lnTo>
                <a:lnTo>
                  <a:pt x="139617" y="13196"/>
                </a:lnTo>
                <a:lnTo>
                  <a:pt x="139502" y="13269"/>
                </a:lnTo>
                <a:lnTo>
                  <a:pt x="139390" y="13344"/>
                </a:lnTo>
                <a:lnTo>
                  <a:pt x="139282" y="13419"/>
                </a:lnTo>
                <a:lnTo>
                  <a:pt x="139176" y="13496"/>
                </a:lnTo>
                <a:lnTo>
                  <a:pt x="139038" y="13596"/>
                </a:lnTo>
                <a:lnTo>
                  <a:pt x="138903" y="13698"/>
                </a:lnTo>
                <a:lnTo>
                  <a:pt x="138771" y="13803"/>
                </a:lnTo>
                <a:lnTo>
                  <a:pt x="138641" y="13909"/>
                </a:lnTo>
                <a:lnTo>
                  <a:pt x="138513" y="14018"/>
                </a:lnTo>
                <a:lnTo>
                  <a:pt x="138387" y="14129"/>
                </a:lnTo>
                <a:lnTo>
                  <a:pt x="138264" y="14242"/>
                </a:lnTo>
                <a:lnTo>
                  <a:pt x="138144" y="14357"/>
                </a:lnTo>
                <a:lnTo>
                  <a:pt x="138026" y="14474"/>
                </a:lnTo>
                <a:lnTo>
                  <a:pt x="137910" y="14593"/>
                </a:lnTo>
                <a:lnTo>
                  <a:pt x="137797" y="14714"/>
                </a:lnTo>
                <a:lnTo>
                  <a:pt x="137686" y="14838"/>
                </a:lnTo>
                <a:lnTo>
                  <a:pt x="137578" y="14964"/>
                </a:lnTo>
                <a:lnTo>
                  <a:pt x="137472" y="15091"/>
                </a:lnTo>
                <a:lnTo>
                  <a:pt x="137368" y="15221"/>
                </a:lnTo>
                <a:lnTo>
                  <a:pt x="137267" y="15353"/>
                </a:lnTo>
                <a:lnTo>
                  <a:pt x="137168" y="15487"/>
                </a:lnTo>
                <a:lnTo>
                  <a:pt x="137072" y="15624"/>
                </a:lnTo>
                <a:lnTo>
                  <a:pt x="136978" y="15762"/>
                </a:lnTo>
                <a:lnTo>
                  <a:pt x="136887" y="15902"/>
                </a:lnTo>
                <a:lnTo>
                  <a:pt x="136798" y="16045"/>
                </a:lnTo>
                <a:lnTo>
                  <a:pt x="136711" y="16190"/>
                </a:lnTo>
                <a:lnTo>
                  <a:pt x="136627" y="16336"/>
                </a:lnTo>
                <a:lnTo>
                  <a:pt x="136546" y="16485"/>
                </a:lnTo>
                <a:lnTo>
                  <a:pt x="136467" y="16636"/>
                </a:lnTo>
                <a:lnTo>
                  <a:pt x="136391" y="16788"/>
                </a:lnTo>
                <a:lnTo>
                  <a:pt x="136319" y="16940"/>
                </a:lnTo>
                <a:lnTo>
                  <a:pt x="136250" y="17094"/>
                </a:lnTo>
                <a:lnTo>
                  <a:pt x="136185" y="17249"/>
                </a:lnTo>
                <a:lnTo>
                  <a:pt x="136123" y="17405"/>
                </a:lnTo>
                <a:lnTo>
                  <a:pt x="136064" y="17562"/>
                </a:lnTo>
                <a:lnTo>
                  <a:pt x="136009" y="17720"/>
                </a:lnTo>
                <a:lnTo>
                  <a:pt x="135957" y="17879"/>
                </a:lnTo>
                <a:lnTo>
                  <a:pt x="135908" y="18040"/>
                </a:lnTo>
                <a:lnTo>
                  <a:pt x="135863" y="18201"/>
                </a:lnTo>
                <a:lnTo>
                  <a:pt x="135821" y="18363"/>
                </a:lnTo>
                <a:lnTo>
                  <a:pt x="135782" y="18527"/>
                </a:lnTo>
                <a:lnTo>
                  <a:pt x="135747" y="18692"/>
                </a:lnTo>
                <a:lnTo>
                  <a:pt x="135715" y="18857"/>
                </a:lnTo>
                <a:lnTo>
                  <a:pt x="135687" y="19024"/>
                </a:lnTo>
                <a:lnTo>
                  <a:pt x="135662" y="19192"/>
                </a:lnTo>
                <a:lnTo>
                  <a:pt x="135640" y="19361"/>
                </a:lnTo>
                <a:lnTo>
                  <a:pt x="135621" y="19531"/>
                </a:lnTo>
                <a:lnTo>
                  <a:pt x="135606" y="19702"/>
                </a:lnTo>
                <a:lnTo>
                  <a:pt x="135595" y="19874"/>
                </a:lnTo>
                <a:lnTo>
                  <a:pt x="135586" y="20048"/>
                </a:lnTo>
                <a:lnTo>
                  <a:pt x="135581" y="20222"/>
                </a:lnTo>
                <a:lnTo>
                  <a:pt x="135580" y="20398"/>
                </a:lnTo>
                <a:lnTo>
                  <a:pt x="135582" y="20590"/>
                </a:lnTo>
                <a:lnTo>
                  <a:pt x="135588" y="20781"/>
                </a:lnTo>
                <a:lnTo>
                  <a:pt x="135598" y="20971"/>
                </a:lnTo>
                <a:lnTo>
                  <a:pt x="135612" y="21160"/>
                </a:lnTo>
                <a:lnTo>
                  <a:pt x="135631" y="21347"/>
                </a:lnTo>
                <a:lnTo>
                  <a:pt x="135653" y="21533"/>
                </a:lnTo>
                <a:lnTo>
                  <a:pt x="135679" y="21717"/>
                </a:lnTo>
                <a:lnTo>
                  <a:pt x="135710" y="21900"/>
                </a:lnTo>
                <a:lnTo>
                  <a:pt x="135745" y="22081"/>
                </a:lnTo>
                <a:lnTo>
                  <a:pt x="135783" y="22261"/>
                </a:lnTo>
                <a:lnTo>
                  <a:pt x="135826" y="22440"/>
                </a:lnTo>
                <a:lnTo>
                  <a:pt x="135873" y="22617"/>
                </a:lnTo>
                <a:lnTo>
                  <a:pt x="135924" y="22793"/>
                </a:lnTo>
                <a:lnTo>
                  <a:pt x="135979" y="22968"/>
                </a:lnTo>
                <a:lnTo>
                  <a:pt x="136038" y="23141"/>
                </a:lnTo>
                <a:lnTo>
                  <a:pt x="136101" y="23313"/>
                </a:lnTo>
                <a:lnTo>
                  <a:pt x="136169" y="23483"/>
                </a:lnTo>
                <a:lnTo>
                  <a:pt x="136240" y="23652"/>
                </a:lnTo>
                <a:lnTo>
                  <a:pt x="136315" y="23820"/>
                </a:lnTo>
                <a:lnTo>
                  <a:pt x="136395" y="23986"/>
                </a:lnTo>
                <a:lnTo>
                  <a:pt x="136478" y="24151"/>
                </a:lnTo>
                <a:lnTo>
                  <a:pt x="136566" y="24314"/>
                </a:lnTo>
                <a:lnTo>
                  <a:pt x="136658" y="24476"/>
                </a:lnTo>
                <a:lnTo>
                  <a:pt x="136754" y="24637"/>
                </a:lnTo>
                <a:lnTo>
                  <a:pt x="136853" y="24795"/>
                </a:lnTo>
                <a:lnTo>
                  <a:pt x="136957" y="24951"/>
                </a:lnTo>
                <a:lnTo>
                  <a:pt x="137064" y="25103"/>
                </a:lnTo>
                <a:lnTo>
                  <a:pt x="137175" y="25253"/>
                </a:lnTo>
                <a:lnTo>
                  <a:pt x="137290" y="25400"/>
                </a:lnTo>
                <a:lnTo>
                  <a:pt x="137409" y="25544"/>
                </a:lnTo>
                <a:lnTo>
                  <a:pt x="137532" y="25685"/>
                </a:lnTo>
                <a:lnTo>
                  <a:pt x="137658" y="25823"/>
                </a:lnTo>
                <a:lnTo>
                  <a:pt x="137789" y="25959"/>
                </a:lnTo>
                <a:lnTo>
                  <a:pt x="137923" y="26091"/>
                </a:lnTo>
                <a:lnTo>
                  <a:pt x="138061" y="26221"/>
                </a:lnTo>
                <a:lnTo>
                  <a:pt x="138203" y="26347"/>
                </a:lnTo>
                <a:lnTo>
                  <a:pt x="138348" y="26471"/>
                </a:lnTo>
                <a:lnTo>
                  <a:pt x="138497" y="26592"/>
                </a:lnTo>
                <a:lnTo>
                  <a:pt x="138651" y="26710"/>
                </a:lnTo>
                <a:lnTo>
                  <a:pt x="138808" y="26825"/>
                </a:lnTo>
                <a:lnTo>
                  <a:pt x="138969" y="26937"/>
                </a:lnTo>
                <a:lnTo>
                  <a:pt x="139133" y="27046"/>
                </a:lnTo>
                <a:lnTo>
                  <a:pt x="139302" y="27153"/>
                </a:lnTo>
                <a:lnTo>
                  <a:pt x="139474" y="27256"/>
                </a:lnTo>
                <a:lnTo>
                  <a:pt x="139650" y="27357"/>
                </a:lnTo>
                <a:lnTo>
                  <a:pt x="139830" y="27455"/>
                </a:lnTo>
                <a:lnTo>
                  <a:pt x="140014" y="27549"/>
                </a:lnTo>
                <a:lnTo>
                  <a:pt x="140201" y="27641"/>
                </a:lnTo>
                <a:lnTo>
                  <a:pt x="140397" y="27733"/>
                </a:lnTo>
                <a:lnTo>
                  <a:pt x="140605" y="27825"/>
                </a:lnTo>
                <a:lnTo>
                  <a:pt x="140826" y="27919"/>
                </a:lnTo>
                <a:lnTo>
                  <a:pt x="141060" y="28014"/>
                </a:lnTo>
                <a:lnTo>
                  <a:pt x="141305" y="28111"/>
                </a:lnTo>
                <a:lnTo>
                  <a:pt x="141564" y="28209"/>
                </a:lnTo>
                <a:lnTo>
                  <a:pt x="141835" y="28309"/>
                </a:lnTo>
                <a:lnTo>
                  <a:pt x="142118" y="28410"/>
                </a:lnTo>
                <a:lnTo>
                  <a:pt x="142414" y="28512"/>
                </a:lnTo>
                <a:lnTo>
                  <a:pt x="142723" y="28616"/>
                </a:lnTo>
                <a:lnTo>
                  <a:pt x="143044" y="28721"/>
                </a:lnTo>
                <a:lnTo>
                  <a:pt x="143378" y="28827"/>
                </a:lnTo>
                <a:lnTo>
                  <a:pt x="143724" y="28935"/>
                </a:lnTo>
                <a:lnTo>
                  <a:pt x="144083" y="29045"/>
                </a:lnTo>
                <a:lnTo>
                  <a:pt x="144454" y="29155"/>
                </a:lnTo>
                <a:lnTo>
                  <a:pt x="144838" y="29267"/>
                </a:lnTo>
                <a:lnTo>
                  <a:pt x="145234" y="29381"/>
                </a:lnTo>
                <a:lnTo>
                  <a:pt x="145643" y="29496"/>
                </a:lnTo>
                <a:lnTo>
                  <a:pt x="146065" y="29612"/>
                </a:lnTo>
                <a:lnTo>
                  <a:pt x="146499" y="29730"/>
                </a:lnTo>
                <a:lnTo>
                  <a:pt x="146945" y="29849"/>
                </a:lnTo>
                <a:lnTo>
                  <a:pt x="147404" y="29969"/>
                </a:lnTo>
                <a:lnTo>
                  <a:pt x="147876" y="30091"/>
                </a:lnTo>
                <a:lnTo>
                  <a:pt x="148360" y="30214"/>
                </a:lnTo>
                <a:lnTo>
                  <a:pt x="148718" y="30304"/>
                </a:lnTo>
                <a:lnTo>
                  <a:pt x="149065" y="30393"/>
                </a:lnTo>
                <a:lnTo>
                  <a:pt x="149401" y="30481"/>
                </a:lnTo>
                <a:lnTo>
                  <a:pt x="149726" y="30567"/>
                </a:lnTo>
                <a:lnTo>
                  <a:pt x="150039" y="30652"/>
                </a:lnTo>
                <a:lnTo>
                  <a:pt x="150340" y="30736"/>
                </a:lnTo>
                <a:lnTo>
                  <a:pt x="150631" y="30818"/>
                </a:lnTo>
                <a:lnTo>
                  <a:pt x="150909" y="30899"/>
                </a:lnTo>
                <a:lnTo>
                  <a:pt x="151177" y="30979"/>
                </a:lnTo>
                <a:lnTo>
                  <a:pt x="151433" y="31057"/>
                </a:lnTo>
                <a:lnTo>
                  <a:pt x="151678" y="31134"/>
                </a:lnTo>
                <a:lnTo>
                  <a:pt x="151912" y="31210"/>
                </a:lnTo>
                <a:lnTo>
                  <a:pt x="152134" y="31284"/>
                </a:lnTo>
                <a:lnTo>
                  <a:pt x="152345" y="31357"/>
                </a:lnTo>
                <a:lnTo>
                  <a:pt x="152544" y="31428"/>
                </a:lnTo>
                <a:lnTo>
                  <a:pt x="152732" y="31499"/>
                </a:lnTo>
                <a:lnTo>
                  <a:pt x="152909" y="31568"/>
                </a:lnTo>
                <a:lnTo>
                  <a:pt x="153075" y="31635"/>
                </a:lnTo>
                <a:lnTo>
                  <a:pt x="153229" y="31702"/>
                </a:lnTo>
                <a:lnTo>
                  <a:pt x="153371" y="31767"/>
                </a:lnTo>
                <a:lnTo>
                  <a:pt x="153503" y="31830"/>
                </a:lnTo>
                <a:lnTo>
                  <a:pt x="153623" y="31893"/>
                </a:lnTo>
                <a:lnTo>
                  <a:pt x="153731" y="31954"/>
                </a:lnTo>
                <a:lnTo>
                  <a:pt x="153829" y="32013"/>
                </a:lnTo>
                <a:lnTo>
                  <a:pt x="153957" y="32101"/>
                </a:lnTo>
                <a:lnTo>
                  <a:pt x="154080" y="32191"/>
                </a:lnTo>
                <a:lnTo>
                  <a:pt x="154198" y="32283"/>
                </a:lnTo>
                <a:lnTo>
                  <a:pt x="154310" y="32379"/>
                </a:lnTo>
                <a:lnTo>
                  <a:pt x="154417" y="32477"/>
                </a:lnTo>
                <a:lnTo>
                  <a:pt x="154518" y="32577"/>
                </a:lnTo>
                <a:lnTo>
                  <a:pt x="154614" y="32680"/>
                </a:lnTo>
                <a:lnTo>
                  <a:pt x="154704" y="32786"/>
                </a:lnTo>
                <a:lnTo>
                  <a:pt x="154789" y="32895"/>
                </a:lnTo>
                <a:lnTo>
                  <a:pt x="154868" y="33006"/>
                </a:lnTo>
                <a:lnTo>
                  <a:pt x="154942" y="33120"/>
                </a:lnTo>
                <a:lnTo>
                  <a:pt x="155010" y="33237"/>
                </a:lnTo>
                <a:lnTo>
                  <a:pt x="155073" y="33356"/>
                </a:lnTo>
                <a:lnTo>
                  <a:pt x="155131" y="33478"/>
                </a:lnTo>
                <a:lnTo>
                  <a:pt x="155183" y="33603"/>
                </a:lnTo>
                <a:lnTo>
                  <a:pt x="155229" y="33730"/>
                </a:lnTo>
                <a:lnTo>
                  <a:pt x="155270" y="33860"/>
                </a:lnTo>
                <a:lnTo>
                  <a:pt x="155306" y="33993"/>
                </a:lnTo>
                <a:lnTo>
                  <a:pt x="155336" y="34128"/>
                </a:lnTo>
                <a:lnTo>
                  <a:pt x="155360" y="34266"/>
                </a:lnTo>
                <a:lnTo>
                  <a:pt x="155379" y="34406"/>
                </a:lnTo>
                <a:lnTo>
                  <a:pt x="155393" y="34550"/>
                </a:lnTo>
                <a:lnTo>
                  <a:pt x="155401" y="34696"/>
                </a:lnTo>
                <a:lnTo>
                  <a:pt x="155404" y="34844"/>
                </a:lnTo>
                <a:lnTo>
                  <a:pt x="155401" y="35010"/>
                </a:lnTo>
                <a:lnTo>
                  <a:pt x="155392" y="35175"/>
                </a:lnTo>
                <a:lnTo>
                  <a:pt x="155376" y="35337"/>
                </a:lnTo>
                <a:lnTo>
                  <a:pt x="155355" y="35498"/>
                </a:lnTo>
                <a:lnTo>
                  <a:pt x="155327" y="35657"/>
                </a:lnTo>
                <a:lnTo>
                  <a:pt x="155293" y="35814"/>
                </a:lnTo>
                <a:lnTo>
                  <a:pt x="155252" y="35970"/>
                </a:lnTo>
                <a:lnTo>
                  <a:pt x="155206" y="36123"/>
                </a:lnTo>
                <a:lnTo>
                  <a:pt x="155153" y="36275"/>
                </a:lnTo>
                <a:lnTo>
                  <a:pt x="155094" y="36425"/>
                </a:lnTo>
                <a:lnTo>
                  <a:pt x="155029" y="36574"/>
                </a:lnTo>
                <a:lnTo>
                  <a:pt x="154958" y="36720"/>
                </a:lnTo>
                <a:lnTo>
                  <a:pt x="154881" y="36865"/>
                </a:lnTo>
                <a:lnTo>
                  <a:pt x="154797" y="37008"/>
                </a:lnTo>
                <a:lnTo>
                  <a:pt x="154707" y="37149"/>
                </a:lnTo>
                <a:lnTo>
                  <a:pt x="154611" y="37288"/>
                </a:lnTo>
                <a:lnTo>
                  <a:pt x="154509" y="37426"/>
                </a:lnTo>
                <a:lnTo>
                  <a:pt x="154401" y="37561"/>
                </a:lnTo>
                <a:lnTo>
                  <a:pt x="154286" y="37695"/>
                </a:lnTo>
                <a:lnTo>
                  <a:pt x="154166" y="37828"/>
                </a:lnTo>
                <a:lnTo>
                  <a:pt x="154039" y="37958"/>
                </a:lnTo>
                <a:lnTo>
                  <a:pt x="153906" y="38087"/>
                </a:lnTo>
                <a:lnTo>
                  <a:pt x="153766" y="38213"/>
                </a:lnTo>
                <a:lnTo>
                  <a:pt x="153621" y="38338"/>
                </a:lnTo>
                <a:lnTo>
                  <a:pt x="153469" y="38460"/>
                </a:lnTo>
                <a:lnTo>
                  <a:pt x="153310" y="38576"/>
                </a:lnTo>
                <a:lnTo>
                  <a:pt x="153145" y="38687"/>
                </a:lnTo>
                <a:lnTo>
                  <a:pt x="152973" y="38793"/>
                </a:lnTo>
                <a:lnTo>
                  <a:pt x="152795" y="38894"/>
                </a:lnTo>
                <a:lnTo>
                  <a:pt x="152610" y="38990"/>
                </a:lnTo>
                <a:lnTo>
                  <a:pt x="152419" y="39080"/>
                </a:lnTo>
                <a:lnTo>
                  <a:pt x="152221" y="39166"/>
                </a:lnTo>
                <a:lnTo>
                  <a:pt x="152016" y="39246"/>
                </a:lnTo>
                <a:lnTo>
                  <a:pt x="151804" y="39321"/>
                </a:lnTo>
                <a:lnTo>
                  <a:pt x="151586" y="39390"/>
                </a:lnTo>
                <a:lnTo>
                  <a:pt x="151362" y="39455"/>
                </a:lnTo>
                <a:lnTo>
                  <a:pt x="151131" y="39515"/>
                </a:lnTo>
                <a:lnTo>
                  <a:pt x="150893" y="39569"/>
                </a:lnTo>
                <a:lnTo>
                  <a:pt x="150649" y="39618"/>
                </a:lnTo>
                <a:lnTo>
                  <a:pt x="150398" y="39662"/>
                </a:lnTo>
                <a:lnTo>
                  <a:pt x="150140" y="39701"/>
                </a:lnTo>
                <a:lnTo>
                  <a:pt x="149876" y="39734"/>
                </a:lnTo>
                <a:lnTo>
                  <a:pt x="149605" y="39763"/>
                </a:lnTo>
                <a:lnTo>
                  <a:pt x="149328" y="39786"/>
                </a:lnTo>
                <a:lnTo>
                  <a:pt x="149044" y="39804"/>
                </a:lnTo>
                <a:lnTo>
                  <a:pt x="148753" y="39817"/>
                </a:lnTo>
                <a:lnTo>
                  <a:pt x="148456" y="39825"/>
                </a:lnTo>
                <a:lnTo>
                  <a:pt x="148152" y="39827"/>
                </a:lnTo>
                <a:lnTo>
                  <a:pt x="147850" y="39824"/>
                </a:lnTo>
                <a:lnTo>
                  <a:pt x="147554" y="39816"/>
                </a:lnTo>
                <a:lnTo>
                  <a:pt x="147263" y="39801"/>
                </a:lnTo>
                <a:lnTo>
                  <a:pt x="146978" y="39780"/>
                </a:lnTo>
                <a:lnTo>
                  <a:pt x="146699" y="39754"/>
                </a:lnTo>
                <a:lnTo>
                  <a:pt x="146425" y="39722"/>
                </a:lnTo>
                <a:lnTo>
                  <a:pt x="146157" y="39684"/>
                </a:lnTo>
                <a:lnTo>
                  <a:pt x="145895" y="39640"/>
                </a:lnTo>
                <a:lnTo>
                  <a:pt x="145638" y="39590"/>
                </a:lnTo>
                <a:lnTo>
                  <a:pt x="145387" y="39535"/>
                </a:lnTo>
                <a:lnTo>
                  <a:pt x="145141" y="39473"/>
                </a:lnTo>
                <a:lnTo>
                  <a:pt x="144901" y="39406"/>
                </a:lnTo>
                <a:lnTo>
                  <a:pt x="144667" y="39333"/>
                </a:lnTo>
                <a:lnTo>
                  <a:pt x="144438" y="39254"/>
                </a:lnTo>
                <a:lnTo>
                  <a:pt x="144215" y="39169"/>
                </a:lnTo>
                <a:lnTo>
                  <a:pt x="143997" y="39078"/>
                </a:lnTo>
                <a:lnTo>
                  <a:pt x="143786" y="38981"/>
                </a:lnTo>
                <a:lnTo>
                  <a:pt x="143579" y="38879"/>
                </a:lnTo>
                <a:lnTo>
                  <a:pt x="143379" y="38771"/>
                </a:lnTo>
                <a:lnTo>
                  <a:pt x="143184" y="38657"/>
                </a:lnTo>
                <a:lnTo>
                  <a:pt x="142994" y="38537"/>
                </a:lnTo>
                <a:lnTo>
                  <a:pt x="142811" y="38411"/>
                </a:lnTo>
                <a:lnTo>
                  <a:pt x="142633" y="38279"/>
                </a:lnTo>
                <a:lnTo>
                  <a:pt x="142460" y="38142"/>
                </a:lnTo>
                <a:lnTo>
                  <a:pt x="142293" y="37998"/>
                </a:lnTo>
                <a:lnTo>
                  <a:pt x="142132" y="37850"/>
                </a:lnTo>
                <a:lnTo>
                  <a:pt x="141976" y="37697"/>
                </a:lnTo>
                <a:lnTo>
                  <a:pt x="141826" y="37538"/>
                </a:lnTo>
                <a:lnTo>
                  <a:pt x="141681" y="37375"/>
                </a:lnTo>
                <a:lnTo>
                  <a:pt x="141542" y="37206"/>
                </a:lnTo>
                <a:lnTo>
                  <a:pt x="141408" y="37032"/>
                </a:lnTo>
                <a:lnTo>
                  <a:pt x="141280" y="36853"/>
                </a:lnTo>
                <a:lnTo>
                  <a:pt x="141157" y="36668"/>
                </a:lnTo>
                <a:lnTo>
                  <a:pt x="141040" y="36479"/>
                </a:lnTo>
                <a:lnTo>
                  <a:pt x="140928" y="36285"/>
                </a:lnTo>
                <a:lnTo>
                  <a:pt x="140822" y="36085"/>
                </a:lnTo>
                <a:lnTo>
                  <a:pt x="140721" y="35880"/>
                </a:lnTo>
                <a:lnTo>
                  <a:pt x="140626" y="35670"/>
                </a:lnTo>
                <a:lnTo>
                  <a:pt x="140536" y="35455"/>
                </a:lnTo>
                <a:lnTo>
                  <a:pt x="140452" y="35235"/>
                </a:lnTo>
                <a:lnTo>
                  <a:pt x="140374" y="35010"/>
                </a:lnTo>
                <a:lnTo>
                  <a:pt x="140301" y="34779"/>
                </a:lnTo>
                <a:lnTo>
                  <a:pt x="140233" y="34544"/>
                </a:lnTo>
                <a:lnTo>
                  <a:pt x="140171" y="34303"/>
                </a:lnTo>
                <a:lnTo>
                  <a:pt x="140115" y="34057"/>
                </a:lnTo>
                <a:lnTo>
                  <a:pt x="140064" y="33806"/>
                </a:lnTo>
                <a:lnTo>
                  <a:pt x="140018" y="33550"/>
                </a:lnTo>
                <a:lnTo>
                  <a:pt x="139978" y="33289"/>
                </a:lnTo>
                <a:lnTo>
                  <a:pt x="134688" y="34121"/>
                </a:lnTo>
                <a:lnTo>
                  <a:pt x="134766" y="34536"/>
                </a:lnTo>
                <a:lnTo>
                  <a:pt x="134853" y="34943"/>
                </a:lnTo>
                <a:lnTo>
                  <a:pt x="134947" y="35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C090D-594B-4903-B5F8-AA89F36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0" y="388270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area.md">
            <a:extLst xmlns:a="http://schemas.openxmlformats.org/drawingml/2006/main">
              <a:ext uri="{FF2B5EF4-FFF2-40B4-BE49-F238E27FC236}">
                <a16:creationId xmlns:a16="http://schemas.microsoft.com/office/drawing/2014/main" id="{A997C5EA-2D49-45D4-BDE3-ACD2007B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18" y="3888598"/>
            <a:ext cx="160977" cy="33049"/>
          </a:xfrm>
          <a:custGeom xmlns:a="http://schemas.openxmlformats.org/drawingml/2006/main">
            <a:pathLst>
              <a:path w="160977" h="33049">
                <a:moveTo>
                  <a:pt x="16724" y="29608"/>
                </a:moveTo>
                <a:cubicBezTo>
                  <a:pt x="15245" y="30866"/>
                  <a:pt x="13822" y="31754"/>
                  <a:pt x="12454" y="32272"/>
                </a:cubicBezTo>
                <a:cubicBezTo>
                  <a:pt x="11087" y="32790"/>
                  <a:pt x="9619" y="33049"/>
                  <a:pt x="8052" y="33049"/>
                </a:cubicBezTo>
                <a:cubicBezTo>
                  <a:pt x="5464" y="33049"/>
                  <a:pt x="3475" y="32416"/>
                  <a:pt x="2085" y="31151"/>
                </a:cubicBezTo>
                <a:cubicBezTo>
                  <a:pt x="695" y="29886"/>
                  <a:pt x="0" y="28269"/>
                  <a:pt x="0" y="26301"/>
                </a:cubicBezTo>
                <a:cubicBezTo>
                  <a:pt x="0" y="25147"/>
                  <a:pt x="262" y="24093"/>
                  <a:pt x="787" y="23139"/>
                </a:cubicBezTo>
                <a:cubicBezTo>
                  <a:pt x="1312" y="22184"/>
                  <a:pt x="2000" y="21419"/>
                  <a:pt x="2850" y="20841"/>
                </a:cubicBezTo>
                <a:cubicBezTo>
                  <a:pt x="3700" y="20264"/>
                  <a:pt x="4658" y="19828"/>
                  <a:pt x="5723" y="19532"/>
                </a:cubicBezTo>
                <a:cubicBezTo>
                  <a:pt x="6506" y="19325"/>
                  <a:pt x="7689" y="19125"/>
                  <a:pt x="9271" y="18932"/>
                </a:cubicBezTo>
                <a:cubicBezTo>
                  <a:pt x="12495" y="18551"/>
                  <a:pt x="14868" y="18096"/>
                  <a:pt x="16391" y="17567"/>
                </a:cubicBezTo>
                <a:cubicBezTo>
                  <a:pt x="16406" y="17022"/>
                  <a:pt x="16414" y="16676"/>
                  <a:pt x="16414" y="16529"/>
                </a:cubicBezTo>
                <a:cubicBezTo>
                  <a:pt x="16414" y="14908"/>
                  <a:pt x="16037" y="13766"/>
                  <a:pt x="15282" y="13104"/>
                </a:cubicBezTo>
                <a:cubicBezTo>
                  <a:pt x="14262" y="12205"/>
                  <a:pt x="12746" y="11756"/>
                  <a:pt x="10735" y="11756"/>
                </a:cubicBezTo>
                <a:cubicBezTo>
                  <a:pt x="8857" y="11756"/>
                  <a:pt x="7471" y="12085"/>
                  <a:pt x="6577" y="12743"/>
                </a:cubicBezTo>
                <a:cubicBezTo>
                  <a:pt x="5682" y="13401"/>
                  <a:pt x="5020" y="14565"/>
                  <a:pt x="4591" y="16236"/>
                </a:cubicBezTo>
                <a:lnTo>
                  <a:pt x="688" y="15704"/>
                </a:lnTo>
                <a:cubicBezTo>
                  <a:pt x="1042" y="14028"/>
                  <a:pt x="1627" y="12674"/>
                  <a:pt x="2440" y="11643"/>
                </a:cubicBezTo>
                <a:cubicBezTo>
                  <a:pt x="3253" y="10612"/>
                  <a:pt x="4429" y="9819"/>
                  <a:pt x="5967" y="9263"/>
                </a:cubicBezTo>
                <a:cubicBezTo>
                  <a:pt x="7504" y="8707"/>
                  <a:pt x="9286" y="8429"/>
                  <a:pt x="11312" y="8429"/>
                </a:cubicBezTo>
                <a:cubicBezTo>
                  <a:pt x="13323" y="8429"/>
                  <a:pt x="14957" y="8665"/>
                  <a:pt x="16214" y="9138"/>
                </a:cubicBezTo>
                <a:cubicBezTo>
                  <a:pt x="17471" y="9612"/>
                  <a:pt x="18395" y="10207"/>
                  <a:pt x="18987" y="10924"/>
                </a:cubicBezTo>
                <a:cubicBezTo>
                  <a:pt x="19578" y="11641"/>
                  <a:pt x="19992" y="12547"/>
                  <a:pt x="20229" y="13641"/>
                </a:cubicBezTo>
                <a:cubicBezTo>
                  <a:pt x="20362" y="14321"/>
                  <a:pt x="20428" y="15549"/>
                  <a:pt x="20428" y="17323"/>
                </a:cubicBezTo>
                <a:lnTo>
                  <a:pt x="20428" y="22646"/>
                </a:lnTo>
                <a:cubicBezTo>
                  <a:pt x="20428" y="26358"/>
                  <a:pt x="20513" y="28705"/>
                  <a:pt x="20683" y="29689"/>
                </a:cubicBezTo>
                <a:cubicBezTo>
                  <a:pt x="20853" y="30672"/>
                  <a:pt x="21190" y="31615"/>
                  <a:pt x="21693" y="32517"/>
                </a:cubicBezTo>
                <a:lnTo>
                  <a:pt x="17523" y="32517"/>
                </a:lnTo>
                <a:cubicBezTo>
                  <a:pt x="17109" y="31688"/>
                  <a:pt x="16842" y="30718"/>
                  <a:pt x="16724" y="29608"/>
                </a:cubicBezTo>
                <a:moveTo>
                  <a:pt x="16391" y="20672"/>
                </a:moveTo>
                <a:cubicBezTo>
                  <a:pt x="14942" y="21269"/>
                  <a:pt x="12769" y="21776"/>
                  <a:pt x="9870" y="22193"/>
                </a:cubicBezTo>
                <a:cubicBezTo>
                  <a:pt x="8229" y="22430"/>
                  <a:pt x="7068" y="22698"/>
                  <a:pt x="6388" y="22995"/>
                </a:cubicBezTo>
                <a:cubicBezTo>
                  <a:pt x="5708" y="23292"/>
                  <a:pt x="5183" y="23726"/>
                  <a:pt x="4813" y="24298"/>
                </a:cubicBezTo>
                <a:cubicBezTo>
                  <a:pt x="4443" y="24870"/>
                  <a:pt x="4259" y="25504"/>
                  <a:pt x="4259" y="26202"/>
                </a:cubicBezTo>
                <a:cubicBezTo>
                  <a:pt x="4259" y="27271"/>
                  <a:pt x="4662" y="28162"/>
                  <a:pt x="5467" y="28875"/>
                </a:cubicBezTo>
                <a:cubicBezTo>
                  <a:pt x="6273" y="29587"/>
                  <a:pt x="7453" y="29944"/>
                  <a:pt x="9005" y="29944"/>
                </a:cubicBezTo>
                <a:cubicBezTo>
                  <a:pt x="10543" y="29944"/>
                  <a:pt x="11911" y="29606"/>
                  <a:pt x="13109" y="28930"/>
                </a:cubicBezTo>
                <a:cubicBezTo>
                  <a:pt x="14306" y="28254"/>
                  <a:pt x="15186" y="27329"/>
                  <a:pt x="15748" y="26155"/>
                </a:cubicBezTo>
                <a:cubicBezTo>
                  <a:pt x="16177" y="25248"/>
                  <a:pt x="16391" y="23911"/>
                  <a:pt x="16391" y="22143"/>
                </a:cubicBezTo>
                <a:lnTo>
                  <a:pt x="16391" y="20672"/>
                </a:lnTo>
                <a:close/>
                <a:moveTo>
                  <a:pt x="26702" y="32517"/>
                </a:moveTo>
                <a:lnTo>
                  <a:pt x="26702" y="8961"/>
                </a:lnTo>
                <a:lnTo>
                  <a:pt x="30295" y="8961"/>
                </a:lnTo>
                <a:lnTo>
                  <a:pt x="30295" y="12510"/>
                </a:lnTo>
                <a:cubicBezTo>
                  <a:pt x="31212" y="10848"/>
                  <a:pt x="32058" y="9752"/>
                  <a:pt x="32834" y="9223"/>
                </a:cubicBezTo>
                <a:cubicBezTo>
                  <a:pt x="33611" y="8693"/>
                  <a:pt x="34465" y="8429"/>
                  <a:pt x="35396" y="8429"/>
                </a:cubicBezTo>
                <a:cubicBezTo>
                  <a:pt x="36742" y="8429"/>
                  <a:pt x="38110" y="8856"/>
                  <a:pt x="39500" y="9710"/>
                </a:cubicBezTo>
                <a:lnTo>
                  <a:pt x="38125" y="13397"/>
                </a:lnTo>
                <a:cubicBezTo>
                  <a:pt x="37149" y="12820"/>
                  <a:pt x="36173" y="12532"/>
                  <a:pt x="35197" y="12532"/>
                </a:cubicBezTo>
                <a:cubicBezTo>
                  <a:pt x="34324" y="12532"/>
                  <a:pt x="33541" y="12795"/>
                  <a:pt x="32846" y="13321"/>
                </a:cubicBezTo>
                <a:cubicBezTo>
                  <a:pt x="32151" y="13846"/>
                  <a:pt x="31655" y="14575"/>
                  <a:pt x="31359" y="15508"/>
                </a:cubicBezTo>
                <a:cubicBezTo>
                  <a:pt x="30916" y="16929"/>
                  <a:pt x="30694" y="18483"/>
                  <a:pt x="30694" y="20170"/>
                </a:cubicBezTo>
                <a:lnTo>
                  <a:pt x="30694" y="32517"/>
                </a:lnTo>
                <a:lnTo>
                  <a:pt x="26702" y="32517"/>
                </a:lnTo>
                <a:close/>
                <a:moveTo>
                  <a:pt x="58271" y="24931"/>
                </a:moveTo>
                <a:lnTo>
                  <a:pt x="62396" y="25441"/>
                </a:lnTo>
                <a:cubicBezTo>
                  <a:pt x="61745" y="27851"/>
                  <a:pt x="60540" y="29722"/>
                  <a:pt x="58781" y="31053"/>
                </a:cubicBezTo>
                <a:cubicBezTo>
                  <a:pt x="57021" y="32384"/>
                  <a:pt x="54773" y="33049"/>
                  <a:pt x="52038" y="33049"/>
                </a:cubicBezTo>
                <a:cubicBezTo>
                  <a:pt x="48592" y="33049"/>
                  <a:pt x="45861" y="31988"/>
                  <a:pt x="43842" y="29866"/>
                </a:cubicBezTo>
                <a:cubicBezTo>
                  <a:pt x="41824" y="27744"/>
                  <a:pt x="40814" y="24768"/>
                  <a:pt x="40814" y="20938"/>
                </a:cubicBezTo>
                <a:cubicBezTo>
                  <a:pt x="40814" y="16975"/>
                  <a:pt x="41835" y="13900"/>
                  <a:pt x="43875" y="11711"/>
                </a:cubicBezTo>
                <a:cubicBezTo>
                  <a:pt x="45916" y="9523"/>
                  <a:pt x="48563" y="8429"/>
                  <a:pt x="51816" y="8429"/>
                </a:cubicBezTo>
                <a:cubicBezTo>
                  <a:pt x="54966" y="8429"/>
                  <a:pt x="57539" y="9499"/>
                  <a:pt x="59535" y="11640"/>
                </a:cubicBezTo>
                <a:cubicBezTo>
                  <a:pt x="61531" y="13780"/>
                  <a:pt x="62529" y="16792"/>
                  <a:pt x="62529" y="20674"/>
                </a:cubicBezTo>
                <a:cubicBezTo>
                  <a:pt x="62529" y="20910"/>
                  <a:pt x="62522" y="21265"/>
                  <a:pt x="62507" y="21737"/>
                </a:cubicBezTo>
                <a:lnTo>
                  <a:pt x="44940" y="21737"/>
                </a:lnTo>
                <a:cubicBezTo>
                  <a:pt x="45088" y="24317"/>
                  <a:pt x="45820" y="26293"/>
                  <a:pt x="47136" y="27665"/>
                </a:cubicBezTo>
                <a:cubicBezTo>
                  <a:pt x="48452" y="29036"/>
                  <a:pt x="50093" y="29722"/>
                  <a:pt x="52060" y="29722"/>
                </a:cubicBezTo>
                <a:cubicBezTo>
                  <a:pt x="53524" y="29722"/>
                  <a:pt x="54773" y="29341"/>
                  <a:pt x="55808" y="28580"/>
                </a:cubicBezTo>
                <a:cubicBezTo>
                  <a:pt x="56844" y="27818"/>
                  <a:pt x="57664" y="26601"/>
                  <a:pt x="58271" y="24931"/>
                </a:cubicBezTo>
                <a:moveTo>
                  <a:pt x="45162" y="18410"/>
                </a:moveTo>
                <a:lnTo>
                  <a:pt x="58315" y="18410"/>
                </a:lnTo>
                <a:cubicBezTo>
                  <a:pt x="58137" y="16461"/>
                  <a:pt x="57635" y="14999"/>
                  <a:pt x="56807" y="14024"/>
                </a:cubicBezTo>
                <a:cubicBezTo>
                  <a:pt x="55535" y="12512"/>
                  <a:pt x="53886" y="11756"/>
                  <a:pt x="51860" y="11756"/>
                </a:cubicBezTo>
                <a:cubicBezTo>
                  <a:pt x="50027" y="11756"/>
                  <a:pt x="48485" y="12359"/>
                  <a:pt x="47236" y="13567"/>
                </a:cubicBezTo>
                <a:cubicBezTo>
                  <a:pt x="45986" y="14774"/>
                  <a:pt x="45295" y="16388"/>
                  <a:pt x="45162" y="18410"/>
                </a:cubicBezTo>
                <a:close/>
                <a:moveTo>
                  <a:pt x="82909" y="29608"/>
                </a:moveTo>
                <a:cubicBezTo>
                  <a:pt x="81431" y="30866"/>
                  <a:pt x="80007" y="31754"/>
                  <a:pt x="78640" y="32272"/>
                </a:cubicBezTo>
                <a:cubicBezTo>
                  <a:pt x="77272" y="32790"/>
                  <a:pt x="75804" y="33049"/>
                  <a:pt x="74237" y="33049"/>
                </a:cubicBezTo>
                <a:cubicBezTo>
                  <a:pt x="71649" y="33049"/>
                  <a:pt x="69660" y="32416"/>
                  <a:pt x="68270" y="31151"/>
                </a:cubicBezTo>
                <a:cubicBezTo>
                  <a:pt x="66880" y="29886"/>
                  <a:pt x="66185" y="28269"/>
                  <a:pt x="66185" y="26301"/>
                </a:cubicBezTo>
                <a:cubicBezTo>
                  <a:pt x="66185" y="25147"/>
                  <a:pt x="66448" y="24093"/>
                  <a:pt x="66973" y="23139"/>
                </a:cubicBezTo>
                <a:cubicBezTo>
                  <a:pt x="67498" y="22184"/>
                  <a:pt x="68185" y="21419"/>
                  <a:pt x="69035" y="20841"/>
                </a:cubicBezTo>
                <a:cubicBezTo>
                  <a:pt x="69886" y="20264"/>
                  <a:pt x="70843" y="19828"/>
                  <a:pt x="71908" y="19532"/>
                </a:cubicBezTo>
                <a:cubicBezTo>
                  <a:pt x="72691" y="19325"/>
                  <a:pt x="73874" y="19125"/>
                  <a:pt x="75457" y="18932"/>
                </a:cubicBezTo>
                <a:cubicBezTo>
                  <a:pt x="78680" y="18551"/>
                  <a:pt x="81054" y="18096"/>
                  <a:pt x="82577" y="17567"/>
                </a:cubicBezTo>
                <a:cubicBezTo>
                  <a:pt x="82591" y="17022"/>
                  <a:pt x="82599" y="16676"/>
                  <a:pt x="82599" y="16529"/>
                </a:cubicBezTo>
                <a:cubicBezTo>
                  <a:pt x="82599" y="14908"/>
                  <a:pt x="82222" y="13766"/>
                  <a:pt x="81468" y="13104"/>
                </a:cubicBezTo>
                <a:cubicBezTo>
                  <a:pt x="80447" y="12205"/>
                  <a:pt x="78932" y="11756"/>
                  <a:pt x="76921" y="11756"/>
                </a:cubicBezTo>
                <a:cubicBezTo>
                  <a:pt x="75043" y="11756"/>
                  <a:pt x="73656" y="12085"/>
                  <a:pt x="72762" y="12743"/>
                </a:cubicBezTo>
                <a:cubicBezTo>
                  <a:pt x="71867" y="13401"/>
                  <a:pt x="71205" y="14565"/>
                  <a:pt x="70777" y="16236"/>
                </a:cubicBezTo>
                <a:lnTo>
                  <a:pt x="66873" y="15704"/>
                </a:lnTo>
                <a:cubicBezTo>
                  <a:pt x="67228" y="14028"/>
                  <a:pt x="67812" y="12674"/>
                  <a:pt x="68625" y="11643"/>
                </a:cubicBezTo>
                <a:cubicBezTo>
                  <a:pt x="69438" y="10612"/>
                  <a:pt x="70614" y="9819"/>
                  <a:pt x="72152" y="9263"/>
                </a:cubicBezTo>
                <a:cubicBezTo>
                  <a:pt x="73690" y="8707"/>
                  <a:pt x="75471" y="8429"/>
                  <a:pt x="77497" y="8429"/>
                </a:cubicBezTo>
                <a:cubicBezTo>
                  <a:pt x="79508" y="8429"/>
                  <a:pt x="81142" y="8665"/>
                  <a:pt x="82399" y="9138"/>
                </a:cubicBezTo>
                <a:cubicBezTo>
                  <a:pt x="83656" y="9612"/>
                  <a:pt x="84580" y="10207"/>
                  <a:pt x="85172" y="10924"/>
                </a:cubicBezTo>
                <a:cubicBezTo>
                  <a:pt x="85763" y="11641"/>
                  <a:pt x="86177" y="12547"/>
                  <a:pt x="86414" y="13641"/>
                </a:cubicBezTo>
                <a:cubicBezTo>
                  <a:pt x="86547" y="14321"/>
                  <a:pt x="86613" y="15549"/>
                  <a:pt x="86613" y="17323"/>
                </a:cubicBezTo>
                <a:lnTo>
                  <a:pt x="86613" y="22646"/>
                </a:lnTo>
                <a:cubicBezTo>
                  <a:pt x="86613" y="26358"/>
                  <a:pt x="86698" y="28705"/>
                  <a:pt x="86869" y="29689"/>
                </a:cubicBezTo>
                <a:cubicBezTo>
                  <a:pt x="87039" y="30672"/>
                  <a:pt x="87375" y="31615"/>
                  <a:pt x="87878" y="32517"/>
                </a:cubicBezTo>
                <a:lnTo>
                  <a:pt x="83708" y="32517"/>
                </a:lnTo>
                <a:cubicBezTo>
                  <a:pt x="83294" y="31688"/>
                  <a:pt x="83028" y="30718"/>
                  <a:pt x="82909" y="29608"/>
                </a:cubicBezTo>
                <a:moveTo>
                  <a:pt x="82577" y="20672"/>
                </a:moveTo>
                <a:cubicBezTo>
                  <a:pt x="81127" y="21269"/>
                  <a:pt x="78954" y="21776"/>
                  <a:pt x="76056" y="22193"/>
                </a:cubicBezTo>
                <a:cubicBezTo>
                  <a:pt x="74414" y="22430"/>
                  <a:pt x="73253" y="22698"/>
                  <a:pt x="72573" y="22995"/>
                </a:cubicBezTo>
                <a:cubicBezTo>
                  <a:pt x="71893" y="23292"/>
                  <a:pt x="71368" y="23726"/>
                  <a:pt x="70998" y="24298"/>
                </a:cubicBezTo>
                <a:cubicBezTo>
                  <a:pt x="70629" y="24870"/>
                  <a:pt x="70444" y="25504"/>
                  <a:pt x="70444" y="26202"/>
                </a:cubicBezTo>
                <a:cubicBezTo>
                  <a:pt x="70444" y="27271"/>
                  <a:pt x="70847" y="28162"/>
                  <a:pt x="71653" y="28875"/>
                </a:cubicBezTo>
                <a:cubicBezTo>
                  <a:pt x="72459" y="29587"/>
                  <a:pt x="73638" y="29944"/>
                  <a:pt x="75191" y="29944"/>
                </a:cubicBezTo>
                <a:cubicBezTo>
                  <a:pt x="76728" y="29944"/>
                  <a:pt x="78096" y="29606"/>
                  <a:pt x="79294" y="28930"/>
                </a:cubicBezTo>
                <a:cubicBezTo>
                  <a:pt x="80492" y="28254"/>
                  <a:pt x="81371" y="27329"/>
                  <a:pt x="81933" y="26155"/>
                </a:cubicBezTo>
                <a:cubicBezTo>
                  <a:pt x="82362" y="25248"/>
                  <a:pt x="82577" y="23911"/>
                  <a:pt x="82577" y="22143"/>
                </a:cubicBezTo>
                <a:lnTo>
                  <a:pt x="82577" y="20672"/>
                </a:lnTo>
                <a:close/>
                <a:moveTo>
                  <a:pt x="94062" y="32517"/>
                </a:moveTo>
                <a:lnTo>
                  <a:pt x="94062" y="27947"/>
                </a:lnTo>
                <a:lnTo>
                  <a:pt x="98609" y="27947"/>
                </a:lnTo>
                <a:lnTo>
                  <a:pt x="98609" y="32517"/>
                </a:lnTo>
                <a:lnTo>
                  <a:pt x="94062" y="32517"/>
                </a:lnTo>
                <a:close/>
                <a:moveTo>
                  <a:pt x="105560" y="32517"/>
                </a:moveTo>
                <a:lnTo>
                  <a:pt x="105560" y="8961"/>
                </a:lnTo>
                <a:lnTo>
                  <a:pt x="109131" y="8961"/>
                </a:lnTo>
                <a:lnTo>
                  <a:pt x="109131" y="12244"/>
                </a:lnTo>
                <a:cubicBezTo>
                  <a:pt x="109870" y="11097"/>
                  <a:pt x="110853" y="10174"/>
                  <a:pt x="112081" y="9476"/>
                </a:cubicBezTo>
                <a:cubicBezTo>
                  <a:pt x="113308" y="8778"/>
                  <a:pt x="114705" y="8429"/>
                  <a:pt x="116273" y="8429"/>
                </a:cubicBezTo>
                <a:cubicBezTo>
                  <a:pt x="118018" y="8429"/>
                  <a:pt x="119448" y="8789"/>
                  <a:pt x="120565" y="9510"/>
                </a:cubicBezTo>
                <a:cubicBezTo>
                  <a:pt x="121681" y="10230"/>
                  <a:pt x="122469" y="11238"/>
                  <a:pt x="122927" y="12532"/>
                </a:cubicBezTo>
                <a:cubicBezTo>
                  <a:pt x="124790" y="9796"/>
                  <a:pt x="127215" y="8429"/>
                  <a:pt x="130202" y="8429"/>
                </a:cubicBezTo>
                <a:cubicBezTo>
                  <a:pt x="132538" y="8429"/>
                  <a:pt x="134335" y="9076"/>
                  <a:pt x="135592" y="10369"/>
                </a:cubicBezTo>
                <a:cubicBezTo>
                  <a:pt x="136849" y="11663"/>
                  <a:pt x="137477" y="13656"/>
                  <a:pt x="137477" y="16347"/>
                </a:cubicBezTo>
                <a:lnTo>
                  <a:pt x="137477" y="32517"/>
                </a:lnTo>
                <a:lnTo>
                  <a:pt x="133507" y="32517"/>
                </a:lnTo>
                <a:lnTo>
                  <a:pt x="133507" y="17662"/>
                </a:lnTo>
                <a:cubicBezTo>
                  <a:pt x="133507" y="16063"/>
                  <a:pt x="133378" y="14912"/>
                  <a:pt x="133119" y="14209"/>
                </a:cubicBezTo>
                <a:cubicBezTo>
                  <a:pt x="132860" y="13506"/>
                  <a:pt x="132391" y="12940"/>
                  <a:pt x="131710" y="12510"/>
                </a:cubicBezTo>
                <a:cubicBezTo>
                  <a:pt x="131030" y="12081"/>
                  <a:pt x="130232" y="11867"/>
                  <a:pt x="129315" y="11867"/>
                </a:cubicBezTo>
                <a:cubicBezTo>
                  <a:pt x="127659" y="11867"/>
                  <a:pt x="126284" y="12418"/>
                  <a:pt x="125189" y="13521"/>
                </a:cubicBezTo>
                <a:cubicBezTo>
                  <a:pt x="124095" y="14624"/>
                  <a:pt x="123548" y="16389"/>
                  <a:pt x="123548" y="18817"/>
                </a:cubicBezTo>
                <a:lnTo>
                  <a:pt x="123548" y="32517"/>
                </a:lnTo>
                <a:lnTo>
                  <a:pt x="119555" y="32517"/>
                </a:lnTo>
                <a:lnTo>
                  <a:pt x="119555" y="17195"/>
                </a:lnTo>
                <a:cubicBezTo>
                  <a:pt x="119555" y="15419"/>
                  <a:pt x="119230" y="14087"/>
                  <a:pt x="118580" y="13199"/>
                </a:cubicBezTo>
                <a:cubicBezTo>
                  <a:pt x="117929" y="12311"/>
                  <a:pt x="116864" y="11867"/>
                  <a:pt x="115386" y="11867"/>
                </a:cubicBezTo>
                <a:cubicBezTo>
                  <a:pt x="114262" y="11867"/>
                  <a:pt x="113223" y="12163"/>
                  <a:pt x="112269" y="12755"/>
                </a:cubicBezTo>
                <a:cubicBezTo>
                  <a:pt x="111315" y="13347"/>
                  <a:pt x="110624" y="14213"/>
                  <a:pt x="110195" y="15353"/>
                </a:cubicBezTo>
                <a:cubicBezTo>
                  <a:pt x="109766" y="16493"/>
                  <a:pt x="109552" y="18136"/>
                  <a:pt x="109552" y="20282"/>
                </a:cubicBezTo>
                <a:lnTo>
                  <a:pt x="109552" y="32517"/>
                </a:lnTo>
                <a:lnTo>
                  <a:pt x="105560" y="32517"/>
                </a:lnTo>
                <a:close/>
                <a:moveTo>
                  <a:pt x="157273" y="32517"/>
                </a:moveTo>
                <a:lnTo>
                  <a:pt x="157273" y="29544"/>
                </a:lnTo>
                <a:cubicBezTo>
                  <a:pt x="155780" y="31881"/>
                  <a:pt x="153584" y="33049"/>
                  <a:pt x="150686" y="33049"/>
                </a:cubicBezTo>
                <a:cubicBezTo>
                  <a:pt x="148808" y="33049"/>
                  <a:pt x="147081" y="32531"/>
                  <a:pt x="145507" y="31496"/>
                </a:cubicBezTo>
                <a:cubicBezTo>
                  <a:pt x="143932" y="30461"/>
                  <a:pt x="142712" y="29016"/>
                  <a:pt x="141847" y="27160"/>
                </a:cubicBezTo>
                <a:cubicBezTo>
                  <a:pt x="140982" y="25304"/>
                  <a:pt x="140549" y="23171"/>
                  <a:pt x="140549" y="20761"/>
                </a:cubicBezTo>
                <a:cubicBezTo>
                  <a:pt x="140549" y="18410"/>
                  <a:pt x="140941" y="16277"/>
                  <a:pt x="141725" y="14362"/>
                </a:cubicBezTo>
                <a:cubicBezTo>
                  <a:pt x="142508" y="12447"/>
                  <a:pt x="143684" y="10979"/>
                  <a:pt x="145251" y="9959"/>
                </a:cubicBezTo>
                <a:cubicBezTo>
                  <a:pt x="146819" y="8939"/>
                  <a:pt x="148571" y="8429"/>
                  <a:pt x="150508" y="8429"/>
                </a:cubicBezTo>
                <a:cubicBezTo>
                  <a:pt x="151928" y="8429"/>
                  <a:pt x="153192" y="8728"/>
                  <a:pt x="154301" y="9327"/>
                </a:cubicBezTo>
                <a:cubicBezTo>
                  <a:pt x="155410" y="9926"/>
                  <a:pt x="156312" y="10706"/>
                  <a:pt x="157007" y="11667"/>
                </a:cubicBezTo>
                <a:lnTo>
                  <a:pt x="157007" y="0"/>
                </a:lnTo>
                <a:lnTo>
                  <a:pt x="160977" y="0"/>
                </a:lnTo>
                <a:lnTo>
                  <a:pt x="160977" y="32517"/>
                </a:lnTo>
                <a:lnTo>
                  <a:pt x="157273" y="32517"/>
                </a:lnTo>
                <a:moveTo>
                  <a:pt x="144653" y="20750"/>
                </a:moveTo>
                <a:cubicBezTo>
                  <a:pt x="144653" y="23755"/>
                  <a:pt x="145288" y="26002"/>
                  <a:pt x="146560" y="27490"/>
                </a:cubicBezTo>
                <a:cubicBezTo>
                  <a:pt x="147832" y="28978"/>
                  <a:pt x="149333" y="29722"/>
                  <a:pt x="151063" y="29722"/>
                </a:cubicBezTo>
                <a:cubicBezTo>
                  <a:pt x="152808" y="29722"/>
                  <a:pt x="154290" y="29011"/>
                  <a:pt x="155510" y="27590"/>
                </a:cubicBezTo>
                <a:cubicBezTo>
                  <a:pt x="156730" y="26168"/>
                  <a:pt x="157340" y="23998"/>
                  <a:pt x="157340" y="21081"/>
                </a:cubicBezTo>
                <a:cubicBezTo>
                  <a:pt x="157340" y="17870"/>
                  <a:pt x="156719" y="15512"/>
                  <a:pt x="155477" y="14010"/>
                </a:cubicBezTo>
                <a:cubicBezTo>
                  <a:pt x="154235" y="12507"/>
                  <a:pt x="152704" y="11756"/>
                  <a:pt x="150885" y="11756"/>
                </a:cubicBezTo>
                <a:cubicBezTo>
                  <a:pt x="149111" y="11756"/>
                  <a:pt x="147628" y="12478"/>
                  <a:pt x="146438" y="13922"/>
                </a:cubicBezTo>
                <a:cubicBezTo>
                  <a:pt x="145248" y="15365"/>
                  <a:pt x="144653" y="17641"/>
                  <a:pt x="144653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77CFA-6851-43DB-890A-EF36F8A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0" y="397181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Text bar.md">
            <a:extLst xmlns:a="http://schemas.openxmlformats.org/drawingml/2006/main">
              <a:ext uri="{FF2B5EF4-FFF2-40B4-BE49-F238E27FC236}">
                <a16:creationId xmlns:a16="http://schemas.microsoft.com/office/drawing/2014/main" id="{CEBD8862-D690-4631-B925-DA8EBC9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48" y="3978541"/>
            <a:ext cx="134254" cy="33049"/>
          </a:xfrm>
          <a:custGeom xmlns:a="http://schemas.openxmlformats.org/drawingml/2006/main">
            <a:pathLst>
              <a:path w="134254" h="33049">
                <a:moveTo>
                  <a:pt x="3704" y="32517"/>
                </a:moveTo>
                <a:lnTo>
                  <a:pt x="0" y="32517"/>
                </a:lnTo>
                <a:lnTo>
                  <a:pt x="0" y="0"/>
                </a:lnTo>
                <a:lnTo>
                  <a:pt x="3992" y="0"/>
                </a:lnTo>
                <a:lnTo>
                  <a:pt x="3992" y="11643"/>
                </a:lnTo>
                <a:cubicBezTo>
                  <a:pt x="5678" y="9500"/>
                  <a:pt x="7830" y="8429"/>
                  <a:pt x="10447" y="8429"/>
                </a:cubicBezTo>
                <a:cubicBezTo>
                  <a:pt x="11896" y="8429"/>
                  <a:pt x="13268" y="8721"/>
                  <a:pt x="14562" y="9305"/>
                </a:cubicBezTo>
                <a:cubicBezTo>
                  <a:pt x="15855" y="9889"/>
                  <a:pt x="16920" y="10709"/>
                  <a:pt x="17755" y="11767"/>
                </a:cubicBezTo>
                <a:cubicBezTo>
                  <a:pt x="18591" y="12824"/>
                  <a:pt x="19245" y="14099"/>
                  <a:pt x="19718" y="15593"/>
                </a:cubicBezTo>
                <a:cubicBezTo>
                  <a:pt x="20192" y="17086"/>
                  <a:pt x="20428" y="18683"/>
                  <a:pt x="20428" y="20384"/>
                </a:cubicBezTo>
                <a:cubicBezTo>
                  <a:pt x="20428" y="24421"/>
                  <a:pt x="19430" y="27541"/>
                  <a:pt x="17434" y="29744"/>
                </a:cubicBezTo>
                <a:cubicBezTo>
                  <a:pt x="15438" y="31947"/>
                  <a:pt x="13042" y="33049"/>
                  <a:pt x="10247" y="33049"/>
                </a:cubicBezTo>
                <a:cubicBezTo>
                  <a:pt x="7467" y="33049"/>
                  <a:pt x="5286" y="31873"/>
                  <a:pt x="3704" y="29522"/>
                </a:cubicBezTo>
                <a:lnTo>
                  <a:pt x="3704" y="32517"/>
                </a:lnTo>
                <a:moveTo>
                  <a:pt x="3660" y="20562"/>
                </a:moveTo>
                <a:cubicBezTo>
                  <a:pt x="3660" y="23372"/>
                  <a:pt x="4044" y="25403"/>
                  <a:pt x="4813" y="26654"/>
                </a:cubicBezTo>
                <a:cubicBezTo>
                  <a:pt x="6070" y="28699"/>
                  <a:pt x="7771" y="29722"/>
                  <a:pt x="9915" y="29722"/>
                </a:cubicBezTo>
                <a:cubicBezTo>
                  <a:pt x="11660" y="29722"/>
                  <a:pt x="13168" y="28968"/>
                  <a:pt x="14440" y="27459"/>
                </a:cubicBezTo>
                <a:cubicBezTo>
                  <a:pt x="15711" y="25951"/>
                  <a:pt x="16347" y="23704"/>
                  <a:pt x="16347" y="20717"/>
                </a:cubicBezTo>
                <a:cubicBezTo>
                  <a:pt x="16347" y="17656"/>
                  <a:pt x="15737" y="15398"/>
                  <a:pt x="14517" y="13941"/>
                </a:cubicBezTo>
                <a:cubicBezTo>
                  <a:pt x="13297" y="12484"/>
                  <a:pt x="11822" y="11756"/>
                  <a:pt x="10092" y="11756"/>
                </a:cubicBezTo>
                <a:cubicBezTo>
                  <a:pt x="8347" y="11756"/>
                  <a:pt x="6839" y="12510"/>
                  <a:pt x="5567" y="14018"/>
                </a:cubicBezTo>
                <a:cubicBezTo>
                  <a:pt x="4296" y="15526"/>
                  <a:pt x="3660" y="17708"/>
                  <a:pt x="3660" y="20562"/>
                </a:cubicBezTo>
                <a:close/>
                <a:moveTo>
                  <a:pt x="40786" y="29608"/>
                </a:moveTo>
                <a:cubicBezTo>
                  <a:pt x="39307" y="30866"/>
                  <a:pt x="37884" y="31754"/>
                  <a:pt x="36516" y="32272"/>
                </a:cubicBezTo>
                <a:cubicBezTo>
                  <a:pt x="35149" y="32790"/>
                  <a:pt x="33681" y="33049"/>
                  <a:pt x="32114" y="33049"/>
                </a:cubicBezTo>
                <a:cubicBezTo>
                  <a:pt x="29526" y="33049"/>
                  <a:pt x="27537" y="32416"/>
                  <a:pt x="26147" y="31151"/>
                </a:cubicBezTo>
                <a:cubicBezTo>
                  <a:pt x="24757" y="29886"/>
                  <a:pt x="24062" y="28269"/>
                  <a:pt x="24062" y="26301"/>
                </a:cubicBezTo>
                <a:cubicBezTo>
                  <a:pt x="24062" y="25147"/>
                  <a:pt x="24325" y="24093"/>
                  <a:pt x="24849" y="23139"/>
                </a:cubicBezTo>
                <a:cubicBezTo>
                  <a:pt x="25374" y="22184"/>
                  <a:pt x="26062" y="21419"/>
                  <a:pt x="26912" y="20841"/>
                </a:cubicBezTo>
                <a:cubicBezTo>
                  <a:pt x="27763" y="20264"/>
                  <a:pt x="28720" y="19828"/>
                  <a:pt x="29785" y="19532"/>
                </a:cubicBezTo>
                <a:cubicBezTo>
                  <a:pt x="30568" y="19325"/>
                  <a:pt x="31751" y="19125"/>
                  <a:pt x="33334" y="18932"/>
                </a:cubicBezTo>
                <a:cubicBezTo>
                  <a:pt x="36557" y="18551"/>
                  <a:pt x="38930" y="18096"/>
                  <a:pt x="40453" y="17567"/>
                </a:cubicBezTo>
                <a:cubicBezTo>
                  <a:pt x="40468" y="17022"/>
                  <a:pt x="40476" y="16676"/>
                  <a:pt x="40476" y="16529"/>
                </a:cubicBezTo>
                <a:cubicBezTo>
                  <a:pt x="40476" y="14908"/>
                  <a:pt x="40099" y="13766"/>
                  <a:pt x="39344" y="13104"/>
                </a:cubicBezTo>
                <a:cubicBezTo>
                  <a:pt x="38324" y="12205"/>
                  <a:pt x="36808" y="11756"/>
                  <a:pt x="34797" y="11756"/>
                </a:cubicBezTo>
                <a:cubicBezTo>
                  <a:pt x="32920" y="11756"/>
                  <a:pt x="31533" y="12085"/>
                  <a:pt x="30639" y="12743"/>
                </a:cubicBezTo>
                <a:cubicBezTo>
                  <a:pt x="29744" y="13401"/>
                  <a:pt x="29082" y="14565"/>
                  <a:pt x="28653" y="16236"/>
                </a:cubicBezTo>
                <a:lnTo>
                  <a:pt x="24750" y="15704"/>
                </a:lnTo>
                <a:cubicBezTo>
                  <a:pt x="25105" y="14028"/>
                  <a:pt x="25689" y="12674"/>
                  <a:pt x="26502" y="11643"/>
                </a:cubicBezTo>
                <a:cubicBezTo>
                  <a:pt x="27315" y="10612"/>
                  <a:pt x="28491" y="9819"/>
                  <a:pt x="30029" y="9263"/>
                </a:cubicBezTo>
                <a:cubicBezTo>
                  <a:pt x="31566" y="8707"/>
                  <a:pt x="33348" y="8429"/>
                  <a:pt x="35374" y="8429"/>
                </a:cubicBezTo>
                <a:cubicBezTo>
                  <a:pt x="37385" y="8429"/>
                  <a:pt x="39019" y="8665"/>
                  <a:pt x="40276" y="9138"/>
                </a:cubicBezTo>
                <a:cubicBezTo>
                  <a:pt x="41533" y="9612"/>
                  <a:pt x="42457" y="10207"/>
                  <a:pt x="43049" y="10924"/>
                </a:cubicBezTo>
                <a:cubicBezTo>
                  <a:pt x="43640" y="11641"/>
                  <a:pt x="44054" y="12547"/>
                  <a:pt x="44291" y="13641"/>
                </a:cubicBezTo>
                <a:cubicBezTo>
                  <a:pt x="44424" y="14321"/>
                  <a:pt x="44490" y="15549"/>
                  <a:pt x="44490" y="17323"/>
                </a:cubicBezTo>
                <a:lnTo>
                  <a:pt x="44490" y="22646"/>
                </a:lnTo>
                <a:cubicBezTo>
                  <a:pt x="44490" y="26358"/>
                  <a:pt x="44575" y="28705"/>
                  <a:pt x="44745" y="29689"/>
                </a:cubicBezTo>
                <a:cubicBezTo>
                  <a:pt x="44915" y="30672"/>
                  <a:pt x="45252" y="31615"/>
                  <a:pt x="45755" y="32517"/>
                </a:cubicBezTo>
                <a:lnTo>
                  <a:pt x="41585" y="32517"/>
                </a:lnTo>
                <a:cubicBezTo>
                  <a:pt x="41171" y="31688"/>
                  <a:pt x="40904" y="30718"/>
                  <a:pt x="40786" y="29608"/>
                </a:cubicBezTo>
                <a:moveTo>
                  <a:pt x="40453" y="20672"/>
                </a:moveTo>
                <a:cubicBezTo>
                  <a:pt x="39004" y="21269"/>
                  <a:pt x="36831" y="21776"/>
                  <a:pt x="33932" y="22193"/>
                </a:cubicBezTo>
                <a:cubicBezTo>
                  <a:pt x="32291" y="22430"/>
                  <a:pt x="31130" y="22698"/>
                  <a:pt x="30450" y="22995"/>
                </a:cubicBezTo>
                <a:cubicBezTo>
                  <a:pt x="29770" y="23292"/>
                  <a:pt x="29245" y="23726"/>
                  <a:pt x="28875" y="24298"/>
                </a:cubicBezTo>
                <a:cubicBezTo>
                  <a:pt x="28506" y="24870"/>
                  <a:pt x="28321" y="25504"/>
                  <a:pt x="28321" y="26202"/>
                </a:cubicBezTo>
                <a:cubicBezTo>
                  <a:pt x="28321" y="27271"/>
                  <a:pt x="28724" y="28162"/>
                  <a:pt x="29530" y="28875"/>
                </a:cubicBezTo>
                <a:cubicBezTo>
                  <a:pt x="30335" y="29587"/>
                  <a:pt x="31515" y="29944"/>
                  <a:pt x="33067" y="29944"/>
                </a:cubicBezTo>
                <a:cubicBezTo>
                  <a:pt x="34605" y="29944"/>
                  <a:pt x="35973" y="29606"/>
                  <a:pt x="37171" y="28930"/>
                </a:cubicBezTo>
                <a:cubicBezTo>
                  <a:pt x="38369" y="28254"/>
                  <a:pt x="39248" y="27329"/>
                  <a:pt x="39810" y="26155"/>
                </a:cubicBezTo>
                <a:cubicBezTo>
                  <a:pt x="40239" y="25248"/>
                  <a:pt x="40453" y="23911"/>
                  <a:pt x="40453" y="22143"/>
                </a:cubicBezTo>
                <a:lnTo>
                  <a:pt x="40453" y="20672"/>
                </a:lnTo>
                <a:close/>
                <a:moveTo>
                  <a:pt x="50764" y="32517"/>
                </a:moveTo>
                <a:lnTo>
                  <a:pt x="50764" y="8961"/>
                </a:lnTo>
                <a:lnTo>
                  <a:pt x="54357" y="8961"/>
                </a:lnTo>
                <a:lnTo>
                  <a:pt x="54357" y="12510"/>
                </a:lnTo>
                <a:cubicBezTo>
                  <a:pt x="55274" y="10848"/>
                  <a:pt x="56120" y="9752"/>
                  <a:pt x="56897" y="9223"/>
                </a:cubicBezTo>
                <a:cubicBezTo>
                  <a:pt x="57673" y="8693"/>
                  <a:pt x="58527" y="8429"/>
                  <a:pt x="59458" y="8429"/>
                </a:cubicBezTo>
                <a:cubicBezTo>
                  <a:pt x="60804" y="8429"/>
                  <a:pt x="62172" y="8856"/>
                  <a:pt x="63562" y="9710"/>
                </a:cubicBezTo>
                <a:lnTo>
                  <a:pt x="62187" y="13397"/>
                </a:lnTo>
                <a:cubicBezTo>
                  <a:pt x="61211" y="12820"/>
                  <a:pt x="60235" y="12532"/>
                  <a:pt x="59259" y="12532"/>
                </a:cubicBezTo>
                <a:cubicBezTo>
                  <a:pt x="58386" y="12532"/>
                  <a:pt x="57603" y="12795"/>
                  <a:pt x="56908" y="13321"/>
                </a:cubicBezTo>
                <a:cubicBezTo>
                  <a:pt x="56213" y="13846"/>
                  <a:pt x="55717" y="14575"/>
                  <a:pt x="55422" y="15508"/>
                </a:cubicBezTo>
                <a:cubicBezTo>
                  <a:pt x="54978" y="16929"/>
                  <a:pt x="54756" y="18483"/>
                  <a:pt x="54756" y="20170"/>
                </a:cubicBezTo>
                <a:lnTo>
                  <a:pt x="54756" y="32517"/>
                </a:lnTo>
                <a:lnTo>
                  <a:pt x="50764" y="32517"/>
                </a:lnTo>
                <a:close/>
                <a:moveTo>
                  <a:pt x="67339" y="32517"/>
                </a:moveTo>
                <a:lnTo>
                  <a:pt x="67339" y="27947"/>
                </a:lnTo>
                <a:lnTo>
                  <a:pt x="71886" y="27947"/>
                </a:lnTo>
                <a:lnTo>
                  <a:pt x="71886" y="32517"/>
                </a:lnTo>
                <a:lnTo>
                  <a:pt x="67339" y="32517"/>
                </a:lnTo>
                <a:close/>
                <a:moveTo>
                  <a:pt x="78836" y="32517"/>
                </a:moveTo>
                <a:lnTo>
                  <a:pt x="78836" y="8961"/>
                </a:lnTo>
                <a:lnTo>
                  <a:pt x="82407" y="8961"/>
                </a:lnTo>
                <a:lnTo>
                  <a:pt x="82407" y="12244"/>
                </a:lnTo>
                <a:cubicBezTo>
                  <a:pt x="83146" y="11097"/>
                  <a:pt x="84129" y="10174"/>
                  <a:pt x="85357" y="9476"/>
                </a:cubicBezTo>
                <a:cubicBezTo>
                  <a:pt x="86584" y="8778"/>
                  <a:pt x="87981" y="8429"/>
                  <a:pt x="89549" y="8429"/>
                </a:cubicBezTo>
                <a:cubicBezTo>
                  <a:pt x="91294" y="8429"/>
                  <a:pt x="92724" y="8789"/>
                  <a:pt x="93841" y="9510"/>
                </a:cubicBezTo>
                <a:cubicBezTo>
                  <a:pt x="94957" y="10230"/>
                  <a:pt x="95745" y="11238"/>
                  <a:pt x="96203" y="12532"/>
                </a:cubicBezTo>
                <a:cubicBezTo>
                  <a:pt x="98066" y="9796"/>
                  <a:pt x="100491" y="8429"/>
                  <a:pt x="103478" y="8429"/>
                </a:cubicBezTo>
                <a:cubicBezTo>
                  <a:pt x="105815" y="8429"/>
                  <a:pt x="107611" y="9076"/>
                  <a:pt x="108868" y="10369"/>
                </a:cubicBezTo>
                <a:cubicBezTo>
                  <a:pt x="110125" y="11663"/>
                  <a:pt x="110753" y="13656"/>
                  <a:pt x="110753" y="16347"/>
                </a:cubicBezTo>
                <a:lnTo>
                  <a:pt x="110753" y="32517"/>
                </a:lnTo>
                <a:lnTo>
                  <a:pt x="106783" y="32517"/>
                </a:lnTo>
                <a:lnTo>
                  <a:pt x="106783" y="17662"/>
                </a:lnTo>
                <a:cubicBezTo>
                  <a:pt x="106783" y="16063"/>
                  <a:pt x="106654" y="14912"/>
                  <a:pt x="106395" y="14209"/>
                </a:cubicBezTo>
                <a:cubicBezTo>
                  <a:pt x="106136" y="13506"/>
                  <a:pt x="105667" y="12940"/>
                  <a:pt x="104987" y="12510"/>
                </a:cubicBezTo>
                <a:cubicBezTo>
                  <a:pt x="104306" y="12081"/>
                  <a:pt x="103508" y="11867"/>
                  <a:pt x="102591" y="11867"/>
                </a:cubicBezTo>
                <a:cubicBezTo>
                  <a:pt x="100935" y="11867"/>
                  <a:pt x="99560" y="12418"/>
                  <a:pt x="98465" y="13521"/>
                </a:cubicBezTo>
                <a:cubicBezTo>
                  <a:pt x="97371" y="14624"/>
                  <a:pt x="96824" y="16389"/>
                  <a:pt x="96824" y="18817"/>
                </a:cubicBezTo>
                <a:lnTo>
                  <a:pt x="96824" y="32517"/>
                </a:lnTo>
                <a:lnTo>
                  <a:pt x="92832" y="32517"/>
                </a:lnTo>
                <a:lnTo>
                  <a:pt x="92832" y="17195"/>
                </a:lnTo>
                <a:cubicBezTo>
                  <a:pt x="92832" y="15419"/>
                  <a:pt x="92506" y="14087"/>
                  <a:pt x="91856" y="13199"/>
                </a:cubicBezTo>
                <a:cubicBezTo>
                  <a:pt x="91205" y="12311"/>
                  <a:pt x="90140" y="11867"/>
                  <a:pt x="88662" y="11867"/>
                </a:cubicBezTo>
                <a:cubicBezTo>
                  <a:pt x="87538" y="11867"/>
                  <a:pt x="86499" y="12163"/>
                  <a:pt x="85545" y="12755"/>
                </a:cubicBezTo>
                <a:cubicBezTo>
                  <a:pt x="84592" y="13347"/>
                  <a:pt x="83900" y="14213"/>
                  <a:pt x="83471" y="15353"/>
                </a:cubicBezTo>
                <a:cubicBezTo>
                  <a:pt x="83043" y="16493"/>
                  <a:pt x="82828" y="18136"/>
                  <a:pt x="82828" y="20282"/>
                </a:cubicBezTo>
                <a:lnTo>
                  <a:pt x="82828" y="32517"/>
                </a:lnTo>
                <a:lnTo>
                  <a:pt x="78836" y="32517"/>
                </a:lnTo>
                <a:close/>
                <a:moveTo>
                  <a:pt x="130550" y="32517"/>
                </a:moveTo>
                <a:lnTo>
                  <a:pt x="130550" y="29544"/>
                </a:lnTo>
                <a:cubicBezTo>
                  <a:pt x="129056" y="31881"/>
                  <a:pt x="126860" y="33049"/>
                  <a:pt x="123962" y="33049"/>
                </a:cubicBezTo>
                <a:cubicBezTo>
                  <a:pt x="122084" y="33049"/>
                  <a:pt x="120358" y="32531"/>
                  <a:pt x="118783" y="31496"/>
                </a:cubicBezTo>
                <a:cubicBezTo>
                  <a:pt x="117208" y="30461"/>
                  <a:pt x="115988" y="29016"/>
                  <a:pt x="115123" y="27160"/>
                </a:cubicBezTo>
                <a:cubicBezTo>
                  <a:pt x="114258" y="25304"/>
                  <a:pt x="113825" y="23171"/>
                  <a:pt x="113825" y="20761"/>
                </a:cubicBezTo>
                <a:cubicBezTo>
                  <a:pt x="113825" y="18410"/>
                  <a:pt x="114217" y="16277"/>
                  <a:pt x="115001" y="14362"/>
                </a:cubicBezTo>
                <a:cubicBezTo>
                  <a:pt x="115785" y="12447"/>
                  <a:pt x="116960" y="10979"/>
                  <a:pt x="118528" y="9959"/>
                </a:cubicBezTo>
                <a:cubicBezTo>
                  <a:pt x="120095" y="8939"/>
                  <a:pt x="121847" y="8429"/>
                  <a:pt x="123784" y="8429"/>
                </a:cubicBezTo>
                <a:cubicBezTo>
                  <a:pt x="125204" y="8429"/>
                  <a:pt x="126468" y="8728"/>
                  <a:pt x="127577" y="9327"/>
                </a:cubicBezTo>
                <a:cubicBezTo>
                  <a:pt x="128686" y="9926"/>
                  <a:pt x="129588" y="10706"/>
                  <a:pt x="130283" y="11667"/>
                </a:cubicBezTo>
                <a:lnTo>
                  <a:pt x="130283" y="0"/>
                </a:lnTo>
                <a:lnTo>
                  <a:pt x="134254" y="0"/>
                </a:lnTo>
                <a:lnTo>
                  <a:pt x="134254" y="32517"/>
                </a:lnTo>
                <a:lnTo>
                  <a:pt x="130550" y="32517"/>
                </a:lnTo>
                <a:moveTo>
                  <a:pt x="117929" y="20750"/>
                </a:moveTo>
                <a:cubicBezTo>
                  <a:pt x="117929" y="23755"/>
                  <a:pt x="118565" y="26002"/>
                  <a:pt x="119836" y="27490"/>
                </a:cubicBezTo>
                <a:cubicBezTo>
                  <a:pt x="121108" y="28978"/>
                  <a:pt x="122609" y="29722"/>
                  <a:pt x="124339" y="29722"/>
                </a:cubicBezTo>
                <a:cubicBezTo>
                  <a:pt x="126084" y="29722"/>
                  <a:pt x="127566" y="29011"/>
                  <a:pt x="128786" y="27590"/>
                </a:cubicBezTo>
                <a:cubicBezTo>
                  <a:pt x="130006" y="26168"/>
                  <a:pt x="130616" y="23998"/>
                  <a:pt x="130616" y="21081"/>
                </a:cubicBezTo>
                <a:cubicBezTo>
                  <a:pt x="130616" y="17870"/>
                  <a:pt x="129995" y="15512"/>
                  <a:pt x="128753" y="14010"/>
                </a:cubicBezTo>
                <a:cubicBezTo>
                  <a:pt x="127511" y="12507"/>
                  <a:pt x="125980" y="11756"/>
                  <a:pt x="124162" y="11756"/>
                </a:cubicBezTo>
                <a:cubicBezTo>
                  <a:pt x="122387" y="11756"/>
                  <a:pt x="120905" y="12478"/>
                  <a:pt x="119714" y="13922"/>
                </a:cubicBezTo>
                <a:cubicBezTo>
                  <a:pt x="118524" y="15365"/>
                  <a:pt x="117929" y="17641"/>
                  <a:pt x="117929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A2E15-7492-440B-80E6-9FD9BCB0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0" y="406100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Text buddle.md">
            <a:extLst xmlns:a="http://schemas.openxmlformats.org/drawingml/2006/main">
              <a:ext uri="{FF2B5EF4-FFF2-40B4-BE49-F238E27FC236}">
                <a16:creationId xmlns:a16="http://schemas.microsoft.com/office/drawing/2014/main" id="{F5E61988-7CB8-460F-B669-CB30ADF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48" y="4067575"/>
            <a:ext cx="205890" cy="33049"/>
          </a:xfrm>
          <a:custGeom xmlns:a="http://schemas.openxmlformats.org/drawingml/2006/main">
            <a:pathLst>
              <a:path w="205890" h="33049">
                <a:moveTo>
                  <a:pt x="3704" y="32517"/>
                </a:moveTo>
                <a:lnTo>
                  <a:pt x="0" y="32517"/>
                </a:lnTo>
                <a:lnTo>
                  <a:pt x="0" y="0"/>
                </a:lnTo>
                <a:lnTo>
                  <a:pt x="3992" y="0"/>
                </a:lnTo>
                <a:lnTo>
                  <a:pt x="3992" y="11643"/>
                </a:lnTo>
                <a:cubicBezTo>
                  <a:pt x="5678" y="9500"/>
                  <a:pt x="7830" y="8429"/>
                  <a:pt x="10447" y="8429"/>
                </a:cubicBezTo>
                <a:cubicBezTo>
                  <a:pt x="11896" y="8429"/>
                  <a:pt x="13268" y="8721"/>
                  <a:pt x="14562" y="9305"/>
                </a:cubicBezTo>
                <a:cubicBezTo>
                  <a:pt x="15855" y="9889"/>
                  <a:pt x="16920" y="10709"/>
                  <a:pt x="17755" y="11767"/>
                </a:cubicBezTo>
                <a:cubicBezTo>
                  <a:pt x="18591" y="12824"/>
                  <a:pt x="19245" y="14099"/>
                  <a:pt x="19718" y="15593"/>
                </a:cubicBezTo>
                <a:cubicBezTo>
                  <a:pt x="20192" y="17086"/>
                  <a:pt x="20428" y="18683"/>
                  <a:pt x="20428" y="20384"/>
                </a:cubicBezTo>
                <a:cubicBezTo>
                  <a:pt x="20428" y="24421"/>
                  <a:pt x="19430" y="27541"/>
                  <a:pt x="17434" y="29744"/>
                </a:cubicBezTo>
                <a:cubicBezTo>
                  <a:pt x="15438" y="31947"/>
                  <a:pt x="13042" y="33049"/>
                  <a:pt x="10247" y="33049"/>
                </a:cubicBezTo>
                <a:cubicBezTo>
                  <a:pt x="7467" y="33049"/>
                  <a:pt x="5286" y="31873"/>
                  <a:pt x="3704" y="29522"/>
                </a:cubicBezTo>
                <a:lnTo>
                  <a:pt x="3704" y="32517"/>
                </a:lnTo>
                <a:moveTo>
                  <a:pt x="3660" y="20562"/>
                </a:moveTo>
                <a:cubicBezTo>
                  <a:pt x="3660" y="23372"/>
                  <a:pt x="4044" y="25403"/>
                  <a:pt x="4813" y="26654"/>
                </a:cubicBezTo>
                <a:cubicBezTo>
                  <a:pt x="6070" y="28699"/>
                  <a:pt x="7771" y="29722"/>
                  <a:pt x="9915" y="29722"/>
                </a:cubicBezTo>
                <a:cubicBezTo>
                  <a:pt x="11660" y="29722"/>
                  <a:pt x="13168" y="28968"/>
                  <a:pt x="14440" y="27459"/>
                </a:cubicBezTo>
                <a:cubicBezTo>
                  <a:pt x="15711" y="25951"/>
                  <a:pt x="16347" y="23704"/>
                  <a:pt x="16347" y="20717"/>
                </a:cubicBezTo>
                <a:cubicBezTo>
                  <a:pt x="16347" y="17656"/>
                  <a:pt x="15737" y="15398"/>
                  <a:pt x="14517" y="13941"/>
                </a:cubicBezTo>
                <a:cubicBezTo>
                  <a:pt x="13297" y="12484"/>
                  <a:pt x="11822" y="11756"/>
                  <a:pt x="10092" y="11756"/>
                </a:cubicBezTo>
                <a:cubicBezTo>
                  <a:pt x="8347" y="11756"/>
                  <a:pt x="6839" y="12510"/>
                  <a:pt x="5567" y="14018"/>
                </a:cubicBezTo>
                <a:cubicBezTo>
                  <a:pt x="4296" y="15526"/>
                  <a:pt x="3660" y="17708"/>
                  <a:pt x="3660" y="20562"/>
                </a:cubicBezTo>
                <a:close/>
                <a:moveTo>
                  <a:pt x="40853" y="32517"/>
                </a:moveTo>
                <a:lnTo>
                  <a:pt x="40853" y="29056"/>
                </a:lnTo>
                <a:cubicBezTo>
                  <a:pt x="39019" y="31718"/>
                  <a:pt x="36528" y="33049"/>
                  <a:pt x="33378" y="33049"/>
                </a:cubicBezTo>
                <a:cubicBezTo>
                  <a:pt x="31988" y="33049"/>
                  <a:pt x="30690" y="32783"/>
                  <a:pt x="29485" y="32250"/>
                </a:cubicBezTo>
                <a:cubicBezTo>
                  <a:pt x="28280" y="31718"/>
                  <a:pt x="27385" y="31049"/>
                  <a:pt x="26801" y="30243"/>
                </a:cubicBezTo>
                <a:cubicBezTo>
                  <a:pt x="26217" y="29437"/>
                  <a:pt x="25807" y="28450"/>
                  <a:pt x="25570" y="27282"/>
                </a:cubicBezTo>
                <a:cubicBezTo>
                  <a:pt x="25408" y="26498"/>
                  <a:pt x="25326" y="25256"/>
                  <a:pt x="25326" y="23556"/>
                </a:cubicBezTo>
                <a:lnTo>
                  <a:pt x="25326" y="8961"/>
                </a:lnTo>
                <a:lnTo>
                  <a:pt x="29319" y="8961"/>
                </a:lnTo>
                <a:lnTo>
                  <a:pt x="29319" y="22025"/>
                </a:lnTo>
                <a:cubicBezTo>
                  <a:pt x="29319" y="24110"/>
                  <a:pt x="29400" y="25515"/>
                  <a:pt x="29563" y="26240"/>
                </a:cubicBezTo>
                <a:cubicBezTo>
                  <a:pt x="29814" y="27289"/>
                  <a:pt x="30347" y="28114"/>
                  <a:pt x="31160" y="28713"/>
                </a:cubicBezTo>
                <a:cubicBezTo>
                  <a:pt x="31973" y="29312"/>
                  <a:pt x="32979" y="29611"/>
                  <a:pt x="34176" y="29611"/>
                </a:cubicBezTo>
                <a:cubicBezTo>
                  <a:pt x="35374" y="29611"/>
                  <a:pt x="36498" y="29304"/>
                  <a:pt x="37548" y="28690"/>
                </a:cubicBezTo>
                <a:cubicBezTo>
                  <a:pt x="38598" y="28077"/>
                  <a:pt x="39341" y="27241"/>
                  <a:pt x="39777" y="26184"/>
                </a:cubicBezTo>
                <a:cubicBezTo>
                  <a:pt x="40213" y="25127"/>
                  <a:pt x="40431" y="23593"/>
                  <a:pt x="40431" y="21582"/>
                </a:cubicBezTo>
                <a:lnTo>
                  <a:pt x="40431" y="8961"/>
                </a:lnTo>
                <a:lnTo>
                  <a:pt x="44424" y="8961"/>
                </a:lnTo>
                <a:lnTo>
                  <a:pt x="44424" y="32517"/>
                </a:lnTo>
                <a:lnTo>
                  <a:pt x="40853" y="32517"/>
                </a:lnTo>
                <a:close/>
                <a:moveTo>
                  <a:pt x="66090" y="32517"/>
                </a:moveTo>
                <a:lnTo>
                  <a:pt x="66090" y="29544"/>
                </a:lnTo>
                <a:cubicBezTo>
                  <a:pt x="64597" y="31881"/>
                  <a:pt x="62401" y="33049"/>
                  <a:pt x="59503" y="33049"/>
                </a:cubicBezTo>
                <a:cubicBezTo>
                  <a:pt x="57625" y="33049"/>
                  <a:pt x="55898" y="32531"/>
                  <a:pt x="54324" y="31496"/>
                </a:cubicBezTo>
                <a:cubicBezTo>
                  <a:pt x="52749" y="30461"/>
                  <a:pt x="51529" y="29016"/>
                  <a:pt x="50664" y="27160"/>
                </a:cubicBezTo>
                <a:cubicBezTo>
                  <a:pt x="49799" y="25304"/>
                  <a:pt x="49366" y="23171"/>
                  <a:pt x="49366" y="20761"/>
                </a:cubicBezTo>
                <a:cubicBezTo>
                  <a:pt x="49366" y="18410"/>
                  <a:pt x="49758" y="16277"/>
                  <a:pt x="50542" y="14362"/>
                </a:cubicBezTo>
                <a:cubicBezTo>
                  <a:pt x="51326" y="12447"/>
                  <a:pt x="52501" y="10979"/>
                  <a:pt x="54069" y="9959"/>
                </a:cubicBezTo>
                <a:cubicBezTo>
                  <a:pt x="55636" y="8939"/>
                  <a:pt x="57388" y="8429"/>
                  <a:pt x="59325" y="8429"/>
                </a:cubicBezTo>
                <a:cubicBezTo>
                  <a:pt x="60745" y="8429"/>
                  <a:pt x="62009" y="8728"/>
                  <a:pt x="63118" y="9327"/>
                </a:cubicBezTo>
                <a:cubicBezTo>
                  <a:pt x="64227" y="9926"/>
                  <a:pt x="65129" y="10706"/>
                  <a:pt x="65824" y="11667"/>
                </a:cubicBezTo>
                <a:lnTo>
                  <a:pt x="65824" y="0"/>
                </a:lnTo>
                <a:lnTo>
                  <a:pt x="69795" y="0"/>
                </a:lnTo>
                <a:lnTo>
                  <a:pt x="69795" y="32517"/>
                </a:lnTo>
                <a:lnTo>
                  <a:pt x="66090" y="32517"/>
                </a:lnTo>
                <a:moveTo>
                  <a:pt x="53470" y="20750"/>
                </a:moveTo>
                <a:cubicBezTo>
                  <a:pt x="53470" y="23755"/>
                  <a:pt x="54106" y="26002"/>
                  <a:pt x="55377" y="27490"/>
                </a:cubicBezTo>
                <a:cubicBezTo>
                  <a:pt x="56649" y="28978"/>
                  <a:pt x="58150" y="29722"/>
                  <a:pt x="59880" y="29722"/>
                </a:cubicBezTo>
                <a:cubicBezTo>
                  <a:pt x="61625" y="29722"/>
                  <a:pt x="63107" y="29011"/>
                  <a:pt x="64327" y="27590"/>
                </a:cubicBezTo>
                <a:cubicBezTo>
                  <a:pt x="65547" y="26168"/>
                  <a:pt x="66157" y="23998"/>
                  <a:pt x="66157" y="21081"/>
                </a:cubicBezTo>
                <a:cubicBezTo>
                  <a:pt x="66157" y="17870"/>
                  <a:pt x="65536" y="15512"/>
                  <a:pt x="64294" y="14010"/>
                </a:cubicBezTo>
                <a:cubicBezTo>
                  <a:pt x="63052" y="12507"/>
                  <a:pt x="61521" y="11756"/>
                  <a:pt x="59702" y="11756"/>
                </a:cubicBezTo>
                <a:cubicBezTo>
                  <a:pt x="57928" y="11756"/>
                  <a:pt x="56446" y="12478"/>
                  <a:pt x="55255" y="13922"/>
                </a:cubicBezTo>
                <a:cubicBezTo>
                  <a:pt x="54065" y="15365"/>
                  <a:pt x="53470" y="17641"/>
                  <a:pt x="53470" y="20750"/>
                </a:cubicBezTo>
                <a:close/>
                <a:moveTo>
                  <a:pt x="91484" y="32517"/>
                </a:moveTo>
                <a:lnTo>
                  <a:pt x="91484" y="29544"/>
                </a:lnTo>
                <a:cubicBezTo>
                  <a:pt x="89990" y="31881"/>
                  <a:pt x="87794" y="33049"/>
                  <a:pt x="84896" y="33049"/>
                </a:cubicBezTo>
                <a:cubicBezTo>
                  <a:pt x="83018" y="33049"/>
                  <a:pt x="81292" y="32531"/>
                  <a:pt x="79717" y="31496"/>
                </a:cubicBezTo>
                <a:cubicBezTo>
                  <a:pt x="78142" y="30461"/>
                  <a:pt x="76922" y="29016"/>
                  <a:pt x="76057" y="27160"/>
                </a:cubicBezTo>
                <a:cubicBezTo>
                  <a:pt x="75192" y="25304"/>
                  <a:pt x="74759" y="23171"/>
                  <a:pt x="74759" y="20761"/>
                </a:cubicBezTo>
                <a:cubicBezTo>
                  <a:pt x="74759" y="18410"/>
                  <a:pt x="75151" y="16277"/>
                  <a:pt x="75935" y="14362"/>
                </a:cubicBezTo>
                <a:cubicBezTo>
                  <a:pt x="76719" y="12447"/>
                  <a:pt x="77894" y="10979"/>
                  <a:pt x="79462" y="9959"/>
                </a:cubicBezTo>
                <a:cubicBezTo>
                  <a:pt x="81029" y="8939"/>
                  <a:pt x="82781" y="8429"/>
                  <a:pt x="84719" y="8429"/>
                </a:cubicBezTo>
                <a:cubicBezTo>
                  <a:pt x="86138" y="8429"/>
                  <a:pt x="87402" y="8728"/>
                  <a:pt x="88511" y="9327"/>
                </a:cubicBezTo>
                <a:cubicBezTo>
                  <a:pt x="89620" y="9926"/>
                  <a:pt x="90522" y="10706"/>
                  <a:pt x="91217" y="11667"/>
                </a:cubicBezTo>
                <a:lnTo>
                  <a:pt x="91217" y="0"/>
                </a:lnTo>
                <a:lnTo>
                  <a:pt x="95188" y="0"/>
                </a:lnTo>
                <a:lnTo>
                  <a:pt x="95188" y="32517"/>
                </a:lnTo>
                <a:lnTo>
                  <a:pt x="91484" y="32517"/>
                </a:lnTo>
                <a:moveTo>
                  <a:pt x="78863" y="20750"/>
                </a:moveTo>
                <a:cubicBezTo>
                  <a:pt x="78863" y="23755"/>
                  <a:pt x="79499" y="26002"/>
                  <a:pt x="80770" y="27490"/>
                </a:cubicBezTo>
                <a:cubicBezTo>
                  <a:pt x="82042" y="28978"/>
                  <a:pt x="83543" y="29722"/>
                  <a:pt x="85273" y="29722"/>
                </a:cubicBezTo>
                <a:cubicBezTo>
                  <a:pt x="87018" y="29722"/>
                  <a:pt x="88500" y="29011"/>
                  <a:pt x="89720" y="27590"/>
                </a:cubicBezTo>
                <a:cubicBezTo>
                  <a:pt x="90940" y="26168"/>
                  <a:pt x="91550" y="23998"/>
                  <a:pt x="91550" y="21081"/>
                </a:cubicBezTo>
                <a:cubicBezTo>
                  <a:pt x="91550" y="17870"/>
                  <a:pt x="90929" y="15512"/>
                  <a:pt x="89687" y="14010"/>
                </a:cubicBezTo>
                <a:cubicBezTo>
                  <a:pt x="88445" y="12507"/>
                  <a:pt x="86914" y="11756"/>
                  <a:pt x="85096" y="11756"/>
                </a:cubicBezTo>
                <a:cubicBezTo>
                  <a:pt x="83321" y="11756"/>
                  <a:pt x="81839" y="12478"/>
                  <a:pt x="80648" y="13922"/>
                </a:cubicBezTo>
                <a:cubicBezTo>
                  <a:pt x="79458" y="15365"/>
                  <a:pt x="78863" y="17641"/>
                  <a:pt x="78863" y="20750"/>
                </a:cubicBezTo>
                <a:close/>
                <a:moveTo>
                  <a:pt x="101505" y="32517"/>
                </a:moveTo>
                <a:lnTo>
                  <a:pt x="101505" y="0"/>
                </a:lnTo>
                <a:lnTo>
                  <a:pt x="105498" y="0"/>
                </a:lnTo>
                <a:lnTo>
                  <a:pt x="105498" y="32517"/>
                </a:lnTo>
                <a:lnTo>
                  <a:pt x="101505" y="32517"/>
                </a:lnTo>
                <a:close/>
                <a:moveTo>
                  <a:pt x="128576" y="24931"/>
                </a:moveTo>
                <a:lnTo>
                  <a:pt x="132702" y="25441"/>
                </a:lnTo>
                <a:cubicBezTo>
                  <a:pt x="132051" y="27851"/>
                  <a:pt x="130846" y="29722"/>
                  <a:pt x="129086" y="31053"/>
                </a:cubicBezTo>
                <a:cubicBezTo>
                  <a:pt x="127327" y="32384"/>
                  <a:pt x="125079" y="33049"/>
                  <a:pt x="122343" y="33049"/>
                </a:cubicBezTo>
                <a:cubicBezTo>
                  <a:pt x="118898" y="33049"/>
                  <a:pt x="116166" y="31988"/>
                  <a:pt x="114148" y="29866"/>
                </a:cubicBezTo>
                <a:cubicBezTo>
                  <a:pt x="112129" y="27744"/>
                  <a:pt x="111120" y="24768"/>
                  <a:pt x="111120" y="20938"/>
                </a:cubicBezTo>
                <a:cubicBezTo>
                  <a:pt x="111120" y="16975"/>
                  <a:pt x="112140" y="13900"/>
                  <a:pt x="114181" y="11711"/>
                </a:cubicBezTo>
                <a:cubicBezTo>
                  <a:pt x="116222" y="9523"/>
                  <a:pt x="118868" y="8429"/>
                  <a:pt x="122122" y="8429"/>
                </a:cubicBezTo>
                <a:cubicBezTo>
                  <a:pt x="125271" y="8429"/>
                  <a:pt x="127844" y="9499"/>
                  <a:pt x="129840" y="11640"/>
                </a:cubicBezTo>
                <a:cubicBezTo>
                  <a:pt x="131837" y="13780"/>
                  <a:pt x="132835" y="16792"/>
                  <a:pt x="132835" y="20674"/>
                </a:cubicBezTo>
                <a:cubicBezTo>
                  <a:pt x="132835" y="20910"/>
                  <a:pt x="132827" y="21265"/>
                  <a:pt x="132813" y="21737"/>
                </a:cubicBezTo>
                <a:lnTo>
                  <a:pt x="115246" y="21737"/>
                </a:lnTo>
                <a:cubicBezTo>
                  <a:pt x="115394" y="24317"/>
                  <a:pt x="116125" y="26293"/>
                  <a:pt x="117442" y="27665"/>
                </a:cubicBezTo>
                <a:cubicBezTo>
                  <a:pt x="118758" y="29036"/>
                  <a:pt x="120399" y="29722"/>
                  <a:pt x="122366" y="29722"/>
                </a:cubicBezTo>
                <a:cubicBezTo>
                  <a:pt x="123829" y="29722"/>
                  <a:pt x="125079" y="29341"/>
                  <a:pt x="126114" y="28580"/>
                </a:cubicBezTo>
                <a:cubicBezTo>
                  <a:pt x="127149" y="27818"/>
                  <a:pt x="127970" y="26601"/>
                  <a:pt x="128576" y="24931"/>
                </a:cubicBezTo>
                <a:moveTo>
                  <a:pt x="115467" y="18410"/>
                </a:moveTo>
                <a:lnTo>
                  <a:pt x="128620" y="18410"/>
                </a:lnTo>
                <a:cubicBezTo>
                  <a:pt x="128443" y="16461"/>
                  <a:pt x="127940" y="14999"/>
                  <a:pt x="127112" y="14024"/>
                </a:cubicBezTo>
                <a:cubicBezTo>
                  <a:pt x="125841" y="12512"/>
                  <a:pt x="124192" y="11756"/>
                  <a:pt x="122166" y="11756"/>
                </a:cubicBezTo>
                <a:cubicBezTo>
                  <a:pt x="120332" y="11756"/>
                  <a:pt x="118791" y="12359"/>
                  <a:pt x="117541" y="13567"/>
                </a:cubicBezTo>
                <a:cubicBezTo>
                  <a:pt x="116292" y="14774"/>
                  <a:pt x="115601" y="16388"/>
                  <a:pt x="115467" y="18410"/>
                </a:cubicBezTo>
                <a:close/>
                <a:moveTo>
                  <a:pt x="138975" y="32517"/>
                </a:moveTo>
                <a:lnTo>
                  <a:pt x="138975" y="27947"/>
                </a:lnTo>
                <a:lnTo>
                  <a:pt x="143522" y="27947"/>
                </a:lnTo>
                <a:lnTo>
                  <a:pt x="143522" y="32517"/>
                </a:lnTo>
                <a:lnTo>
                  <a:pt x="138975" y="32517"/>
                </a:lnTo>
                <a:close/>
                <a:moveTo>
                  <a:pt x="150472" y="32517"/>
                </a:moveTo>
                <a:lnTo>
                  <a:pt x="150472" y="8961"/>
                </a:lnTo>
                <a:lnTo>
                  <a:pt x="154043" y="8961"/>
                </a:lnTo>
                <a:lnTo>
                  <a:pt x="154043" y="12244"/>
                </a:lnTo>
                <a:cubicBezTo>
                  <a:pt x="154783" y="11097"/>
                  <a:pt x="155766" y="10174"/>
                  <a:pt x="156993" y="9476"/>
                </a:cubicBezTo>
                <a:cubicBezTo>
                  <a:pt x="158221" y="8778"/>
                  <a:pt x="159618" y="8429"/>
                  <a:pt x="161185" y="8429"/>
                </a:cubicBezTo>
                <a:cubicBezTo>
                  <a:pt x="162930" y="8429"/>
                  <a:pt x="164361" y="8789"/>
                  <a:pt x="165477" y="9510"/>
                </a:cubicBezTo>
                <a:cubicBezTo>
                  <a:pt x="166594" y="10230"/>
                  <a:pt x="167381" y="11238"/>
                  <a:pt x="167840" y="12532"/>
                </a:cubicBezTo>
                <a:cubicBezTo>
                  <a:pt x="169703" y="9796"/>
                  <a:pt x="172128" y="8429"/>
                  <a:pt x="175115" y="8429"/>
                </a:cubicBezTo>
                <a:cubicBezTo>
                  <a:pt x="177451" y="8429"/>
                  <a:pt x="179248" y="9076"/>
                  <a:pt x="180505" y="10369"/>
                </a:cubicBezTo>
                <a:cubicBezTo>
                  <a:pt x="181762" y="11663"/>
                  <a:pt x="182390" y="13656"/>
                  <a:pt x="182390" y="16347"/>
                </a:cubicBezTo>
                <a:lnTo>
                  <a:pt x="182390" y="32517"/>
                </a:lnTo>
                <a:lnTo>
                  <a:pt x="178420" y="32517"/>
                </a:lnTo>
                <a:lnTo>
                  <a:pt x="178420" y="17662"/>
                </a:lnTo>
                <a:cubicBezTo>
                  <a:pt x="178420" y="16063"/>
                  <a:pt x="178290" y="14912"/>
                  <a:pt x="178032" y="14209"/>
                </a:cubicBezTo>
                <a:cubicBezTo>
                  <a:pt x="177773" y="13506"/>
                  <a:pt x="177303" y="12940"/>
                  <a:pt x="176623" y="12510"/>
                </a:cubicBezTo>
                <a:cubicBezTo>
                  <a:pt x="175943" y="12081"/>
                  <a:pt x="175144" y="11867"/>
                  <a:pt x="174228" y="11867"/>
                </a:cubicBezTo>
                <a:cubicBezTo>
                  <a:pt x="172571" y="11867"/>
                  <a:pt x="171196" y="12418"/>
                  <a:pt x="170102" y="13521"/>
                </a:cubicBezTo>
                <a:cubicBezTo>
                  <a:pt x="169008" y="14624"/>
                  <a:pt x="168461" y="16389"/>
                  <a:pt x="168461" y="18817"/>
                </a:cubicBezTo>
                <a:lnTo>
                  <a:pt x="168461" y="32517"/>
                </a:lnTo>
                <a:lnTo>
                  <a:pt x="164468" y="32517"/>
                </a:lnTo>
                <a:lnTo>
                  <a:pt x="164468" y="17195"/>
                </a:lnTo>
                <a:cubicBezTo>
                  <a:pt x="164468" y="15419"/>
                  <a:pt x="164143" y="14087"/>
                  <a:pt x="163492" y="13199"/>
                </a:cubicBezTo>
                <a:cubicBezTo>
                  <a:pt x="162842" y="12311"/>
                  <a:pt x="161777" y="11867"/>
                  <a:pt x="160298" y="11867"/>
                </a:cubicBezTo>
                <a:cubicBezTo>
                  <a:pt x="159174" y="11867"/>
                  <a:pt x="158136" y="12163"/>
                  <a:pt x="157182" y="12755"/>
                </a:cubicBezTo>
                <a:cubicBezTo>
                  <a:pt x="156228" y="13347"/>
                  <a:pt x="155537" y="14213"/>
                  <a:pt x="155108" y="15353"/>
                </a:cubicBezTo>
                <a:cubicBezTo>
                  <a:pt x="154679" y="16493"/>
                  <a:pt x="154465" y="18136"/>
                  <a:pt x="154465" y="20282"/>
                </a:cubicBezTo>
                <a:lnTo>
                  <a:pt x="154465" y="32517"/>
                </a:lnTo>
                <a:lnTo>
                  <a:pt x="150472" y="32517"/>
                </a:lnTo>
                <a:close/>
                <a:moveTo>
                  <a:pt x="202186" y="32517"/>
                </a:moveTo>
                <a:lnTo>
                  <a:pt x="202186" y="29544"/>
                </a:lnTo>
                <a:cubicBezTo>
                  <a:pt x="200692" y="31881"/>
                  <a:pt x="198497" y="33049"/>
                  <a:pt x="195598" y="33049"/>
                </a:cubicBezTo>
                <a:cubicBezTo>
                  <a:pt x="193720" y="33049"/>
                  <a:pt x="191994" y="32531"/>
                  <a:pt x="190419" y="31496"/>
                </a:cubicBezTo>
                <a:cubicBezTo>
                  <a:pt x="188844" y="30461"/>
                  <a:pt x="187624" y="29016"/>
                  <a:pt x="186759" y="27160"/>
                </a:cubicBezTo>
                <a:cubicBezTo>
                  <a:pt x="185894" y="25304"/>
                  <a:pt x="185462" y="23171"/>
                  <a:pt x="185462" y="20761"/>
                </a:cubicBezTo>
                <a:cubicBezTo>
                  <a:pt x="185462" y="18410"/>
                  <a:pt x="185854" y="16277"/>
                  <a:pt x="186637" y="14362"/>
                </a:cubicBezTo>
                <a:cubicBezTo>
                  <a:pt x="187421" y="12447"/>
                  <a:pt x="188597" y="10979"/>
                  <a:pt x="190164" y="9959"/>
                </a:cubicBezTo>
                <a:cubicBezTo>
                  <a:pt x="191732" y="8939"/>
                  <a:pt x="193484" y="8429"/>
                  <a:pt x="195421" y="8429"/>
                </a:cubicBezTo>
                <a:cubicBezTo>
                  <a:pt x="196840" y="8429"/>
                  <a:pt x="198105" y="8728"/>
                  <a:pt x="199214" y="9327"/>
                </a:cubicBezTo>
                <a:cubicBezTo>
                  <a:pt x="200323" y="9926"/>
                  <a:pt x="201225" y="10706"/>
                  <a:pt x="201920" y="11667"/>
                </a:cubicBezTo>
                <a:lnTo>
                  <a:pt x="201920" y="0"/>
                </a:lnTo>
                <a:lnTo>
                  <a:pt x="205890" y="0"/>
                </a:lnTo>
                <a:lnTo>
                  <a:pt x="205890" y="32517"/>
                </a:lnTo>
                <a:lnTo>
                  <a:pt x="202186" y="32517"/>
                </a:lnTo>
                <a:moveTo>
                  <a:pt x="189565" y="20750"/>
                </a:moveTo>
                <a:cubicBezTo>
                  <a:pt x="189565" y="23755"/>
                  <a:pt x="190201" y="26002"/>
                  <a:pt x="191473" y="27490"/>
                </a:cubicBezTo>
                <a:cubicBezTo>
                  <a:pt x="192744" y="28978"/>
                  <a:pt x="194245" y="29722"/>
                  <a:pt x="195975" y="29722"/>
                </a:cubicBezTo>
                <a:cubicBezTo>
                  <a:pt x="197720" y="29722"/>
                  <a:pt x="199203" y="29011"/>
                  <a:pt x="200423" y="27590"/>
                </a:cubicBezTo>
                <a:cubicBezTo>
                  <a:pt x="201643" y="26168"/>
                  <a:pt x="202253" y="23998"/>
                  <a:pt x="202253" y="21081"/>
                </a:cubicBezTo>
                <a:cubicBezTo>
                  <a:pt x="202253" y="17870"/>
                  <a:pt x="201631" y="15512"/>
                  <a:pt x="200389" y="14010"/>
                </a:cubicBezTo>
                <a:cubicBezTo>
                  <a:pt x="199147" y="12507"/>
                  <a:pt x="197617" y="11756"/>
                  <a:pt x="195798" y="11756"/>
                </a:cubicBezTo>
                <a:cubicBezTo>
                  <a:pt x="194024" y="11756"/>
                  <a:pt x="192541" y="12478"/>
                  <a:pt x="191351" y="13922"/>
                </a:cubicBezTo>
                <a:cubicBezTo>
                  <a:pt x="190160" y="15365"/>
                  <a:pt x="189565" y="17641"/>
                  <a:pt x="189565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5C243-06E7-4BE3-96B7-35CCDB4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10" y="415011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Text doughntu.md">
            <a:extLst xmlns:a="http://schemas.openxmlformats.org/drawingml/2006/main">
              <a:ext uri="{FF2B5EF4-FFF2-40B4-BE49-F238E27FC236}">
                <a16:creationId xmlns:a16="http://schemas.microsoft.com/office/drawing/2014/main" id="{79749D16-8910-47E5-B045-2B932A5F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29" y="4156837"/>
            <a:ext cx="259958" cy="42099"/>
          </a:xfrm>
          <a:custGeom xmlns:a="http://schemas.openxmlformats.org/drawingml/2006/main">
            <a:pathLst>
              <a:path w="259958" h="42099">
                <a:moveTo>
                  <a:pt x="16724" y="32517"/>
                </a:moveTo>
                <a:lnTo>
                  <a:pt x="16724" y="29544"/>
                </a:lnTo>
                <a:cubicBezTo>
                  <a:pt x="15231" y="31881"/>
                  <a:pt x="13035" y="33049"/>
                  <a:pt x="10136" y="33049"/>
                </a:cubicBezTo>
                <a:cubicBezTo>
                  <a:pt x="8259" y="33049"/>
                  <a:pt x="6532" y="32531"/>
                  <a:pt x="4957" y="31496"/>
                </a:cubicBezTo>
                <a:cubicBezTo>
                  <a:pt x="3383" y="30461"/>
                  <a:pt x="2163" y="29016"/>
                  <a:pt x="1298" y="27160"/>
                </a:cubicBezTo>
                <a:cubicBezTo>
                  <a:pt x="433" y="25304"/>
                  <a:pt x="0" y="23171"/>
                  <a:pt x="0" y="20761"/>
                </a:cubicBezTo>
                <a:cubicBezTo>
                  <a:pt x="0" y="18410"/>
                  <a:pt x="392" y="16277"/>
                  <a:pt x="1176" y="14362"/>
                </a:cubicBezTo>
                <a:cubicBezTo>
                  <a:pt x="1959" y="12447"/>
                  <a:pt x="3135" y="10979"/>
                  <a:pt x="4702" y="9959"/>
                </a:cubicBezTo>
                <a:cubicBezTo>
                  <a:pt x="6270" y="8939"/>
                  <a:pt x="8022" y="8429"/>
                  <a:pt x="9959" y="8429"/>
                </a:cubicBezTo>
                <a:cubicBezTo>
                  <a:pt x="11379" y="8429"/>
                  <a:pt x="12643" y="8728"/>
                  <a:pt x="13752" y="9327"/>
                </a:cubicBezTo>
                <a:cubicBezTo>
                  <a:pt x="14861" y="9926"/>
                  <a:pt x="15763" y="10706"/>
                  <a:pt x="16458" y="11667"/>
                </a:cubicBezTo>
                <a:lnTo>
                  <a:pt x="16458" y="0"/>
                </a:lnTo>
                <a:lnTo>
                  <a:pt x="20428" y="0"/>
                </a:lnTo>
                <a:lnTo>
                  <a:pt x="20428" y="32517"/>
                </a:lnTo>
                <a:lnTo>
                  <a:pt x="16724" y="32517"/>
                </a:lnTo>
                <a:moveTo>
                  <a:pt x="4103" y="20750"/>
                </a:moveTo>
                <a:cubicBezTo>
                  <a:pt x="4103" y="23755"/>
                  <a:pt x="4739" y="26002"/>
                  <a:pt x="6011" y="27490"/>
                </a:cubicBezTo>
                <a:cubicBezTo>
                  <a:pt x="7283" y="28978"/>
                  <a:pt x="8783" y="29722"/>
                  <a:pt x="10514" y="29722"/>
                </a:cubicBezTo>
                <a:cubicBezTo>
                  <a:pt x="12258" y="29722"/>
                  <a:pt x="13741" y="29011"/>
                  <a:pt x="14961" y="27590"/>
                </a:cubicBezTo>
                <a:cubicBezTo>
                  <a:pt x="16181" y="26168"/>
                  <a:pt x="16791" y="23998"/>
                  <a:pt x="16791" y="21081"/>
                </a:cubicBezTo>
                <a:cubicBezTo>
                  <a:pt x="16791" y="17870"/>
                  <a:pt x="16170" y="15512"/>
                  <a:pt x="14927" y="14010"/>
                </a:cubicBezTo>
                <a:cubicBezTo>
                  <a:pt x="13685" y="12507"/>
                  <a:pt x="12155" y="11756"/>
                  <a:pt x="10336" y="11756"/>
                </a:cubicBezTo>
                <a:cubicBezTo>
                  <a:pt x="8562" y="11756"/>
                  <a:pt x="7079" y="12478"/>
                  <a:pt x="5889" y="13922"/>
                </a:cubicBezTo>
                <a:cubicBezTo>
                  <a:pt x="4699" y="15365"/>
                  <a:pt x="4103" y="17641"/>
                  <a:pt x="4103" y="20750"/>
                </a:cubicBezTo>
                <a:close/>
                <a:moveTo>
                  <a:pt x="25349" y="20739"/>
                </a:moveTo>
                <a:cubicBezTo>
                  <a:pt x="25349" y="16377"/>
                  <a:pt x="26561" y="13146"/>
                  <a:pt x="28986" y="11046"/>
                </a:cubicBezTo>
                <a:cubicBezTo>
                  <a:pt x="31012" y="9301"/>
                  <a:pt x="33481" y="8429"/>
                  <a:pt x="36394" y="8429"/>
                </a:cubicBezTo>
                <a:cubicBezTo>
                  <a:pt x="39633" y="8429"/>
                  <a:pt x="42280" y="9490"/>
                  <a:pt x="44335" y="11611"/>
                </a:cubicBezTo>
                <a:cubicBezTo>
                  <a:pt x="46390" y="13733"/>
                  <a:pt x="47418" y="16665"/>
                  <a:pt x="47418" y="20406"/>
                </a:cubicBezTo>
                <a:cubicBezTo>
                  <a:pt x="47418" y="23437"/>
                  <a:pt x="46963" y="25822"/>
                  <a:pt x="46054" y="27559"/>
                </a:cubicBezTo>
                <a:cubicBezTo>
                  <a:pt x="45145" y="29297"/>
                  <a:pt x="43821" y="30646"/>
                  <a:pt x="42084" y="31607"/>
                </a:cubicBezTo>
                <a:cubicBezTo>
                  <a:pt x="40346" y="32568"/>
                  <a:pt x="38450" y="33049"/>
                  <a:pt x="36394" y="33049"/>
                </a:cubicBezTo>
                <a:cubicBezTo>
                  <a:pt x="33097" y="33049"/>
                  <a:pt x="30432" y="31992"/>
                  <a:pt x="28398" y="29877"/>
                </a:cubicBezTo>
                <a:cubicBezTo>
                  <a:pt x="26365" y="27763"/>
                  <a:pt x="25349" y="24716"/>
                  <a:pt x="25349" y="20739"/>
                </a:cubicBezTo>
                <a:moveTo>
                  <a:pt x="29452" y="20728"/>
                </a:moveTo>
                <a:cubicBezTo>
                  <a:pt x="29452" y="23733"/>
                  <a:pt x="30110" y="25984"/>
                  <a:pt x="31426" y="27479"/>
                </a:cubicBezTo>
                <a:cubicBezTo>
                  <a:pt x="32742" y="28974"/>
                  <a:pt x="34398" y="29722"/>
                  <a:pt x="36394" y="29722"/>
                </a:cubicBezTo>
                <a:cubicBezTo>
                  <a:pt x="38376" y="29722"/>
                  <a:pt x="40025" y="28971"/>
                  <a:pt x="41341" y="27468"/>
                </a:cubicBezTo>
                <a:cubicBezTo>
                  <a:pt x="42657" y="25965"/>
                  <a:pt x="43315" y="23674"/>
                  <a:pt x="43315" y="20595"/>
                </a:cubicBezTo>
                <a:cubicBezTo>
                  <a:pt x="43315" y="17693"/>
                  <a:pt x="42653" y="15494"/>
                  <a:pt x="41330" y="13999"/>
                </a:cubicBezTo>
                <a:cubicBezTo>
                  <a:pt x="40006" y="12503"/>
                  <a:pt x="38361" y="11756"/>
                  <a:pt x="36394" y="11756"/>
                </a:cubicBezTo>
                <a:cubicBezTo>
                  <a:pt x="34398" y="11756"/>
                  <a:pt x="32742" y="12500"/>
                  <a:pt x="31426" y="13988"/>
                </a:cubicBezTo>
                <a:cubicBezTo>
                  <a:pt x="30110" y="15476"/>
                  <a:pt x="29452" y="17722"/>
                  <a:pt x="29452" y="20728"/>
                </a:cubicBezTo>
                <a:close/>
                <a:moveTo>
                  <a:pt x="67665" y="32517"/>
                </a:moveTo>
                <a:lnTo>
                  <a:pt x="67665" y="29056"/>
                </a:lnTo>
                <a:cubicBezTo>
                  <a:pt x="65832" y="31718"/>
                  <a:pt x="63340" y="33049"/>
                  <a:pt x="60190" y="33049"/>
                </a:cubicBezTo>
                <a:cubicBezTo>
                  <a:pt x="58800" y="33049"/>
                  <a:pt x="57503" y="32783"/>
                  <a:pt x="56298" y="32250"/>
                </a:cubicBezTo>
                <a:cubicBezTo>
                  <a:pt x="55093" y="31718"/>
                  <a:pt x="54198" y="31049"/>
                  <a:pt x="53614" y="30243"/>
                </a:cubicBezTo>
                <a:cubicBezTo>
                  <a:pt x="53030" y="29437"/>
                  <a:pt x="52619" y="28450"/>
                  <a:pt x="52383" y="27282"/>
                </a:cubicBezTo>
                <a:cubicBezTo>
                  <a:pt x="52220" y="26498"/>
                  <a:pt x="52139" y="25256"/>
                  <a:pt x="52139" y="23556"/>
                </a:cubicBezTo>
                <a:lnTo>
                  <a:pt x="52139" y="8961"/>
                </a:lnTo>
                <a:lnTo>
                  <a:pt x="56131" y="8961"/>
                </a:lnTo>
                <a:lnTo>
                  <a:pt x="56131" y="22025"/>
                </a:lnTo>
                <a:cubicBezTo>
                  <a:pt x="56131" y="24110"/>
                  <a:pt x="56213" y="25515"/>
                  <a:pt x="56375" y="26240"/>
                </a:cubicBezTo>
                <a:cubicBezTo>
                  <a:pt x="56627" y="27289"/>
                  <a:pt x="57159" y="28114"/>
                  <a:pt x="57972" y="28713"/>
                </a:cubicBezTo>
                <a:cubicBezTo>
                  <a:pt x="58786" y="29312"/>
                  <a:pt x="59791" y="29611"/>
                  <a:pt x="60989" y="29611"/>
                </a:cubicBezTo>
                <a:cubicBezTo>
                  <a:pt x="62187" y="29611"/>
                  <a:pt x="63310" y="29304"/>
                  <a:pt x="64360" y="28690"/>
                </a:cubicBezTo>
                <a:cubicBezTo>
                  <a:pt x="65410" y="28077"/>
                  <a:pt x="66153" y="27241"/>
                  <a:pt x="66590" y="26184"/>
                </a:cubicBezTo>
                <a:cubicBezTo>
                  <a:pt x="67026" y="25127"/>
                  <a:pt x="67244" y="23593"/>
                  <a:pt x="67244" y="21582"/>
                </a:cubicBezTo>
                <a:lnTo>
                  <a:pt x="67244" y="8961"/>
                </a:lnTo>
                <a:lnTo>
                  <a:pt x="71236" y="8961"/>
                </a:lnTo>
                <a:lnTo>
                  <a:pt x="71236" y="32517"/>
                </a:lnTo>
                <a:lnTo>
                  <a:pt x="67665" y="32517"/>
                </a:lnTo>
                <a:close/>
                <a:moveTo>
                  <a:pt x="76889" y="34469"/>
                </a:moveTo>
                <a:lnTo>
                  <a:pt x="80770" y="35045"/>
                </a:lnTo>
                <a:cubicBezTo>
                  <a:pt x="80933" y="36243"/>
                  <a:pt x="81384" y="37115"/>
                  <a:pt x="82123" y="37662"/>
                </a:cubicBezTo>
                <a:cubicBezTo>
                  <a:pt x="83114" y="38402"/>
                  <a:pt x="84467" y="38772"/>
                  <a:pt x="86182" y="38772"/>
                </a:cubicBezTo>
                <a:cubicBezTo>
                  <a:pt x="88031" y="38772"/>
                  <a:pt x="89458" y="38401"/>
                  <a:pt x="90463" y="37660"/>
                </a:cubicBezTo>
                <a:cubicBezTo>
                  <a:pt x="91469" y="36919"/>
                  <a:pt x="92149" y="35882"/>
                  <a:pt x="92504" y="34548"/>
                </a:cubicBezTo>
                <a:cubicBezTo>
                  <a:pt x="92711" y="33733"/>
                  <a:pt x="92807" y="32021"/>
                  <a:pt x="92792" y="29413"/>
                </a:cubicBezTo>
                <a:cubicBezTo>
                  <a:pt x="91047" y="31482"/>
                  <a:pt x="88874" y="32517"/>
                  <a:pt x="86271" y="32517"/>
                </a:cubicBezTo>
                <a:cubicBezTo>
                  <a:pt x="83033" y="32517"/>
                  <a:pt x="80526" y="31348"/>
                  <a:pt x="78752" y="29012"/>
                </a:cubicBezTo>
                <a:cubicBezTo>
                  <a:pt x="76978" y="26676"/>
                  <a:pt x="76090" y="23874"/>
                  <a:pt x="76090" y="20606"/>
                </a:cubicBezTo>
                <a:cubicBezTo>
                  <a:pt x="76090" y="18358"/>
                  <a:pt x="76497" y="16284"/>
                  <a:pt x="77310" y="14384"/>
                </a:cubicBezTo>
                <a:cubicBezTo>
                  <a:pt x="78123" y="12484"/>
                  <a:pt x="79303" y="11016"/>
                  <a:pt x="80848" y="9981"/>
                </a:cubicBezTo>
                <a:cubicBezTo>
                  <a:pt x="82393" y="8946"/>
                  <a:pt x="84208" y="8429"/>
                  <a:pt x="86293" y="8429"/>
                </a:cubicBezTo>
                <a:cubicBezTo>
                  <a:pt x="89073" y="8429"/>
                  <a:pt x="91365" y="9560"/>
                  <a:pt x="93169" y="11822"/>
                </a:cubicBezTo>
                <a:lnTo>
                  <a:pt x="93169" y="8961"/>
                </a:lnTo>
                <a:lnTo>
                  <a:pt x="96851" y="8961"/>
                </a:lnTo>
                <a:lnTo>
                  <a:pt x="96851" y="29336"/>
                </a:lnTo>
                <a:cubicBezTo>
                  <a:pt x="96851" y="33006"/>
                  <a:pt x="96478" y="35606"/>
                  <a:pt x="95731" y="37138"/>
                </a:cubicBezTo>
                <a:cubicBezTo>
                  <a:pt x="94984" y="38669"/>
                  <a:pt x="93801" y="39879"/>
                  <a:pt x="92182" y="40766"/>
                </a:cubicBezTo>
                <a:cubicBezTo>
                  <a:pt x="90563" y="41655"/>
                  <a:pt x="88571" y="42099"/>
                  <a:pt x="86205" y="42099"/>
                </a:cubicBezTo>
                <a:cubicBezTo>
                  <a:pt x="83395" y="42099"/>
                  <a:pt x="81125" y="41465"/>
                  <a:pt x="79395" y="40197"/>
                </a:cubicBezTo>
                <a:cubicBezTo>
                  <a:pt x="77665" y="38929"/>
                  <a:pt x="76830" y="37019"/>
                  <a:pt x="76889" y="34469"/>
                </a:cubicBezTo>
                <a:moveTo>
                  <a:pt x="80194" y="20318"/>
                </a:moveTo>
                <a:cubicBezTo>
                  <a:pt x="80194" y="23401"/>
                  <a:pt x="80807" y="25650"/>
                  <a:pt x="82035" y="27066"/>
                </a:cubicBezTo>
                <a:cubicBezTo>
                  <a:pt x="83262" y="28482"/>
                  <a:pt x="84800" y="29190"/>
                  <a:pt x="86648" y="29190"/>
                </a:cubicBezTo>
                <a:cubicBezTo>
                  <a:pt x="88482" y="29190"/>
                  <a:pt x="90020" y="28485"/>
                  <a:pt x="91262" y="27077"/>
                </a:cubicBezTo>
                <a:cubicBezTo>
                  <a:pt x="92504" y="25668"/>
                  <a:pt x="93125" y="23460"/>
                  <a:pt x="93125" y="20450"/>
                </a:cubicBezTo>
                <a:cubicBezTo>
                  <a:pt x="93125" y="17574"/>
                  <a:pt x="92485" y="15406"/>
                  <a:pt x="91206" y="13946"/>
                </a:cubicBezTo>
                <a:cubicBezTo>
                  <a:pt x="89927" y="12486"/>
                  <a:pt x="88386" y="11756"/>
                  <a:pt x="86582" y="11756"/>
                </a:cubicBezTo>
                <a:cubicBezTo>
                  <a:pt x="84807" y="11756"/>
                  <a:pt x="83299" y="12475"/>
                  <a:pt x="82057" y="13913"/>
                </a:cubicBezTo>
                <a:cubicBezTo>
                  <a:pt x="80815" y="15351"/>
                  <a:pt x="80194" y="17486"/>
                  <a:pt x="80194" y="20318"/>
                </a:cubicBezTo>
                <a:close/>
                <a:moveTo>
                  <a:pt x="103014" y="32517"/>
                </a:moveTo>
                <a:lnTo>
                  <a:pt x="103014" y="0"/>
                </a:lnTo>
                <a:lnTo>
                  <a:pt x="107006" y="0"/>
                </a:lnTo>
                <a:lnTo>
                  <a:pt x="107006" y="11667"/>
                </a:lnTo>
                <a:cubicBezTo>
                  <a:pt x="108869" y="9508"/>
                  <a:pt x="111220" y="8429"/>
                  <a:pt x="114060" y="8429"/>
                </a:cubicBezTo>
                <a:cubicBezTo>
                  <a:pt x="115804" y="8429"/>
                  <a:pt x="117320" y="8772"/>
                  <a:pt x="118607" y="9460"/>
                </a:cubicBezTo>
                <a:cubicBezTo>
                  <a:pt x="119893" y="10148"/>
                  <a:pt x="120814" y="11098"/>
                  <a:pt x="121368" y="12310"/>
                </a:cubicBezTo>
                <a:cubicBezTo>
                  <a:pt x="121923" y="13523"/>
                  <a:pt x="122200" y="15282"/>
                  <a:pt x="122200" y="17589"/>
                </a:cubicBezTo>
                <a:lnTo>
                  <a:pt x="122200" y="32517"/>
                </a:lnTo>
                <a:lnTo>
                  <a:pt x="118207" y="32517"/>
                </a:lnTo>
                <a:lnTo>
                  <a:pt x="118207" y="17589"/>
                </a:lnTo>
                <a:cubicBezTo>
                  <a:pt x="118207" y="15593"/>
                  <a:pt x="117775" y="14140"/>
                  <a:pt x="116910" y="13231"/>
                </a:cubicBezTo>
                <a:cubicBezTo>
                  <a:pt x="116045" y="12321"/>
                  <a:pt x="114821" y="11867"/>
                  <a:pt x="113239" y="11867"/>
                </a:cubicBezTo>
                <a:cubicBezTo>
                  <a:pt x="112056" y="11867"/>
                  <a:pt x="110943" y="12173"/>
                  <a:pt x="109901" y="12787"/>
                </a:cubicBezTo>
                <a:cubicBezTo>
                  <a:pt x="108858" y="13401"/>
                  <a:pt x="108115" y="14232"/>
                  <a:pt x="107672" y="15282"/>
                </a:cubicBezTo>
                <a:cubicBezTo>
                  <a:pt x="107228" y="16332"/>
                  <a:pt x="107006" y="17781"/>
                  <a:pt x="107006" y="19630"/>
                </a:cubicBezTo>
                <a:lnTo>
                  <a:pt x="107006" y="32517"/>
                </a:lnTo>
                <a:lnTo>
                  <a:pt x="103014" y="32517"/>
                </a:lnTo>
                <a:close/>
                <a:moveTo>
                  <a:pt x="128407" y="32517"/>
                </a:moveTo>
                <a:lnTo>
                  <a:pt x="128407" y="8961"/>
                </a:lnTo>
                <a:lnTo>
                  <a:pt x="132000" y="8961"/>
                </a:lnTo>
                <a:lnTo>
                  <a:pt x="132000" y="12288"/>
                </a:lnTo>
                <a:cubicBezTo>
                  <a:pt x="133730" y="9715"/>
                  <a:pt x="136229" y="8429"/>
                  <a:pt x="139497" y="8429"/>
                </a:cubicBezTo>
                <a:cubicBezTo>
                  <a:pt x="140916" y="8429"/>
                  <a:pt x="142221" y="8684"/>
                  <a:pt x="143412" y="9194"/>
                </a:cubicBezTo>
                <a:cubicBezTo>
                  <a:pt x="144602" y="9704"/>
                  <a:pt x="145493" y="10373"/>
                  <a:pt x="146085" y="11201"/>
                </a:cubicBezTo>
                <a:cubicBezTo>
                  <a:pt x="146676" y="12029"/>
                  <a:pt x="147090" y="13013"/>
                  <a:pt x="147327" y="14151"/>
                </a:cubicBezTo>
                <a:cubicBezTo>
                  <a:pt x="147475" y="14891"/>
                  <a:pt x="147548" y="16184"/>
                  <a:pt x="147548" y="18033"/>
                </a:cubicBezTo>
                <a:lnTo>
                  <a:pt x="147548" y="32517"/>
                </a:lnTo>
                <a:lnTo>
                  <a:pt x="143556" y="32517"/>
                </a:lnTo>
                <a:lnTo>
                  <a:pt x="143556" y="18173"/>
                </a:lnTo>
                <a:cubicBezTo>
                  <a:pt x="143556" y="16544"/>
                  <a:pt x="143401" y="15327"/>
                  <a:pt x="143090" y="14520"/>
                </a:cubicBezTo>
                <a:cubicBezTo>
                  <a:pt x="142780" y="13713"/>
                  <a:pt x="142229" y="13069"/>
                  <a:pt x="141438" y="12588"/>
                </a:cubicBezTo>
                <a:cubicBezTo>
                  <a:pt x="140647" y="12107"/>
                  <a:pt x="139719" y="11867"/>
                  <a:pt x="138654" y="11867"/>
                </a:cubicBezTo>
                <a:cubicBezTo>
                  <a:pt x="136954" y="11867"/>
                  <a:pt x="135486" y="12407"/>
                  <a:pt x="134251" y="13488"/>
                </a:cubicBezTo>
                <a:cubicBezTo>
                  <a:pt x="133017" y="14568"/>
                  <a:pt x="132399" y="16618"/>
                  <a:pt x="132399" y="19638"/>
                </a:cubicBezTo>
                <a:lnTo>
                  <a:pt x="132399" y="32517"/>
                </a:lnTo>
                <a:lnTo>
                  <a:pt x="128407" y="32517"/>
                </a:lnTo>
                <a:close/>
                <a:moveTo>
                  <a:pt x="162517" y="28990"/>
                </a:moveTo>
                <a:lnTo>
                  <a:pt x="163093" y="32517"/>
                </a:lnTo>
                <a:cubicBezTo>
                  <a:pt x="161969" y="32724"/>
                  <a:pt x="160964" y="32827"/>
                  <a:pt x="160077" y="32827"/>
                </a:cubicBezTo>
                <a:cubicBezTo>
                  <a:pt x="158628" y="32827"/>
                  <a:pt x="157504" y="32598"/>
                  <a:pt x="156705" y="32140"/>
                </a:cubicBezTo>
                <a:cubicBezTo>
                  <a:pt x="155907" y="31681"/>
                  <a:pt x="155345" y="31079"/>
                  <a:pt x="155020" y="30332"/>
                </a:cubicBezTo>
                <a:cubicBezTo>
                  <a:pt x="154694" y="29585"/>
                  <a:pt x="154532" y="28014"/>
                  <a:pt x="154532" y="25618"/>
                </a:cubicBezTo>
                <a:lnTo>
                  <a:pt x="154532" y="12066"/>
                </a:lnTo>
                <a:lnTo>
                  <a:pt x="151604" y="12066"/>
                </a:lnTo>
                <a:lnTo>
                  <a:pt x="151604" y="8961"/>
                </a:lnTo>
                <a:lnTo>
                  <a:pt x="154532" y="8961"/>
                </a:lnTo>
                <a:lnTo>
                  <a:pt x="154532" y="3112"/>
                </a:lnTo>
                <a:lnTo>
                  <a:pt x="158502" y="710"/>
                </a:lnTo>
                <a:lnTo>
                  <a:pt x="158502" y="8961"/>
                </a:lnTo>
                <a:lnTo>
                  <a:pt x="162517" y="8961"/>
                </a:lnTo>
                <a:lnTo>
                  <a:pt x="162517" y="12066"/>
                </a:lnTo>
                <a:lnTo>
                  <a:pt x="158502" y="12066"/>
                </a:lnTo>
                <a:lnTo>
                  <a:pt x="158502" y="25840"/>
                </a:lnTo>
                <a:cubicBezTo>
                  <a:pt x="158502" y="26979"/>
                  <a:pt x="158572" y="27711"/>
                  <a:pt x="158713" y="28036"/>
                </a:cubicBezTo>
                <a:cubicBezTo>
                  <a:pt x="158853" y="28361"/>
                  <a:pt x="159082" y="28620"/>
                  <a:pt x="159400" y="28812"/>
                </a:cubicBezTo>
                <a:cubicBezTo>
                  <a:pt x="159718" y="29005"/>
                  <a:pt x="160173" y="29101"/>
                  <a:pt x="160764" y="29101"/>
                </a:cubicBezTo>
                <a:cubicBezTo>
                  <a:pt x="161208" y="29101"/>
                  <a:pt x="161792" y="29064"/>
                  <a:pt x="162517" y="28990"/>
                </a:cubicBezTo>
                <a:close/>
                <a:moveTo>
                  <a:pt x="181866" y="32517"/>
                </a:moveTo>
                <a:lnTo>
                  <a:pt x="181866" y="29056"/>
                </a:lnTo>
                <a:cubicBezTo>
                  <a:pt x="180032" y="31718"/>
                  <a:pt x="177540" y="33049"/>
                  <a:pt x="174391" y="33049"/>
                </a:cubicBezTo>
                <a:cubicBezTo>
                  <a:pt x="173001" y="33049"/>
                  <a:pt x="171703" y="32783"/>
                  <a:pt x="170498" y="32250"/>
                </a:cubicBezTo>
                <a:cubicBezTo>
                  <a:pt x="169293" y="31718"/>
                  <a:pt x="168398" y="31049"/>
                  <a:pt x="167814" y="30243"/>
                </a:cubicBezTo>
                <a:cubicBezTo>
                  <a:pt x="167230" y="29437"/>
                  <a:pt x="166820" y="28450"/>
                  <a:pt x="166583" y="27282"/>
                </a:cubicBezTo>
                <a:cubicBezTo>
                  <a:pt x="166421" y="26498"/>
                  <a:pt x="166339" y="25256"/>
                  <a:pt x="166339" y="23556"/>
                </a:cubicBezTo>
                <a:lnTo>
                  <a:pt x="166339" y="8961"/>
                </a:lnTo>
                <a:lnTo>
                  <a:pt x="170332" y="8961"/>
                </a:lnTo>
                <a:lnTo>
                  <a:pt x="170332" y="22025"/>
                </a:lnTo>
                <a:cubicBezTo>
                  <a:pt x="170332" y="24110"/>
                  <a:pt x="170413" y="25515"/>
                  <a:pt x="170576" y="26240"/>
                </a:cubicBezTo>
                <a:cubicBezTo>
                  <a:pt x="170827" y="27289"/>
                  <a:pt x="171359" y="28114"/>
                  <a:pt x="172173" y="28713"/>
                </a:cubicBezTo>
                <a:cubicBezTo>
                  <a:pt x="172986" y="29312"/>
                  <a:pt x="173991" y="29611"/>
                  <a:pt x="175189" y="29611"/>
                </a:cubicBezTo>
                <a:cubicBezTo>
                  <a:pt x="176387" y="29611"/>
                  <a:pt x="177511" y="29304"/>
                  <a:pt x="178561" y="28690"/>
                </a:cubicBezTo>
                <a:cubicBezTo>
                  <a:pt x="179611" y="28077"/>
                  <a:pt x="180354" y="27241"/>
                  <a:pt x="180790" y="26184"/>
                </a:cubicBezTo>
                <a:cubicBezTo>
                  <a:pt x="181226" y="25127"/>
                  <a:pt x="181444" y="23593"/>
                  <a:pt x="181444" y="21582"/>
                </a:cubicBezTo>
                <a:lnTo>
                  <a:pt x="181444" y="8961"/>
                </a:lnTo>
                <a:lnTo>
                  <a:pt x="185437" y="8961"/>
                </a:lnTo>
                <a:lnTo>
                  <a:pt x="185437" y="32517"/>
                </a:lnTo>
                <a:lnTo>
                  <a:pt x="181866" y="32517"/>
                </a:lnTo>
                <a:close/>
                <a:moveTo>
                  <a:pt x="193043" y="32517"/>
                </a:moveTo>
                <a:lnTo>
                  <a:pt x="193043" y="27947"/>
                </a:lnTo>
                <a:lnTo>
                  <a:pt x="197590" y="27947"/>
                </a:lnTo>
                <a:lnTo>
                  <a:pt x="197590" y="32517"/>
                </a:lnTo>
                <a:lnTo>
                  <a:pt x="193043" y="32517"/>
                </a:lnTo>
                <a:close/>
                <a:moveTo>
                  <a:pt x="204540" y="32517"/>
                </a:moveTo>
                <a:lnTo>
                  <a:pt x="204540" y="8961"/>
                </a:lnTo>
                <a:lnTo>
                  <a:pt x="208111" y="8961"/>
                </a:lnTo>
                <a:lnTo>
                  <a:pt x="208111" y="12244"/>
                </a:lnTo>
                <a:cubicBezTo>
                  <a:pt x="208851" y="11097"/>
                  <a:pt x="209834" y="10174"/>
                  <a:pt x="211061" y="9476"/>
                </a:cubicBezTo>
                <a:cubicBezTo>
                  <a:pt x="212288" y="8778"/>
                  <a:pt x="213686" y="8429"/>
                  <a:pt x="215253" y="8429"/>
                </a:cubicBezTo>
                <a:cubicBezTo>
                  <a:pt x="216998" y="8429"/>
                  <a:pt x="218429" y="8789"/>
                  <a:pt x="219545" y="9510"/>
                </a:cubicBezTo>
                <a:cubicBezTo>
                  <a:pt x="220662" y="10230"/>
                  <a:pt x="221449" y="11238"/>
                  <a:pt x="221907" y="12532"/>
                </a:cubicBezTo>
                <a:cubicBezTo>
                  <a:pt x="223771" y="9796"/>
                  <a:pt x="226196" y="8429"/>
                  <a:pt x="229183" y="8429"/>
                </a:cubicBezTo>
                <a:cubicBezTo>
                  <a:pt x="231519" y="8429"/>
                  <a:pt x="233316" y="9076"/>
                  <a:pt x="234572" y="10369"/>
                </a:cubicBezTo>
                <a:cubicBezTo>
                  <a:pt x="235829" y="11663"/>
                  <a:pt x="236458" y="13656"/>
                  <a:pt x="236458" y="16347"/>
                </a:cubicBezTo>
                <a:lnTo>
                  <a:pt x="236458" y="32517"/>
                </a:lnTo>
                <a:lnTo>
                  <a:pt x="232488" y="32517"/>
                </a:lnTo>
                <a:lnTo>
                  <a:pt x="232488" y="17662"/>
                </a:lnTo>
                <a:cubicBezTo>
                  <a:pt x="232488" y="16063"/>
                  <a:pt x="232358" y="14912"/>
                  <a:pt x="232099" y="14209"/>
                </a:cubicBezTo>
                <a:cubicBezTo>
                  <a:pt x="231841" y="13506"/>
                  <a:pt x="231371" y="12940"/>
                  <a:pt x="230691" y="12510"/>
                </a:cubicBezTo>
                <a:cubicBezTo>
                  <a:pt x="230011" y="12081"/>
                  <a:pt x="229212" y="11867"/>
                  <a:pt x="228295" y="11867"/>
                </a:cubicBezTo>
                <a:cubicBezTo>
                  <a:pt x="226639" y="11867"/>
                  <a:pt x="225264" y="12418"/>
                  <a:pt x="224170" y="13521"/>
                </a:cubicBezTo>
                <a:cubicBezTo>
                  <a:pt x="223076" y="14624"/>
                  <a:pt x="222528" y="16389"/>
                  <a:pt x="222528" y="18817"/>
                </a:cubicBezTo>
                <a:lnTo>
                  <a:pt x="222528" y="32517"/>
                </a:lnTo>
                <a:lnTo>
                  <a:pt x="218536" y="32517"/>
                </a:lnTo>
                <a:lnTo>
                  <a:pt x="218536" y="17195"/>
                </a:lnTo>
                <a:cubicBezTo>
                  <a:pt x="218536" y="15419"/>
                  <a:pt x="218211" y="14087"/>
                  <a:pt x="217560" y="13199"/>
                </a:cubicBezTo>
                <a:cubicBezTo>
                  <a:pt x="216909" y="12311"/>
                  <a:pt x="215845" y="11867"/>
                  <a:pt x="214366" y="11867"/>
                </a:cubicBezTo>
                <a:cubicBezTo>
                  <a:pt x="213242" y="11867"/>
                  <a:pt x="212203" y="12163"/>
                  <a:pt x="211250" y="12755"/>
                </a:cubicBezTo>
                <a:cubicBezTo>
                  <a:pt x="210296" y="13347"/>
                  <a:pt x="209605" y="14213"/>
                  <a:pt x="209176" y="15353"/>
                </a:cubicBezTo>
                <a:cubicBezTo>
                  <a:pt x="208747" y="16493"/>
                  <a:pt x="208533" y="18136"/>
                  <a:pt x="208533" y="20282"/>
                </a:cubicBezTo>
                <a:lnTo>
                  <a:pt x="208533" y="32517"/>
                </a:lnTo>
                <a:lnTo>
                  <a:pt x="204540" y="32517"/>
                </a:lnTo>
                <a:close/>
                <a:moveTo>
                  <a:pt x="256254" y="32517"/>
                </a:moveTo>
                <a:lnTo>
                  <a:pt x="256254" y="29544"/>
                </a:lnTo>
                <a:cubicBezTo>
                  <a:pt x="254760" y="31881"/>
                  <a:pt x="252564" y="33049"/>
                  <a:pt x="249666" y="33049"/>
                </a:cubicBezTo>
                <a:cubicBezTo>
                  <a:pt x="247788" y="33049"/>
                  <a:pt x="246062" y="32531"/>
                  <a:pt x="244487" y="31496"/>
                </a:cubicBezTo>
                <a:cubicBezTo>
                  <a:pt x="242912" y="30461"/>
                  <a:pt x="241692" y="29016"/>
                  <a:pt x="240827" y="27160"/>
                </a:cubicBezTo>
                <a:cubicBezTo>
                  <a:pt x="239962" y="25304"/>
                  <a:pt x="239530" y="23171"/>
                  <a:pt x="239530" y="20761"/>
                </a:cubicBezTo>
                <a:cubicBezTo>
                  <a:pt x="239530" y="18410"/>
                  <a:pt x="239922" y="16277"/>
                  <a:pt x="240705" y="14362"/>
                </a:cubicBezTo>
                <a:cubicBezTo>
                  <a:pt x="241489" y="12447"/>
                  <a:pt x="242665" y="10979"/>
                  <a:pt x="244232" y="9959"/>
                </a:cubicBezTo>
                <a:cubicBezTo>
                  <a:pt x="245799" y="8939"/>
                  <a:pt x="247552" y="8429"/>
                  <a:pt x="249489" y="8429"/>
                </a:cubicBezTo>
                <a:cubicBezTo>
                  <a:pt x="250908" y="8429"/>
                  <a:pt x="252173" y="8728"/>
                  <a:pt x="253282" y="9327"/>
                </a:cubicBezTo>
                <a:cubicBezTo>
                  <a:pt x="254391" y="9926"/>
                  <a:pt x="255293" y="10706"/>
                  <a:pt x="255988" y="11667"/>
                </a:cubicBezTo>
                <a:lnTo>
                  <a:pt x="255988" y="0"/>
                </a:lnTo>
                <a:lnTo>
                  <a:pt x="259958" y="0"/>
                </a:lnTo>
                <a:lnTo>
                  <a:pt x="259958" y="32517"/>
                </a:lnTo>
                <a:lnTo>
                  <a:pt x="256254" y="32517"/>
                </a:lnTo>
                <a:moveTo>
                  <a:pt x="243633" y="20750"/>
                </a:moveTo>
                <a:cubicBezTo>
                  <a:pt x="243633" y="23755"/>
                  <a:pt x="244269" y="26002"/>
                  <a:pt x="245541" y="27490"/>
                </a:cubicBezTo>
                <a:cubicBezTo>
                  <a:pt x="246812" y="28978"/>
                  <a:pt x="248313" y="29722"/>
                  <a:pt x="250043" y="29722"/>
                </a:cubicBezTo>
                <a:cubicBezTo>
                  <a:pt x="251788" y="29722"/>
                  <a:pt x="253271" y="29011"/>
                  <a:pt x="254490" y="27590"/>
                </a:cubicBezTo>
                <a:cubicBezTo>
                  <a:pt x="255710" y="26168"/>
                  <a:pt x="256320" y="23998"/>
                  <a:pt x="256320" y="21081"/>
                </a:cubicBezTo>
                <a:cubicBezTo>
                  <a:pt x="256320" y="17870"/>
                  <a:pt x="255699" y="15512"/>
                  <a:pt x="254457" y="14010"/>
                </a:cubicBezTo>
                <a:cubicBezTo>
                  <a:pt x="253215" y="12507"/>
                  <a:pt x="251685" y="11756"/>
                  <a:pt x="249866" y="11756"/>
                </a:cubicBezTo>
                <a:cubicBezTo>
                  <a:pt x="248091" y="11756"/>
                  <a:pt x="246609" y="12478"/>
                  <a:pt x="245419" y="13922"/>
                </a:cubicBezTo>
                <a:cubicBezTo>
                  <a:pt x="244228" y="15365"/>
                  <a:pt x="243633" y="17641"/>
                  <a:pt x="243633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b5ff71558478a"/>
          <a:stretch xmlns:a="http://schemas.openxmlformats.org/drawingml/2006/main"/>
        </p:blipFill>
        <p:spPr>
          <a:xfrm xmlns:a="http://schemas.openxmlformats.org/drawingml/2006/main">
            <a:off x="1057952" y="3945909"/>
            <a:ext cx="3785" cy="189274"/>
          </a:xfrm>
          <a:prstGeom xmlns:a="http://schemas.openxmlformats.org/drawingml/2006/main" prst="rect">
            <a:avLst/>
          </a:prstGeom>
        </p:spPr>
      </p:pic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79EB9-CA40-4521-BA60-CD849207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39" y="3706531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11759"/>
                </a:moveTo>
                <a:cubicBezTo>
                  <a:pt x="0" y="5263"/>
                  <a:pt x="5264" y="0"/>
                  <a:pt x="11758" y="0"/>
                </a:cubicBezTo>
                <a:lnTo>
                  <a:pt x="73755" y="0"/>
                </a:lnTo>
                <a:cubicBezTo>
                  <a:pt x="75525" y="0"/>
                  <a:pt x="76961" y="1436"/>
                  <a:pt x="76961" y="3207"/>
                </a:cubicBezTo>
                <a:lnTo>
                  <a:pt x="76961" y="90863"/>
                </a:lnTo>
                <a:cubicBezTo>
                  <a:pt x="76961" y="92634"/>
                  <a:pt x="75525" y="94070"/>
                  <a:pt x="73755" y="94070"/>
                </a:cubicBezTo>
                <a:lnTo>
                  <a:pt x="48100" y="94070"/>
                </a:lnTo>
                <a:cubicBezTo>
                  <a:pt x="46329" y="94070"/>
                  <a:pt x="44893" y="92634"/>
                  <a:pt x="44893" y="90863"/>
                </a:cubicBezTo>
                <a:cubicBezTo>
                  <a:pt x="44893" y="89092"/>
                  <a:pt x="46329" y="87656"/>
                  <a:pt x="48100" y="87656"/>
                </a:cubicBezTo>
                <a:lnTo>
                  <a:pt x="70548" y="87656"/>
                </a:lnTo>
                <a:lnTo>
                  <a:pt x="70548" y="70552"/>
                </a:lnTo>
                <a:lnTo>
                  <a:pt x="12827" y="70552"/>
                </a:lnTo>
                <a:cubicBezTo>
                  <a:pt x="9285" y="70552"/>
                  <a:pt x="6414" y="73424"/>
                  <a:pt x="6414" y="76966"/>
                </a:cubicBezTo>
                <a:lnTo>
                  <a:pt x="6414" y="80173"/>
                </a:lnTo>
                <a:cubicBezTo>
                  <a:pt x="6414" y="83235"/>
                  <a:pt x="8252" y="85877"/>
                  <a:pt x="10903" y="87036"/>
                </a:cubicBezTo>
                <a:cubicBezTo>
                  <a:pt x="12504" y="87794"/>
                  <a:pt x="13186" y="89707"/>
                  <a:pt x="12428" y="91307"/>
                </a:cubicBezTo>
                <a:cubicBezTo>
                  <a:pt x="11702" y="92839"/>
                  <a:pt x="9911" y="93542"/>
                  <a:pt x="8338" y="92911"/>
                </a:cubicBezTo>
                <a:cubicBezTo>
                  <a:pt x="3274" y="90700"/>
                  <a:pt x="0" y="85699"/>
                  <a:pt x="0" y="80173"/>
                </a:cubicBezTo>
                <a:lnTo>
                  <a:pt x="0" y="11759"/>
                </a:lnTo>
                <a:close/>
                <a:moveTo>
                  <a:pt x="70548" y="6414"/>
                </a:moveTo>
                <a:lnTo>
                  <a:pt x="11758" y="6414"/>
                </a:lnTo>
                <a:cubicBezTo>
                  <a:pt x="8808" y="6414"/>
                  <a:pt x="6414" y="8808"/>
                  <a:pt x="6414" y="11759"/>
                </a:cubicBezTo>
                <a:lnTo>
                  <a:pt x="6414" y="65853"/>
                </a:lnTo>
                <a:cubicBezTo>
                  <a:pt x="8363" y="64727"/>
                  <a:pt x="10575" y="64135"/>
                  <a:pt x="12827" y="64139"/>
                </a:cubicBezTo>
                <a:lnTo>
                  <a:pt x="70548" y="64139"/>
                </a:lnTo>
                <a:lnTo>
                  <a:pt x="70548" y="6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3FC96-FDE2-4366-AEF8-03A63BC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42" y="3783497"/>
            <a:ext cx="23515" cy="23694"/>
          </a:xfrm>
          <a:custGeom xmlns:a="http://schemas.openxmlformats.org/drawingml/2006/main">
            <a:pathLst>
              <a:path w="23515" h="23694">
                <a:moveTo>
                  <a:pt x="0" y="1069"/>
                </a:moveTo>
                <a:cubicBezTo>
                  <a:pt x="0" y="479"/>
                  <a:pt x="479" y="0"/>
                  <a:pt x="1069" y="0"/>
                </a:cubicBezTo>
                <a:lnTo>
                  <a:pt x="22446" y="0"/>
                </a:lnTo>
                <a:cubicBezTo>
                  <a:pt x="23037" y="0"/>
                  <a:pt x="23515" y="479"/>
                  <a:pt x="23515" y="1069"/>
                </a:cubicBezTo>
                <a:lnTo>
                  <a:pt x="23515" y="22491"/>
                </a:lnTo>
                <a:cubicBezTo>
                  <a:pt x="23515" y="23082"/>
                  <a:pt x="23034" y="23558"/>
                  <a:pt x="22442" y="23555"/>
                </a:cubicBezTo>
                <a:cubicBezTo>
                  <a:pt x="22218" y="23554"/>
                  <a:pt x="22000" y="23483"/>
                  <a:pt x="21819" y="23351"/>
                </a:cubicBezTo>
                <a:lnTo>
                  <a:pt x="12387" y="16492"/>
                </a:lnTo>
                <a:cubicBezTo>
                  <a:pt x="12013" y="16220"/>
                  <a:pt x="11504" y="16220"/>
                  <a:pt x="11129" y="16492"/>
                </a:cubicBezTo>
                <a:lnTo>
                  <a:pt x="1697" y="23346"/>
                </a:lnTo>
                <a:cubicBezTo>
                  <a:pt x="1220" y="23694"/>
                  <a:pt x="551" y="23588"/>
                  <a:pt x="204" y="23111"/>
                </a:cubicBezTo>
                <a:cubicBezTo>
                  <a:pt x="73" y="22930"/>
                  <a:pt x="2" y="22714"/>
                  <a:pt x="0" y="22491"/>
                </a:cubicBezTo>
                <a:lnTo>
                  <a:pt x="0" y="1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Text developers">
            <a:extLst xmlns:a="http://schemas.openxmlformats.org/drawingml/2006/main">
              <a:ext uri="{FF2B5EF4-FFF2-40B4-BE49-F238E27FC236}">
                <a16:creationId xmlns:a16="http://schemas.microsoft.com/office/drawing/2014/main" id="{DF4456F0-68D8-4103-8886-5CD7F046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34" y="3726956"/>
            <a:ext cx="291219" cy="55699"/>
          </a:xfrm>
          <a:custGeom xmlns:a="http://schemas.openxmlformats.org/drawingml/2006/main">
            <a:pathLst>
              <a:path w="291219" h="55699">
                <a:moveTo>
                  <a:pt x="22410" y="43572"/>
                </a:moveTo>
                <a:lnTo>
                  <a:pt x="22410" y="39590"/>
                </a:lnTo>
                <a:cubicBezTo>
                  <a:pt x="20409" y="42720"/>
                  <a:pt x="17467" y="44286"/>
                  <a:pt x="13583" y="44286"/>
                </a:cubicBezTo>
                <a:cubicBezTo>
                  <a:pt x="11066" y="44286"/>
                  <a:pt x="8753" y="43592"/>
                  <a:pt x="6643" y="42205"/>
                </a:cubicBezTo>
                <a:cubicBezTo>
                  <a:pt x="4533" y="40818"/>
                  <a:pt x="2898" y="38881"/>
                  <a:pt x="1739" y="36394"/>
                </a:cubicBezTo>
                <a:cubicBezTo>
                  <a:pt x="580" y="33908"/>
                  <a:pt x="0" y="31049"/>
                  <a:pt x="0" y="27820"/>
                </a:cubicBezTo>
                <a:cubicBezTo>
                  <a:pt x="0" y="24669"/>
                  <a:pt x="525" y="21811"/>
                  <a:pt x="1575" y="19245"/>
                </a:cubicBezTo>
                <a:cubicBezTo>
                  <a:pt x="2625" y="16679"/>
                  <a:pt x="4201" y="14712"/>
                  <a:pt x="6301" y="13345"/>
                </a:cubicBezTo>
                <a:cubicBezTo>
                  <a:pt x="8401" y="11978"/>
                  <a:pt x="10749" y="11294"/>
                  <a:pt x="13345" y="11294"/>
                </a:cubicBezTo>
                <a:cubicBezTo>
                  <a:pt x="15247" y="11294"/>
                  <a:pt x="16941" y="11696"/>
                  <a:pt x="18428" y="12498"/>
                </a:cubicBezTo>
                <a:cubicBezTo>
                  <a:pt x="19914" y="13301"/>
                  <a:pt x="21122" y="14346"/>
                  <a:pt x="22054" y="15634"/>
                </a:cubicBezTo>
                <a:lnTo>
                  <a:pt x="22054" y="0"/>
                </a:lnTo>
                <a:lnTo>
                  <a:pt x="27374" y="0"/>
                </a:lnTo>
                <a:lnTo>
                  <a:pt x="27374" y="43572"/>
                </a:lnTo>
                <a:lnTo>
                  <a:pt x="22410" y="43572"/>
                </a:lnTo>
                <a:moveTo>
                  <a:pt x="5499" y="27805"/>
                </a:moveTo>
                <a:cubicBezTo>
                  <a:pt x="5499" y="31832"/>
                  <a:pt x="6351" y="34843"/>
                  <a:pt x="8055" y="36837"/>
                </a:cubicBezTo>
                <a:cubicBezTo>
                  <a:pt x="9759" y="38830"/>
                  <a:pt x="11770" y="39827"/>
                  <a:pt x="14088" y="39827"/>
                </a:cubicBezTo>
                <a:cubicBezTo>
                  <a:pt x="16426" y="39827"/>
                  <a:pt x="18413" y="38875"/>
                  <a:pt x="20047" y="36970"/>
                </a:cubicBezTo>
                <a:cubicBezTo>
                  <a:pt x="21682" y="35065"/>
                  <a:pt x="22499" y="32158"/>
                  <a:pt x="22499" y="28249"/>
                </a:cubicBezTo>
                <a:cubicBezTo>
                  <a:pt x="22499" y="23945"/>
                  <a:pt x="21667" y="20787"/>
                  <a:pt x="20003" y="18773"/>
                </a:cubicBezTo>
                <a:cubicBezTo>
                  <a:pt x="18338" y="16759"/>
                  <a:pt x="16288" y="15753"/>
                  <a:pt x="13850" y="15753"/>
                </a:cubicBezTo>
                <a:cubicBezTo>
                  <a:pt x="11473" y="15753"/>
                  <a:pt x="9486" y="16720"/>
                  <a:pt x="7891" y="18655"/>
                </a:cubicBezTo>
                <a:cubicBezTo>
                  <a:pt x="6296" y="20590"/>
                  <a:pt x="5499" y="23639"/>
                  <a:pt x="5499" y="27805"/>
                </a:cubicBezTo>
                <a:close/>
                <a:moveTo>
                  <a:pt x="57140" y="33407"/>
                </a:moveTo>
                <a:lnTo>
                  <a:pt x="62669" y="34091"/>
                </a:lnTo>
                <a:cubicBezTo>
                  <a:pt x="61797" y="37321"/>
                  <a:pt x="60182" y="39827"/>
                  <a:pt x="57824" y="41611"/>
                </a:cubicBezTo>
                <a:cubicBezTo>
                  <a:pt x="55466" y="43394"/>
                  <a:pt x="52454" y="44286"/>
                  <a:pt x="48788" y="44286"/>
                </a:cubicBezTo>
                <a:cubicBezTo>
                  <a:pt x="44172" y="44286"/>
                  <a:pt x="40511" y="42864"/>
                  <a:pt x="37806" y="40021"/>
                </a:cubicBezTo>
                <a:cubicBezTo>
                  <a:pt x="35102" y="37177"/>
                  <a:pt x="33749" y="33189"/>
                  <a:pt x="33749" y="28057"/>
                </a:cubicBezTo>
                <a:cubicBezTo>
                  <a:pt x="33749" y="22747"/>
                  <a:pt x="35116" y="18626"/>
                  <a:pt x="37851" y="15693"/>
                </a:cubicBezTo>
                <a:cubicBezTo>
                  <a:pt x="40585" y="12761"/>
                  <a:pt x="44132" y="11294"/>
                  <a:pt x="48491" y="11294"/>
                </a:cubicBezTo>
                <a:cubicBezTo>
                  <a:pt x="52712" y="11294"/>
                  <a:pt x="56159" y="12729"/>
                  <a:pt x="58834" y="15597"/>
                </a:cubicBezTo>
                <a:cubicBezTo>
                  <a:pt x="61509" y="18466"/>
                  <a:pt x="62847" y="22501"/>
                  <a:pt x="62847" y="27704"/>
                </a:cubicBezTo>
                <a:cubicBezTo>
                  <a:pt x="62847" y="28020"/>
                  <a:pt x="62837" y="28495"/>
                  <a:pt x="62817" y="29127"/>
                </a:cubicBezTo>
                <a:lnTo>
                  <a:pt x="39277" y="29127"/>
                </a:lnTo>
                <a:cubicBezTo>
                  <a:pt x="39476" y="32585"/>
                  <a:pt x="40456" y="35233"/>
                  <a:pt x="42220" y="37071"/>
                </a:cubicBezTo>
                <a:cubicBezTo>
                  <a:pt x="43983" y="38908"/>
                  <a:pt x="46183" y="39827"/>
                  <a:pt x="48818" y="39827"/>
                </a:cubicBezTo>
                <a:cubicBezTo>
                  <a:pt x="50780" y="39827"/>
                  <a:pt x="52454" y="39317"/>
                  <a:pt x="53841" y="38297"/>
                </a:cubicBezTo>
                <a:cubicBezTo>
                  <a:pt x="55228" y="37276"/>
                  <a:pt x="56328" y="35646"/>
                  <a:pt x="57140" y="33407"/>
                </a:cubicBezTo>
                <a:moveTo>
                  <a:pt x="39575" y="24669"/>
                </a:moveTo>
                <a:lnTo>
                  <a:pt x="57200" y="24669"/>
                </a:lnTo>
                <a:cubicBezTo>
                  <a:pt x="56962" y="22057"/>
                  <a:pt x="56288" y="20098"/>
                  <a:pt x="55179" y="18793"/>
                </a:cubicBezTo>
                <a:cubicBezTo>
                  <a:pt x="53475" y="16766"/>
                  <a:pt x="51265" y="15753"/>
                  <a:pt x="48551" y="15753"/>
                </a:cubicBezTo>
                <a:cubicBezTo>
                  <a:pt x="46094" y="15753"/>
                  <a:pt x="44028" y="16562"/>
                  <a:pt x="42354" y="18180"/>
                </a:cubicBezTo>
                <a:cubicBezTo>
                  <a:pt x="40679" y="19797"/>
                  <a:pt x="39753" y="21960"/>
                  <a:pt x="39575" y="24669"/>
                </a:cubicBezTo>
                <a:close/>
                <a:moveTo>
                  <a:pt x="77901" y="43572"/>
                </a:moveTo>
                <a:lnTo>
                  <a:pt x="65893" y="12008"/>
                </a:lnTo>
                <a:lnTo>
                  <a:pt x="71540" y="12008"/>
                </a:lnTo>
                <a:lnTo>
                  <a:pt x="78317" y="30911"/>
                </a:lnTo>
                <a:cubicBezTo>
                  <a:pt x="79050" y="32952"/>
                  <a:pt x="79724" y="35072"/>
                  <a:pt x="80338" y="37271"/>
                </a:cubicBezTo>
                <a:cubicBezTo>
                  <a:pt x="80814" y="35607"/>
                  <a:pt x="81477" y="33606"/>
                  <a:pt x="82329" y="31267"/>
                </a:cubicBezTo>
                <a:lnTo>
                  <a:pt x="89344" y="12008"/>
                </a:lnTo>
                <a:lnTo>
                  <a:pt x="94842" y="12008"/>
                </a:lnTo>
                <a:lnTo>
                  <a:pt x="82894" y="43572"/>
                </a:lnTo>
                <a:lnTo>
                  <a:pt x="77901" y="43572"/>
                </a:lnTo>
                <a:close/>
                <a:moveTo>
                  <a:pt x="120750" y="33407"/>
                </a:moveTo>
                <a:lnTo>
                  <a:pt x="126278" y="34091"/>
                </a:lnTo>
                <a:cubicBezTo>
                  <a:pt x="125406" y="37321"/>
                  <a:pt x="123791" y="39827"/>
                  <a:pt x="121434" y="41611"/>
                </a:cubicBezTo>
                <a:cubicBezTo>
                  <a:pt x="119076" y="43394"/>
                  <a:pt x="116064" y="44286"/>
                  <a:pt x="112398" y="44286"/>
                </a:cubicBezTo>
                <a:cubicBezTo>
                  <a:pt x="107781" y="44286"/>
                  <a:pt x="104121" y="42864"/>
                  <a:pt x="101416" y="40021"/>
                </a:cubicBezTo>
                <a:cubicBezTo>
                  <a:pt x="98711" y="37177"/>
                  <a:pt x="97359" y="33189"/>
                  <a:pt x="97359" y="28057"/>
                </a:cubicBezTo>
                <a:cubicBezTo>
                  <a:pt x="97359" y="22747"/>
                  <a:pt x="98726" y="18626"/>
                  <a:pt x="101460" y="15693"/>
                </a:cubicBezTo>
                <a:cubicBezTo>
                  <a:pt x="104195" y="12761"/>
                  <a:pt x="107742" y="11294"/>
                  <a:pt x="112101" y="11294"/>
                </a:cubicBezTo>
                <a:cubicBezTo>
                  <a:pt x="116321" y="11294"/>
                  <a:pt x="119769" y="12729"/>
                  <a:pt x="122444" y="15597"/>
                </a:cubicBezTo>
                <a:cubicBezTo>
                  <a:pt x="125119" y="18466"/>
                  <a:pt x="126457" y="22501"/>
                  <a:pt x="126457" y="27704"/>
                </a:cubicBezTo>
                <a:cubicBezTo>
                  <a:pt x="126457" y="28020"/>
                  <a:pt x="126447" y="28495"/>
                  <a:pt x="126427" y="29127"/>
                </a:cubicBezTo>
                <a:lnTo>
                  <a:pt x="102887" y="29127"/>
                </a:lnTo>
                <a:cubicBezTo>
                  <a:pt x="103085" y="32585"/>
                  <a:pt x="104066" y="35233"/>
                  <a:pt x="105830" y="37071"/>
                </a:cubicBezTo>
                <a:cubicBezTo>
                  <a:pt x="107593" y="38908"/>
                  <a:pt x="109792" y="39827"/>
                  <a:pt x="112428" y="39827"/>
                </a:cubicBezTo>
                <a:cubicBezTo>
                  <a:pt x="114389" y="39827"/>
                  <a:pt x="116064" y="39317"/>
                  <a:pt x="117451" y="38297"/>
                </a:cubicBezTo>
                <a:cubicBezTo>
                  <a:pt x="118838" y="37276"/>
                  <a:pt x="119938" y="35646"/>
                  <a:pt x="120750" y="33407"/>
                </a:cubicBezTo>
                <a:moveTo>
                  <a:pt x="103184" y="24669"/>
                </a:moveTo>
                <a:lnTo>
                  <a:pt x="120809" y="24669"/>
                </a:lnTo>
                <a:cubicBezTo>
                  <a:pt x="120572" y="22057"/>
                  <a:pt x="119898" y="20098"/>
                  <a:pt x="118788" y="18793"/>
                </a:cubicBezTo>
                <a:cubicBezTo>
                  <a:pt x="117084" y="16766"/>
                  <a:pt x="114875" y="15753"/>
                  <a:pt x="112160" y="15753"/>
                </a:cubicBezTo>
                <a:cubicBezTo>
                  <a:pt x="109703" y="15753"/>
                  <a:pt x="107638" y="16562"/>
                  <a:pt x="105963" y="18180"/>
                </a:cubicBezTo>
                <a:cubicBezTo>
                  <a:pt x="104289" y="19797"/>
                  <a:pt x="103363" y="21960"/>
                  <a:pt x="103184" y="24669"/>
                </a:cubicBezTo>
                <a:close/>
                <a:moveTo>
                  <a:pt x="132624" y="43572"/>
                </a:moveTo>
                <a:lnTo>
                  <a:pt x="132624" y="0"/>
                </a:lnTo>
                <a:lnTo>
                  <a:pt x="137974" y="0"/>
                </a:lnTo>
                <a:lnTo>
                  <a:pt x="137974" y="43572"/>
                </a:lnTo>
                <a:lnTo>
                  <a:pt x="132624" y="43572"/>
                </a:lnTo>
                <a:close/>
                <a:moveTo>
                  <a:pt x="144264" y="27790"/>
                </a:moveTo>
                <a:cubicBezTo>
                  <a:pt x="144264" y="21945"/>
                  <a:pt x="145889" y="17615"/>
                  <a:pt x="149138" y="14801"/>
                </a:cubicBezTo>
                <a:cubicBezTo>
                  <a:pt x="151853" y="12463"/>
                  <a:pt x="155162" y="11294"/>
                  <a:pt x="159066" y="11294"/>
                </a:cubicBezTo>
                <a:cubicBezTo>
                  <a:pt x="163405" y="11294"/>
                  <a:pt x="166952" y="12716"/>
                  <a:pt x="169706" y="15559"/>
                </a:cubicBezTo>
                <a:cubicBezTo>
                  <a:pt x="172460" y="18403"/>
                  <a:pt x="173837" y="22331"/>
                  <a:pt x="173837" y="27344"/>
                </a:cubicBezTo>
                <a:cubicBezTo>
                  <a:pt x="173837" y="31406"/>
                  <a:pt x="173228" y="34601"/>
                  <a:pt x="172009" y="36929"/>
                </a:cubicBezTo>
                <a:cubicBezTo>
                  <a:pt x="170791" y="39258"/>
                  <a:pt x="169017" y="41066"/>
                  <a:pt x="166689" y="42354"/>
                </a:cubicBezTo>
                <a:cubicBezTo>
                  <a:pt x="164361" y="43642"/>
                  <a:pt x="161820" y="44286"/>
                  <a:pt x="159066" y="44286"/>
                </a:cubicBezTo>
                <a:cubicBezTo>
                  <a:pt x="154647" y="44286"/>
                  <a:pt x="151075" y="42869"/>
                  <a:pt x="148351" y="40035"/>
                </a:cubicBezTo>
                <a:cubicBezTo>
                  <a:pt x="145626" y="37202"/>
                  <a:pt x="144264" y="33120"/>
                  <a:pt x="144264" y="27790"/>
                </a:cubicBezTo>
                <a:moveTo>
                  <a:pt x="149763" y="27775"/>
                </a:moveTo>
                <a:cubicBezTo>
                  <a:pt x="149763" y="31802"/>
                  <a:pt x="150644" y="34818"/>
                  <a:pt x="152408" y="36822"/>
                </a:cubicBezTo>
                <a:cubicBezTo>
                  <a:pt x="154171" y="38825"/>
                  <a:pt x="156391" y="39827"/>
                  <a:pt x="159066" y="39827"/>
                </a:cubicBezTo>
                <a:cubicBezTo>
                  <a:pt x="161721" y="39827"/>
                  <a:pt x="163930" y="38820"/>
                  <a:pt x="165694" y="36807"/>
                </a:cubicBezTo>
                <a:cubicBezTo>
                  <a:pt x="167457" y="34793"/>
                  <a:pt x="168339" y="31723"/>
                  <a:pt x="168339" y="27598"/>
                </a:cubicBezTo>
                <a:cubicBezTo>
                  <a:pt x="168339" y="23708"/>
                  <a:pt x="167452" y="20762"/>
                  <a:pt x="165679" y="18758"/>
                </a:cubicBezTo>
                <a:cubicBezTo>
                  <a:pt x="163905" y="16754"/>
                  <a:pt x="161701" y="15753"/>
                  <a:pt x="159066" y="15753"/>
                </a:cubicBezTo>
                <a:cubicBezTo>
                  <a:pt x="156391" y="15753"/>
                  <a:pt x="154171" y="16750"/>
                  <a:pt x="152408" y="18743"/>
                </a:cubicBezTo>
                <a:cubicBezTo>
                  <a:pt x="150644" y="20737"/>
                  <a:pt x="149763" y="23748"/>
                  <a:pt x="149763" y="27775"/>
                </a:cubicBezTo>
                <a:close/>
                <a:moveTo>
                  <a:pt x="180100" y="55699"/>
                </a:moveTo>
                <a:lnTo>
                  <a:pt x="180100" y="12008"/>
                </a:lnTo>
                <a:lnTo>
                  <a:pt x="184974" y="12008"/>
                </a:lnTo>
                <a:lnTo>
                  <a:pt x="184974" y="16080"/>
                </a:lnTo>
                <a:cubicBezTo>
                  <a:pt x="186123" y="14484"/>
                  <a:pt x="187421" y="13288"/>
                  <a:pt x="188868" y="12491"/>
                </a:cubicBezTo>
                <a:cubicBezTo>
                  <a:pt x="190314" y="11693"/>
                  <a:pt x="192068" y="11294"/>
                  <a:pt x="194128" y="11294"/>
                </a:cubicBezTo>
                <a:cubicBezTo>
                  <a:pt x="196823" y="11294"/>
                  <a:pt x="199201" y="11988"/>
                  <a:pt x="201262" y="13375"/>
                </a:cubicBezTo>
                <a:cubicBezTo>
                  <a:pt x="203322" y="14762"/>
                  <a:pt x="204878" y="16719"/>
                  <a:pt x="205928" y="19245"/>
                </a:cubicBezTo>
                <a:cubicBezTo>
                  <a:pt x="206978" y="21771"/>
                  <a:pt x="207503" y="24540"/>
                  <a:pt x="207503" y="27552"/>
                </a:cubicBezTo>
                <a:cubicBezTo>
                  <a:pt x="207503" y="30782"/>
                  <a:pt x="206924" y="33690"/>
                  <a:pt x="205765" y="36276"/>
                </a:cubicBezTo>
                <a:cubicBezTo>
                  <a:pt x="204605" y="38861"/>
                  <a:pt x="202921" y="40843"/>
                  <a:pt x="200712" y="42220"/>
                </a:cubicBezTo>
                <a:cubicBezTo>
                  <a:pt x="198503" y="43597"/>
                  <a:pt x="196179" y="44286"/>
                  <a:pt x="193742" y="44286"/>
                </a:cubicBezTo>
                <a:cubicBezTo>
                  <a:pt x="191959" y="44286"/>
                  <a:pt x="190359" y="43904"/>
                  <a:pt x="188942" y="43141"/>
                </a:cubicBezTo>
                <a:cubicBezTo>
                  <a:pt x="187525" y="42378"/>
                  <a:pt x="186361" y="41414"/>
                  <a:pt x="185450" y="40249"/>
                </a:cubicBezTo>
                <a:lnTo>
                  <a:pt x="185450" y="55699"/>
                </a:lnTo>
                <a:lnTo>
                  <a:pt x="180100" y="55699"/>
                </a:lnTo>
                <a:moveTo>
                  <a:pt x="184944" y="27924"/>
                </a:moveTo>
                <a:cubicBezTo>
                  <a:pt x="184944" y="31981"/>
                  <a:pt x="185767" y="34979"/>
                  <a:pt x="187411" y="36918"/>
                </a:cubicBezTo>
                <a:cubicBezTo>
                  <a:pt x="189056" y="38858"/>
                  <a:pt x="191047" y="39827"/>
                  <a:pt x="193385" y="39827"/>
                </a:cubicBezTo>
                <a:cubicBezTo>
                  <a:pt x="195763" y="39827"/>
                  <a:pt x="197799" y="38823"/>
                  <a:pt x="199493" y="36814"/>
                </a:cubicBezTo>
                <a:cubicBezTo>
                  <a:pt x="201187" y="34806"/>
                  <a:pt x="202034" y="31693"/>
                  <a:pt x="202034" y="27478"/>
                </a:cubicBezTo>
                <a:cubicBezTo>
                  <a:pt x="202034" y="23460"/>
                  <a:pt x="201207" y="20452"/>
                  <a:pt x="199553" y="18454"/>
                </a:cubicBezTo>
                <a:cubicBezTo>
                  <a:pt x="197898" y="16455"/>
                  <a:pt x="195922" y="15455"/>
                  <a:pt x="193623" y="15455"/>
                </a:cubicBezTo>
                <a:cubicBezTo>
                  <a:pt x="191344" y="15455"/>
                  <a:pt x="189328" y="16519"/>
                  <a:pt x="187575" y="18647"/>
                </a:cubicBezTo>
                <a:cubicBezTo>
                  <a:pt x="185821" y="20774"/>
                  <a:pt x="184944" y="23867"/>
                  <a:pt x="184944" y="27924"/>
                </a:cubicBezTo>
                <a:close/>
                <a:moveTo>
                  <a:pt x="235186" y="33407"/>
                </a:moveTo>
                <a:lnTo>
                  <a:pt x="240715" y="34091"/>
                </a:lnTo>
                <a:cubicBezTo>
                  <a:pt x="239843" y="37321"/>
                  <a:pt x="238228" y="39827"/>
                  <a:pt x="235870" y="41611"/>
                </a:cubicBezTo>
                <a:cubicBezTo>
                  <a:pt x="233512" y="43394"/>
                  <a:pt x="230500" y="44286"/>
                  <a:pt x="226834" y="44286"/>
                </a:cubicBezTo>
                <a:cubicBezTo>
                  <a:pt x="222218" y="44286"/>
                  <a:pt x="218557" y="42864"/>
                  <a:pt x="215852" y="40021"/>
                </a:cubicBezTo>
                <a:cubicBezTo>
                  <a:pt x="213147" y="37177"/>
                  <a:pt x="211795" y="33189"/>
                  <a:pt x="211795" y="28057"/>
                </a:cubicBezTo>
                <a:cubicBezTo>
                  <a:pt x="211795" y="22747"/>
                  <a:pt x="213162" y="18626"/>
                  <a:pt x="215897" y="15693"/>
                </a:cubicBezTo>
                <a:cubicBezTo>
                  <a:pt x="218631" y="12761"/>
                  <a:pt x="222178" y="11294"/>
                  <a:pt x="226537" y="11294"/>
                </a:cubicBezTo>
                <a:cubicBezTo>
                  <a:pt x="230758" y="11294"/>
                  <a:pt x="234205" y="12729"/>
                  <a:pt x="236880" y="15597"/>
                </a:cubicBezTo>
                <a:cubicBezTo>
                  <a:pt x="239555" y="18466"/>
                  <a:pt x="240893" y="22501"/>
                  <a:pt x="240893" y="27704"/>
                </a:cubicBezTo>
                <a:cubicBezTo>
                  <a:pt x="240893" y="28020"/>
                  <a:pt x="240883" y="28495"/>
                  <a:pt x="240863" y="29127"/>
                </a:cubicBezTo>
                <a:lnTo>
                  <a:pt x="217323" y="29127"/>
                </a:lnTo>
                <a:cubicBezTo>
                  <a:pt x="217522" y="32585"/>
                  <a:pt x="218502" y="35233"/>
                  <a:pt x="220266" y="37071"/>
                </a:cubicBezTo>
                <a:cubicBezTo>
                  <a:pt x="222029" y="38908"/>
                  <a:pt x="224229" y="39827"/>
                  <a:pt x="226864" y="39827"/>
                </a:cubicBezTo>
                <a:cubicBezTo>
                  <a:pt x="228826" y="39827"/>
                  <a:pt x="230500" y="39317"/>
                  <a:pt x="231887" y="38297"/>
                </a:cubicBezTo>
                <a:cubicBezTo>
                  <a:pt x="233274" y="37276"/>
                  <a:pt x="234374" y="35646"/>
                  <a:pt x="235186" y="33407"/>
                </a:cubicBezTo>
                <a:moveTo>
                  <a:pt x="217621" y="24669"/>
                </a:moveTo>
                <a:lnTo>
                  <a:pt x="235246" y="24669"/>
                </a:lnTo>
                <a:cubicBezTo>
                  <a:pt x="235008" y="22057"/>
                  <a:pt x="234334" y="20098"/>
                  <a:pt x="233225" y="18793"/>
                </a:cubicBezTo>
                <a:cubicBezTo>
                  <a:pt x="231521" y="16766"/>
                  <a:pt x="229311" y="15753"/>
                  <a:pt x="226597" y="15753"/>
                </a:cubicBezTo>
                <a:cubicBezTo>
                  <a:pt x="224140" y="15753"/>
                  <a:pt x="222074" y="16562"/>
                  <a:pt x="220400" y="18180"/>
                </a:cubicBezTo>
                <a:cubicBezTo>
                  <a:pt x="218725" y="19797"/>
                  <a:pt x="217799" y="21960"/>
                  <a:pt x="217621" y="24669"/>
                </a:cubicBezTo>
                <a:close/>
                <a:moveTo>
                  <a:pt x="247119" y="43572"/>
                </a:moveTo>
                <a:lnTo>
                  <a:pt x="247119" y="12008"/>
                </a:lnTo>
                <a:lnTo>
                  <a:pt x="251934" y="12008"/>
                </a:lnTo>
                <a:lnTo>
                  <a:pt x="251934" y="16763"/>
                </a:lnTo>
                <a:cubicBezTo>
                  <a:pt x="253163" y="14536"/>
                  <a:pt x="254297" y="13068"/>
                  <a:pt x="255337" y="12359"/>
                </a:cubicBezTo>
                <a:cubicBezTo>
                  <a:pt x="256378" y="11649"/>
                  <a:pt x="257522" y="11294"/>
                  <a:pt x="258770" y="11294"/>
                </a:cubicBezTo>
                <a:cubicBezTo>
                  <a:pt x="260573" y="11294"/>
                  <a:pt x="262406" y="11866"/>
                  <a:pt x="264269" y="13011"/>
                </a:cubicBezTo>
                <a:lnTo>
                  <a:pt x="262426" y="17952"/>
                </a:lnTo>
                <a:cubicBezTo>
                  <a:pt x="261118" y="17179"/>
                  <a:pt x="259810" y="16793"/>
                  <a:pt x="258503" y="16793"/>
                </a:cubicBezTo>
                <a:cubicBezTo>
                  <a:pt x="257334" y="16793"/>
                  <a:pt x="256283" y="17145"/>
                  <a:pt x="255352" y="17850"/>
                </a:cubicBezTo>
                <a:cubicBezTo>
                  <a:pt x="254421" y="18554"/>
                  <a:pt x="253757" y="19531"/>
                  <a:pt x="253361" y="20780"/>
                </a:cubicBezTo>
                <a:cubicBezTo>
                  <a:pt x="252766" y="22684"/>
                  <a:pt x="252469" y="24767"/>
                  <a:pt x="252469" y="27028"/>
                </a:cubicBezTo>
                <a:lnTo>
                  <a:pt x="252469" y="43572"/>
                </a:lnTo>
                <a:lnTo>
                  <a:pt x="247119" y="43572"/>
                </a:lnTo>
                <a:close/>
                <a:moveTo>
                  <a:pt x="265004" y="34121"/>
                </a:moveTo>
                <a:lnTo>
                  <a:pt x="270295" y="33289"/>
                </a:lnTo>
                <a:cubicBezTo>
                  <a:pt x="270592" y="35399"/>
                  <a:pt x="271419" y="37017"/>
                  <a:pt x="272777" y="38142"/>
                </a:cubicBezTo>
                <a:cubicBezTo>
                  <a:pt x="274134" y="39265"/>
                  <a:pt x="276031" y="39827"/>
                  <a:pt x="278468" y="39827"/>
                </a:cubicBezTo>
                <a:cubicBezTo>
                  <a:pt x="280925" y="39827"/>
                  <a:pt x="282748" y="39331"/>
                  <a:pt x="283937" y="38338"/>
                </a:cubicBezTo>
                <a:cubicBezTo>
                  <a:pt x="285126" y="37345"/>
                  <a:pt x="285720" y="36181"/>
                  <a:pt x="285720" y="34844"/>
                </a:cubicBezTo>
                <a:cubicBezTo>
                  <a:pt x="285720" y="33645"/>
                  <a:pt x="285195" y="32701"/>
                  <a:pt x="284145" y="32013"/>
                </a:cubicBezTo>
                <a:cubicBezTo>
                  <a:pt x="283412" y="31541"/>
                  <a:pt x="281589" y="30942"/>
                  <a:pt x="278676" y="30214"/>
                </a:cubicBezTo>
                <a:cubicBezTo>
                  <a:pt x="274753" y="29223"/>
                  <a:pt x="272034" y="28365"/>
                  <a:pt x="270518" y="27641"/>
                </a:cubicBezTo>
                <a:cubicBezTo>
                  <a:pt x="269002" y="26917"/>
                  <a:pt x="267853" y="25916"/>
                  <a:pt x="267070" y="24637"/>
                </a:cubicBezTo>
                <a:cubicBezTo>
                  <a:pt x="266287" y="23357"/>
                  <a:pt x="265896" y="21944"/>
                  <a:pt x="265896" y="20398"/>
                </a:cubicBezTo>
                <a:cubicBezTo>
                  <a:pt x="265896" y="18989"/>
                  <a:pt x="266218" y="17685"/>
                  <a:pt x="266862" y="16485"/>
                </a:cubicBezTo>
                <a:cubicBezTo>
                  <a:pt x="267506" y="15285"/>
                  <a:pt x="268383" y="14289"/>
                  <a:pt x="269492" y="13496"/>
                </a:cubicBezTo>
                <a:cubicBezTo>
                  <a:pt x="270325" y="12881"/>
                  <a:pt x="271459" y="12360"/>
                  <a:pt x="272895" y="11934"/>
                </a:cubicBezTo>
                <a:cubicBezTo>
                  <a:pt x="274332" y="11508"/>
                  <a:pt x="275873" y="11294"/>
                  <a:pt x="277517" y="11294"/>
                </a:cubicBezTo>
                <a:cubicBezTo>
                  <a:pt x="279994" y="11294"/>
                  <a:pt x="282169" y="11653"/>
                  <a:pt x="284041" y="12372"/>
                </a:cubicBezTo>
                <a:cubicBezTo>
                  <a:pt x="285914" y="13089"/>
                  <a:pt x="287296" y="14062"/>
                  <a:pt x="288187" y="15289"/>
                </a:cubicBezTo>
                <a:cubicBezTo>
                  <a:pt x="289079" y="16516"/>
                  <a:pt x="289693" y="18156"/>
                  <a:pt x="290030" y="20211"/>
                </a:cubicBezTo>
                <a:lnTo>
                  <a:pt x="284799" y="20924"/>
                </a:lnTo>
                <a:cubicBezTo>
                  <a:pt x="284561" y="19299"/>
                  <a:pt x="283873" y="18031"/>
                  <a:pt x="282733" y="17120"/>
                </a:cubicBezTo>
                <a:cubicBezTo>
                  <a:pt x="281594" y="16208"/>
                  <a:pt x="279984" y="15753"/>
                  <a:pt x="277904" y="15753"/>
                </a:cubicBezTo>
                <a:cubicBezTo>
                  <a:pt x="275447" y="15753"/>
                  <a:pt x="273693" y="16157"/>
                  <a:pt x="272643" y="16966"/>
                </a:cubicBezTo>
                <a:cubicBezTo>
                  <a:pt x="271593" y="17774"/>
                  <a:pt x="271068" y="18720"/>
                  <a:pt x="271068" y="19805"/>
                </a:cubicBezTo>
                <a:cubicBezTo>
                  <a:pt x="271068" y="20495"/>
                  <a:pt x="271286" y="21116"/>
                  <a:pt x="271721" y="21668"/>
                </a:cubicBezTo>
                <a:cubicBezTo>
                  <a:pt x="272157" y="22240"/>
                  <a:pt x="272841" y="22713"/>
                  <a:pt x="273772" y="23087"/>
                </a:cubicBezTo>
                <a:cubicBezTo>
                  <a:pt x="274307" y="23285"/>
                  <a:pt x="275883" y="23738"/>
                  <a:pt x="278498" y="24448"/>
                </a:cubicBezTo>
                <a:cubicBezTo>
                  <a:pt x="282283" y="25458"/>
                  <a:pt x="284923" y="26285"/>
                  <a:pt x="286419" y="26928"/>
                </a:cubicBezTo>
                <a:cubicBezTo>
                  <a:pt x="287915" y="27571"/>
                  <a:pt x="289089" y="28507"/>
                  <a:pt x="289941" y="29735"/>
                </a:cubicBezTo>
                <a:cubicBezTo>
                  <a:pt x="290793" y="30962"/>
                  <a:pt x="291219" y="32486"/>
                  <a:pt x="291219" y="34307"/>
                </a:cubicBezTo>
                <a:cubicBezTo>
                  <a:pt x="291219" y="36089"/>
                  <a:pt x="290699" y="37768"/>
                  <a:pt x="289659" y="39342"/>
                </a:cubicBezTo>
                <a:cubicBezTo>
                  <a:pt x="288618" y="40915"/>
                  <a:pt x="287117" y="42132"/>
                  <a:pt x="285156" y="42994"/>
                </a:cubicBezTo>
                <a:cubicBezTo>
                  <a:pt x="283194" y="43855"/>
                  <a:pt x="280975" y="44286"/>
                  <a:pt x="278498" y="44286"/>
                </a:cubicBezTo>
                <a:cubicBezTo>
                  <a:pt x="274396" y="44286"/>
                  <a:pt x="271271" y="43431"/>
                  <a:pt x="269121" y="41722"/>
                </a:cubicBezTo>
                <a:cubicBezTo>
                  <a:pt x="266971" y="40013"/>
                  <a:pt x="265599" y="37479"/>
                  <a:pt x="265004" y="341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54F8F-E8F2-45E7-B87C-7086CE8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65" y="388270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Text api.md">
            <a:extLst xmlns:a="http://schemas.openxmlformats.org/drawingml/2006/main">
              <a:ext uri="{FF2B5EF4-FFF2-40B4-BE49-F238E27FC236}">
                <a16:creationId xmlns:a16="http://schemas.microsoft.com/office/drawing/2014/main" id="{8BAD8230-37FD-4E51-8BA8-9C8164D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748" y="3888598"/>
            <a:ext cx="131042" cy="41566"/>
          </a:xfrm>
          <a:custGeom xmlns:a="http://schemas.openxmlformats.org/drawingml/2006/main">
            <a:pathLst>
              <a:path w="131042" h="41566">
                <a:moveTo>
                  <a:pt x="16724" y="29608"/>
                </a:moveTo>
                <a:cubicBezTo>
                  <a:pt x="15245" y="30866"/>
                  <a:pt x="13822" y="31754"/>
                  <a:pt x="12454" y="32272"/>
                </a:cubicBezTo>
                <a:cubicBezTo>
                  <a:pt x="11087" y="32790"/>
                  <a:pt x="9619" y="33049"/>
                  <a:pt x="8052" y="33049"/>
                </a:cubicBezTo>
                <a:cubicBezTo>
                  <a:pt x="5464" y="33049"/>
                  <a:pt x="3475" y="32416"/>
                  <a:pt x="2085" y="31151"/>
                </a:cubicBezTo>
                <a:cubicBezTo>
                  <a:pt x="695" y="29886"/>
                  <a:pt x="0" y="28269"/>
                  <a:pt x="0" y="26301"/>
                </a:cubicBezTo>
                <a:cubicBezTo>
                  <a:pt x="0" y="25147"/>
                  <a:pt x="262" y="24093"/>
                  <a:pt x="787" y="23139"/>
                </a:cubicBezTo>
                <a:cubicBezTo>
                  <a:pt x="1312" y="22184"/>
                  <a:pt x="2000" y="21419"/>
                  <a:pt x="2850" y="20841"/>
                </a:cubicBezTo>
                <a:cubicBezTo>
                  <a:pt x="3700" y="20264"/>
                  <a:pt x="4658" y="19828"/>
                  <a:pt x="5723" y="19532"/>
                </a:cubicBezTo>
                <a:cubicBezTo>
                  <a:pt x="6506" y="19325"/>
                  <a:pt x="7689" y="19125"/>
                  <a:pt x="9271" y="18932"/>
                </a:cubicBezTo>
                <a:cubicBezTo>
                  <a:pt x="12495" y="18551"/>
                  <a:pt x="14868" y="18096"/>
                  <a:pt x="16391" y="17567"/>
                </a:cubicBezTo>
                <a:cubicBezTo>
                  <a:pt x="16406" y="17022"/>
                  <a:pt x="16414" y="16676"/>
                  <a:pt x="16414" y="16529"/>
                </a:cubicBezTo>
                <a:cubicBezTo>
                  <a:pt x="16414" y="14908"/>
                  <a:pt x="16037" y="13766"/>
                  <a:pt x="15282" y="13104"/>
                </a:cubicBezTo>
                <a:cubicBezTo>
                  <a:pt x="14262" y="12205"/>
                  <a:pt x="12746" y="11756"/>
                  <a:pt x="10735" y="11756"/>
                </a:cubicBezTo>
                <a:cubicBezTo>
                  <a:pt x="8857" y="11756"/>
                  <a:pt x="7471" y="12085"/>
                  <a:pt x="6577" y="12743"/>
                </a:cubicBezTo>
                <a:cubicBezTo>
                  <a:pt x="5682" y="13401"/>
                  <a:pt x="5020" y="14565"/>
                  <a:pt x="4591" y="16236"/>
                </a:cubicBezTo>
                <a:lnTo>
                  <a:pt x="688" y="15704"/>
                </a:lnTo>
                <a:cubicBezTo>
                  <a:pt x="1042" y="14028"/>
                  <a:pt x="1627" y="12674"/>
                  <a:pt x="2440" y="11643"/>
                </a:cubicBezTo>
                <a:cubicBezTo>
                  <a:pt x="3253" y="10612"/>
                  <a:pt x="4429" y="9819"/>
                  <a:pt x="5967" y="9263"/>
                </a:cubicBezTo>
                <a:cubicBezTo>
                  <a:pt x="7504" y="8707"/>
                  <a:pt x="9286" y="8429"/>
                  <a:pt x="11312" y="8429"/>
                </a:cubicBezTo>
                <a:cubicBezTo>
                  <a:pt x="13323" y="8429"/>
                  <a:pt x="14957" y="8665"/>
                  <a:pt x="16214" y="9138"/>
                </a:cubicBezTo>
                <a:cubicBezTo>
                  <a:pt x="17471" y="9612"/>
                  <a:pt x="18395" y="10207"/>
                  <a:pt x="18987" y="10924"/>
                </a:cubicBezTo>
                <a:cubicBezTo>
                  <a:pt x="19578" y="11641"/>
                  <a:pt x="19992" y="12547"/>
                  <a:pt x="20229" y="13641"/>
                </a:cubicBezTo>
                <a:cubicBezTo>
                  <a:pt x="20362" y="14321"/>
                  <a:pt x="20428" y="15549"/>
                  <a:pt x="20428" y="17323"/>
                </a:cubicBezTo>
                <a:lnTo>
                  <a:pt x="20428" y="22646"/>
                </a:lnTo>
                <a:cubicBezTo>
                  <a:pt x="20428" y="26358"/>
                  <a:pt x="20513" y="28705"/>
                  <a:pt x="20683" y="29689"/>
                </a:cubicBezTo>
                <a:cubicBezTo>
                  <a:pt x="20853" y="30672"/>
                  <a:pt x="21190" y="31615"/>
                  <a:pt x="21693" y="32517"/>
                </a:cubicBezTo>
                <a:lnTo>
                  <a:pt x="17523" y="32517"/>
                </a:lnTo>
                <a:cubicBezTo>
                  <a:pt x="17109" y="31688"/>
                  <a:pt x="16842" y="30718"/>
                  <a:pt x="16724" y="29608"/>
                </a:cubicBezTo>
                <a:moveTo>
                  <a:pt x="16391" y="20672"/>
                </a:moveTo>
                <a:cubicBezTo>
                  <a:pt x="14942" y="21269"/>
                  <a:pt x="12769" y="21776"/>
                  <a:pt x="9870" y="22193"/>
                </a:cubicBezTo>
                <a:cubicBezTo>
                  <a:pt x="8229" y="22430"/>
                  <a:pt x="7068" y="22698"/>
                  <a:pt x="6388" y="22995"/>
                </a:cubicBezTo>
                <a:cubicBezTo>
                  <a:pt x="5708" y="23292"/>
                  <a:pt x="5183" y="23726"/>
                  <a:pt x="4813" y="24298"/>
                </a:cubicBezTo>
                <a:cubicBezTo>
                  <a:pt x="4443" y="24870"/>
                  <a:pt x="4259" y="25504"/>
                  <a:pt x="4259" y="26202"/>
                </a:cubicBezTo>
                <a:cubicBezTo>
                  <a:pt x="4259" y="27271"/>
                  <a:pt x="4662" y="28162"/>
                  <a:pt x="5467" y="28875"/>
                </a:cubicBezTo>
                <a:cubicBezTo>
                  <a:pt x="6273" y="29587"/>
                  <a:pt x="7453" y="29944"/>
                  <a:pt x="9005" y="29944"/>
                </a:cubicBezTo>
                <a:cubicBezTo>
                  <a:pt x="10543" y="29944"/>
                  <a:pt x="11911" y="29606"/>
                  <a:pt x="13109" y="28930"/>
                </a:cubicBezTo>
                <a:cubicBezTo>
                  <a:pt x="14306" y="28254"/>
                  <a:pt x="15186" y="27329"/>
                  <a:pt x="15748" y="26155"/>
                </a:cubicBezTo>
                <a:cubicBezTo>
                  <a:pt x="16177" y="25248"/>
                  <a:pt x="16391" y="23911"/>
                  <a:pt x="16391" y="22143"/>
                </a:cubicBezTo>
                <a:lnTo>
                  <a:pt x="16391" y="20672"/>
                </a:lnTo>
                <a:close/>
                <a:moveTo>
                  <a:pt x="26746" y="41566"/>
                </a:moveTo>
                <a:lnTo>
                  <a:pt x="26746" y="8961"/>
                </a:lnTo>
                <a:lnTo>
                  <a:pt x="30384" y="8961"/>
                </a:lnTo>
                <a:lnTo>
                  <a:pt x="30384" y="12000"/>
                </a:lnTo>
                <a:cubicBezTo>
                  <a:pt x="31241" y="10809"/>
                  <a:pt x="32210" y="9917"/>
                  <a:pt x="33289" y="9321"/>
                </a:cubicBezTo>
                <a:cubicBezTo>
                  <a:pt x="34369" y="8726"/>
                  <a:pt x="35677" y="8429"/>
                  <a:pt x="37215" y="8429"/>
                </a:cubicBezTo>
                <a:cubicBezTo>
                  <a:pt x="39226" y="8429"/>
                  <a:pt x="41001" y="8946"/>
                  <a:pt x="42538" y="9981"/>
                </a:cubicBezTo>
                <a:cubicBezTo>
                  <a:pt x="44076" y="11016"/>
                  <a:pt x="45237" y="12477"/>
                  <a:pt x="46021" y="14362"/>
                </a:cubicBezTo>
                <a:cubicBezTo>
                  <a:pt x="46805" y="16247"/>
                  <a:pt x="47196" y="18314"/>
                  <a:pt x="47196" y="20561"/>
                </a:cubicBezTo>
                <a:cubicBezTo>
                  <a:pt x="47196" y="22972"/>
                  <a:pt x="46764" y="25142"/>
                  <a:pt x="45899" y="27071"/>
                </a:cubicBezTo>
                <a:cubicBezTo>
                  <a:pt x="45034" y="29001"/>
                  <a:pt x="43777" y="30480"/>
                  <a:pt x="42128" y="31507"/>
                </a:cubicBezTo>
                <a:cubicBezTo>
                  <a:pt x="40479" y="32535"/>
                  <a:pt x="38746" y="33049"/>
                  <a:pt x="36927" y="33049"/>
                </a:cubicBezTo>
                <a:cubicBezTo>
                  <a:pt x="35596" y="33049"/>
                  <a:pt x="34402" y="32764"/>
                  <a:pt x="33345" y="32195"/>
                </a:cubicBezTo>
                <a:cubicBezTo>
                  <a:pt x="32287" y="31625"/>
                  <a:pt x="31419" y="30906"/>
                  <a:pt x="30738" y="30037"/>
                </a:cubicBezTo>
                <a:lnTo>
                  <a:pt x="30738" y="41566"/>
                </a:lnTo>
                <a:lnTo>
                  <a:pt x="26746" y="41566"/>
                </a:lnTo>
                <a:moveTo>
                  <a:pt x="30361" y="20839"/>
                </a:moveTo>
                <a:cubicBezTo>
                  <a:pt x="30361" y="23866"/>
                  <a:pt x="30975" y="26104"/>
                  <a:pt x="32202" y="27551"/>
                </a:cubicBezTo>
                <a:cubicBezTo>
                  <a:pt x="33430" y="28998"/>
                  <a:pt x="34916" y="29722"/>
                  <a:pt x="36661" y="29722"/>
                </a:cubicBezTo>
                <a:cubicBezTo>
                  <a:pt x="38435" y="29722"/>
                  <a:pt x="39954" y="28972"/>
                  <a:pt x="41219" y="27473"/>
                </a:cubicBezTo>
                <a:cubicBezTo>
                  <a:pt x="42483" y="25974"/>
                  <a:pt x="43115" y="23652"/>
                  <a:pt x="43115" y="20506"/>
                </a:cubicBezTo>
                <a:cubicBezTo>
                  <a:pt x="43115" y="17508"/>
                  <a:pt x="42498" y="15263"/>
                  <a:pt x="41263" y="13771"/>
                </a:cubicBezTo>
                <a:cubicBezTo>
                  <a:pt x="40028" y="12280"/>
                  <a:pt x="38553" y="11534"/>
                  <a:pt x="36838" y="11534"/>
                </a:cubicBezTo>
                <a:cubicBezTo>
                  <a:pt x="35138" y="11534"/>
                  <a:pt x="33633" y="12328"/>
                  <a:pt x="32324" y="13915"/>
                </a:cubicBezTo>
                <a:cubicBezTo>
                  <a:pt x="31016" y="15503"/>
                  <a:pt x="30361" y="17811"/>
                  <a:pt x="30361" y="20839"/>
                </a:cubicBezTo>
                <a:close/>
                <a:moveTo>
                  <a:pt x="52161" y="4614"/>
                </a:moveTo>
                <a:lnTo>
                  <a:pt x="52161" y="0"/>
                </a:lnTo>
                <a:lnTo>
                  <a:pt x="56154" y="0"/>
                </a:lnTo>
                <a:lnTo>
                  <a:pt x="56154" y="4614"/>
                </a:lnTo>
                <a:lnTo>
                  <a:pt x="52161" y="4614"/>
                </a:lnTo>
                <a:moveTo>
                  <a:pt x="52161" y="32517"/>
                </a:moveTo>
                <a:lnTo>
                  <a:pt x="52161" y="8961"/>
                </a:lnTo>
                <a:lnTo>
                  <a:pt x="56154" y="8961"/>
                </a:lnTo>
                <a:lnTo>
                  <a:pt x="56154" y="32517"/>
                </a:lnTo>
                <a:lnTo>
                  <a:pt x="52161" y="32517"/>
                </a:lnTo>
                <a:close/>
                <a:moveTo>
                  <a:pt x="64127" y="32517"/>
                </a:moveTo>
                <a:lnTo>
                  <a:pt x="64127" y="27947"/>
                </a:lnTo>
                <a:lnTo>
                  <a:pt x="68674" y="27947"/>
                </a:lnTo>
                <a:lnTo>
                  <a:pt x="68674" y="32517"/>
                </a:lnTo>
                <a:lnTo>
                  <a:pt x="64127" y="32517"/>
                </a:lnTo>
                <a:close/>
                <a:moveTo>
                  <a:pt x="75624" y="32517"/>
                </a:moveTo>
                <a:lnTo>
                  <a:pt x="75624" y="8961"/>
                </a:lnTo>
                <a:lnTo>
                  <a:pt x="79195" y="8961"/>
                </a:lnTo>
                <a:lnTo>
                  <a:pt x="79195" y="12244"/>
                </a:lnTo>
                <a:cubicBezTo>
                  <a:pt x="79934" y="11097"/>
                  <a:pt x="80918" y="10174"/>
                  <a:pt x="82145" y="9476"/>
                </a:cubicBezTo>
                <a:cubicBezTo>
                  <a:pt x="83372" y="8778"/>
                  <a:pt x="84770" y="8429"/>
                  <a:pt x="86337" y="8429"/>
                </a:cubicBezTo>
                <a:cubicBezTo>
                  <a:pt x="88082" y="8429"/>
                  <a:pt x="89513" y="8789"/>
                  <a:pt x="90629" y="9510"/>
                </a:cubicBezTo>
                <a:cubicBezTo>
                  <a:pt x="91746" y="10230"/>
                  <a:pt x="92533" y="11238"/>
                  <a:pt x="92991" y="12532"/>
                </a:cubicBezTo>
                <a:cubicBezTo>
                  <a:pt x="94855" y="9796"/>
                  <a:pt x="97280" y="8429"/>
                  <a:pt x="100267" y="8429"/>
                </a:cubicBezTo>
                <a:cubicBezTo>
                  <a:pt x="102603" y="8429"/>
                  <a:pt x="104400" y="9076"/>
                  <a:pt x="105656" y="10369"/>
                </a:cubicBezTo>
                <a:cubicBezTo>
                  <a:pt x="106913" y="11663"/>
                  <a:pt x="107542" y="13656"/>
                  <a:pt x="107542" y="16347"/>
                </a:cubicBezTo>
                <a:lnTo>
                  <a:pt x="107542" y="32517"/>
                </a:lnTo>
                <a:lnTo>
                  <a:pt x="103572" y="32517"/>
                </a:lnTo>
                <a:lnTo>
                  <a:pt x="103572" y="17662"/>
                </a:lnTo>
                <a:cubicBezTo>
                  <a:pt x="103572" y="16063"/>
                  <a:pt x="103442" y="14912"/>
                  <a:pt x="103183" y="14209"/>
                </a:cubicBezTo>
                <a:cubicBezTo>
                  <a:pt x="102925" y="13506"/>
                  <a:pt x="102455" y="12940"/>
                  <a:pt x="101775" y="12510"/>
                </a:cubicBezTo>
                <a:cubicBezTo>
                  <a:pt x="101095" y="12081"/>
                  <a:pt x="100296" y="11867"/>
                  <a:pt x="99379" y="11867"/>
                </a:cubicBezTo>
                <a:cubicBezTo>
                  <a:pt x="97723" y="11867"/>
                  <a:pt x="96348" y="12418"/>
                  <a:pt x="95254" y="13521"/>
                </a:cubicBezTo>
                <a:cubicBezTo>
                  <a:pt x="94160" y="14624"/>
                  <a:pt x="93612" y="16389"/>
                  <a:pt x="93612" y="18817"/>
                </a:cubicBezTo>
                <a:lnTo>
                  <a:pt x="93612" y="32517"/>
                </a:lnTo>
                <a:lnTo>
                  <a:pt x="89620" y="32517"/>
                </a:lnTo>
                <a:lnTo>
                  <a:pt x="89620" y="17195"/>
                </a:lnTo>
                <a:cubicBezTo>
                  <a:pt x="89620" y="15419"/>
                  <a:pt x="89295" y="14087"/>
                  <a:pt x="88644" y="13199"/>
                </a:cubicBezTo>
                <a:cubicBezTo>
                  <a:pt x="87993" y="12311"/>
                  <a:pt x="86929" y="11867"/>
                  <a:pt x="85450" y="11867"/>
                </a:cubicBezTo>
                <a:cubicBezTo>
                  <a:pt x="84326" y="11867"/>
                  <a:pt x="83287" y="12163"/>
                  <a:pt x="82334" y="12755"/>
                </a:cubicBezTo>
                <a:cubicBezTo>
                  <a:pt x="81380" y="13347"/>
                  <a:pt x="80689" y="14213"/>
                  <a:pt x="80260" y="15353"/>
                </a:cubicBezTo>
                <a:cubicBezTo>
                  <a:pt x="79831" y="16493"/>
                  <a:pt x="79617" y="18136"/>
                  <a:pt x="79617" y="20282"/>
                </a:cubicBezTo>
                <a:lnTo>
                  <a:pt x="79617" y="32517"/>
                </a:lnTo>
                <a:lnTo>
                  <a:pt x="75624" y="32517"/>
                </a:lnTo>
                <a:close/>
                <a:moveTo>
                  <a:pt x="127338" y="32517"/>
                </a:moveTo>
                <a:lnTo>
                  <a:pt x="127338" y="29544"/>
                </a:lnTo>
                <a:cubicBezTo>
                  <a:pt x="125844" y="31881"/>
                  <a:pt x="123648" y="33049"/>
                  <a:pt x="120750" y="33049"/>
                </a:cubicBezTo>
                <a:cubicBezTo>
                  <a:pt x="118872" y="33049"/>
                  <a:pt x="117146" y="32531"/>
                  <a:pt x="115571" y="31496"/>
                </a:cubicBezTo>
                <a:cubicBezTo>
                  <a:pt x="113996" y="30461"/>
                  <a:pt x="112776" y="29016"/>
                  <a:pt x="111911" y="27160"/>
                </a:cubicBezTo>
                <a:cubicBezTo>
                  <a:pt x="111046" y="25304"/>
                  <a:pt x="110613" y="23171"/>
                  <a:pt x="110613" y="20761"/>
                </a:cubicBezTo>
                <a:cubicBezTo>
                  <a:pt x="110613" y="18410"/>
                  <a:pt x="111005" y="16277"/>
                  <a:pt x="111789" y="14362"/>
                </a:cubicBezTo>
                <a:cubicBezTo>
                  <a:pt x="112573" y="12447"/>
                  <a:pt x="113748" y="10979"/>
                  <a:pt x="115316" y="9959"/>
                </a:cubicBezTo>
                <a:cubicBezTo>
                  <a:pt x="116883" y="8939"/>
                  <a:pt x="118635" y="8429"/>
                  <a:pt x="120573" y="8429"/>
                </a:cubicBezTo>
                <a:cubicBezTo>
                  <a:pt x="121992" y="8429"/>
                  <a:pt x="123256" y="8728"/>
                  <a:pt x="124365" y="9327"/>
                </a:cubicBezTo>
                <a:cubicBezTo>
                  <a:pt x="125474" y="9926"/>
                  <a:pt x="126376" y="10706"/>
                  <a:pt x="127071" y="11667"/>
                </a:cubicBezTo>
                <a:lnTo>
                  <a:pt x="127071" y="0"/>
                </a:lnTo>
                <a:lnTo>
                  <a:pt x="131042" y="0"/>
                </a:lnTo>
                <a:lnTo>
                  <a:pt x="131042" y="32517"/>
                </a:lnTo>
                <a:lnTo>
                  <a:pt x="127338" y="32517"/>
                </a:lnTo>
                <a:moveTo>
                  <a:pt x="114717" y="20750"/>
                </a:moveTo>
                <a:cubicBezTo>
                  <a:pt x="114717" y="23755"/>
                  <a:pt x="115353" y="26002"/>
                  <a:pt x="116624" y="27490"/>
                </a:cubicBezTo>
                <a:cubicBezTo>
                  <a:pt x="117896" y="28978"/>
                  <a:pt x="119397" y="29722"/>
                  <a:pt x="121127" y="29722"/>
                </a:cubicBezTo>
                <a:cubicBezTo>
                  <a:pt x="122872" y="29722"/>
                  <a:pt x="124354" y="29011"/>
                  <a:pt x="125574" y="27590"/>
                </a:cubicBezTo>
                <a:cubicBezTo>
                  <a:pt x="126794" y="26168"/>
                  <a:pt x="127404" y="23998"/>
                  <a:pt x="127404" y="21081"/>
                </a:cubicBezTo>
                <a:cubicBezTo>
                  <a:pt x="127404" y="17870"/>
                  <a:pt x="126783" y="15512"/>
                  <a:pt x="125541" y="14010"/>
                </a:cubicBezTo>
                <a:cubicBezTo>
                  <a:pt x="124299" y="12507"/>
                  <a:pt x="122768" y="11756"/>
                  <a:pt x="120950" y="11756"/>
                </a:cubicBezTo>
                <a:cubicBezTo>
                  <a:pt x="119175" y="11756"/>
                  <a:pt x="117693" y="12478"/>
                  <a:pt x="116502" y="13922"/>
                </a:cubicBezTo>
                <a:cubicBezTo>
                  <a:pt x="115312" y="15365"/>
                  <a:pt x="114717" y="17641"/>
                  <a:pt x="114717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51D05-57C2-4A5B-B32A-DCF3D06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65" y="397181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Text charts.md">
            <a:extLst xmlns:a="http://schemas.openxmlformats.org/drawingml/2006/main">
              <a:ext uri="{FF2B5EF4-FFF2-40B4-BE49-F238E27FC236}">
                <a16:creationId xmlns:a16="http://schemas.microsoft.com/office/drawing/2014/main" id="{1C5E8DFE-E51E-4C11-976A-DC0B7FE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881" y="3978541"/>
            <a:ext cx="193551" cy="33049"/>
          </a:xfrm>
          <a:custGeom xmlns:a="http://schemas.openxmlformats.org/drawingml/2006/main">
            <a:pathLst>
              <a:path w="193551" h="33049">
                <a:moveTo>
                  <a:pt x="16591" y="23866"/>
                </a:moveTo>
                <a:lnTo>
                  <a:pt x="20517" y="24376"/>
                </a:lnTo>
                <a:cubicBezTo>
                  <a:pt x="20088" y="27089"/>
                  <a:pt x="18990" y="29213"/>
                  <a:pt x="17223" y="30748"/>
                </a:cubicBezTo>
                <a:cubicBezTo>
                  <a:pt x="15456" y="32282"/>
                  <a:pt x="13286" y="33049"/>
                  <a:pt x="10713" y="33049"/>
                </a:cubicBezTo>
                <a:cubicBezTo>
                  <a:pt x="7490" y="33049"/>
                  <a:pt x="4898" y="31995"/>
                  <a:pt x="2939" y="29888"/>
                </a:cubicBezTo>
                <a:cubicBezTo>
                  <a:pt x="980" y="27781"/>
                  <a:pt x="0" y="24761"/>
                  <a:pt x="0" y="20827"/>
                </a:cubicBezTo>
                <a:cubicBezTo>
                  <a:pt x="0" y="18284"/>
                  <a:pt x="421" y="16059"/>
                  <a:pt x="1264" y="14151"/>
                </a:cubicBezTo>
                <a:cubicBezTo>
                  <a:pt x="2107" y="12244"/>
                  <a:pt x="3390" y="10813"/>
                  <a:pt x="5113" y="9859"/>
                </a:cubicBezTo>
                <a:cubicBezTo>
                  <a:pt x="6835" y="8905"/>
                  <a:pt x="8710" y="8429"/>
                  <a:pt x="10735" y="8429"/>
                </a:cubicBezTo>
                <a:cubicBezTo>
                  <a:pt x="13294" y="8429"/>
                  <a:pt x="15386" y="9078"/>
                  <a:pt x="17012" y="10376"/>
                </a:cubicBezTo>
                <a:cubicBezTo>
                  <a:pt x="18639" y="11673"/>
                  <a:pt x="19682" y="13516"/>
                  <a:pt x="20140" y="15903"/>
                </a:cubicBezTo>
                <a:lnTo>
                  <a:pt x="16258" y="16502"/>
                </a:lnTo>
                <a:cubicBezTo>
                  <a:pt x="15889" y="14927"/>
                  <a:pt x="15234" y="13743"/>
                  <a:pt x="14295" y="12948"/>
                </a:cubicBezTo>
                <a:cubicBezTo>
                  <a:pt x="13356" y="12153"/>
                  <a:pt x="12221" y="11756"/>
                  <a:pt x="10891" y="11756"/>
                </a:cubicBezTo>
                <a:cubicBezTo>
                  <a:pt x="8880" y="11756"/>
                  <a:pt x="7246" y="12473"/>
                  <a:pt x="5989" y="13908"/>
                </a:cubicBezTo>
                <a:cubicBezTo>
                  <a:pt x="4732" y="15342"/>
                  <a:pt x="4103" y="17612"/>
                  <a:pt x="4103" y="20717"/>
                </a:cubicBezTo>
                <a:cubicBezTo>
                  <a:pt x="4103" y="23866"/>
                  <a:pt x="4710" y="26154"/>
                  <a:pt x="5922" y="27581"/>
                </a:cubicBezTo>
                <a:cubicBezTo>
                  <a:pt x="7135" y="29008"/>
                  <a:pt x="8717" y="29722"/>
                  <a:pt x="10669" y="29722"/>
                </a:cubicBezTo>
                <a:cubicBezTo>
                  <a:pt x="12236" y="29722"/>
                  <a:pt x="13545" y="29243"/>
                  <a:pt x="14595" y="28286"/>
                </a:cubicBezTo>
                <a:cubicBezTo>
                  <a:pt x="15645" y="27328"/>
                  <a:pt x="16310" y="25855"/>
                  <a:pt x="16591" y="23866"/>
                </a:cubicBezTo>
                <a:close/>
                <a:moveTo>
                  <a:pt x="23933" y="32517"/>
                </a:moveTo>
                <a:lnTo>
                  <a:pt x="23933" y="0"/>
                </a:lnTo>
                <a:lnTo>
                  <a:pt x="27925" y="0"/>
                </a:lnTo>
                <a:lnTo>
                  <a:pt x="27925" y="11667"/>
                </a:lnTo>
                <a:cubicBezTo>
                  <a:pt x="29788" y="9508"/>
                  <a:pt x="32140" y="8429"/>
                  <a:pt x="34979" y="8429"/>
                </a:cubicBezTo>
                <a:cubicBezTo>
                  <a:pt x="36724" y="8429"/>
                  <a:pt x="38239" y="8772"/>
                  <a:pt x="39526" y="9460"/>
                </a:cubicBezTo>
                <a:cubicBezTo>
                  <a:pt x="40812" y="10148"/>
                  <a:pt x="41733" y="11098"/>
                  <a:pt x="42287" y="12310"/>
                </a:cubicBezTo>
                <a:cubicBezTo>
                  <a:pt x="42842" y="13523"/>
                  <a:pt x="43119" y="15282"/>
                  <a:pt x="43119" y="17589"/>
                </a:cubicBezTo>
                <a:lnTo>
                  <a:pt x="43119" y="32517"/>
                </a:lnTo>
                <a:lnTo>
                  <a:pt x="39126" y="32517"/>
                </a:lnTo>
                <a:lnTo>
                  <a:pt x="39126" y="17589"/>
                </a:lnTo>
                <a:cubicBezTo>
                  <a:pt x="39126" y="15593"/>
                  <a:pt x="38694" y="14140"/>
                  <a:pt x="37829" y="13231"/>
                </a:cubicBezTo>
                <a:cubicBezTo>
                  <a:pt x="36964" y="12321"/>
                  <a:pt x="35740" y="11867"/>
                  <a:pt x="34158" y="11867"/>
                </a:cubicBezTo>
                <a:cubicBezTo>
                  <a:pt x="32975" y="11867"/>
                  <a:pt x="31862" y="12173"/>
                  <a:pt x="30820" y="12787"/>
                </a:cubicBezTo>
                <a:cubicBezTo>
                  <a:pt x="29777" y="13401"/>
                  <a:pt x="29034" y="14232"/>
                  <a:pt x="28591" y="15282"/>
                </a:cubicBezTo>
                <a:cubicBezTo>
                  <a:pt x="28147" y="16332"/>
                  <a:pt x="27925" y="17781"/>
                  <a:pt x="27925" y="19630"/>
                </a:cubicBezTo>
                <a:lnTo>
                  <a:pt x="27925" y="32517"/>
                </a:lnTo>
                <a:lnTo>
                  <a:pt x="23933" y="32517"/>
                </a:lnTo>
                <a:close/>
                <a:moveTo>
                  <a:pt x="64697" y="29608"/>
                </a:moveTo>
                <a:cubicBezTo>
                  <a:pt x="63218" y="30866"/>
                  <a:pt x="61795" y="31754"/>
                  <a:pt x="60427" y="32272"/>
                </a:cubicBezTo>
                <a:cubicBezTo>
                  <a:pt x="59059" y="32790"/>
                  <a:pt x="57592" y="33049"/>
                  <a:pt x="56024" y="33049"/>
                </a:cubicBezTo>
                <a:cubicBezTo>
                  <a:pt x="53436" y="33049"/>
                  <a:pt x="51448" y="32416"/>
                  <a:pt x="50058" y="31151"/>
                </a:cubicBezTo>
                <a:cubicBezTo>
                  <a:pt x="48668" y="29886"/>
                  <a:pt x="47973" y="28269"/>
                  <a:pt x="47973" y="26301"/>
                </a:cubicBezTo>
                <a:cubicBezTo>
                  <a:pt x="47973" y="25147"/>
                  <a:pt x="48235" y="24093"/>
                  <a:pt x="48760" y="23139"/>
                </a:cubicBezTo>
                <a:cubicBezTo>
                  <a:pt x="49285" y="22184"/>
                  <a:pt x="49973" y="21419"/>
                  <a:pt x="50823" y="20841"/>
                </a:cubicBezTo>
                <a:cubicBezTo>
                  <a:pt x="51673" y="20264"/>
                  <a:pt x="52631" y="19828"/>
                  <a:pt x="53695" y="19532"/>
                </a:cubicBezTo>
                <a:cubicBezTo>
                  <a:pt x="54479" y="19325"/>
                  <a:pt x="55662" y="19125"/>
                  <a:pt x="57244" y="18932"/>
                </a:cubicBezTo>
                <a:cubicBezTo>
                  <a:pt x="60468" y="18551"/>
                  <a:pt x="62841" y="18096"/>
                  <a:pt x="64364" y="17567"/>
                </a:cubicBezTo>
                <a:cubicBezTo>
                  <a:pt x="64379" y="17022"/>
                  <a:pt x="64386" y="16676"/>
                  <a:pt x="64386" y="16529"/>
                </a:cubicBezTo>
                <a:cubicBezTo>
                  <a:pt x="64386" y="14908"/>
                  <a:pt x="64009" y="13766"/>
                  <a:pt x="63255" y="13104"/>
                </a:cubicBezTo>
                <a:cubicBezTo>
                  <a:pt x="62235" y="12205"/>
                  <a:pt x="60719" y="11756"/>
                  <a:pt x="58708" y="11756"/>
                </a:cubicBezTo>
                <a:cubicBezTo>
                  <a:pt x="56830" y="11756"/>
                  <a:pt x="55444" y="12085"/>
                  <a:pt x="54549" y="12743"/>
                </a:cubicBezTo>
                <a:cubicBezTo>
                  <a:pt x="53655" y="13401"/>
                  <a:pt x="52993" y="14565"/>
                  <a:pt x="52564" y="16236"/>
                </a:cubicBezTo>
                <a:lnTo>
                  <a:pt x="48660" y="15704"/>
                </a:lnTo>
                <a:cubicBezTo>
                  <a:pt x="49015" y="14028"/>
                  <a:pt x="49599" y="12674"/>
                  <a:pt x="50413" y="11643"/>
                </a:cubicBezTo>
                <a:cubicBezTo>
                  <a:pt x="51226" y="10612"/>
                  <a:pt x="52401" y="9819"/>
                  <a:pt x="53939" y="9263"/>
                </a:cubicBezTo>
                <a:cubicBezTo>
                  <a:pt x="55477" y="8707"/>
                  <a:pt x="57259" y="8429"/>
                  <a:pt x="59285" y="8429"/>
                </a:cubicBezTo>
                <a:cubicBezTo>
                  <a:pt x="61296" y="8429"/>
                  <a:pt x="62930" y="8665"/>
                  <a:pt x="64187" y="9138"/>
                </a:cubicBezTo>
                <a:cubicBezTo>
                  <a:pt x="65444" y="9612"/>
                  <a:pt x="66368" y="10207"/>
                  <a:pt x="66959" y="10924"/>
                </a:cubicBezTo>
                <a:cubicBezTo>
                  <a:pt x="67551" y="11641"/>
                  <a:pt x="67965" y="12547"/>
                  <a:pt x="68201" y="13641"/>
                </a:cubicBezTo>
                <a:cubicBezTo>
                  <a:pt x="68334" y="14321"/>
                  <a:pt x="68401" y="15549"/>
                  <a:pt x="68401" y="17323"/>
                </a:cubicBezTo>
                <a:lnTo>
                  <a:pt x="68401" y="22646"/>
                </a:lnTo>
                <a:cubicBezTo>
                  <a:pt x="68401" y="26358"/>
                  <a:pt x="68486" y="28705"/>
                  <a:pt x="68656" y="29689"/>
                </a:cubicBezTo>
                <a:cubicBezTo>
                  <a:pt x="68826" y="30672"/>
                  <a:pt x="69162" y="31615"/>
                  <a:pt x="69665" y="32517"/>
                </a:cubicBezTo>
                <a:lnTo>
                  <a:pt x="65495" y="32517"/>
                </a:lnTo>
                <a:cubicBezTo>
                  <a:pt x="65081" y="31688"/>
                  <a:pt x="64815" y="30718"/>
                  <a:pt x="64697" y="29608"/>
                </a:cubicBezTo>
                <a:moveTo>
                  <a:pt x="64364" y="20672"/>
                </a:moveTo>
                <a:cubicBezTo>
                  <a:pt x="62915" y="21269"/>
                  <a:pt x="60741" y="21776"/>
                  <a:pt x="57843" y="22193"/>
                </a:cubicBezTo>
                <a:cubicBezTo>
                  <a:pt x="56202" y="22430"/>
                  <a:pt x="55041" y="22698"/>
                  <a:pt x="54361" y="22995"/>
                </a:cubicBezTo>
                <a:cubicBezTo>
                  <a:pt x="53680" y="23292"/>
                  <a:pt x="53156" y="23726"/>
                  <a:pt x="52786" y="24298"/>
                </a:cubicBezTo>
                <a:cubicBezTo>
                  <a:pt x="52416" y="24870"/>
                  <a:pt x="52231" y="25504"/>
                  <a:pt x="52231" y="26202"/>
                </a:cubicBezTo>
                <a:cubicBezTo>
                  <a:pt x="52231" y="27271"/>
                  <a:pt x="52634" y="28162"/>
                  <a:pt x="53440" y="28875"/>
                </a:cubicBezTo>
                <a:cubicBezTo>
                  <a:pt x="54246" y="29587"/>
                  <a:pt x="55425" y="29944"/>
                  <a:pt x="56978" y="29944"/>
                </a:cubicBezTo>
                <a:cubicBezTo>
                  <a:pt x="58516" y="29944"/>
                  <a:pt x="59884" y="29606"/>
                  <a:pt x="61081" y="28930"/>
                </a:cubicBezTo>
                <a:cubicBezTo>
                  <a:pt x="62279" y="28254"/>
                  <a:pt x="63159" y="27329"/>
                  <a:pt x="63721" y="26155"/>
                </a:cubicBezTo>
                <a:cubicBezTo>
                  <a:pt x="64150" y="25248"/>
                  <a:pt x="64364" y="23911"/>
                  <a:pt x="64364" y="22143"/>
                </a:cubicBezTo>
                <a:lnTo>
                  <a:pt x="64364" y="20672"/>
                </a:lnTo>
                <a:close/>
                <a:moveTo>
                  <a:pt x="74674" y="32517"/>
                </a:moveTo>
                <a:lnTo>
                  <a:pt x="74674" y="8961"/>
                </a:lnTo>
                <a:lnTo>
                  <a:pt x="78267" y="8961"/>
                </a:lnTo>
                <a:lnTo>
                  <a:pt x="78267" y="12510"/>
                </a:lnTo>
                <a:cubicBezTo>
                  <a:pt x="79184" y="10848"/>
                  <a:pt x="80031" y="9752"/>
                  <a:pt x="80807" y="9223"/>
                </a:cubicBezTo>
                <a:cubicBezTo>
                  <a:pt x="81583" y="8693"/>
                  <a:pt x="82437" y="8429"/>
                  <a:pt x="83369" y="8429"/>
                </a:cubicBezTo>
                <a:cubicBezTo>
                  <a:pt x="84715" y="8429"/>
                  <a:pt x="86082" y="8856"/>
                  <a:pt x="87472" y="9710"/>
                </a:cubicBezTo>
                <a:lnTo>
                  <a:pt x="86097" y="13397"/>
                </a:lnTo>
                <a:cubicBezTo>
                  <a:pt x="85121" y="12820"/>
                  <a:pt x="84145" y="12532"/>
                  <a:pt x="83169" y="12532"/>
                </a:cubicBezTo>
                <a:cubicBezTo>
                  <a:pt x="82297" y="12532"/>
                  <a:pt x="81513" y="12795"/>
                  <a:pt x="80818" y="13321"/>
                </a:cubicBezTo>
                <a:cubicBezTo>
                  <a:pt x="80123" y="13846"/>
                  <a:pt x="79628" y="14575"/>
                  <a:pt x="79332" y="15508"/>
                </a:cubicBezTo>
                <a:cubicBezTo>
                  <a:pt x="78889" y="16929"/>
                  <a:pt x="78667" y="18483"/>
                  <a:pt x="78667" y="20170"/>
                </a:cubicBezTo>
                <a:lnTo>
                  <a:pt x="78667" y="32517"/>
                </a:lnTo>
                <a:lnTo>
                  <a:pt x="74674" y="32517"/>
                </a:lnTo>
                <a:close/>
                <a:moveTo>
                  <a:pt x="98835" y="28990"/>
                </a:moveTo>
                <a:lnTo>
                  <a:pt x="99412" y="32517"/>
                </a:lnTo>
                <a:cubicBezTo>
                  <a:pt x="98288" y="32724"/>
                  <a:pt x="97282" y="32827"/>
                  <a:pt x="96395" y="32827"/>
                </a:cubicBezTo>
                <a:cubicBezTo>
                  <a:pt x="94946" y="32827"/>
                  <a:pt x="93822" y="32598"/>
                  <a:pt x="93024" y="32140"/>
                </a:cubicBezTo>
                <a:cubicBezTo>
                  <a:pt x="92225" y="31681"/>
                  <a:pt x="91663" y="31079"/>
                  <a:pt x="91338" y="30332"/>
                </a:cubicBezTo>
                <a:cubicBezTo>
                  <a:pt x="91013" y="29585"/>
                  <a:pt x="90850" y="28014"/>
                  <a:pt x="90850" y="25618"/>
                </a:cubicBezTo>
                <a:lnTo>
                  <a:pt x="90850" y="12066"/>
                </a:lnTo>
                <a:lnTo>
                  <a:pt x="87922" y="12066"/>
                </a:lnTo>
                <a:lnTo>
                  <a:pt x="87922" y="8961"/>
                </a:lnTo>
                <a:lnTo>
                  <a:pt x="90850" y="8961"/>
                </a:lnTo>
                <a:lnTo>
                  <a:pt x="90850" y="3112"/>
                </a:lnTo>
                <a:lnTo>
                  <a:pt x="94820" y="710"/>
                </a:lnTo>
                <a:lnTo>
                  <a:pt x="94820" y="8961"/>
                </a:lnTo>
                <a:lnTo>
                  <a:pt x="98835" y="8961"/>
                </a:lnTo>
                <a:lnTo>
                  <a:pt x="98835" y="12066"/>
                </a:lnTo>
                <a:lnTo>
                  <a:pt x="94820" y="12066"/>
                </a:lnTo>
                <a:lnTo>
                  <a:pt x="94820" y="25840"/>
                </a:lnTo>
                <a:cubicBezTo>
                  <a:pt x="94820" y="26979"/>
                  <a:pt x="94890" y="27711"/>
                  <a:pt x="95031" y="28036"/>
                </a:cubicBezTo>
                <a:cubicBezTo>
                  <a:pt x="95171" y="28361"/>
                  <a:pt x="95401" y="28620"/>
                  <a:pt x="95719" y="28812"/>
                </a:cubicBezTo>
                <a:cubicBezTo>
                  <a:pt x="96036" y="29005"/>
                  <a:pt x="96491" y="29101"/>
                  <a:pt x="97083" y="29101"/>
                </a:cubicBezTo>
                <a:cubicBezTo>
                  <a:pt x="97526" y="29101"/>
                  <a:pt x="98110" y="29064"/>
                  <a:pt x="98835" y="28990"/>
                </a:cubicBezTo>
                <a:close/>
                <a:moveTo>
                  <a:pt x="101149" y="25463"/>
                </a:moveTo>
                <a:lnTo>
                  <a:pt x="105097" y="24842"/>
                </a:lnTo>
                <a:cubicBezTo>
                  <a:pt x="105319" y="26417"/>
                  <a:pt x="105937" y="27625"/>
                  <a:pt x="106950" y="28464"/>
                </a:cubicBezTo>
                <a:cubicBezTo>
                  <a:pt x="107962" y="29303"/>
                  <a:pt x="109378" y="29722"/>
                  <a:pt x="111197" y="29722"/>
                </a:cubicBezTo>
                <a:cubicBezTo>
                  <a:pt x="113031" y="29722"/>
                  <a:pt x="114391" y="29352"/>
                  <a:pt x="115278" y="28611"/>
                </a:cubicBezTo>
                <a:cubicBezTo>
                  <a:pt x="116166" y="27870"/>
                  <a:pt x="116609" y="27000"/>
                  <a:pt x="116609" y="26003"/>
                </a:cubicBezTo>
                <a:cubicBezTo>
                  <a:pt x="116609" y="25108"/>
                  <a:pt x="116217" y="24404"/>
                  <a:pt x="115434" y="23890"/>
                </a:cubicBezTo>
                <a:cubicBezTo>
                  <a:pt x="114886" y="23538"/>
                  <a:pt x="113526" y="23091"/>
                  <a:pt x="111352" y="22548"/>
                </a:cubicBezTo>
                <a:cubicBezTo>
                  <a:pt x="108425" y="21808"/>
                  <a:pt x="106395" y="21168"/>
                  <a:pt x="105264" y="20628"/>
                </a:cubicBezTo>
                <a:cubicBezTo>
                  <a:pt x="104133" y="20088"/>
                  <a:pt x="103275" y="19340"/>
                  <a:pt x="102691" y="18386"/>
                </a:cubicBezTo>
                <a:cubicBezTo>
                  <a:pt x="102107" y="17431"/>
                  <a:pt x="101815" y="16376"/>
                  <a:pt x="101815" y="15222"/>
                </a:cubicBezTo>
                <a:cubicBezTo>
                  <a:pt x="101815" y="14171"/>
                  <a:pt x="102055" y="13198"/>
                  <a:pt x="102536" y="12303"/>
                </a:cubicBezTo>
                <a:cubicBezTo>
                  <a:pt x="103016" y="11407"/>
                  <a:pt x="103671" y="10663"/>
                  <a:pt x="104499" y="10071"/>
                </a:cubicBezTo>
                <a:cubicBezTo>
                  <a:pt x="105120" y="9612"/>
                  <a:pt x="105966" y="9224"/>
                  <a:pt x="107038" y="8906"/>
                </a:cubicBezTo>
                <a:cubicBezTo>
                  <a:pt x="108110" y="8588"/>
                  <a:pt x="109260" y="8429"/>
                  <a:pt x="110487" y="8429"/>
                </a:cubicBezTo>
                <a:cubicBezTo>
                  <a:pt x="112336" y="8429"/>
                  <a:pt x="113959" y="8697"/>
                  <a:pt x="115356" y="9233"/>
                </a:cubicBezTo>
                <a:cubicBezTo>
                  <a:pt x="116753" y="9768"/>
                  <a:pt x="117785" y="10494"/>
                  <a:pt x="118450" y="11410"/>
                </a:cubicBezTo>
                <a:cubicBezTo>
                  <a:pt x="119116" y="12325"/>
                  <a:pt x="119574" y="13550"/>
                  <a:pt x="119825" y="15083"/>
                </a:cubicBezTo>
                <a:lnTo>
                  <a:pt x="115922" y="15615"/>
                </a:lnTo>
                <a:cubicBezTo>
                  <a:pt x="115744" y="14403"/>
                  <a:pt x="115230" y="13456"/>
                  <a:pt x="114380" y="12776"/>
                </a:cubicBezTo>
                <a:cubicBezTo>
                  <a:pt x="113530" y="12096"/>
                  <a:pt x="112328" y="11756"/>
                  <a:pt x="110776" y="11756"/>
                </a:cubicBezTo>
                <a:cubicBezTo>
                  <a:pt x="108942" y="11756"/>
                  <a:pt x="107633" y="12057"/>
                  <a:pt x="106850" y="12661"/>
                </a:cubicBezTo>
                <a:cubicBezTo>
                  <a:pt x="106066" y="13264"/>
                  <a:pt x="105674" y="13970"/>
                  <a:pt x="105674" y="14780"/>
                </a:cubicBezTo>
                <a:cubicBezTo>
                  <a:pt x="105674" y="15295"/>
                  <a:pt x="105837" y="15758"/>
                  <a:pt x="106162" y="16170"/>
                </a:cubicBezTo>
                <a:cubicBezTo>
                  <a:pt x="106487" y="16597"/>
                  <a:pt x="106998" y="16950"/>
                  <a:pt x="107693" y="17229"/>
                </a:cubicBezTo>
                <a:cubicBezTo>
                  <a:pt x="108092" y="17377"/>
                  <a:pt x="109267" y="17715"/>
                  <a:pt x="111219" y="18245"/>
                </a:cubicBezTo>
                <a:cubicBezTo>
                  <a:pt x="114044" y="18999"/>
                  <a:pt x="116014" y="19615"/>
                  <a:pt x="117130" y="20096"/>
                </a:cubicBezTo>
                <a:cubicBezTo>
                  <a:pt x="118247" y="20576"/>
                  <a:pt x="119123" y="21274"/>
                  <a:pt x="119759" y="22190"/>
                </a:cubicBezTo>
                <a:cubicBezTo>
                  <a:pt x="120395" y="23106"/>
                  <a:pt x="120713" y="24244"/>
                  <a:pt x="120713" y="25603"/>
                </a:cubicBezTo>
                <a:cubicBezTo>
                  <a:pt x="120713" y="26932"/>
                  <a:pt x="120324" y="28185"/>
                  <a:pt x="119548" y="29359"/>
                </a:cubicBezTo>
                <a:cubicBezTo>
                  <a:pt x="118772" y="30534"/>
                  <a:pt x="117652" y="31442"/>
                  <a:pt x="116188" y="32085"/>
                </a:cubicBezTo>
                <a:cubicBezTo>
                  <a:pt x="114724" y="32728"/>
                  <a:pt x="113068" y="33049"/>
                  <a:pt x="111219" y="33049"/>
                </a:cubicBezTo>
                <a:cubicBezTo>
                  <a:pt x="108158" y="33049"/>
                  <a:pt x="105826" y="32411"/>
                  <a:pt x="104221" y="31136"/>
                </a:cubicBezTo>
                <a:cubicBezTo>
                  <a:pt x="102617" y="29861"/>
                  <a:pt x="101593" y="27970"/>
                  <a:pt x="101149" y="25463"/>
                </a:cubicBezTo>
                <a:close/>
                <a:moveTo>
                  <a:pt x="126590" y="32517"/>
                </a:moveTo>
                <a:lnTo>
                  <a:pt x="126590" y="27947"/>
                </a:lnTo>
                <a:lnTo>
                  <a:pt x="131137" y="27947"/>
                </a:lnTo>
                <a:lnTo>
                  <a:pt x="131137" y="32517"/>
                </a:lnTo>
                <a:lnTo>
                  <a:pt x="126590" y="32517"/>
                </a:lnTo>
                <a:close/>
                <a:moveTo>
                  <a:pt x="138224" y="32517"/>
                </a:moveTo>
                <a:lnTo>
                  <a:pt x="138224" y="8961"/>
                </a:lnTo>
                <a:lnTo>
                  <a:pt x="141795" y="8961"/>
                </a:lnTo>
                <a:lnTo>
                  <a:pt x="141795" y="12244"/>
                </a:lnTo>
                <a:cubicBezTo>
                  <a:pt x="142534" y="11097"/>
                  <a:pt x="143518" y="10174"/>
                  <a:pt x="144745" y="9476"/>
                </a:cubicBezTo>
                <a:cubicBezTo>
                  <a:pt x="145972" y="8778"/>
                  <a:pt x="147370" y="8429"/>
                  <a:pt x="148937" y="8429"/>
                </a:cubicBezTo>
                <a:cubicBezTo>
                  <a:pt x="150682" y="8429"/>
                  <a:pt x="152113" y="8789"/>
                  <a:pt x="153229" y="9510"/>
                </a:cubicBezTo>
                <a:cubicBezTo>
                  <a:pt x="154345" y="10230"/>
                  <a:pt x="155133" y="11238"/>
                  <a:pt x="155591" y="12532"/>
                </a:cubicBezTo>
                <a:cubicBezTo>
                  <a:pt x="157454" y="9796"/>
                  <a:pt x="159880" y="8429"/>
                  <a:pt x="162867" y="8429"/>
                </a:cubicBezTo>
                <a:cubicBezTo>
                  <a:pt x="165203" y="8429"/>
                  <a:pt x="166999" y="9076"/>
                  <a:pt x="168256" y="10369"/>
                </a:cubicBezTo>
                <a:cubicBezTo>
                  <a:pt x="169513" y="11663"/>
                  <a:pt x="170142" y="13656"/>
                  <a:pt x="170142" y="16347"/>
                </a:cubicBezTo>
                <a:lnTo>
                  <a:pt x="170142" y="32517"/>
                </a:lnTo>
                <a:lnTo>
                  <a:pt x="166171" y="32517"/>
                </a:lnTo>
                <a:lnTo>
                  <a:pt x="166171" y="17662"/>
                </a:lnTo>
                <a:cubicBezTo>
                  <a:pt x="166171" y="16063"/>
                  <a:pt x="166042" y="14912"/>
                  <a:pt x="165783" y="14209"/>
                </a:cubicBezTo>
                <a:cubicBezTo>
                  <a:pt x="165524" y="13506"/>
                  <a:pt x="165055" y="12940"/>
                  <a:pt x="164375" y="12510"/>
                </a:cubicBezTo>
                <a:cubicBezTo>
                  <a:pt x="163695" y="12081"/>
                  <a:pt x="162896" y="11867"/>
                  <a:pt x="161979" y="11867"/>
                </a:cubicBezTo>
                <a:cubicBezTo>
                  <a:pt x="160323" y="11867"/>
                  <a:pt x="158948" y="12418"/>
                  <a:pt x="157854" y="13521"/>
                </a:cubicBezTo>
                <a:cubicBezTo>
                  <a:pt x="156759" y="14624"/>
                  <a:pt x="156212" y="16389"/>
                  <a:pt x="156212" y="18817"/>
                </a:cubicBezTo>
                <a:lnTo>
                  <a:pt x="156212" y="32517"/>
                </a:lnTo>
                <a:lnTo>
                  <a:pt x="152220" y="32517"/>
                </a:lnTo>
                <a:lnTo>
                  <a:pt x="152220" y="17195"/>
                </a:lnTo>
                <a:cubicBezTo>
                  <a:pt x="152220" y="15419"/>
                  <a:pt x="151895" y="14087"/>
                  <a:pt x="151244" y="13199"/>
                </a:cubicBezTo>
                <a:cubicBezTo>
                  <a:pt x="150593" y="12311"/>
                  <a:pt x="149529" y="11867"/>
                  <a:pt x="148050" y="11867"/>
                </a:cubicBezTo>
                <a:cubicBezTo>
                  <a:pt x="146926" y="11867"/>
                  <a:pt x="145887" y="12163"/>
                  <a:pt x="144934" y="12755"/>
                </a:cubicBezTo>
                <a:cubicBezTo>
                  <a:pt x="143980" y="13347"/>
                  <a:pt x="143289" y="14213"/>
                  <a:pt x="142860" y="15353"/>
                </a:cubicBezTo>
                <a:cubicBezTo>
                  <a:pt x="142431" y="16493"/>
                  <a:pt x="142216" y="18136"/>
                  <a:pt x="142216" y="20282"/>
                </a:cubicBezTo>
                <a:lnTo>
                  <a:pt x="142216" y="32517"/>
                </a:lnTo>
                <a:lnTo>
                  <a:pt x="138224" y="32517"/>
                </a:lnTo>
                <a:close/>
                <a:moveTo>
                  <a:pt x="189847" y="32517"/>
                </a:moveTo>
                <a:lnTo>
                  <a:pt x="189847" y="29544"/>
                </a:lnTo>
                <a:cubicBezTo>
                  <a:pt x="188353" y="31881"/>
                  <a:pt x="186157" y="33049"/>
                  <a:pt x="183259" y="33049"/>
                </a:cubicBezTo>
                <a:cubicBezTo>
                  <a:pt x="181381" y="33049"/>
                  <a:pt x="179655" y="32531"/>
                  <a:pt x="178080" y="31496"/>
                </a:cubicBezTo>
                <a:cubicBezTo>
                  <a:pt x="176505" y="30461"/>
                  <a:pt x="175285" y="29016"/>
                  <a:pt x="174420" y="27160"/>
                </a:cubicBezTo>
                <a:cubicBezTo>
                  <a:pt x="173555" y="25304"/>
                  <a:pt x="173122" y="23171"/>
                  <a:pt x="173122" y="20761"/>
                </a:cubicBezTo>
                <a:cubicBezTo>
                  <a:pt x="173122" y="18410"/>
                  <a:pt x="173514" y="16277"/>
                  <a:pt x="174298" y="14362"/>
                </a:cubicBezTo>
                <a:cubicBezTo>
                  <a:pt x="175082" y="12447"/>
                  <a:pt x="176257" y="10979"/>
                  <a:pt x="177825" y="9959"/>
                </a:cubicBezTo>
                <a:cubicBezTo>
                  <a:pt x="179392" y="8939"/>
                  <a:pt x="181144" y="8429"/>
                  <a:pt x="183082" y="8429"/>
                </a:cubicBezTo>
                <a:cubicBezTo>
                  <a:pt x="184501" y="8429"/>
                  <a:pt x="185765" y="8728"/>
                  <a:pt x="186874" y="9327"/>
                </a:cubicBezTo>
                <a:cubicBezTo>
                  <a:pt x="187983" y="9926"/>
                  <a:pt x="188885" y="10706"/>
                  <a:pt x="189580" y="11667"/>
                </a:cubicBezTo>
                <a:lnTo>
                  <a:pt x="189580" y="0"/>
                </a:lnTo>
                <a:lnTo>
                  <a:pt x="193551" y="0"/>
                </a:lnTo>
                <a:lnTo>
                  <a:pt x="193551" y="32517"/>
                </a:lnTo>
                <a:lnTo>
                  <a:pt x="189847" y="32517"/>
                </a:lnTo>
                <a:moveTo>
                  <a:pt x="177226" y="20750"/>
                </a:moveTo>
                <a:cubicBezTo>
                  <a:pt x="177226" y="23755"/>
                  <a:pt x="177862" y="26002"/>
                  <a:pt x="179133" y="27490"/>
                </a:cubicBezTo>
                <a:cubicBezTo>
                  <a:pt x="180405" y="28978"/>
                  <a:pt x="181906" y="29722"/>
                  <a:pt x="183636" y="29722"/>
                </a:cubicBezTo>
                <a:cubicBezTo>
                  <a:pt x="185381" y="29722"/>
                  <a:pt x="186863" y="29011"/>
                  <a:pt x="188083" y="27590"/>
                </a:cubicBezTo>
                <a:cubicBezTo>
                  <a:pt x="189303" y="26168"/>
                  <a:pt x="189913" y="23998"/>
                  <a:pt x="189913" y="21081"/>
                </a:cubicBezTo>
                <a:cubicBezTo>
                  <a:pt x="189913" y="17870"/>
                  <a:pt x="189292" y="15512"/>
                  <a:pt x="188050" y="14010"/>
                </a:cubicBezTo>
                <a:cubicBezTo>
                  <a:pt x="186808" y="12507"/>
                  <a:pt x="185277" y="11756"/>
                  <a:pt x="183459" y="11756"/>
                </a:cubicBezTo>
                <a:cubicBezTo>
                  <a:pt x="181684" y="11756"/>
                  <a:pt x="180202" y="12478"/>
                  <a:pt x="179011" y="13922"/>
                </a:cubicBezTo>
                <a:cubicBezTo>
                  <a:pt x="177821" y="15365"/>
                  <a:pt x="177226" y="17641"/>
                  <a:pt x="177226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0D6D1-EE81-4892-99BA-F6849B15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65" y="406100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Text plugins.md">
            <a:extLst xmlns:a="http://schemas.openxmlformats.org/drawingml/2006/main">
              <a:ext uri="{FF2B5EF4-FFF2-40B4-BE49-F238E27FC236}">
                <a16:creationId xmlns:a16="http://schemas.microsoft.com/office/drawing/2014/main" id="{B06A8254-19FC-4C91-B4FB-CE94E30E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101" y="4067575"/>
            <a:ext cx="214044" cy="42099"/>
          </a:xfrm>
          <a:custGeom xmlns:a="http://schemas.openxmlformats.org/drawingml/2006/main">
            <a:pathLst>
              <a:path w="214044" h="42099">
                <a:moveTo>
                  <a:pt x="0" y="41566"/>
                </a:moveTo>
                <a:lnTo>
                  <a:pt x="0" y="8961"/>
                </a:lnTo>
                <a:lnTo>
                  <a:pt x="3638" y="8961"/>
                </a:lnTo>
                <a:lnTo>
                  <a:pt x="3638" y="12000"/>
                </a:lnTo>
                <a:cubicBezTo>
                  <a:pt x="4495" y="10809"/>
                  <a:pt x="5464" y="9917"/>
                  <a:pt x="6543" y="9321"/>
                </a:cubicBezTo>
                <a:cubicBezTo>
                  <a:pt x="7623" y="8726"/>
                  <a:pt x="8931" y="8429"/>
                  <a:pt x="10469" y="8429"/>
                </a:cubicBezTo>
                <a:cubicBezTo>
                  <a:pt x="12480" y="8429"/>
                  <a:pt x="14255" y="8946"/>
                  <a:pt x="15793" y="9981"/>
                </a:cubicBezTo>
                <a:cubicBezTo>
                  <a:pt x="17330" y="11016"/>
                  <a:pt x="18491" y="12477"/>
                  <a:pt x="19275" y="14362"/>
                </a:cubicBezTo>
                <a:cubicBezTo>
                  <a:pt x="20059" y="16247"/>
                  <a:pt x="20450" y="18314"/>
                  <a:pt x="20450" y="20561"/>
                </a:cubicBezTo>
                <a:cubicBezTo>
                  <a:pt x="20450" y="22972"/>
                  <a:pt x="20018" y="25142"/>
                  <a:pt x="19153" y="27071"/>
                </a:cubicBezTo>
                <a:cubicBezTo>
                  <a:pt x="18288" y="29001"/>
                  <a:pt x="17031" y="30480"/>
                  <a:pt x="15382" y="31507"/>
                </a:cubicBezTo>
                <a:cubicBezTo>
                  <a:pt x="13733" y="32535"/>
                  <a:pt x="12000" y="33049"/>
                  <a:pt x="10181" y="33049"/>
                </a:cubicBezTo>
                <a:cubicBezTo>
                  <a:pt x="8850" y="33049"/>
                  <a:pt x="7656" y="32764"/>
                  <a:pt x="6599" y="32195"/>
                </a:cubicBezTo>
                <a:cubicBezTo>
                  <a:pt x="5541" y="31625"/>
                  <a:pt x="4673" y="30906"/>
                  <a:pt x="3992" y="30037"/>
                </a:cubicBezTo>
                <a:lnTo>
                  <a:pt x="3992" y="41566"/>
                </a:lnTo>
                <a:lnTo>
                  <a:pt x="0" y="41566"/>
                </a:lnTo>
                <a:moveTo>
                  <a:pt x="3615" y="20839"/>
                </a:moveTo>
                <a:cubicBezTo>
                  <a:pt x="3615" y="23866"/>
                  <a:pt x="4229" y="26104"/>
                  <a:pt x="5456" y="27551"/>
                </a:cubicBezTo>
                <a:cubicBezTo>
                  <a:pt x="6684" y="28998"/>
                  <a:pt x="8170" y="29722"/>
                  <a:pt x="9915" y="29722"/>
                </a:cubicBezTo>
                <a:cubicBezTo>
                  <a:pt x="11689" y="29722"/>
                  <a:pt x="13208" y="28972"/>
                  <a:pt x="14473" y="27473"/>
                </a:cubicBezTo>
                <a:cubicBezTo>
                  <a:pt x="15737" y="25974"/>
                  <a:pt x="16369" y="23652"/>
                  <a:pt x="16369" y="20506"/>
                </a:cubicBezTo>
                <a:cubicBezTo>
                  <a:pt x="16369" y="17508"/>
                  <a:pt x="15752" y="15263"/>
                  <a:pt x="14517" y="13771"/>
                </a:cubicBezTo>
                <a:cubicBezTo>
                  <a:pt x="13282" y="12280"/>
                  <a:pt x="11807" y="11534"/>
                  <a:pt x="10092" y="11534"/>
                </a:cubicBezTo>
                <a:cubicBezTo>
                  <a:pt x="8392" y="11534"/>
                  <a:pt x="6887" y="12328"/>
                  <a:pt x="5578" y="13915"/>
                </a:cubicBezTo>
                <a:cubicBezTo>
                  <a:pt x="4270" y="15503"/>
                  <a:pt x="3615" y="17811"/>
                  <a:pt x="3615" y="20839"/>
                </a:cubicBezTo>
                <a:close/>
                <a:moveTo>
                  <a:pt x="25304" y="32517"/>
                </a:moveTo>
                <a:lnTo>
                  <a:pt x="25304" y="0"/>
                </a:lnTo>
                <a:lnTo>
                  <a:pt x="29297" y="0"/>
                </a:lnTo>
                <a:lnTo>
                  <a:pt x="29297" y="32517"/>
                </a:lnTo>
                <a:lnTo>
                  <a:pt x="25304" y="32517"/>
                </a:lnTo>
                <a:close/>
                <a:moveTo>
                  <a:pt x="51687" y="32517"/>
                </a:moveTo>
                <a:lnTo>
                  <a:pt x="51687" y="29056"/>
                </a:lnTo>
                <a:cubicBezTo>
                  <a:pt x="49854" y="31718"/>
                  <a:pt x="47362" y="33049"/>
                  <a:pt x="44212" y="33049"/>
                </a:cubicBezTo>
                <a:cubicBezTo>
                  <a:pt x="42822" y="33049"/>
                  <a:pt x="41525" y="32783"/>
                  <a:pt x="40320" y="32250"/>
                </a:cubicBezTo>
                <a:cubicBezTo>
                  <a:pt x="39115" y="31718"/>
                  <a:pt x="38220" y="31049"/>
                  <a:pt x="37636" y="30243"/>
                </a:cubicBezTo>
                <a:cubicBezTo>
                  <a:pt x="37052" y="29437"/>
                  <a:pt x="36641" y="28450"/>
                  <a:pt x="36405" y="27282"/>
                </a:cubicBezTo>
                <a:cubicBezTo>
                  <a:pt x="36242" y="26498"/>
                  <a:pt x="36161" y="25256"/>
                  <a:pt x="36161" y="23556"/>
                </a:cubicBezTo>
                <a:lnTo>
                  <a:pt x="36161" y="8961"/>
                </a:lnTo>
                <a:lnTo>
                  <a:pt x="40153" y="8961"/>
                </a:lnTo>
                <a:lnTo>
                  <a:pt x="40153" y="22025"/>
                </a:lnTo>
                <a:cubicBezTo>
                  <a:pt x="40153" y="24110"/>
                  <a:pt x="40235" y="25515"/>
                  <a:pt x="40397" y="26240"/>
                </a:cubicBezTo>
                <a:cubicBezTo>
                  <a:pt x="40649" y="27289"/>
                  <a:pt x="41181" y="28114"/>
                  <a:pt x="41994" y="28713"/>
                </a:cubicBezTo>
                <a:cubicBezTo>
                  <a:pt x="42808" y="29312"/>
                  <a:pt x="43813" y="29611"/>
                  <a:pt x="45011" y="29611"/>
                </a:cubicBezTo>
                <a:cubicBezTo>
                  <a:pt x="46209" y="29611"/>
                  <a:pt x="47332" y="29304"/>
                  <a:pt x="48382" y="28690"/>
                </a:cubicBezTo>
                <a:cubicBezTo>
                  <a:pt x="49432" y="28077"/>
                  <a:pt x="50175" y="27241"/>
                  <a:pt x="50611" y="26184"/>
                </a:cubicBezTo>
                <a:cubicBezTo>
                  <a:pt x="51048" y="25127"/>
                  <a:pt x="51266" y="23593"/>
                  <a:pt x="51266" y="21582"/>
                </a:cubicBezTo>
                <a:lnTo>
                  <a:pt x="51266" y="8961"/>
                </a:lnTo>
                <a:lnTo>
                  <a:pt x="55258" y="8961"/>
                </a:lnTo>
                <a:lnTo>
                  <a:pt x="55258" y="32517"/>
                </a:lnTo>
                <a:lnTo>
                  <a:pt x="51687" y="32517"/>
                </a:lnTo>
                <a:close/>
                <a:moveTo>
                  <a:pt x="60911" y="34469"/>
                </a:moveTo>
                <a:lnTo>
                  <a:pt x="64792" y="35045"/>
                </a:lnTo>
                <a:cubicBezTo>
                  <a:pt x="64955" y="36243"/>
                  <a:pt x="65406" y="37115"/>
                  <a:pt x="66145" y="37662"/>
                </a:cubicBezTo>
                <a:cubicBezTo>
                  <a:pt x="67136" y="38402"/>
                  <a:pt x="68489" y="38772"/>
                  <a:pt x="70204" y="38772"/>
                </a:cubicBezTo>
                <a:cubicBezTo>
                  <a:pt x="72053" y="38772"/>
                  <a:pt x="73480" y="38401"/>
                  <a:pt x="74485" y="37660"/>
                </a:cubicBezTo>
                <a:cubicBezTo>
                  <a:pt x="75491" y="36919"/>
                  <a:pt x="76171" y="35882"/>
                  <a:pt x="76526" y="34548"/>
                </a:cubicBezTo>
                <a:cubicBezTo>
                  <a:pt x="76733" y="33733"/>
                  <a:pt x="76829" y="32021"/>
                  <a:pt x="76814" y="29413"/>
                </a:cubicBezTo>
                <a:cubicBezTo>
                  <a:pt x="75069" y="31482"/>
                  <a:pt x="72895" y="32517"/>
                  <a:pt x="70293" y="32517"/>
                </a:cubicBezTo>
                <a:cubicBezTo>
                  <a:pt x="67055" y="32517"/>
                  <a:pt x="64548" y="31348"/>
                  <a:pt x="62774" y="29012"/>
                </a:cubicBezTo>
                <a:cubicBezTo>
                  <a:pt x="60999" y="26676"/>
                  <a:pt x="60112" y="23874"/>
                  <a:pt x="60112" y="20606"/>
                </a:cubicBezTo>
                <a:cubicBezTo>
                  <a:pt x="60112" y="18358"/>
                  <a:pt x="60519" y="16284"/>
                  <a:pt x="61332" y="14384"/>
                </a:cubicBezTo>
                <a:cubicBezTo>
                  <a:pt x="62145" y="12484"/>
                  <a:pt x="63325" y="11016"/>
                  <a:pt x="64870" y="9981"/>
                </a:cubicBezTo>
                <a:cubicBezTo>
                  <a:pt x="66415" y="8946"/>
                  <a:pt x="68230" y="8429"/>
                  <a:pt x="70315" y="8429"/>
                </a:cubicBezTo>
                <a:cubicBezTo>
                  <a:pt x="73095" y="8429"/>
                  <a:pt x="75387" y="9560"/>
                  <a:pt x="77191" y="11822"/>
                </a:cubicBezTo>
                <a:lnTo>
                  <a:pt x="77191" y="8961"/>
                </a:lnTo>
                <a:lnTo>
                  <a:pt x="80873" y="8961"/>
                </a:lnTo>
                <a:lnTo>
                  <a:pt x="80873" y="29336"/>
                </a:lnTo>
                <a:cubicBezTo>
                  <a:pt x="80873" y="33006"/>
                  <a:pt x="80500" y="35606"/>
                  <a:pt x="79753" y="37138"/>
                </a:cubicBezTo>
                <a:cubicBezTo>
                  <a:pt x="79006" y="38669"/>
                  <a:pt x="77823" y="39879"/>
                  <a:pt x="76204" y="40766"/>
                </a:cubicBezTo>
                <a:cubicBezTo>
                  <a:pt x="74585" y="41655"/>
                  <a:pt x="72592" y="42099"/>
                  <a:pt x="70226" y="42099"/>
                </a:cubicBezTo>
                <a:cubicBezTo>
                  <a:pt x="67417" y="42099"/>
                  <a:pt x="65147" y="41465"/>
                  <a:pt x="63417" y="40197"/>
                </a:cubicBezTo>
                <a:cubicBezTo>
                  <a:pt x="61687" y="38929"/>
                  <a:pt x="60851" y="37019"/>
                  <a:pt x="60911" y="34469"/>
                </a:cubicBezTo>
                <a:moveTo>
                  <a:pt x="64216" y="20318"/>
                </a:moveTo>
                <a:cubicBezTo>
                  <a:pt x="64216" y="23401"/>
                  <a:pt x="64829" y="25650"/>
                  <a:pt x="66057" y="27066"/>
                </a:cubicBezTo>
                <a:cubicBezTo>
                  <a:pt x="67284" y="28482"/>
                  <a:pt x="68822" y="29190"/>
                  <a:pt x="70670" y="29190"/>
                </a:cubicBezTo>
                <a:cubicBezTo>
                  <a:pt x="72504" y="29190"/>
                  <a:pt x="74041" y="28485"/>
                  <a:pt x="75284" y="27077"/>
                </a:cubicBezTo>
                <a:cubicBezTo>
                  <a:pt x="76526" y="25668"/>
                  <a:pt x="77147" y="23460"/>
                  <a:pt x="77147" y="20450"/>
                </a:cubicBezTo>
                <a:cubicBezTo>
                  <a:pt x="77147" y="17574"/>
                  <a:pt x="76507" y="15406"/>
                  <a:pt x="75228" y="13946"/>
                </a:cubicBezTo>
                <a:cubicBezTo>
                  <a:pt x="73949" y="12486"/>
                  <a:pt x="72408" y="11756"/>
                  <a:pt x="70604" y="11756"/>
                </a:cubicBezTo>
                <a:cubicBezTo>
                  <a:pt x="68829" y="11756"/>
                  <a:pt x="67321" y="12475"/>
                  <a:pt x="66079" y="13913"/>
                </a:cubicBezTo>
                <a:cubicBezTo>
                  <a:pt x="64837" y="15351"/>
                  <a:pt x="64216" y="17486"/>
                  <a:pt x="64216" y="20318"/>
                </a:cubicBezTo>
                <a:close/>
                <a:moveTo>
                  <a:pt x="87058" y="4614"/>
                </a:moveTo>
                <a:lnTo>
                  <a:pt x="87058" y="0"/>
                </a:lnTo>
                <a:lnTo>
                  <a:pt x="91050" y="0"/>
                </a:lnTo>
                <a:lnTo>
                  <a:pt x="91050" y="4614"/>
                </a:lnTo>
                <a:lnTo>
                  <a:pt x="87058" y="4614"/>
                </a:lnTo>
                <a:moveTo>
                  <a:pt x="87058" y="32517"/>
                </a:moveTo>
                <a:lnTo>
                  <a:pt x="87058" y="8961"/>
                </a:lnTo>
                <a:lnTo>
                  <a:pt x="91050" y="8961"/>
                </a:lnTo>
                <a:lnTo>
                  <a:pt x="91050" y="32517"/>
                </a:lnTo>
                <a:lnTo>
                  <a:pt x="87058" y="32517"/>
                </a:lnTo>
                <a:close/>
                <a:moveTo>
                  <a:pt x="97892" y="32517"/>
                </a:moveTo>
                <a:lnTo>
                  <a:pt x="97892" y="8961"/>
                </a:lnTo>
                <a:lnTo>
                  <a:pt x="101486" y="8961"/>
                </a:lnTo>
                <a:lnTo>
                  <a:pt x="101486" y="12288"/>
                </a:lnTo>
                <a:cubicBezTo>
                  <a:pt x="103216" y="9715"/>
                  <a:pt x="105715" y="8429"/>
                  <a:pt x="108983" y="8429"/>
                </a:cubicBezTo>
                <a:cubicBezTo>
                  <a:pt x="110402" y="8429"/>
                  <a:pt x="111707" y="8684"/>
                  <a:pt x="112897" y="9194"/>
                </a:cubicBezTo>
                <a:cubicBezTo>
                  <a:pt x="114088" y="9704"/>
                  <a:pt x="114979" y="10373"/>
                  <a:pt x="115570" y="11201"/>
                </a:cubicBezTo>
                <a:cubicBezTo>
                  <a:pt x="116162" y="12029"/>
                  <a:pt x="116576" y="13013"/>
                  <a:pt x="116812" y="14151"/>
                </a:cubicBezTo>
                <a:cubicBezTo>
                  <a:pt x="116960" y="14891"/>
                  <a:pt x="117034" y="16184"/>
                  <a:pt x="117034" y="18033"/>
                </a:cubicBezTo>
                <a:lnTo>
                  <a:pt x="117034" y="32517"/>
                </a:lnTo>
                <a:lnTo>
                  <a:pt x="113042" y="32517"/>
                </a:lnTo>
                <a:lnTo>
                  <a:pt x="113042" y="18173"/>
                </a:lnTo>
                <a:cubicBezTo>
                  <a:pt x="113042" y="16544"/>
                  <a:pt x="112886" y="15327"/>
                  <a:pt x="112576" y="14520"/>
                </a:cubicBezTo>
                <a:cubicBezTo>
                  <a:pt x="112265" y="13713"/>
                  <a:pt x="111714" y="13069"/>
                  <a:pt x="110923" y="12588"/>
                </a:cubicBezTo>
                <a:cubicBezTo>
                  <a:pt x="110132" y="12107"/>
                  <a:pt x="109204" y="11867"/>
                  <a:pt x="108140" y="11867"/>
                </a:cubicBezTo>
                <a:cubicBezTo>
                  <a:pt x="106439" y="11867"/>
                  <a:pt x="104972" y="12407"/>
                  <a:pt x="103737" y="13488"/>
                </a:cubicBezTo>
                <a:cubicBezTo>
                  <a:pt x="102502" y="14568"/>
                  <a:pt x="101885" y="16618"/>
                  <a:pt x="101885" y="19638"/>
                </a:cubicBezTo>
                <a:lnTo>
                  <a:pt x="101885" y="32517"/>
                </a:lnTo>
                <a:lnTo>
                  <a:pt x="97892" y="32517"/>
                </a:lnTo>
                <a:close/>
                <a:moveTo>
                  <a:pt x="121688" y="25463"/>
                </a:moveTo>
                <a:lnTo>
                  <a:pt x="125636" y="24842"/>
                </a:lnTo>
                <a:cubicBezTo>
                  <a:pt x="125858" y="26417"/>
                  <a:pt x="126475" y="27625"/>
                  <a:pt x="127488" y="28464"/>
                </a:cubicBezTo>
                <a:cubicBezTo>
                  <a:pt x="128501" y="29303"/>
                  <a:pt x="129917" y="29722"/>
                  <a:pt x="131736" y="29722"/>
                </a:cubicBezTo>
                <a:cubicBezTo>
                  <a:pt x="133570" y="29722"/>
                  <a:pt x="134930" y="29352"/>
                  <a:pt x="135817" y="28611"/>
                </a:cubicBezTo>
                <a:cubicBezTo>
                  <a:pt x="136704" y="27870"/>
                  <a:pt x="137148" y="27000"/>
                  <a:pt x="137148" y="26003"/>
                </a:cubicBezTo>
                <a:cubicBezTo>
                  <a:pt x="137148" y="25108"/>
                  <a:pt x="136756" y="24404"/>
                  <a:pt x="135972" y="23890"/>
                </a:cubicBezTo>
                <a:cubicBezTo>
                  <a:pt x="135425" y="23538"/>
                  <a:pt x="134065" y="23091"/>
                  <a:pt x="131891" y="22548"/>
                </a:cubicBezTo>
                <a:cubicBezTo>
                  <a:pt x="128963" y="21808"/>
                  <a:pt x="126934" y="21168"/>
                  <a:pt x="125803" y="20628"/>
                </a:cubicBezTo>
                <a:cubicBezTo>
                  <a:pt x="124671" y="20088"/>
                  <a:pt x="123814" y="19340"/>
                  <a:pt x="123230" y="18386"/>
                </a:cubicBezTo>
                <a:cubicBezTo>
                  <a:pt x="122646" y="17431"/>
                  <a:pt x="122354" y="16376"/>
                  <a:pt x="122354" y="15222"/>
                </a:cubicBezTo>
                <a:cubicBezTo>
                  <a:pt x="122354" y="14171"/>
                  <a:pt x="122594" y="13198"/>
                  <a:pt x="123074" y="12303"/>
                </a:cubicBezTo>
                <a:cubicBezTo>
                  <a:pt x="123555" y="11407"/>
                  <a:pt x="124209" y="10663"/>
                  <a:pt x="125037" y="10071"/>
                </a:cubicBezTo>
                <a:cubicBezTo>
                  <a:pt x="125658" y="9612"/>
                  <a:pt x="126505" y="9224"/>
                  <a:pt x="127577" y="8906"/>
                </a:cubicBezTo>
                <a:cubicBezTo>
                  <a:pt x="128649" y="8588"/>
                  <a:pt x="129799" y="8429"/>
                  <a:pt x="131026" y="8429"/>
                </a:cubicBezTo>
                <a:cubicBezTo>
                  <a:pt x="132875" y="8429"/>
                  <a:pt x="134497" y="8697"/>
                  <a:pt x="135895" y="9233"/>
                </a:cubicBezTo>
                <a:cubicBezTo>
                  <a:pt x="137292" y="9768"/>
                  <a:pt x="138324" y="10494"/>
                  <a:pt x="138989" y="11410"/>
                </a:cubicBezTo>
                <a:cubicBezTo>
                  <a:pt x="139654" y="12325"/>
                  <a:pt x="140113" y="13550"/>
                  <a:pt x="140364" y="15083"/>
                </a:cubicBezTo>
                <a:lnTo>
                  <a:pt x="136460" y="15615"/>
                </a:lnTo>
                <a:cubicBezTo>
                  <a:pt x="136283" y="14403"/>
                  <a:pt x="135769" y="13456"/>
                  <a:pt x="134919" y="12776"/>
                </a:cubicBezTo>
                <a:cubicBezTo>
                  <a:pt x="134069" y="12096"/>
                  <a:pt x="132867" y="11756"/>
                  <a:pt x="131315" y="11756"/>
                </a:cubicBezTo>
                <a:cubicBezTo>
                  <a:pt x="129481" y="11756"/>
                  <a:pt x="128172" y="12057"/>
                  <a:pt x="127389" y="12661"/>
                </a:cubicBezTo>
                <a:cubicBezTo>
                  <a:pt x="126605" y="13264"/>
                  <a:pt x="126213" y="13970"/>
                  <a:pt x="126213" y="14780"/>
                </a:cubicBezTo>
                <a:cubicBezTo>
                  <a:pt x="126213" y="15295"/>
                  <a:pt x="126376" y="15758"/>
                  <a:pt x="126701" y="16170"/>
                </a:cubicBezTo>
                <a:cubicBezTo>
                  <a:pt x="127026" y="16597"/>
                  <a:pt x="127536" y="16950"/>
                  <a:pt x="128231" y="17229"/>
                </a:cubicBezTo>
                <a:cubicBezTo>
                  <a:pt x="128631" y="17377"/>
                  <a:pt x="129806" y="17715"/>
                  <a:pt x="131758" y="18245"/>
                </a:cubicBezTo>
                <a:cubicBezTo>
                  <a:pt x="134582" y="18999"/>
                  <a:pt x="136553" y="19615"/>
                  <a:pt x="137669" y="20096"/>
                </a:cubicBezTo>
                <a:cubicBezTo>
                  <a:pt x="138786" y="20576"/>
                  <a:pt x="139662" y="21274"/>
                  <a:pt x="140298" y="22190"/>
                </a:cubicBezTo>
                <a:cubicBezTo>
                  <a:pt x="140933" y="23106"/>
                  <a:pt x="141251" y="24244"/>
                  <a:pt x="141251" y="25603"/>
                </a:cubicBezTo>
                <a:cubicBezTo>
                  <a:pt x="141251" y="26932"/>
                  <a:pt x="140863" y="28185"/>
                  <a:pt x="140087" y="29359"/>
                </a:cubicBezTo>
                <a:cubicBezTo>
                  <a:pt x="139311" y="30534"/>
                  <a:pt x="138190" y="31442"/>
                  <a:pt x="136727" y="32085"/>
                </a:cubicBezTo>
                <a:cubicBezTo>
                  <a:pt x="135263" y="32728"/>
                  <a:pt x="133607" y="33049"/>
                  <a:pt x="131758" y="33049"/>
                </a:cubicBezTo>
                <a:cubicBezTo>
                  <a:pt x="128697" y="33049"/>
                  <a:pt x="126365" y="32411"/>
                  <a:pt x="124760" y="31136"/>
                </a:cubicBezTo>
                <a:cubicBezTo>
                  <a:pt x="123156" y="29861"/>
                  <a:pt x="122132" y="27970"/>
                  <a:pt x="121688" y="25463"/>
                </a:cubicBezTo>
                <a:close/>
                <a:moveTo>
                  <a:pt x="147129" y="32517"/>
                </a:moveTo>
                <a:lnTo>
                  <a:pt x="147129" y="27947"/>
                </a:lnTo>
                <a:lnTo>
                  <a:pt x="151676" y="27947"/>
                </a:lnTo>
                <a:lnTo>
                  <a:pt x="151676" y="32517"/>
                </a:lnTo>
                <a:lnTo>
                  <a:pt x="147129" y="32517"/>
                </a:lnTo>
                <a:close/>
                <a:moveTo>
                  <a:pt x="158626" y="32517"/>
                </a:moveTo>
                <a:lnTo>
                  <a:pt x="158626" y="8961"/>
                </a:lnTo>
                <a:lnTo>
                  <a:pt x="162198" y="8961"/>
                </a:lnTo>
                <a:lnTo>
                  <a:pt x="162198" y="12244"/>
                </a:lnTo>
                <a:cubicBezTo>
                  <a:pt x="162937" y="11097"/>
                  <a:pt x="163920" y="10174"/>
                  <a:pt x="165148" y="9476"/>
                </a:cubicBezTo>
                <a:cubicBezTo>
                  <a:pt x="166375" y="8778"/>
                  <a:pt x="167772" y="8429"/>
                  <a:pt x="169340" y="8429"/>
                </a:cubicBezTo>
                <a:cubicBezTo>
                  <a:pt x="171085" y="8429"/>
                  <a:pt x="172515" y="8789"/>
                  <a:pt x="173632" y="9510"/>
                </a:cubicBezTo>
                <a:cubicBezTo>
                  <a:pt x="174748" y="10230"/>
                  <a:pt x="175535" y="11238"/>
                  <a:pt x="175994" y="12532"/>
                </a:cubicBezTo>
                <a:cubicBezTo>
                  <a:pt x="177857" y="9796"/>
                  <a:pt x="180282" y="8429"/>
                  <a:pt x="183269" y="8429"/>
                </a:cubicBezTo>
                <a:cubicBezTo>
                  <a:pt x="185605" y="8429"/>
                  <a:pt x="187402" y="9076"/>
                  <a:pt x="188659" y="10369"/>
                </a:cubicBezTo>
                <a:cubicBezTo>
                  <a:pt x="189916" y="11663"/>
                  <a:pt x="190544" y="13656"/>
                  <a:pt x="190544" y="16347"/>
                </a:cubicBezTo>
                <a:lnTo>
                  <a:pt x="190544" y="32517"/>
                </a:lnTo>
                <a:lnTo>
                  <a:pt x="186574" y="32517"/>
                </a:lnTo>
                <a:lnTo>
                  <a:pt x="186574" y="17662"/>
                </a:lnTo>
                <a:cubicBezTo>
                  <a:pt x="186574" y="16063"/>
                  <a:pt x="186445" y="14912"/>
                  <a:pt x="186186" y="14209"/>
                </a:cubicBezTo>
                <a:cubicBezTo>
                  <a:pt x="185927" y="13506"/>
                  <a:pt x="185457" y="12940"/>
                  <a:pt x="184777" y="12510"/>
                </a:cubicBezTo>
                <a:cubicBezTo>
                  <a:pt x="184097" y="12081"/>
                  <a:pt x="183299" y="11867"/>
                  <a:pt x="182382" y="11867"/>
                </a:cubicBezTo>
                <a:cubicBezTo>
                  <a:pt x="180726" y="11867"/>
                  <a:pt x="179350" y="12418"/>
                  <a:pt x="178256" y="13521"/>
                </a:cubicBezTo>
                <a:cubicBezTo>
                  <a:pt x="177162" y="14624"/>
                  <a:pt x="176615" y="16389"/>
                  <a:pt x="176615" y="18817"/>
                </a:cubicBezTo>
                <a:lnTo>
                  <a:pt x="176615" y="32517"/>
                </a:lnTo>
                <a:lnTo>
                  <a:pt x="172622" y="32517"/>
                </a:lnTo>
                <a:lnTo>
                  <a:pt x="172622" y="17195"/>
                </a:lnTo>
                <a:cubicBezTo>
                  <a:pt x="172622" y="15419"/>
                  <a:pt x="172297" y="14087"/>
                  <a:pt x="171646" y="13199"/>
                </a:cubicBezTo>
                <a:cubicBezTo>
                  <a:pt x="170996" y="12311"/>
                  <a:pt x="169931" y="11867"/>
                  <a:pt x="168452" y="11867"/>
                </a:cubicBezTo>
                <a:cubicBezTo>
                  <a:pt x="167329" y="11867"/>
                  <a:pt x="166290" y="12163"/>
                  <a:pt x="165336" y="12755"/>
                </a:cubicBezTo>
                <a:cubicBezTo>
                  <a:pt x="164382" y="13347"/>
                  <a:pt x="163691" y="14213"/>
                  <a:pt x="163262" y="15353"/>
                </a:cubicBezTo>
                <a:cubicBezTo>
                  <a:pt x="162833" y="16493"/>
                  <a:pt x="162619" y="18136"/>
                  <a:pt x="162619" y="20282"/>
                </a:cubicBezTo>
                <a:lnTo>
                  <a:pt x="162619" y="32517"/>
                </a:lnTo>
                <a:lnTo>
                  <a:pt x="158626" y="32517"/>
                </a:lnTo>
                <a:close/>
                <a:moveTo>
                  <a:pt x="210340" y="32517"/>
                </a:moveTo>
                <a:lnTo>
                  <a:pt x="210340" y="29544"/>
                </a:lnTo>
                <a:cubicBezTo>
                  <a:pt x="208846" y="31881"/>
                  <a:pt x="206651" y="33049"/>
                  <a:pt x="203752" y="33049"/>
                </a:cubicBezTo>
                <a:cubicBezTo>
                  <a:pt x="201874" y="33049"/>
                  <a:pt x="200148" y="32531"/>
                  <a:pt x="198573" y="31496"/>
                </a:cubicBezTo>
                <a:cubicBezTo>
                  <a:pt x="196998" y="30461"/>
                  <a:pt x="195778" y="29016"/>
                  <a:pt x="194913" y="27160"/>
                </a:cubicBezTo>
                <a:cubicBezTo>
                  <a:pt x="194048" y="25304"/>
                  <a:pt x="193616" y="23171"/>
                  <a:pt x="193616" y="20761"/>
                </a:cubicBezTo>
                <a:cubicBezTo>
                  <a:pt x="193616" y="18410"/>
                  <a:pt x="194008" y="16277"/>
                  <a:pt x="194791" y="14362"/>
                </a:cubicBezTo>
                <a:cubicBezTo>
                  <a:pt x="195575" y="12447"/>
                  <a:pt x="196751" y="10979"/>
                  <a:pt x="198318" y="9959"/>
                </a:cubicBezTo>
                <a:cubicBezTo>
                  <a:pt x="199886" y="8939"/>
                  <a:pt x="201638" y="8429"/>
                  <a:pt x="203575" y="8429"/>
                </a:cubicBezTo>
                <a:cubicBezTo>
                  <a:pt x="204994" y="8429"/>
                  <a:pt x="206259" y="8728"/>
                  <a:pt x="207368" y="9327"/>
                </a:cubicBezTo>
                <a:cubicBezTo>
                  <a:pt x="208477" y="9926"/>
                  <a:pt x="209379" y="10706"/>
                  <a:pt x="210074" y="11667"/>
                </a:cubicBezTo>
                <a:lnTo>
                  <a:pt x="210074" y="0"/>
                </a:lnTo>
                <a:lnTo>
                  <a:pt x="214044" y="0"/>
                </a:lnTo>
                <a:lnTo>
                  <a:pt x="214044" y="32517"/>
                </a:lnTo>
                <a:lnTo>
                  <a:pt x="210340" y="32517"/>
                </a:lnTo>
                <a:moveTo>
                  <a:pt x="197719" y="20750"/>
                </a:moveTo>
                <a:cubicBezTo>
                  <a:pt x="197719" y="23755"/>
                  <a:pt x="198355" y="26002"/>
                  <a:pt x="199627" y="27490"/>
                </a:cubicBezTo>
                <a:cubicBezTo>
                  <a:pt x="200898" y="28978"/>
                  <a:pt x="202399" y="29722"/>
                  <a:pt x="204129" y="29722"/>
                </a:cubicBezTo>
                <a:cubicBezTo>
                  <a:pt x="205874" y="29722"/>
                  <a:pt x="207357" y="29011"/>
                  <a:pt x="208577" y="27590"/>
                </a:cubicBezTo>
                <a:cubicBezTo>
                  <a:pt x="209797" y="26168"/>
                  <a:pt x="210406" y="23998"/>
                  <a:pt x="210406" y="21081"/>
                </a:cubicBezTo>
                <a:cubicBezTo>
                  <a:pt x="210406" y="17870"/>
                  <a:pt x="209785" y="15512"/>
                  <a:pt x="208543" y="14010"/>
                </a:cubicBezTo>
                <a:cubicBezTo>
                  <a:pt x="207301" y="12507"/>
                  <a:pt x="205771" y="11756"/>
                  <a:pt x="203952" y="11756"/>
                </a:cubicBezTo>
                <a:cubicBezTo>
                  <a:pt x="202178" y="11756"/>
                  <a:pt x="200695" y="12478"/>
                  <a:pt x="199505" y="13922"/>
                </a:cubicBezTo>
                <a:cubicBezTo>
                  <a:pt x="198314" y="15365"/>
                  <a:pt x="197719" y="17641"/>
                  <a:pt x="197719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FD954-AFA9-48B6-B9C2-75BD2346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65" y="415011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Text updates.md">
            <a:extLst xmlns:a="http://schemas.openxmlformats.org/drawingml/2006/main">
              <a:ext uri="{FF2B5EF4-FFF2-40B4-BE49-F238E27FC236}">
                <a16:creationId xmlns:a16="http://schemas.microsoft.com/office/drawing/2014/main" id="{26E6512E-1045-478A-A22F-D49FA1F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013" y="4156837"/>
            <a:ext cx="230532" cy="41566"/>
          </a:xfrm>
          <a:custGeom xmlns:a="http://schemas.openxmlformats.org/drawingml/2006/main">
            <a:pathLst>
              <a:path w="230532" h="41566">
                <a:moveTo>
                  <a:pt x="15526" y="32517"/>
                </a:moveTo>
                <a:lnTo>
                  <a:pt x="15526" y="29056"/>
                </a:lnTo>
                <a:cubicBezTo>
                  <a:pt x="13693" y="31718"/>
                  <a:pt x="11201" y="33049"/>
                  <a:pt x="8052" y="33049"/>
                </a:cubicBezTo>
                <a:cubicBezTo>
                  <a:pt x="6662" y="33049"/>
                  <a:pt x="5364" y="32783"/>
                  <a:pt x="4159" y="32250"/>
                </a:cubicBezTo>
                <a:cubicBezTo>
                  <a:pt x="2954" y="31718"/>
                  <a:pt x="2059" y="31049"/>
                  <a:pt x="1475" y="30243"/>
                </a:cubicBezTo>
                <a:cubicBezTo>
                  <a:pt x="891" y="29437"/>
                  <a:pt x="481" y="28450"/>
                  <a:pt x="244" y="27282"/>
                </a:cubicBezTo>
                <a:cubicBezTo>
                  <a:pt x="81" y="26498"/>
                  <a:pt x="0" y="25256"/>
                  <a:pt x="0" y="23556"/>
                </a:cubicBezTo>
                <a:lnTo>
                  <a:pt x="0" y="8961"/>
                </a:lnTo>
                <a:lnTo>
                  <a:pt x="3992" y="8961"/>
                </a:lnTo>
                <a:lnTo>
                  <a:pt x="3992" y="22025"/>
                </a:lnTo>
                <a:cubicBezTo>
                  <a:pt x="3992" y="24110"/>
                  <a:pt x="4074" y="25515"/>
                  <a:pt x="4236" y="26240"/>
                </a:cubicBezTo>
                <a:cubicBezTo>
                  <a:pt x="4488" y="27289"/>
                  <a:pt x="5020" y="28114"/>
                  <a:pt x="5833" y="28713"/>
                </a:cubicBezTo>
                <a:cubicBezTo>
                  <a:pt x="6647" y="29312"/>
                  <a:pt x="7652" y="29611"/>
                  <a:pt x="8850" y="29611"/>
                </a:cubicBezTo>
                <a:cubicBezTo>
                  <a:pt x="10048" y="29611"/>
                  <a:pt x="11172" y="29304"/>
                  <a:pt x="12221" y="28690"/>
                </a:cubicBezTo>
                <a:cubicBezTo>
                  <a:pt x="13271" y="28077"/>
                  <a:pt x="14014" y="27241"/>
                  <a:pt x="14451" y="26184"/>
                </a:cubicBezTo>
                <a:cubicBezTo>
                  <a:pt x="14887" y="25127"/>
                  <a:pt x="15105" y="23593"/>
                  <a:pt x="15105" y="21582"/>
                </a:cubicBezTo>
                <a:lnTo>
                  <a:pt x="15105" y="8961"/>
                </a:lnTo>
                <a:lnTo>
                  <a:pt x="19097" y="8961"/>
                </a:lnTo>
                <a:lnTo>
                  <a:pt x="19097" y="32517"/>
                </a:lnTo>
                <a:lnTo>
                  <a:pt x="15526" y="32517"/>
                </a:lnTo>
                <a:close/>
                <a:moveTo>
                  <a:pt x="25482" y="41566"/>
                </a:moveTo>
                <a:lnTo>
                  <a:pt x="25482" y="8961"/>
                </a:lnTo>
                <a:lnTo>
                  <a:pt x="29119" y="8961"/>
                </a:lnTo>
                <a:lnTo>
                  <a:pt x="29119" y="12000"/>
                </a:lnTo>
                <a:cubicBezTo>
                  <a:pt x="29977" y="10809"/>
                  <a:pt x="30945" y="9917"/>
                  <a:pt x="32025" y="9321"/>
                </a:cubicBezTo>
                <a:cubicBezTo>
                  <a:pt x="33104" y="8726"/>
                  <a:pt x="34413" y="8429"/>
                  <a:pt x="35951" y="8429"/>
                </a:cubicBezTo>
                <a:cubicBezTo>
                  <a:pt x="37962" y="8429"/>
                  <a:pt x="39736" y="8946"/>
                  <a:pt x="41274" y="9981"/>
                </a:cubicBezTo>
                <a:cubicBezTo>
                  <a:pt x="42812" y="11016"/>
                  <a:pt x="43973" y="12477"/>
                  <a:pt x="44757" y="14362"/>
                </a:cubicBezTo>
                <a:cubicBezTo>
                  <a:pt x="45540" y="16247"/>
                  <a:pt x="45932" y="18314"/>
                  <a:pt x="45932" y="20561"/>
                </a:cubicBezTo>
                <a:cubicBezTo>
                  <a:pt x="45932" y="22972"/>
                  <a:pt x="45500" y="25142"/>
                  <a:pt x="44635" y="27071"/>
                </a:cubicBezTo>
                <a:cubicBezTo>
                  <a:pt x="43769" y="29001"/>
                  <a:pt x="42513" y="30480"/>
                  <a:pt x="40864" y="31507"/>
                </a:cubicBezTo>
                <a:cubicBezTo>
                  <a:pt x="39215" y="32535"/>
                  <a:pt x="37481" y="33049"/>
                  <a:pt x="35663" y="33049"/>
                </a:cubicBezTo>
                <a:cubicBezTo>
                  <a:pt x="34332" y="33049"/>
                  <a:pt x="33138" y="32764"/>
                  <a:pt x="32080" y="32195"/>
                </a:cubicBezTo>
                <a:cubicBezTo>
                  <a:pt x="31023" y="31625"/>
                  <a:pt x="30154" y="30906"/>
                  <a:pt x="29474" y="30037"/>
                </a:cubicBezTo>
                <a:lnTo>
                  <a:pt x="29474" y="41566"/>
                </a:lnTo>
                <a:lnTo>
                  <a:pt x="25482" y="41566"/>
                </a:lnTo>
                <a:moveTo>
                  <a:pt x="29097" y="20839"/>
                </a:moveTo>
                <a:cubicBezTo>
                  <a:pt x="29097" y="23866"/>
                  <a:pt x="29711" y="26104"/>
                  <a:pt x="30938" y="27551"/>
                </a:cubicBezTo>
                <a:cubicBezTo>
                  <a:pt x="32165" y="28998"/>
                  <a:pt x="33651" y="29722"/>
                  <a:pt x="35396" y="29722"/>
                </a:cubicBezTo>
                <a:cubicBezTo>
                  <a:pt x="37171" y="29722"/>
                  <a:pt x="38690" y="28972"/>
                  <a:pt x="39954" y="27473"/>
                </a:cubicBezTo>
                <a:cubicBezTo>
                  <a:pt x="41219" y="25974"/>
                  <a:pt x="41851" y="23652"/>
                  <a:pt x="41851" y="20506"/>
                </a:cubicBezTo>
                <a:cubicBezTo>
                  <a:pt x="41851" y="17508"/>
                  <a:pt x="41234" y="15263"/>
                  <a:pt x="39999" y="13771"/>
                </a:cubicBezTo>
                <a:cubicBezTo>
                  <a:pt x="38764" y="12280"/>
                  <a:pt x="37289" y="11534"/>
                  <a:pt x="35574" y="11534"/>
                </a:cubicBezTo>
                <a:cubicBezTo>
                  <a:pt x="33873" y="11534"/>
                  <a:pt x="32369" y="12328"/>
                  <a:pt x="31060" y="13915"/>
                </a:cubicBezTo>
                <a:cubicBezTo>
                  <a:pt x="29751" y="15503"/>
                  <a:pt x="29097" y="17811"/>
                  <a:pt x="29097" y="20839"/>
                </a:cubicBezTo>
                <a:close/>
                <a:moveTo>
                  <a:pt x="66157" y="32517"/>
                </a:moveTo>
                <a:lnTo>
                  <a:pt x="66157" y="29544"/>
                </a:lnTo>
                <a:cubicBezTo>
                  <a:pt x="64664" y="31881"/>
                  <a:pt x="62468" y="33049"/>
                  <a:pt x="59570" y="33049"/>
                </a:cubicBezTo>
                <a:cubicBezTo>
                  <a:pt x="57692" y="33049"/>
                  <a:pt x="55965" y="32531"/>
                  <a:pt x="54390" y="31496"/>
                </a:cubicBezTo>
                <a:cubicBezTo>
                  <a:pt x="52816" y="30461"/>
                  <a:pt x="51596" y="29016"/>
                  <a:pt x="50731" y="27160"/>
                </a:cubicBezTo>
                <a:cubicBezTo>
                  <a:pt x="49866" y="25304"/>
                  <a:pt x="49433" y="23171"/>
                  <a:pt x="49433" y="20761"/>
                </a:cubicBezTo>
                <a:cubicBezTo>
                  <a:pt x="49433" y="18410"/>
                  <a:pt x="49825" y="16277"/>
                  <a:pt x="50609" y="14362"/>
                </a:cubicBezTo>
                <a:cubicBezTo>
                  <a:pt x="51392" y="12447"/>
                  <a:pt x="52568" y="10979"/>
                  <a:pt x="54135" y="9959"/>
                </a:cubicBezTo>
                <a:cubicBezTo>
                  <a:pt x="55703" y="8939"/>
                  <a:pt x="57455" y="8429"/>
                  <a:pt x="59392" y="8429"/>
                </a:cubicBezTo>
                <a:cubicBezTo>
                  <a:pt x="60812" y="8429"/>
                  <a:pt x="62076" y="8728"/>
                  <a:pt x="63185" y="9327"/>
                </a:cubicBezTo>
                <a:cubicBezTo>
                  <a:pt x="64294" y="9926"/>
                  <a:pt x="65196" y="10706"/>
                  <a:pt x="65891" y="11667"/>
                </a:cubicBezTo>
                <a:lnTo>
                  <a:pt x="65891" y="0"/>
                </a:lnTo>
                <a:lnTo>
                  <a:pt x="69861" y="0"/>
                </a:lnTo>
                <a:lnTo>
                  <a:pt x="69861" y="32517"/>
                </a:lnTo>
                <a:lnTo>
                  <a:pt x="66157" y="32517"/>
                </a:lnTo>
                <a:moveTo>
                  <a:pt x="53536" y="20750"/>
                </a:moveTo>
                <a:cubicBezTo>
                  <a:pt x="53536" y="23755"/>
                  <a:pt x="54172" y="26002"/>
                  <a:pt x="55444" y="27490"/>
                </a:cubicBezTo>
                <a:cubicBezTo>
                  <a:pt x="56716" y="28978"/>
                  <a:pt x="58217" y="29722"/>
                  <a:pt x="59947" y="29722"/>
                </a:cubicBezTo>
                <a:cubicBezTo>
                  <a:pt x="61692" y="29722"/>
                  <a:pt x="63174" y="29011"/>
                  <a:pt x="64394" y="27590"/>
                </a:cubicBezTo>
                <a:cubicBezTo>
                  <a:pt x="65614" y="26168"/>
                  <a:pt x="66224" y="23998"/>
                  <a:pt x="66224" y="21081"/>
                </a:cubicBezTo>
                <a:cubicBezTo>
                  <a:pt x="66224" y="17870"/>
                  <a:pt x="65603" y="15512"/>
                  <a:pt x="64361" y="14010"/>
                </a:cubicBezTo>
                <a:cubicBezTo>
                  <a:pt x="63118" y="12507"/>
                  <a:pt x="61588" y="11756"/>
                  <a:pt x="59769" y="11756"/>
                </a:cubicBezTo>
                <a:cubicBezTo>
                  <a:pt x="57995" y="11756"/>
                  <a:pt x="56512" y="12478"/>
                  <a:pt x="55322" y="13922"/>
                </a:cubicBezTo>
                <a:cubicBezTo>
                  <a:pt x="54132" y="15365"/>
                  <a:pt x="53536" y="17641"/>
                  <a:pt x="53536" y="20750"/>
                </a:cubicBezTo>
                <a:close/>
                <a:moveTo>
                  <a:pt x="91639" y="29608"/>
                </a:moveTo>
                <a:cubicBezTo>
                  <a:pt x="90160" y="30866"/>
                  <a:pt x="88737" y="31754"/>
                  <a:pt x="87369" y="32272"/>
                </a:cubicBezTo>
                <a:cubicBezTo>
                  <a:pt x="86001" y="32790"/>
                  <a:pt x="84534" y="33049"/>
                  <a:pt x="82966" y="33049"/>
                </a:cubicBezTo>
                <a:cubicBezTo>
                  <a:pt x="80379" y="33049"/>
                  <a:pt x="78390" y="32416"/>
                  <a:pt x="77000" y="31151"/>
                </a:cubicBezTo>
                <a:cubicBezTo>
                  <a:pt x="75610" y="29886"/>
                  <a:pt x="74915" y="28269"/>
                  <a:pt x="74915" y="26301"/>
                </a:cubicBezTo>
                <a:cubicBezTo>
                  <a:pt x="74915" y="25147"/>
                  <a:pt x="75177" y="24093"/>
                  <a:pt x="75702" y="23139"/>
                </a:cubicBezTo>
                <a:cubicBezTo>
                  <a:pt x="76227" y="22184"/>
                  <a:pt x="76915" y="21419"/>
                  <a:pt x="77765" y="20841"/>
                </a:cubicBezTo>
                <a:cubicBezTo>
                  <a:pt x="78615" y="20264"/>
                  <a:pt x="79573" y="19828"/>
                  <a:pt x="80637" y="19532"/>
                </a:cubicBezTo>
                <a:cubicBezTo>
                  <a:pt x="81421" y="19325"/>
                  <a:pt x="82604" y="19125"/>
                  <a:pt x="84186" y="18932"/>
                </a:cubicBezTo>
                <a:cubicBezTo>
                  <a:pt x="87410" y="18551"/>
                  <a:pt x="89783" y="18096"/>
                  <a:pt x="91306" y="17567"/>
                </a:cubicBezTo>
                <a:cubicBezTo>
                  <a:pt x="91321" y="17022"/>
                  <a:pt x="91328" y="16676"/>
                  <a:pt x="91328" y="16529"/>
                </a:cubicBezTo>
                <a:cubicBezTo>
                  <a:pt x="91328" y="14908"/>
                  <a:pt x="90951" y="13766"/>
                  <a:pt x="90197" y="13104"/>
                </a:cubicBezTo>
                <a:cubicBezTo>
                  <a:pt x="89177" y="12205"/>
                  <a:pt x="87661" y="11756"/>
                  <a:pt x="85650" y="11756"/>
                </a:cubicBezTo>
                <a:cubicBezTo>
                  <a:pt x="83772" y="11756"/>
                  <a:pt x="82386" y="12085"/>
                  <a:pt x="81491" y="12743"/>
                </a:cubicBezTo>
                <a:cubicBezTo>
                  <a:pt x="80597" y="13401"/>
                  <a:pt x="79935" y="14565"/>
                  <a:pt x="79506" y="16236"/>
                </a:cubicBezTo>
                <a:lnTo>
                  <a:pt x="75602" y="15704"/>
                </a:lnTo>
                <a:cubicBezTo>
                  <a:pt x="75957" y="14028"/>
                  <a:pt x="76541" y="12674"/>
                  <a:pt x="77355" y="11643"/>
                </a:cubicBezTo>
                <a:cubicBezTo>
                  <a:pt x="78168" y="10612"/>
                  <a:pt x="79343" y="9819"/>
                  <a:pt x="80881" y="9263"/>
                </a:cubicBezTo>
                <a:cubicBezTo>
                  <a:pt x="82419" y="8707"/>
                  <a:pt x="84201" y="8429"/>
                  <a:pt x="86227" y="8429"/>
                </a:cubicBezTo>
                <a:cubicBezTo>
                  <a:pt x="88238" y="8429"/>
                  <a:pt x="89872" y="8665"/>
                  <a:pt x="91129" y="9138"/>
                </a:cubicBezTo>
                <a:cubicBezTo>
                  <a:pt x="92386" y="9612"/>
                  <a:pt x="93310" y="10207"/>
                  <a:pt x="93901" y="10924"/>
                </a:cubicBezTo>
                <a:cubicBezTo>
                  <a:pt x="94493" y="11641"/>
                  <a:pt x="94907" y="12547"/>
                  <a:pt x="95143" y="13641"/>
                </a:cubicBezTo>
                <a:cubicBezTo>
                  <a:pt x="95276" y="14321"/>
                  <a:pt x="95343" y="15549"/>
                  <a:pt x="95343" y="17323"/>
                </a:cubicBezTo>
                <a:lnTo>
                  <a:pt x="95343" y="22646"/>
                </a:lnTo>
                <a:cubicBezTo>
                  <a:pt x="95343" y="26358"/>
                  <a:pt x="95428" y="28705"/>
                  <a:pt x="95598" y="29689"/>
                </a:cubicBezTo>
                <a:cubicBezTo>
                  <a:pt x="95768" y="30672"/>
                  <a:pt x="96104" y="31615"/>
                  <a:pt x="96607" y="32517"/>
                </a:cubicBezTo>
                <a:lnTo>
                  <a:pt x="92437" y="32517"/>
                </a:lnTo>
                <a:cubicBezTo>
                  <a:pt x="92023" y="31688"/>
                  <a:pt x="91757" y="30718"/>
                  <a:pt x="91639" y="29608"/>
                </a:cubicBezTo>
                <a:moveTo>
                  <a:pt x="91306" y="20672"/>
                </a:moveTo>
                <a:cubicBezTo>
                  <a:pt x="89857" y="21269"/>
                  <a:pt x="87683" y="21776"/>
                  <a:pt x="84785" y="22193"/>
                </a:cubicBezTo>
                <a:cubicBezTo>
                  <a:pt x="83144" y="22430"/>
                  <a:pt x="81983" y="22698"/>
                  <a:pt x="81303" y="22995"/>
                </a:cubicBezTo>
                <a:cubicBezTo>
                  <a:pt x="80623" y="23292"/>
                  <a:pt x="80098" y="23726"/>
                  <a:pt x="79728" y="24298"/>
                </a:cubicBezTo>
                <a:cubicBezTo>
                  <a:pt x="79358" y="24870"/>
                  <a:pt x="79173" y="25504"/>
                  <a:pt x="79173" y="26202"/>
                </a:cubicBezTo>
                <a:cubicBezTo>
                  <a:pt x="79173" y="27271"/>
                  <a:pt x="79576" y="28162"/>
                  <a:pt x="80382" y="28875"/>
                </a:cubicBezTo>
                <a:cubicBezTo>
                  <a:pt x="81188" y="29587"/>
                  <a:pt x="82367" y="29944"/>
                  <a:pt x="83920" y="29944"/>
                </a:cubicBezTo>
                <a:cubicBezTo>
                  <a:pt x="85458" y="29944"/>
                  <a:pt x="86826" y="29606"/>
                  <a:pt x="88023" y="28930"/>
                </a:cubicBezTo>
                <a:cubicBezTo>
                  <a:pt x="89221" y="28254"/>
                  <a:pt x="90101" y="27329"/>
                  <a:pt x="90663" y="26155"/>
                </a:cubicBezTo>
                <a:cubicBezTo>
                  <a:pt x="91092" y="25248"/>
                  <a:pt x="91306" y="23911"/>
                  <a:pt x="91306" y="22143"/>
                </a:cubicBezTo>
                <a:lnTo>
                  <a:pt x="91306" y="20672"/>
                </a:lnTo>
                <a:close/>
                <a:moveTo>
                  <a:pt x="110378" y="28990"/>
                </a:moveTo>
                <a:lnTo>
                  <a:pt x="110954" y="32517"/>
                </a:lnTo>
                <a:cubicBezTo>
                  <a:pt x="109830" y="32724"/>
                  <a:pt x="108825" y="32827"/>
                  <a:pt x="107938" y="32827"/>
                </a:cubicBezTo>
                <a:cubicBezTo>
                  <a:pt x="106489" y="32827"/>
                  <a:pt x="105365" y="32598"/>
                  <a:pt x="104566" y="32140"/>
                </a:cubicBezTo>
                <a:cubicBezTo>
                  <a:pt x="103768" y="31681"/>
                  <a:pt x="103206" y="31079"/>
                  <a:pt x="102881" y="30332"/>
                </a:cubicBezTo>
                <a:cubicBezTo>
                  <a:pt x="102555" y="29585"/>
                  <a:pt x="102393" y="28014"/>
                  <a:pt x="102393" y="25618"/>
                </a:cubicBezTo>
                <a:lnTo>
                  <a:pt x="102393" y="12066"/>
                </a:lnTo>
                <a:lnTo>
                  <a:pt x="99465" y="12066"/>
                </a:lnTo>
                <a:lnTo>
                  <a:pt x="99465" y="8961"/>
                </a:lnTo>
                <a:lnTo>
                  <a:pt x="102393" y="8961"/>
                </a:lnTo>
                <a:lnTo>
                  <a:pt x="102393" y="3112"/>
                </a:lnTo>
                <a:lnTo>
                  <a:pt x="106363" y="710"/>
                </a:lnTo>
                <a:lnTo>
                  <a:pt x="106363" y="8961"/>
                </a:lnTo>
                <a:lnTo>
                  <a:pt x="110378" y="8961"/>
                </a:lnTo>
                <a:lnTo>
                  <a:pt x="110378" y="12066"/>
                </a:lnTo>
                <a:lnTo>
                  <a:pt x="106363" y="12066"/>
                </a:lnTo>
                <a:lnTo>
                  <a:pt x="106363" y="25840"/>
                </a:lnTo>
                <a:cubicBezTo>
                  <a:pt x="106363" y="26979"/>
                  <a:pt x="106433" y="27711"/>
                  <a:pt x="106574" y="28036"/>
                </a:cubicBezTo>
                <a:cubicBezTo>
                  <a:pt x="106714" y="28361"/>
                  <a:pt x="106943" y="28620"/>
                  <a:pt x="107261" y="28812"/>
                </a:cubicBezTo>
                <a:cubicBezTo>
                  <a:pt x="107579" y="29005"/>
                  <a:pt x="108034" y="29101"/>
                  <a:pt x="108625" y="29101"/>
                </a:cubicBezTo>
                <a:cubicBezTo>
                  <a:pt x="109069" y="29101"/>
                  <a:pt x="109653" y="29064"/>
                  <a:pt x="110378" y="28990"/>
                </a:cubicBezTo>
                <a:close/>
                <a:moveTo>
                  <a:pt x="130414" y="24931"/>
                </a:moveTo>
                <a:lnTo>
                  <a:pt x="134540" y="25441"/>
                </a:lnTo>
                <a:cubicBezTo>
                  <a:pt x="133889" y="27851"/>
                  <a:pt x="132684" y="29722"/>
                  <a:pt x="130924" y="31053"/>
                </a:cubicBezTo>
                <a:cubicBezTo>
                  <a:pt x="129165" y="32384"/>
                  <a:pt x="126917" y="33049"/>
                  <a:pt x="124182" y="33049"/>
                </a:cubicBezTo>
                <a:cubicBezTo>
                  <a:pt x="120736" y="33049"/>
                  <a:pt x="118004" y="31988"/>
                  <a:pt x="115986" y="29866"/>
                </a:cubicBezTo>
                <a:cubicBezTo>
                  <a:pt x="113967" y="27744"/>
                  <a:pt x="112958" y="24768"/>
                  <a:pt x="112958" y="20938"/>
                </a:cubicBezTo>
                <a:cubicBezTo>
                  <a:pt x="112958" y="16975"/>
                  <a:pt x="113979" y="13900"/>
                  <a:pt x="116019" y="11711"/>
                </a:cubicBezTo>
                <a:cubicBezTo>
                  <a:pt x="118060" y="9523"/>
                  <a:pt x="120707" y="8429"/>
                  <a:pt x="123960" y="8429"/>
                </a:cubicBezTo>
                <a:cubicBezTo>
                  <a:pt x="127109" y="8429"/>
                  <a:pt x="129682" y="9499"/>
                  <a:pt x="131679" y="11640"/>
                </a:cubicBezTo>
                <a:cubicBezTo>
                  <a:pt x="133675" y="13780"/>
                  <a:pt x="134673" y="16792"/>
                  <a:pt x="134673" y="20674"/>
                </a:cubicBezTo>
                <a:cubicBezTo>
                  <a:pt x="134673" y="20910"/>
                  <a:pt x="134666" y="21265"/>
                  <a:pt x="134651" y="21737"/>
                </a:cubicBezTo>
                <a:lnTo>
                  <a:pt x="117084" y="21737"/>
                </a:lnTo>
                <a:cubicBezTo>
                  <a:pt x="117232" y="24317"/>
                  <a:pt x="117964" y="26293"/>
                  <a:pt x="119280" y="27665"/>
                </a:cubicBezTo>
                <a:cubicBezTo>
                  <a:pt x="120596" y="29036"/>
                  <a:pt x="122237" y="29722"/>
                  <a:pt x="124204" y="29722"/>
                </a:cubicBezTo>
                <a:cubicBezTo>
                  <a:pt x="125668" y="29722"/>
                  <a:pt x="126917" y="29341"/>
                  <a:pt x="127952" y="28580"/>
                </a:cubicBezTo>
                <a:cubicBezTo>
                  <a:pt x="128987" y="27818"/>
                  <a:pt x="129808" y="26601"/>
                  <a:pt x="130414" y="24931"/>
                </a:cubicBezTo>
                <a:moveTo>
                  <a:pt x="117306" y="18410"/>
                </a:moveTo>
                <a:lnTo>
                  <a:pt x="130459" y="18410"/>
                </a:lnTo>
                <a:cubicBezTo>
                  <a:pt x="130281" y="16461"/>
                  <a:pt x="129778" y="14999"/>
                  <a:pt x="128950" y="14024"/>
                </a:cubicBezTo>
                <a:cubicBezTo>
                  <a:pt x="127679" y="12512"/>
                  <a:pt x="126030" y="11756"/>
                  <a:pt x="124004" y="11756"/>
                </a:cubicBezTo>
                <a:cubicBezTo>
                  <a:pt x="122171" y="11756"/>
                  <a:pt x="120629" y="12359"/>
                  <a:pt x="119379" y="13567"/>
                </a:cubicBezTo>
                <a:cubicBezTo>
                  <a:pt x="118130" y="14774"/>
                  <a:pt x="117439" y="16388"/>
                  <a:pt x="117306" y="18410"/>
                </a:cubicBezTo>
                <a:close/>
                <a:moveTo>
                  <a:pt x="138176" y="25463"/>
                </a:moveTo>
                <a:lnTo>
                  <a:pt x="142124" y="24842"/>
                </a:lnTo>
                <a:cubicBezTo>
                  <a:pt x="142346" y="26417"/>
                  <a:pt x="142963" y="27625"/>
                  <a:pt x="143976" y="28464"/>
                </a:cubicBezTo>
                <a:cubicBezTo>
                  <a:pt x="144989" y="29303"/>
                  <a:pt x="146405" y="29722"/>
                  <a:pt x="148224" y="29722"/>
                </a:cubicBezTo>
                <a:cubicBezTo>
                  <a:pt x="150057" y="29722"/>
                  <a:pt x="151418" y="29352"/>
                  <a:pt x="152305" y="28611"/>
                </a:cubicBezTo>
                <a:cubicBezTo>
                  <a:pt x="153192" y="27870"/>
                  <a:pt x="153636" y="27000"/>
                  <a:pt x="153636" y="26003"/>
                </a:cubicBezTo>
                <a:cubicBezTo>
                  <a:pt x="153636" y="25108"/>
                  <a:pt x="153244" y="24404"/>
                  <a:pt x="152460" y="23890"/>
                </a:cubicBezTo>
                <a:cubicBezTo>
                  <a:pt x="151913" y="23538"/>
                  <a:pt x="150553" y="23091"/>
                  <a:pt x="148379" y="22548"/>
                </a:cubicBezTo>
                <a:cubicBezTo>
                  <a:pt x="145451" y="21808"/>
                  <a:pt x="143421" y="21168"/>
                  <a:pt x="142290" y="20628"/>
                </a:cubicBezTo>
                <a:cubicBezTo>
                  <a:pt x="141159" y="20088"/>
                  <a:pt x="140301" y="19340"/>
                  <a:pt x="139717" y="18386"/>
                </a:cubicBezTo>
                <a:cubicBezTo>
                  <a:pt x="139133" y="17431"/>
                  <a:pt x="138841" y="16376"/>
                  <a:pt x="138841" y="15222"/>
                </a:cubicBezTo>
                <a:cubicBezTo>
                  <a:pt x="138841" y="14171"/>
                  <a:pt x="139081" y="13198"/>
                  <a:pt x="139562" y="12303"/>
                </a:cubicBezTo>
                <a:cubicBezTo>
                  <a:pt x="140043" y="11407"/>
                  <a:pt x="140697" y="10663"/>
                  <a:pt x="141525" y="10071"/>
                </a:cubicBezTo>
                <a:cubicBezTo>
                  <a:pt x="142146" y="9612"/>
                  <a:pt x="142993" y="9224"/>
                  <a:pt x="144065" y="8906"/>
                </a:cubicBezTo>
                <a:cubicBezTo>
                  <a:pt x="145137" y="8588"/>
                  <a:pt x="146286" y="8429"/>
                  <a:pt x="147514" y="8429"/>
                </a:cubicBezTo>
                <a:cubicBezTo>
                  <a:pt x="149362" y="8429"/>
                  <a:pt x="150985" y="8697"/>
                  <a:pt x="152382" y="9233"/>
                </a:cubicBezTo>
                <a:cubicBezTo>
                  <a:pt x="153780" y="9768"/>
                  <a:pt x="154811" y="10494"/>
                  <a:pt x="155477" y="11410"/>
                </a:cubicBezTo>
                <a:cubicBezTo>
                  <a:pt x="156142" y="12325"/>
                  <a:pt x="156600" y="13550"/>
                  <a:pt x="156852" y="15083"/>
                </a:cubicBezTo>
                <a:lnTo>
                  <a:pt x="152948" y="15615"/>
                </a:lnTo>
                <a:cubicBezTo>
                  <a:pt x="152771" y="14403"/>
                  <a:pt x="152257" y="13456"/>
                  <a:pt x="151406" y="12776"/>
                </a:cubicBezTo>
                <a:cubicBezTo>
                  <a:pt x="150556" y="12096"/>
                  <a:pt x="149355" y="11756"/>
                  <a:pt x="147802" y="11756"/>
                </a:cubicBezTo>
                <a:cubicBezTo>
                  <a:pt x="145969" y="11756"/>
                  <a:pt x="144660" y="12057"/>
                  <a:pt x="143876" y="12661"/>
                </a:cubicBezTo>
                <a:cubicBezTo>
                  <a:pt x="143092" y="13264"/>
                  <a:pt x="142701" y="13970"/>
                  <a:pt x="142701" y="14780"/>
                </a:cubicBezTo>
                <a:cubicBezTo>
                  <a:pt x="142701" y="15295"/>
                  <a:pt x="142863" y="15758"/>
                  <a:pt x="143189" y="16170"/>
                </a:cubicBezTo>
                <a:cubicBezTo>
                  <a:pt x="143514" y="16597"/>
                  <a:pt x="144024" y="16950"/>
                  <a:pt x="144719" y="17229"/>
                </a:cubicBezTo>
                <a:cubicBezTo>
                  <a:pt x="145118" y="17377"/>
                  <a:pt x="146294" y="17715"/>
                  <a:pt x="148246" y="18245"/>
                </a:cubicBezTo>
                <a:cubicBezTo>
                  <a:pt x="151070" y="18999"/>
                  <a:pt x="153040" y="19615"/>
                  <a:pt x="154157" y="20096"/>
                </a:cubicBezTo>
                <a:cubicBezTo>
                  <a:pt x="155273" y="20576"/>
                  <a:pt x="156149" y="21274"/>
                  <a:pt x="156785" y="22190"/>
                </a:cubicBezTo>
                <a:cubicBezTo>
                  <a:pt x="157421" y="23106"/>
                  <a:pt x="157739" y="24244"/>
                  <a:pt x="157739" y="25603"/>
                </a:cubicBezTo>
                <a:cubicBezTo>
                  <a:pt x="157739" y="26932"/>
                  <a:pt x="157351" y="28185"/>
                  <a:pt x="156575" y="29359"/>
                </a:cubicBezTo>
                <a:cubicBezTo>
                  <a:pt x="155798" y="30534"/>
                  <a:pt x="154678" y="31442"/>
                  <a:pt x="153214" y="32085"/>
                </a:cubicBezTo>
                <a:cubicBezTo>
                  <a:pt x="151750" y="32728"/>
                  <a:pt x="150094" y="33049"/>
                  <a:pt x="148246" y="33049"/>
                </a:cubicBezTo>
                <a:cubicBezTo>
                  <a:pt x="145185" y="33049"/>
                  <a:pt x="142852" y="32411"/>
                  <a:pt x="141248" y="31136"/>
                </a:cubicBezTo>
                <a:cubicBezTo>
                  <a:pt x="139643" y="29861"/>
                  <a:pt x="138619" y="27970"/>
                  <a:pt x="138176" y="25463"/>
                </a:cubicBezTo>
                <a:close/>
                <a:moveTo>
                  <a:pt x="163617" y="32517"/>
                </a:moveTo>
                <a:lnTo>
                  <a:pt x="163617" y="27947"/>
                </a:lnTo>
                <a:lnTo>
                  <a:pt x="168164" y="27947"/>
                </a:lnTo>
                <a:lnTo>
                  <a:pt x="168164" y="32517"/>
                </a:lnTo>
                <a:lnTo>
                  <a:pt x="163617" y="32517"/>
                </a:lnTo>
                <a:close/>
                <a:moveTo>
                  <a:pt x="175114" y="32517"/>
                </a:moveTo>
                <a:lnTo>
                  <a:pt x="175114" y="8961"/>
                </a:lnTo>
                <a:lnTo>
                  <a:pt x="178685" y="8961"/>
                </a:lnTo>
                <a:lnTo>
                  <a:pt x="178685" y="12244"/>
                </a:lnTo>
                <a:cubicBezTo>
                  <a:pt x="179424" y="11097"/>
                  <a:pt x="180408" y="10174"/>
                  <a:pt x="181635" y="9476"/>
                </a:cubicBezTo>
                <a:cubicBezTo>
                  <a:pt x="182862" y="8778"/>
                  <a:pt x="184260" y="8429"/>
                  <a:pt x="185827" y="8429"/>
                </a:cubicBezTo>
                <a:cubicBezTo>
                  <a:pt x="187572" y="8429"/>
                  <a:pt x="189002" y="8789"/>
                  <a:pt x="190119" y="9510"/>
                </a:cubicBezTo>
                <a:cubicBezTo>
                  <a:pt x="191235" y="10230"/>
                  <a:pt x="192023" y="11238"/>
                  <a:pt x="192481" y="12532"/>
                </a:cubicBezTo>
                <a:cubicBezTo>
                  <a:pt x="194344" y="9796"/>
                  <a:pt x="196769" y="8429"/>
                  <a:pt x="199756" y="8429"/>
                </a:cubicBezTo>
                <a:cubicBezTo>
                  <a:pt x="202093" y="8429"/>
                  <a:pt x="203889" y="9076"/>
                  <a:pt x="205146" y="10369"/>
                </a:cubicBezTo>
                <a:cubicBezTo>
                  <a:pt x="206403" y="11663"/>
                  <a:pt x="207032" y="13656"/>
                  <a:pt x="207032" y="16347"/>
                </a:cubicBezTo>
                <a:lnTo>
                  <a:pt x="207032" y="32517"/>
                </a:lnTo>
                <a:lnTo>
                  <a:pt x="203061" y="32517"/>
                </a:lnTo>
                <a:lnTo>
                  <a:pt x="203061" y="17662"/>
                </a:lnTo>
                <a:cubicBezTo>
                  <a:pt x="203061" y="16063"/>
                  <a:pt x="202932" y="14912"/>
                  <a:pt x="202673" y="14209"/>
                </a:cubicBezTo>
                <a:cubicBezTo>
                  <a:pt x="202414" y="13506"/>
                  <a:pt x="201945" y="12940"/>
                  <a:pt x="201265" y="12510"/>
                </a:cubicBezTo>
                <a:cubicBezTo>
                  <a:pt x="200584" y="12081"/>
                  <a:pt x="199786" y="11867"/>
                  <a:pt x="198869" y="11867"/>
                </a:cubicBezTo>
                <a:cubicBezTo>
                  <a:pt x="197213" y="11867"/>
                  <a:pt x="195838" y="12418"/>
                  <a:pt x="194744" y="13521"/>
                </a:cubicBezTo>
                <a:cubicBezTo>
                  <a:pt x="193649" y="14624"/>
                  <a:pt x="193102" y="16389"/>
                  <a:pt x="193102" y="18817"/>
                </a:cubicBezTo>
                <a:lnTo>
                  <a:pt x="193102" y="32517"/>
                </a:lnTo>
                <a:lnTo>
                  <a:pt x="189110" y="32517"/>
                </a:lnTo>
                <a:lnTo>
                  <a:pt x="189110" y="17195"/>
                </a:lnTo>
                <a:cubicBezTo>
                  <a:pt x="189110" y="15419"/>
                  <a:pt x="188784" y="14087"/>
                  <a:pt x="188134" y="13199"/>
                </a:cubicBezTo>
                <a:cubicBezTo>
                  <a:pt x="187483" y="12311"/>
                  <a:pt x="186418" y="11867"/>
                  <a:pt x="184940" y="11867"/>
                </a:cubicBezTo>
                <a:cubicBezTo>
                  <a:pt x="183816" y="11867"/>
                  <a:pt x="182777" y="12163"/>
                  <a:pt x="181823" y="12755"/>
                </a:cubicBezTo>
                <a:cubicBezTo>
                  <a:pt x="180870" y="13347"/>
                  <a:pt x="180178" y="14213"/>
                  <a:pt x="179750" y="15353"/>
                </a:cubicBezTo>
                <a:cubicBezTo>
                  <a:pt x="179321" y="16493"/>
                  <a:pt x="179106" y="18136"/>
                  <a:pt x="179106" y="20282"/>
                </a:cubicBezTo>
                <a:lnTo>
                  <a:pt x="179106" y="32517"/>
                </a:lnTo>
                <a:lnTo>
                  <a:pt x="175114" y="32517"/>
                </a:lnTo>
                <a:close/>
                <a:moveTo>
                  <a:pt x="226828" y="32517"/>
                </a:moveTo>
                <a:lnTo>
                  <a:pt x="226828" y="29544"/>
                </a:lnTo>
                <a:cubicBezTo>
                  <a:pt x="225334" y="31881"/>
                  <a:pt x="223138" y="33049"/>
                  <a:pt x="220240" y="33049"/>
                </a:cubicBezTo>
                <a:cubicBezTo>
                  <a:pt x="218362" y="33049"/>
                  <a:pt x="216636" y="32531"/>
                  <a:pt x="215061" y="31496"/>
                </a:cubicBezTo>
                <a:cubicBezTo>
                  <a:pt x="213486" y="30461"/>
                  <a:pt x="212266" y="29016"/>
                  <a:pt x="211401" y="27160"/>
                </a:cubicBezTo>
                <a:cubicBezTo>
                  <a:pt x="210536" y="25304"/>
                  <a:pt x="210103" y="23171"/>
                  <a:pt x="210103" y="20761"/>
                </a:cubicBezTo>
                <a:cubicBezTo>
                  <a:pt x="210103" y="18410"/>
                  <a:pt x="210495" y="16277"/>
                  <a:pt x="211279" y="14362"/>
                </a:cubicBezTo>
                <a:cubicBezTo>
                  <a:pt x="212063" y="12447"/>
                  <a:pt x="213238" y="10979"/>
                  <a:pt x="214806" y="9959"/>
                </a:cubicBezTo>
                <a:cubicBezTo>
                  <a:pt x="216373" y="8939"/>
                  <a:pt x="218125" y="8429"/>
                  <a:pt x="220063" y="8429"/>
                </a:cubicBezTo>
                <a:cubicBezTo>
                  <a:pt x="221482" y="8429"/>
                  <a:pt x="222746" y="8728"/>
                  <a:pt x="223855" y="9327"/>
                </a:cubicBezTo>
                <a:cubicBezTo>
                  <a:pt x="224964" y="9926"/>
                  <a:pt x="225866" y="10706"/>
                  <a:pt x="226561" y="11667"/>
                </a:cubicBezTo>
                <a:lnTo>
                  <a:pt x="226561" y="0"/>
                </a:lnTo>
                <a:lnTo>
                  <a:pt x="230532" y="0"/>
                </a:lnTo>
                <a:lnTo>
                  <a:pt x="230532" y="32517"/>
                </a:lnTo>
                <a:lnTo>
                  <a:pt x="226828" y="32517"/>
                </a:lnTo>
                <a:moveTo>
                  <a:pt x="214207" y="20750"/>
                </a:moveTo>
                <a:cubicBezTo>
                  <a:pt x="214207" y="23755"/>
                  <a:pt x="214843" y="26002"/>
                  <a:pt x="216114" y="27490"/>
                </a:cubicBezTo>
                <a:cubicBezTo>
                  <a:pt x="217386" y="28978"/>
                  <a:pt x="218887" y="29722"/>
                  <a:pt x="220617" y="29722"/>
                </a:cubicBezTo>
                <a:cubicBezTo>
                  <a:pt x="222362" y="29722"/>
                  <a:pt x="223844" y="29011"/>
                  <a:pt x="225064" y="27590"/>
                </a:cubicBezTo>
                <a:cubicBezTo>
                  <a:pt x="226284" y="26168"/>
                  <a:pt x="226894" y="23998"/>
                  <a:pt x="226894" y="21081"/>
                </a:cubicBezTo>
                <a:cubicBezTo>
                  <a:pt x="226894" y="17870"/>
                  <a:pt x="226273" y="15512"/>
                  <a:pt x="225031" y="14010"/>
                </a:cubicBezTo>
                <a:cubicBezTo>
                  <a:pt x="223789" y="12507"/>
                  <a:pt x="222258" y="11756"/>
                  <a:pt x="220440" y="11756"/>
                </a:cubicBezTo>
                <a:cubicBezTo>
                  <a:pt x="218665" y="11756"/>
                  <a:pt x="217183" y="12478"/>
                  <a:pt x="215992" y="13922"/>
                </a:cubicBezTo>
                <a:cubicBezTo>
                  <a:pt x="214802" y="15365"/>
                  <a:pt x="214207" y="17641"/>
                  <a:pt x="214207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0d0e9f3bc4982"/>
          <a:stretch xmlns:a="http://schemas.openxmlformats.org/drawingml/2006/main"/>
        </p:blipFill>
        <p:spPr>
          <a:xfrm xmlns:a="http://schemas.openxmlformats.org/drawingml/2006/main">
            <a:off x="1605407" y="3945909"/>
            <a:ext cx="3785" cy="189274"/>
          </a:xfrm>
          <a:prstGeom xmlns:a="http://schemas.openxmlformats.org/drawingml/2006/main" prst="rect">
            <a:avLst/>
          </a:prstGeom>
        </p:spPr>
      </p:pic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02049-C35E-4FBD-9047-4D2A2EF5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894" y="3706531"/>
            <a:ext cx="76961" cy="94070"/>
          </a:xfrm>
          <a:custGeom xmlns:a="http://schemas.openxmlformats.org/drawingml/2006/main">
            <a:pathLst>
              <a:path w="76961" h="94070">
                <a:moveTo>
                  <a:pt x="0" y="11759"/>
                </a:moveTo>
                <a:cubicBezTo>
                  <a:pt x="0" y="5263"/>
                  <a:pt x="5264" y="0"/>
                  <a:pt x="11758" y="0"/>
                </a:cubicBezTo>
                <a:lnTo>
                  <a:pt x="73755" y="0"/>
                </a:lnTo>
                <a:cubicBezTo>
                  <a:pt x="75525" y="0"/>
                  <a:pt x="76961" y="1436"/>
                  <a:pt x="76961" y="3207"/>
                </a:cubicBezTo>
                <a:lnTo>
                  <a:pt x="76961" y="90863"/>
                </a:lnTo>
                <a:cubicBezTo>
                  <a:pt x="76961" y="92634"/>
                  <a:pt x="75526" y="94070"/>
                  <a:pt x="73755" y="94070"/>
                </a:cubicBezTo>
                <a:lnTo>
                  <a:pt x="48100" y="94070"/>
                </a:lnTo>
                <a:cubicBezTo>
                  <a:pt x="46329" y="94070"/>
                  <a:pt x="44894" y="92634"/>
                  <a:pt x="44894" y="90863"/>
                </a:cubicBezTo>
                <a:cubicBezTo>
                  <a:pt x="44894" y="89092"/>
                  <a:pt x="46329" y="87656"/>
                  <a:pt x="48100" y="87656"/>
                </a:cubicBezTo>
                <a:lnTo>
                  <a:pt x="70548" y="87656"/>
                </a:lnTo>
                <a:lnTo>
                  <a:pt x="70548" y="70552"/>
                </a:lnTo>
                <a:lnTo>
                  <a:pt x="12827" y="70552"/>
                </a:lnTo>
                <a:cubicBezTo>
                  <a:pt x="9285" y="70552"/>
                  <a:pt x="6414" y="73424"/>
                  <a:pt x="6414" y="76966"/>
                </a:cubicBezTo>
                <a:lnTo>
                  <a:pt x="6414" y="80173"/>
                </a:lnTo>
                <a:cubicBezTo>
                  <a:pt x="6414" y="83235"/>
                  <a:pt x="8252" y="85877"/>
                  <a:pt x="10903" y="87036"/>
                </a:cubicBezTo>
                <a:cubicBezTo>
                  <a:pt x="12504" y="87794"/>
                  <a:pt x="13187" y="89707"/>
                  <a:pt x="12428" y="91307"/>
                </a:cubicBezTo>
                <a:cubicBezTo>
                  <a:pt x="11702" y="92839"/>
                  <a:pt x="9911" y="93542"/>
                  <a:pt x="8338" y="92911"/>
                </a:cubicBezTo>
                <a:cubicBezTo>
                  <a:pt x="3274" y="90700"/>
                  <a:pt x="1" y="85699"/>
                  <a:pt x="0" y="80173"/>
                </a:cubicBezTo>
                <a:lnTo>
                  <a:pt x="0" y="11759"/>
                </a:lnTo>
                <a:close/>
                <a:moveTo>
                  <a:pt x="70548" y="6414"/>
                </a:moveTo>
                <a:lnTo>
                  <a:pt x="11758" y="6414"/>
                </a:lnTo>
                <a:cubicBezTo>
                  <a:pt x="8808" y="6414"/>
                  <a:pt x="6414" y="8808"/>
                  <a:pt x="6414" y="11759"/>
                </a:cubicBezTo>
                <a:lnTo>
                  <a:pt x="6414" y="65853"/>
                </a:lnTo>
                <a:cubicBezTo>
                  <a:pt x="8363" y="64727"/>
                  <a:pt x="10575" y="64135"/>
                  <a:pt x="12827" y="64139"/>
                </a:cubicBezTo>
                <a:lnTo>
                  <a:pt x="70548" y="64139"/>
                </a:lnTo>
                <a:lnTo>
                  <a:pt x="70548" y="6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D33F7-0AF1-4F2D-AD1C-3D538940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97" y="3783497"/>
            <a:ext cx="23515" cy="23694"/>
          </a:xfrm>
          <a:custGeom xmlns:a="http://schemas.openxmlformats.org/drawingml/2006/main">
            <a:pathLst>
              <a:path w="23515" h="23694">
                <a:moveTo>
                  <a:pt x="0" y="1069"/>
                </a:moveTo>
                <a:cubicBezTo>
                  <a:pt x="0" y="479"/>
                  <a:pt x="479" y="0"/>
                  <a:pt x="1069" y="0"/>
                </a:cubicBezTo>
                <a:lnTo>
                  <a:pt x="22446" y="0"/>
                </a:lnTo>
                <a:cubicBezTo>
                  <a:pt x="23037" y="0"/>
                  <a:pt x="23515" y="479"/>
                  <a:pt x="23515" y="1069"/>
                </a:cubicBezTo>
                <a:lnTo>
                  <a:pt x="23515" y="22491"/>
                </a:lnTo>
                <a:cubicBezTo>
                  <a:pt x="23515" y="23082"/>
                  <a:pt x="23034" y="23558"/>
                  <a:pt x="22442" y="23555"/>
                </a:cubicBezTo>
                <a:cubicBezTo>
                  <a:pt x="22218" y="23554"/>
                  <a:pt x="22000" y="23483"/>
                  <a:pt x="21819" y="23351"/>
                </a:cubicBezTo>
                <a:lnTo>
                  <a:pt x="12387" y="16492"/>
                </a:lnTo>
                <a:cubicBezTo>
                  <a:pt x="12013" y="16220"/>
                  <a:pt x="11504" y="16220"/>
                  <a:pt x="11129" y="16492"/>
                </a:cubicBezTo>
                <a:lnTo>
                  <a:pt x="1698" y="23346"/>
                </a:lnTo>
                <a:cubicBezTo>
                  <a:pt x="1220" y="23694"/>
                  <a:pt x="551" y="23588"/>
                  <a:pt x="204" y="23111"/>
                </a:cubicBezTo>
                <a:cubicBezTo>
                  <a:pt x="73" y="22930"/>
                  <a:pt x="2" y="22714"/>
                  <a:pt x="0" y="22491"/>
                </a:cubicBezTo>
                <a:lnTo>
                  <a:pt x="0" y="1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Text general">
            <a:extLst xmlns:a="http://schemas.openxmlformats.org/drawingml/2006/main">
              <a:ext uri="{FF2B5EF4-FFF2-40B4-BE49-F238E27FC236}">
                <a16:creationId xmlns:a16="http://schemas.microsoft.com/office/drawing/2014/main" id="{CE23B82C-4B8D-4FC4-95EC-A7AFCB19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70" y="3726956"/>
            <a:ext cx="195399" cy="56412"/>
          </a:xfrm>
          <a:custGeom xmlns:a="http://schemas.openxmlformats.org/drawingml/2006/main">
            <a:pathLst>
              <a:path w="195399" h="56412">
                <a:moveTo>
                  <a:pt x="1070" y="46188"/>
                </a:moveTo>
                <a:lnTo>
                  <a:pt x="6271" y="46961"/>
                </a:lnTo>
                <a:cubicBezTo>
                  <a:pt x="6489" y="48566"/>
                  <a:pt x="7094" y="49735"/>
                  <a:pt x="8084" y="50468"/>
                </a:cubicBezTo>
                <a:cubicBezTo>
                  <a:pt x="9412" y="51458"/>
                  <a:pt x="11225" y="51954"/>
                  <a:pt x="13523" y="51954"/>
                </a:cubicBezTo>
                <a:cubicBezTo>
                  <a:pt x="16000" y="51954"/>
                  <a:pt x="17912" y="51457"/>
                  <a:pt x="19260" y="50464"/>
                </a:cubicBezTo>
                <a:cubicBezTo>
                  <a:pt x="20607" y="49471"/>
                  <a:pt x="21519" y="48081"/>
                  <a:pt x="21994" y="46294"/>
                </a:cubicBezTo>
                <a:cubicBezTo>
                  <a:pt x="22272" y="45202"/>
                  <a:pt x="22400" y="42908"/>
                  <a:pt x="22381" y="39413"/>
                </a:cubicBezTo>
                <a:cubicBezTo>
                  <a:pt x="20042" y="42186"/>
                  <a:pt x="17130" y="43572"/>
                  <a:pt x="13642" y="43572"/>
                </a:cubicBezTo>
                <a:cubicBezTo>
                  <a:pt x="9303" y="43572"/>
                  <a:pt x="5944" y="42007"/>
                  <a:pt x="3567" y="38876"/>
                </a:cubicBezTo>
                <a:cubicBezTo>
                  <a:pt x="1189" y="35746"/>
                  <a:pt x="0" y="31991"/>
                  <a:pt x="0" y="27612"/>
                </a:cubicBezTo>
                <a:cubicBezTo>
                  <a:pt x="0" y="24600"/>
                  <a:pt x="545" y="21821"/>
                  <a:pt x="1635" y="19275"/>
                </a:cubicBezTo>
                <a:cubicBezTo>
                  <a:pt x="2725" y="16728"/>
                  <a:pt x="4305" y="14762"/>
                  <a:pt x="6375" y="13375"/>
                </a:cubicBezTo>
                <a:cubicBezTo>
                  <a:pt x="8446" y="11988"/>
                  <a:pt x="10878" y="11294"/>
                  <a:pt x="13672" y="11294"/>
                </a:cubicBezTo>
                <a:cubicBezTo>
                  <a:pt x="17397" y="11294"/>
                  <a:pt x="20468" y="12810"/>
                  <a:pt x="22886" y="15842"/>
                </a:cubicBezTo>
                <a:lnTo>
                  <a:pt x="22886" y="12008"/>
                </a:lnTo>
                <a:lnTo>
                  <a:pt x="27820" y="12008"/>
                </a:lnTo>
                <a:lnTo>
                  <a:pt x="27820" y="39311"/>
                </a:lnTo>
                <a:cubicBezTo>
                  <a:pt x="27820" y="44228"/>
                  <a:pt x="27319" y="47713"/>
                  <a:pt x="26319" y="49765"/>
                </a:cubicBezTo>
                <a:cubicBezTo>
                  <a:pt x="25318" y="51817"/>
                  <a:pt x="23733" y="53437"/>
                  <a:pt x="21563" y="54627"/>
                </a:cubicBezTo>
                <a:cubicBezTo>
                  <a:pt x="19394" y="55817"/>
                  <a:pt x="16724" y="56412"/>
                  <a:pt x="13553" y="56412"/>
                </a:cubicBezTo>
                <a:cubicBezTo>
                  <a:pt x="9788" y="56412"/>
                  <a:pt x="6747" y="55563"/>
                  <a:pt x="4429" y="53863"/>
                </a:cubicBezTo>
                <a:cubicBezTo>
                  <a:pt x="2110" y="52164"/>
                  <a:pt x="991" y="49606"/>
                  <a:pt x="1070" y="46188"/>
                </a:cubicBezTo>
                <a:moveTo>
                  <a:pt x="5499" y="27226"/>
                </a:moveTo>
                <a:cubicBezTo>
                  <a:pt x="5499" y="31357"/>
                  <a:pt x="6321" y="34371"/>
                  <a:pt x="7965" y="36268"/>
                </a:cubicBezTo>
                <a:cubicBezTo>
                  <a:pt x="9610" y="38165"/>
                  <a:pt x="11671" y="39114"/>
                  <a:pt x="14148" y="39114"/>
                </a:cubicBezTo>
                <a:cubicBezTo>
                  <a:pt x="16605" y="39114"/>
                  <a:pt x="18665" y="38170"/>
                  <a:pt x="20330" y="36283"/>
                </a:cubicBezTo>
                <a:cubicBezTo>
                  <a:pt x="21994" y="34396"/>
                  <a:pt x="22826" y="31436"/>
                  <a:pt x="22826" y="27404"/>
                </a:cubicBezTo>
                <a:cubicBezTo>
                  <a:pt x="22826" y="23550"/>
                  <a:pt x="21969" y="20644"/>
                  <a:pt x="20255" y="18688"/>
                </a:cubicBezTo>
                <a:cubicBezTo>
                  <a:pt x="18541" y="16731"/>
                  <a:pt x="16476" y="15753"/>
                  <a:pt x="14058" y="15753"/>
                </a:cubicBezTo>
                <a:cubicBezTo>
                  <a:pt x="11681" y="15753"/>
                  <a:pt x="9660" y="16716"/>
                  <a:pt x="7995" y="18643"/>
                </a:cubicBezTo>
                <a:cubicBezTo>
                  <a:pt x="6331" y="20570"/>
                  <a:pt x="5499" y="23431"/>
                  <a:pt x="5499" y="27226"/>
                </a:cubicBezTo>
                <a:close/>
                <a:moveTo>
                  <a:pt x="57274" y="33407"/>
                </a:moveTo>
                <a:lnTo>
                  <a:pt x="62802" y="34091"/>
                </a:lnTo>
                <a:cubicBezTo>
                  <a:pt x="61930" y="37321"/>
                  <a:pt x="60315" y="39827"/>
                  <a:pt x="57958" y="41611"/>
                </a:cubicBezTo>
                <a:cubicBezTo>
                  <a:pt x="55600" y="43394"/>
                  <a:pt x="52588" y="44286"/>
                  <a:pt x="48922" y="44286"/>
                </a:cubicBezTo>
                <a:cubicBezTo>
                  <a:pt x="44305" y="44286"/>
                  <a:pt x="40645" y="42864"/>
                  <a:pt x="37940" y="40021"/>
                </a:cubicBezTo>
                <a:cubicBezTo>
                  <a:pt x="35235" y="37177"/>
                  <a:pt x="33883" y="33189"/>
                  <a:pt x="33883" y="28057"/>
                </a:cubicBezTo>
                <a:cubicBezTo>
                  <a:pt x="33883" y="22747"/>
                  <a:pt x="35250" y="18626"/>
                  <a:pt x="37984" y="15693"/>
                </a:cubicBezTo>
                <a:cubicBezTo>
                  <a:pt x="40719" y="12761"/>
                  <a:pt x="44266" y="11294"/>
                  <a:pt x="48625" y="11294"/>
                </a:cubicBezTo>
                <a:cubicBezTo>
                  <a:pt x="52845" y="11294"/>
                  <a:pt x="56293" y="12729"/>
                  <a:pt x="58968" y="15597"/>
                </a:cubicBezTo>
                <a:cubicBezTo>
                  <a:pt x="61643" y="18466"/>
                  <a:pt x="62981" y="22501"/>
                  <a:pt x="62981" y="27704"/>
                </a:cubicBezTo>
                <a:cubicBezTo>
                  <a:pt x="62981" y="28020"/>
                  <a:pt x="62971" y="28495"/>
                  <a:pt x="62951" y="29127"/>
                </a:cubicBezTo>
                <a:lnTo>
                  <a:pt x="39411" y="29127"/>
                </a:lnTo>
                <a:cubicBezTo>
                  <a:pt x="39609" y="32585"/>
                  <a:pt x="40590" y="35233"/>
                  <a:pt x="42354" y="37071"/>
                </a:cubicBezTo>
                <a:cubicBezTo>
                  <a:pt x="44117" y="38908"/>
                  <a:pt x="46316" y="39827"/>
                  <a:pt x="48952" y="39827"/>
                </a:cubicBezTo>
                <a:cubicBezTo>
                  <a:pt x="50913" y="39827"/>
                  <a:pt x="52588" y="39317"/>
                  <a:pt x="53975" y="38297"/>
                </a:cubicBezTo>
                <a:cubicBezTo>
                  <a:pt x="55362" y="37276"/>
                  <a:pt x="56462" y="35646"/>
                  <a:pt x="57274" y="33407"/>
                </a:cubicBezTo>
                <a:moveTo>
                  <a:pt x="39708" y="24669"/>
                </a:moveTo>
                <a:lnTo>
                  <a:pt x="57333" y="24669"/>
                </a:lnTo>
                <a:cubicBezTo>
                  <a:pt x="57096" y="22057"/>
                  <a:pt x="56422" y="20098"/>
                  <a:pt x="55312" y="18793"/>
                </a:cubicBezTo>
                <a:cubicBezTo>
                  <a:pt x="53608" y="16766"/>
                  <a:pt x="51399" y="15753"/>
                  <a:pt x="48684" y="15753"/>
                </a:cubicBezTo>
                <a:cubicBezTo>
                  <a:pt x="46227" y="15753"/>
                  <a:pt x="44162" y="16562"/>
                  <a:pt x="42487" y="18180"/>
                </a:cubicBezTo>
                <a:cubicBezTo>
                  <a:pt x="40813" y="19797"/>
                  <a:pt x="39887" y="21960"/>
                  <a:pt x="39708" y="24669"/>
                </a:cubicBezTo>
                <a:close/>
                <a:moveTo>
                  <a:pt x="69281" y="43572"/>
                </a:moveTo>
                <a:lnTo>
                  <a:pt x="69281" y="12008"/>
                </a:lnTo>
                <a:lnTo>
                  <a:pt x="74096" y="12008"/>
                </a:lnTo>
                <a:lnTo>
                  <a:pt x="74096" y="16466"/>
                </a:lnTo>
                <a:cubicBezTo>
                  <a:pt x="76414" y="13018"/>
                  <a:pt x="79763" y="11294"/>
                  <a:pt x="84142" y="11294"/>
                </a:cubicBezTo>
                <a:cubicBezTo>
                  <a:pt x="86044" y="11294"/>
                  <a:pt x="87793" y="11636"/>
                  <a:pt x="89388" y="12320"/>
                </a:cubicBezTo>
                <a:cubicBezTo>
                  <a:pt x="90983" y="13003"/>
                  <a:pt x="92177" y="13900"/>
                  <a:pt x="92970" y="15010"/>
                </a:cubicBezTo>
                <a:cubicBezTo>
                  <a:pt x="93762" y="16119"/>
                  <a:pt x="94317" y="17437"/>
                  <a:pt x="94634" y="18963"/>
                </a:cubicBezTo>
                <a:cubicBezTo>
                  <a:pt x="94832" y="19953"/>
                  <a:pt x="94931" y="21687"/>
                  <a:pt x="94931" y="24164"/>
                </a:cubicBezTo>
                <a:lnTo>
                  <a:pt x="94931" y="43572"/>
                </a:lnTo>
                <a:lnTo>
                  <a:pt x="89581" y="43572"/>
                </a:lnTo>
                <a:lnTo>
                  <a:pt x="89581" y="24352"/>
                </a:lnTo>
                <a:cubicBezTo>
                  <a:pt x="89581" y="22169"/>
                  <a:pt x="89373" y="20538"/>
                  <a:pt x="88957" y="19457"/>
                </a:cubicBezTo>
                <a:cubicBezTo>
                  <a:pt x="88541" y="18376"/>
                  <a:pt x="87803" y="17513"/>
                  <a:pt x="86743" y="16868"/>
                </a:cubicBezTo>
                <a:cubicBezTo>
                  <a:pt x="85683" y="16224"/>
                  <a:pt x="84439" y="15901"/>
                  <a:pt x="83013" y="15901"/>
                </a:cubicBezTo>
                <a:cubicBezTo>
                  <a:pt x="80734" y="15901"/>
                  <a:pt x="78767" y="16625"/>
                  <a:pt x="77113" y="18074"/>
                </a:cubicBezTo>
                <a:cubicBezTo>
                  <a:pt x="75458" y="19521"/>
                  <a:pt x="74631" y="22268"/>
                  <a:pt x="74631" y="26315"/>
                </a:cubicBezTo>
                <a:lnTo>
                  <a:pt x="74631" y="43572"/>
                </a:lnTo>
                <a:lnTo>
                  <a:pt x="69281" y="43572"/>
                </a:lnTo>
                <a:close/>
                <a:moveTo>
                  <a:pt x="124504" y="33407"/>
                </a:moveTo>
                <a:lnTo>
                  <a:pt x="130033" y="34091"/>
                </a:lnTo>
                <a:cubicBezTo>
                  <a:pt x="129161" y="37321"/>
                  <a:pt x="127546" y="39827"/>
                  <a:pt x="125188" y="41611"/>
                </a:cubicBezTo>
                <a:cubicBezTo>
                  <a:pt x="122830" y="43394"/>
                  <a:pt x="119818" y="44286"/>
                  <a:pt x="116152" y="44286"/>
                </a:cubicBezTo>
                <a:cubicBezTo>
                  <a:pt x="111536" y="44286"/>
                  <a:pt x="107875" y="42864"/>
                  <a:pt x="105170" y="40021"/>
                </a:cubicBezTo>
                <a:cubicBezTo>
                  <a:pt x="102466" y="37177"/>
                  <a:pt x="101113" y="33189"/>
                  <a:pt x="101113" y="28057"/>
                </a:cubicBezTo>
                <a:cubicBezTo>
                  <a:pt x="101113" y="22747"/>
                  <a:pt x="102480" y="18626"/>
                  <a:pt x="105215" y="15693"/>
                </a:cubicBezTo>
                <a:cubicBezTo>
                  <a:pt x="107949" y="12761"/>
                  <a:pt x="111496" y="11294"/>
                  <a:pt x="115855" y="11294"/>
                </a:cubicBezTo>
                <a:cubicBezTo>
                  <a:pt x="120076" y="11294"/>
                  <a:pt x="123524" y="12729"/>
                  <a:pt x="126198" y="15597"/>
                </a:cubicBezTo>
                <a:cubicBezTo>
                  <a:pt x="128873" y="18466"/>
                  <a:pt x="130211" y="22501"/>
                  <a:pt x="130211" y="27704"/>
                </a:cubicBezTo>
                <a:cubicBezTo>
                  <a:pt x="130211" y="28020"/>
                  <a:pt x="130201" y="28495"/>
                  <a:pt x="130181" y="29127"/>
                </a:cubicBezTo>
                <a:lnTo>
                  <a:pt x="106641" y="29127"/>
                </a:lnTo>
                <a:cubicBezTo>
                  <a:pt x="106840" y="32585"/>
                  <a:pt x="107820" y="35233"/>
                  <a:pt x="109584" y="37071"/>
                </a:cubicBezTo>
                <a:cubicBezTo>
                  <a:pt x="111347" y="38908"/>
                  <a:pt x="113547" y="39827"/>
                  <a:pt x="116182" y="39827"/>
                </a:cubicBezTo>
                <a:cubicBezTo>
                  <a:pt x="118144" y="39827"/>
                  <a:pt x="119818" y="39317"/>
                  <a:pt x="121205" y="38297"/>
                </a:cubicBezTo>
                <a:cubicBezTo>
                  <a:pt x="122592" y="37276"/>
                  <a:pt x="123692" y="35646"/>
                  <a:pt x="124504" y="33407"/>
                </a:cubicBezTo>
                <a:moveTo>
                  <a:pt x="106939" y="24669"/>
                </a:moveTo>
                <a:lnTo>
                  <a:pt x="124564" y="24669"/>
                </a:lnTo>
                <a:cubicBezTo>
                  <a:pt x="124326" y="22057"/>
                  <a:pt x="123652" y="20098"/>
                  <a:pt x="122543" y="18793"/>
                </a:cubicBezTo>
                <a:cubicBezTo>
                  <a:pt x="120839" y="16766"/>
                  <a:pt x="118629" y="15753"/>
                  <a:pt x="115915" y="15753"/>
                </a:cubicBezTo>
                <a:cubicBezTo>
                  <a:pt x="113458" y="15753"/>
                  <a:pt x="111392" y="16562"/>
                  <a:pt x="109718" y="18180"/>
                </a:cubicBezTo>
                <a:cubicBezTo>
                  <a:pt x="108043" y="19797"/>
                  <a:pt x="107117" y="21960"/>
                  <a:pt x="106939" y="24669"/>
                </a:cubicBezTo>
                <a:close/>
                <a:moveTo>
                  <a:pt x="136452" y="43572"/>
                </a:moveTo>
                <a:lnTo>
                  <a:pt x="136452" y="12008"/>
                </a:lnTo>
                <a:lnTo>
                  <a:pt x="141267" y="12008"/>
                </a:lnTo>
                <a:lnTo>
                  <a:pt x="141267" y="16763"/>
                </a:lnTo>
                <a:cubicBezTo>
                  <a:pt x="142496" y="14536"/>
                  <a:pt x="143630" y="13068"/>
                  <a:pt x="144671" y="12359"/>
                </a:cubicBezTo>
                <a:cubicBezTo>
                  <a:pt x="145711" y="11649"/>
                  <a:pt x="146855" y="11294"/>
                  <a:pt x="148103" y="11294"/>
                </a:cubicBezTo>
                <a:cubicBezTo>
                  <a:pt x="149907" y="11294"/>
                  <a:pt x="151739" y="11866"/>
                  <a:pt x="153602" y="13011"/>
                </a:cubicBezTo>
                <a:lnTo>
                  <a:pt x="151759" y="17952"/>
                </a:lnTo>
                <a:cubicBezTo>
                  <a:pt x="150451" y="17179"/>
                  <a:pt x="149144" y="16793"/>
                  <a:pt x="147836" y="16793"/>
                </a:cubicBezTo>
                <a:cubicBezTo>
                  <a:pt x="146667" y="16793"/>
                  <a:pt x="145617" y="17145"/>
                  <a:pt x="144685" y="17850"/>
                </a:cubicBezTo>
                <a:cubicBezTo>
                  <a:pt x="143754" y="18554"/>
                  <a:pt x="143090" y="19531"/>
                  <a:pt x="142694" y="20780"/>
                </a:cubicBezTo>
                <a:cubicBezTo>
                  <a:pt x="142100" y="22684"/>
                  <a:pt x="141802" y="24767"/>
                  <a:pt x="141802" y="27028"/>
                </a:cubicBezTo>
                <a:lnTo>
                  <a:pt x="141802" y="43572"/>
                </a:lnTo>
                <a:lnTo>
                  <a:pt x="136452" y="43572"/>
                </a:lnTo>
                <a:close/>
                <a:moveTo>
                  <a:pt x="177150" y="39675"/>
                </a:moveTo>
                <a:cubicBezTo>
                  <a:pt x="175169" y="41360"/>
                  <a:pt x="173262" y="42550"/>
                  <a:pt x="171429" y="43244"/>
                </a:cubicBezTo>
                <a:cubicBezTo>
                  <a:pt x="169596" y="43939"/>
                  <a:pt x="167629" y="44286"/>
                  <a:pt x="165529" y="44286"/>
                </a:cubicBezTo>
                <a:cubicBezTo>
                  <a:pt x="162061" y="44286"/>
                  <a:pt x="159396" y="43438"/>
                  <a:pt x="157534" y="41743"/>
                </a:cubicBezTo>
                <a:cubicBezTo>
                  <a:pt x="155671" y="40047"/>
                  <a:pt x="154740" y="37881"/>
                  <a:pt x="154740" y="35244"/>
                </a:cubicBezTo>
                <a:cubicBezTo>
                  <a:pt x="154740" y="33697"/>
                  <a:pt x="155092" y="32285"/>
                  <a:pt x="155795" y="31006"/>
                </a:cubicBezTo>
                <a:cubicBezTo>
                  <a:pt x="156498" y="29727"/>
                  <a:pt x="157420" y="28701"/>
                  <a:pt x="158559" y="27927"/>
                </a:cubicBezTo>
                <a:cubicBezTo>
                  <a:pt x="159699" y="27154"/>
                  <a:pt x="160982" y="26569"/>
                  <a:pt x="162408" y="26173"/>
                </a:cubicBezTo>
                <a:cubicBezTo>
                  <a:pt x="163458" y="25895"/>
                  <a:pt x="165044" y="25627"/>
                  <a:pt x="167164" y="25369"/>
                </a:cubicBezTo>
                <a:cubicBezTo>
                  <a:pt x="171483" y="24858"/>
                  <a:pt x="174664" y="24248"/>
                  <a:pt x="176704" y="23540"/>
                </a:cubicBezTo>
                <a:cubicBezTo>
                  <a:pt x="176724" y="22810"/>
                  <a:pt x="176734" y="22346"/>
                  <a:pt x="176734" y="22148"/>
                </a:cubicBezTo>
                <a:cubicBezTo>
                  <a:pt x="176734" y="19977"/>
                  <a:pt x="176229" y="18447"/>
                  <a:pt x="175218" y="17559"/>
                </a:cubicBezTo>
                <a:cubicBezTo>
                  <a:pt x="173851" y="16355"/>
                  <a:pt x="171820" y="15753"/>
                  <a:pt x="169125" y="15753"/>
                </a:cubicBezTo>
                <a:cubicBezTo>
                  <a:pt x="166609" y="15753"/>
                  <a:pt x="164751" y="16193"/>
                  <a:pt x="163552" y="17075"/>
                </a:cubicBezTo>
                <a:cubicBezTo>
                  <a:pt x="162354" y="17957"/>
                  <a:pt x="161467" y="19517"/>
                  <a:pt x="160892" y="21756"/>
                </a:cubicBezTo>
                <a:lnTo>
                  <a:pt x="155661" y="21043"/>
                </a:lnTo>
                <a:cubicBezTo>
                  <a:pt x="156137" y="18797"/>
                  <a:pt x="156920" y="16984"/>
                  <a:pt x="158009" y="15602"/>
                </a:cubicBezTo>
                <a:cubicBezTo>
                  <a:pt x="159099" y="14221"/>
                  <a:pt x="160674" y="13158"/>
                  <a:pt x="162735" y="12413"/>
                </a:cubicBezTo>
                <a:cubicBezTo>
                  <a:pt x="164796" y="11667"/>
                  <a:pt x="167184" y="11294"/>
                  <a:pt x="169898" y="11294"/>
                </a:cubicBezTo>
                <a:cubicBezTo>
                  <a:pt x="172593" y="11294"/>
                  <a:pt x="174782" y="11611"/>
                  <a:pt x="176467" y="12245"/>
                </a:cubicBezTo>
                <a:cubicBezTo>
                  <a:pt x="178151" y="12879"/>
                  <a:pt x="179389" y="13677"/>
                  <a:pt x="180182" y="14638"/>
                </a:cubicBezTo>
                <a:cubicBezTo>
                  <a:pt x="180974" y="15599"/>
                  <a:pt x="181529" y="16813"/>
                  <a:pt x="181846" y="18279"/>
                </a:cubicBezTo>
                <a:cubicBezTo>
                  <a:pt x="182025" y="19190"/>
                  <a:pt x="182114" y="20835"/>
                  <a:pt x="182114" y="23213"/>
                </a:cubicBezTo>
                <a:lnTo>
                  <a:pt x="182114" y="30346"/>
                </a:lnTo>
                <a:cubicBezTo>
                  <a:pt x="182114" y="35319"/>
                  <a:pt x="182228" y="38465"/>
                  <a:pt x="182456" y="39783"/>
                </a:cubicBezTo>
                <a:cubicBezTo>
                  <a:pt x="182683" y="41100"/>
                  <a:pt x="183134" y="42364"/>
                  <a:pt x="183808" y="43572"/>
                </a:cubicBezTo>
                <a:lnTo>
                  <a:pt x="178220" y="43572"/>
                </a:lnTo>
                <a:cubicBezTo>
                  <a:pt x="177665" y="42461"/>
                  <a:pt x="177309" y="41162"/>
                  <a:pt x="177150" y="39675"/>
                </a:cubicBezTo>
                <a:moveTo>
                  <a:pt x="176704" y="27701"/>
                </a:moveTo>
                <a:cubicBezTo>
                  <a:pt x="174763" y="28500"/>
                  <a:pt x="171850" y="29179"/>
                  <a:pt x="167966" y="29739"/>
                </a:cubicBezTo>
                <a:cubicBezTo>
                  <a:pt x="165767" y="30057"/>
                  <a:pt x="164211" y="30415"/>
                  <a:pt x="163300" y="30813"/>
                </a:cubicBezTo>
                <a:cubicBezTo>
                  <a:pt x="162388" y="31211"/>
                  <a:pt x="161685" y="31793"/>
                  <a:pt x="161190" y="32559"/>
                </a:cubicBezTo>
                <a:cubicBezTo>
                  <a:pt x="160694" y="33325"/>
                  <a:pt x="160447" y="34176"/>
                  <a:pt x="160447" y="35111"/>
                </a:cubicBezTo>
                <a:cubicBezTo>
                  <a:pt x="160447" y="36543"/>
                  <a:pt x="160986" y="37737"/>
                  <a:pt x="162066" y="38692"/>
                </a:cubicBezTo>
                <a:cubicBezTo>
                  <a:pt x="163146" y="39647"/>
                  <a:pt x="164726" y="40125"/>
                  <a:pt x="166807" y="40125"/>
                </a:cubicBezTo>
                <a:cubicBezTo>
                  <a:pt x="168868" y="40125"/>
                  <a:pt x="170701" y="39672"/>
                  <a:pt x="172306" y="38766"/>
                </a:cubicBezTo>
                <a:cubicBezTo>
                  <a:pt x="173911" y="37860"/>
                  <a:pt x="175090" y="36620"/>
                  <a:pt x="175842" y="35048"/>
                </a:cubicBezTo>
                <a:cubicBezTo>
                  <a:pt x="176417" y="33833"/>
                  <a:pt x="176704" y="32041"/>
                  <a:pt x="176704" y="29672"/>
                </a:cubicBezTo>
                <a:lnTo>
                  <a:pt x="176704" y="27701"/>
                </a:lnTo>
                <a:close/>
                <a:moveTo>
                  <a:pt x="190049" y="43572"/>
                </a:moveTo>
                <a:lnTo>
                  <a:pt x="190049" y="0"/>
                </a:lnTo>
                <a:lnTo>
                  <a:pt x="195399" y="0"/>
                </a:lnTo>
                <a:lnTo>
                  <a:pt x="195399" y="43572"/>
                </a:lnTo>
                <a:lnTo>
                  <a:pt x="190049" y="43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F456B-0FCB-418F-A78E-C9A58BFD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20" y="388270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Text accessibility.md">
            <a:extLst xmlns:a="http://schemas.openxmlformats.org/drawingml/2006/main">
              <a:ext uri="{FF2B5EF4-FFF2-40B4-BE49-F238E27FC236}">
                <a16:creationId xmlns:a16="http://schemas.microsoft.com/office/drawing/2014/main" id="{966387E0-DAB6-4920-8D15-85398C7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203" y="3888598"/>
            <a:ext cx="315243" cy="42099"/>
          </a:xfrm>
          <a:custGeom xmlns:a="http://schemas.openxmlformats.org/drawingml/2006/main">
            <a:pathLst>
              <a:path w="315243" h="42099">
                <a:moveTo>
                  <a:pt x="16724" y="29608"/>
                </a:moveTo>
                <a:cubicBezTo>
                  <a:pt x="15245" y="30866"/>
                  <a:pt x="13822" y="31754"/>
                  <a:pt x="12454" y="32272"/>
                </a:cubicBezTo>
                <a:cubicBezTo>
                  <a:pt x="11087" y="32790"/>
                  <a:pt x="9619" y="33049"/>
                  <a:pt x="8052" y="33049"/>
                </a:cubicBezTo>
                <a:cubicBezTo>
                  <a:pt x="5464" y="33049"/>
                  <a:pt x="3475" y="32416"/>
                  <a:pt x="2085" y="31151"/>
                </a:cubicBezTo>
                <a:cubicBezTo>
                  <a:pt x="695" y="29886"/>
                  <a:pt x="0" y="28269"/>
                  <a:pt x="0" y="26301"/>
                </a:cubicBezTo>
                <a:cubicBezTo>
                  <a:pt x="0" y="25147"/>
                  <a:pt x="262" y="24093"/>
                  <a:pt x="787" y="23139"/>
                </a:cubicBezTo>
                <a:cubicBezTo>
                  <a:pt x="1312" y="22184"/>
                  <a:pt x="2000" y="21419"/>
                  <a:pt x="2850" y="20841"/>
                </a:cubicBezTo>
                <a:cubicBezTo>
                  <a:pt x="3700" y="20264"/>
                  <a:pt x="4658" y="19828"/>
                  <a:pt x="5723" y="19532"/>
                </a:cubicBezTo>
                <a:cubicBezTo>
                  <a:pt x="6506" y="19325"/>
                  <a:pt x="7689" y="19125"/>
                  <a:pt x="9271" y="18932"/>
                </a:cubicBezTo>
                <a:cubicBezTo>
                  <a:pt x="12495" y="18551"/>
                  <a:pt x="14868" y="18096"/>
                  <a:pt x="16391" y="17567"/>
                </a:cubicBezTo>
                <a:cubicBezTo>
                  <a:pt x="16406" y="17022"/>
                  <a:pt x="16414" y="16676"/>
                  <a:pt x="16414" y="16529"/>
                </a:cubicBezTo>
                <a:cubicBezTo>
                  <a:pt x="16414" y="14908"/>
                  <a:pt x="16037" y="13766"/>
                  <a:pt x="15282" y="13104"/>
                </a:cubicBezTo>
                <a:cubicBezTo>
                  <a:pt x="14262" y="12205"/>
                  <a:pt x="12746" y="11756"/>
                  <a:pt x="10735" y="11756"/>
                </a:cubicBezTo>
                <a:cubicBezTo>
                  <a:pt x="8857" y="11756"/>
                  <a:pt x="7471" y="12085"/>
                  <a:pt x="6577" y="12743"/>
                </a:cubicBezTo>
                <a:cubicBezTo>
                  <a:pt x="5682" y="13401"/>
                  <a:pt x="5020" y="14565"/>
                  <a:pt x="4591" y="16236"/>
                </a:cubicBezTo>
                <a:lnTo>
                  <a:pt x="688" y="15704"/>
                </a:lnTo>
                <a:cubicBezTo>
                  <a:pt x="1042" y="14028"/>
                  <a:pt x="1627" y="12674"/>
                  <a:pt x="2440" y="11643"/>
                </a:cubicBezTo>
                <a:cubicBezTo>
                  <a:pt x="3253" y="10612"/>
                  <a:pt x="4429" y="9819"/>
                  <a:pt x="5967" y="9263"/>
                </a:cubicBezTo>
                <a:cubicBezTo>
                  <a:pt x="7504" y="8707"/>
                  <a:pt x="9286" y="8429"/>
                  <a:pt x="11312" y="8429"/>
                </a:cubicBezTo>
                <a:cubicBezTo>
                  <a:pt x="13323" y="8429"/>
                  <a:pt x="14957" y="8665"/>
                  <a:pt x="16214" y="9138"/>
                </a:cubicBezTo>
                <a:cubicBezTo>
                  <a:pt x="17471" y="9612"/>
                  <a:pt x="18395" y="10207"/>
                  <a:pt x="18987" y="10924"/>
                </a:cubicBezTo>
                <a:cubicBezTo>
                  <a:pt x="19578" y="11641"/>
                  <a:pt x="19992" y="12547"/>
                  <a:pt x="20229" y="13641"/>
                </a:cubicBezTo>
                <a:cubicBezTo>
                  <a:pt x="20362" y="14321"/>
                  <a:pt x="20428" y="15549"/>
                  <a:pt x="20428" y="17323"/>
                </a:cubicBezTo>
                <a:lnTo>
                  <a:pt x="20428" y="22646"/>
                </a:lnTo>
                <a:cubicBezTo>
                  <a:pt x="20428" y="26358"/>
                  <a:pt x="20513" y="28705"/>
                  <a:pt x="20683" y="29689"/>
                </a:cubicBezTo>
                <a:cubicBezTo>
                  <a:pt x="20853" y="30672"/>
                  <a:pt x="21190" y="31615"/>
                  <a:pt x="21693" y="32517"/>
                </a:cubicBezTo>
                <a:lnTo>
                  <a:pt x="17523" y="32517"/>
                </a:lnTo>
                <a:cubicBezTo>
                  <a:pt x="17109" y="31688"/>
                  <a:pt x="16842" y="30718"/>
                  <a:pt x="16724" y="29608"/>
                </a:cubicBezTo>
                <a:moveTo>
                  <a:pt x="16391" y="20672"/>
                </a:moveTo>
                <a:cubicBezTo>
                  <a:pt x="14942" y="21269"/>
                  <a:pt x="12769" y="21776"/>
                  <a:pt x="9870" y="22193"/>
                </a:cubicBezTo>
                <a:cubicBezTo>
                  <a:pt x="8229" y="22430"/>
                  <a:pt x="7068" y="22698"/>
                  <a:pt x="6388" y="22995"/>
                </a:cubicBezTo>
                <a:cubicBezTo>
                  <a:pt x="5708" y="23292"/>
                  <a:pt x="5183" y="23726"/>
                  <a:pt x="4813" y="24298"/>
                </a:cubicBezTo>
                <a:cubicBezTo>
                  <a:pt x="4443" y="24870"/>
                  <a:pt x="4259" y="25504"/>
                  <a:pt x="4259" y="26202"/>
                </a:cubicBezTo>
                <a:cubicBezTo>
                  <a:pt x="4259" y="27271"/>
                  <a:pt x="4662" y="28162"/>
                  <a:pt x="5467" y="28875"/>
                </a:cubicBezTo>
                <a:cubicBezTo>
                  <a:pt x="6273" y="29587"/>
                  <a:pt x="7453" y="29944"/>
                  <a:pt x="9005" y="29944"/>
                </a:cubicBezTo>
                <a:cubicBezTo>
                  <a:pt x="10543" y="29944"/>
                  <a:pt x="11911" y="29606"/>
                  <a:pt x="13109" y="28930"/>
                </a:cubicBezTo>
                <a:cubicBezTo>
                  <a:pt x="14306" y="28254"/>
                  <a:pt x="15186" y="27329"/>
                  <a:pt x="15748" y="26155"/>
                </a:cubicBezTo>
                <a:cubicBezTo>
                  <a:pt x="16177" y="25248"/>
                  <a:pt x="16391" y="23911"/>
                  <a:pt x="16391" y="22143"/>
                </a:cubicBezTo>
                <a:lnTo>
                  <a:pt x="16391" y="20672"/>
                </a:lnTo>
                <a:close/>
                <a:moveTo>
                  <a:pt x="42117" y="23866"/>
                </a:moveTo>
                <a:lnTo>
                  <a:pt x="46043" y="24376"/>
                </a:lnTo>
                <a:cubicBezTo>
                  <a:pt x="45614" y="27089"/>
                  <a:pt x="44516" y="29213"/>
                  <a:pt x="42749" y="30748"/>
                </a:cubicBezTo>
                <a:cubicBezTo>
                  <a:pt x="40982" y="32282"/>
                  <a:pt x="38812" y="33049"/>
                  <a:pt x="36239" y="33049"/>
                </a:cubicBezTo>
                <a:cubicBezTo>
                  <a:pt x="33016" y="33049"/>
                  <a:pt x="30424" y="31995"/>
                  <a:pt x="28465" y="29888"/>
                </a:cubicBezTo>
                <a:cubicBezTo>
                  <a:pt x="26506" y="27781"/>
                  <a:pt x="25526" y="24761"/>
                  <a:pt x="25526" y="20827"/>
                </a:cubicBezTo>
                <a:cubicBezTo>
                  <a:pt x="25526" y="18284"/>
                  <a:pt x="25948" y="16059"/>
                  <a:pt x="26791" y="14151"/>
                </a:cubicBezTo>
                <a:cubicBezTo>
                  <a:pt x="27633" y="12244"/>
                  <a:pt x="28916" y="10813"/>
                  <a:pt x="30639" y="9859"/>
                </a:cubicBezTo>
                <a:cubicBezTo>
                  <a:pt x="32362" y="8905"/>
                  <a:pt x="34236" y="8429"/>
                  <a:pt x="36262" y="8429"/>
                </a:cubicBezTo>
                <a:cubicBezTo>
                  <a:pt x="38820" y="8429"/>
                  <a:pt x="40912" y="9078"/>
                  <a:pt x="42539" y="10376"/>
                </a:cubicBezTo>
                <a:cubicBezTo>
                  <a:pt x="44165" y="11673"/>
                  <a:pt x="45208" y="13516"/>
                  <a:pt x="45666" y="15903"/>
                </a:cubicBezTo>
                <a:lnTo>
                  <a:pt x="41785" y="16502"/>
                </a:lnTo>
                <a:cubicBezTo>
                  <a:pt x="41415" y="14927"/>
                  <a:pt x="40761" y="13743"/>
                  <a:pt x="39822" y="12948"/>
                </a:cubicBezTo>
                <a:cubicBezTo>
                  <a:pt x="38883" y="12153"/>
                  <a:pt x="37748" y="11756"/>
                  <a:pt x="36417" y="11756"/>
                </a:cubicBezTo>
                <a:cubicBezTo>
                  <a:pt x="34406" y="11756"/>
                  <a:pt x="32772" y="12473"/>
                  <a:pt x="31515" y="13908"/>
                </a:cubicBezTo>
                <a:cubicBezTo>
                  <a:pt x="30258" y="15342"/>
                  <a:pt x="29630" y="17612"/>
                  <a:pt x="29630" y="20717"/>
                </a:cubicBezTo>
                <a:cubicBezTo>
                  <a:pt x="29630" y="23866"/>
                  <a:pt x="30236" y="26154"/>
                  <a:pt x="31448" y="27581"/>
                </a:cubicBezTo>
                <a:cubicBezTo>
                  <a:pt x="32661" y="29008"/>
                  <a:pt x="34243" y="29722"/>
                  <a:pt x="36195" y="29722"/>
                </a:cubicBezTo>
                <a:cubicBezTo>
                  <a:pt x="37763" y="29722"/>
                  <a:pt x="39071" y="29243"/>
                  <a:pt x="40121" y="28286"/>
                </a:cubicBezTo>
                <a:cubicBezTo>
                  <a:pt x="41171" y="27328"/>
                  <a:pt x="41836" y="25855"/>
                  <a:pt x="42117" y="23866"/>
                </a:cubicBezTo>
                <a:close/>
                <a:moveTo>
                  <a:pt x="64830" y="23866"/>
                </a:moveTo>
                <a:lnTo>
                  <a:pt x="68756" y="24376"/>
                </a:lnTo>
                <a:cubicBezTo>
                  <a:pt x="68327" y="27089"/>
                  <a:pt x="67229" y="29213"/>
                  <a:pt x="65462" y="30748"/>
                </a:cubicBezTo>
                <a:cubicBezTo>
                  <a:pt x="63695" y="32282"/>
                  <a:pt x="61525" y="33049"/>
                  <a:pt x="58952" y="33049"/>
                </a:cubicBezTo>
                <a:cubicBezTo>
                  <a:pt x="55728" y="33049"/>
                  <a:pt x="53137" y="31995"/>
                  <a:pt x="51178" y="29888"/>
                </a:cubicBezTo>
                <a:cubicBezTo>
                  <a:pt x="49218" y="27781"/>
                  <a:pt x="48239" y="24761"/>
                  <a:pt x="48239" y="20827"/>
                </a:cubicBezTo>
                <a:cubicBezTo>
                  <a:pt x="48239" y="18284"/>
                  <a:pt x="48660" y="16059"/>
                  <a:pt x="49503" y="14151"/>
                </a:cubicBezTo>
                <a:cubicBezTo>
                  <a:pt x="50346" y="12244"/>
                  <a:pt x="51629" y="10813"/>
                  <a:pt x="53351" y="9859"/>
                </a:cubicBezTo>
                <a:cubicBezTo>
                  <a:pt x="55074" y="8905"/>
                  <a:pt x="56948" y="8429"/>
                  <a:pt x="58974" y="8429"/>
                </a:cubicBezTo>
                <a:cubicBezTo>
                  <a:pt x="61532" y="8429"/>
                  <a:pt x="63625" y="9078"/>
                  <a:pt x="65251" y="10376"/>
                </a:cubicBezTo>
                <a:cubicBezTo>
                  <a:pt x="66878" y="11673"/>
                  <a:pt x="67920" y="13516"/>
                  <a:pt x="68379" y="15903"/>
                </a:cubicBezTo>
                <a:lnTo>
                  <a:pt x="64497" y="16502"/>
                </a:lnTo>
                <a:cubicBezTo>
                  <a:pt x="64127" y="14927"/>
                  <a:pt x="63473" y="13743"/>
                  <a:pt x="62534" y="12948"/>
                </a:cubicBezTo>
                <a:cubicBezTo>
                  <a:pt x="61595" y="12153"/>
                  <a:pt x="60460" y="11756"/>
                  <a:pt x="59129" y="11756"/>
                </a:cubicBezTo>
                <a:cubicBezTo>
                  <a:pt x="57118" y="11756"/>
                  <a:pt x="55484" y="12473"/>
                  <a:pt x="54228" y="13908"/>
                </a:cubicBezTo>
                <a:cubicBezTo>
                  <a:pt x="52971" y="15342"/>
                  <a:pt x="52342" y="17612"/>
                  <a:pt x="52342" y="20717"/>
                </a:cubicBezTo>
                <a:cubicBezTo>
                  <a:pt x="52342" y="23866"/>
                  <a:pt x="52948" y="26154"/>
                  <a:pt x="54161" y="27581"/>
                </a:cubicBezTo>
                <a:cubicBezTo>
                  <a:pt x="55374" y="29008"/>
                  <a:pt x="56956" y="29722"/>
                  <a:pt x="58908" y="29722"/>
                </a:cubicBezTo>
                <a:cubicBezTo>
                  <a:pt x="60475" y="29722"/>
                  <a:pt x="61784" y="29243"/>
                  <a:pt x="62834" y="28286"/>
                </a:cubicBezTo>
                <a:cubicBezTo>
                  <a:pt x="63883" y="27328"/>
                  <a:pt x="64549" y="25855"/>
                  <a:pt x="64830" y="23866"/>
                </a:cubicBezTo>
                <a:close/>
                <a:moveTo>
                  <a:pt x="88297" y="24931"/>
                </a:moveTo>
                <a:lnTo>
                  <a:pt x="92423" y="25441"/>
                </a:lnTo>
                <a:cubicBezTo>
                  <a:pt x="91772" y="27851"/>
                  <a:pt x="90567" y="29722"/>
                  <a:pt x="88807" y="31053"/>
                </a:cubicBezTo>
                <a:cubicBezTo>
                  <a:pt x="87048" y="32384"/>
                  <a:pt x="84800" y="33049"/>
                  <a:pt x="82064" y="33049"/>
                </a:cubicBezTo>
                <a:cubicBezTo>
                  <a:pt x="78619" y="33049"/>
                  <a:pt x="75887" y="31988"/>
                  <a:pt x="73869" y="29866"/>
                </a:cubicBezTo>
                <a:cubicBezTo>
                  <a:pt x="71850" y="27744"/>
                  <a:pt x="70841" y="24768"/>
                  <a:pt x="70841" y="20938"/>
                </a:cubicBezTo>
                <a:cubicBezTo>
                  <a:pt x="70841" y="16975"/>
                  <a:pt x="71861" y="13900"/>
                  <a:pt x="73902" y="11711"/>
                </a:cubicBezTo>
                <a:cubicBezTo>
                  <a:pt x="75943" y="9523"/>
                  <a:pt x="78589" y="8429"/>
                  <a:pt x="81843" y="8429"/>
                </a:cubicBezTo>
                <a:cubicBezTo>
                  <a:pt x="84992" y="8429"/>
                  <a:pt x="87565" y="9499"/>
                  <a:pt x="89561" y="11640"/>
                </a:cubicBezTo>
                <a:cubicBezTo>
                  <a:pt x="91558" y="13780"/>
                  <a:pt x="92556" y="16792"/>
                  <a:pt x="92556" y="20674"/>
                </a:cubicBezTo>
                <a:cubicBezTo>
                  <a:pt x="92556" y="20910"/>
                  <a:pt x="92548" y="21265"/>
                  <a:pt x="92534" y="21737"/>
                </a:cubicBezTo>
                <a:lnTo>
                  <a:pt x="74967" y="21737"/>
                </a:lnTo>
                <a:cubicBezTo>
                  <a:pt x="75114" y="24317"/>
                  <a:pt x="75846" y="26293"/>
                  <a:pt x="77162" y="27665"/>
                </a:cubicBezTo>
                <a:cubicBezTo>
                  <a:pt x="78478" y="29036"/>
                  <a:pt x="80120" y="29722"/>
                  <a:pt x="82087" y="29722"/>
                </a:cubicBezTo>
                <a:cubicBezTo>
                  <a:pt x="83550" y="29722"/>
                  <a:pt x="84800" y="29341"/>
                  <a:pt x="85835" y="28580"/>
                </a:cubicBezTo>
                <a:cubicBezTo>
                  <a:pt x="86870" y="27818"/>
                  <a:pt x="87691" y="26601"/>
                  <a:pt x="88297" y="24931"/>
                </a:cubicBezTo>
                <a:moveTo>
                  <a:pt x="75188" y="18410"/>
                </a:moveTo>
                <a:lnTo>
                  <a:pt x="88341" y="18410"/>
                </a:lnTo>
                <a:cubicBezTo>
                  <a:pt x="88164" y="16461"/>
                  <a:pt x="87661" y="14999"/>
                  <a:pt x="86833" y="14024"/>
                </a:cubicBezTo>
                <a:cubicBezTo>
                  <a:pt x="85561" y="12512"/>
                  <a:pt x="83913" y="11756"/>
                  <a:pt x="81887" y="11756"/>
                </a:cubicBezTo>
                <a:cubicBezTo>
                  <a:pt x="80053" y="11756"/>
                  <a:pt x="78512" y="12359"/>
                  <a:pt x="77262" y="13567"/>
                </a:cubicBezTo>
                <a:cubicBezTo>
                  <a:pt x="76013" y="14774"/>
                  <a:pt x="75321" y="16388"/>
                  <a:pt x="75188" y="18410"/>
                </a:cubicBezTo>
                <a:close/>
                <a:moveTo>
                  <a:pt x="95968" y="25463"/>
                </a:moveTo>
                <a:lnTo>
                  <a:pt x="99916" y="24842"/>
                </a:lnTo>
                <a:cubicBezTo>
                  <a:pt x="100138" y="26417"/>
                  <a:pt x="100755" y="27625"/>
                  <a:pt x="101768" y="28464"/>
                </a:cubicBezTo>
                <a:cubicBezTo>
                  <a:pt x="102781" y="29303"/>
                  <a:pt x="104197" y="29722"/>
                  <a:pt x="106016" y="29722"/>
                </a:cubicBezTo>
                <a:cubicBezTo>
                  <a:pt x="107849" y="29722"/>
                  <a:pt x="109210" y="29352"/>
                  <a:pt x="110097" y="28611"/>
                </a:cubicBezTo>
                <a:cubicBezTo>
                  <a:pt x="110984" y="27870"/>
                  <a:pt x="111428" y="27000"/>
                  <a:pt x="111428" y="26003"/>
                </a:cubicBezTo>
                <a:cubicBezTo>
                  <a:pt x="111428" y="25108"/>
                  <a:pt x="111036" y="24404"/>
                  <a:pt x="110252" y="23890"/>
                </a:cubicBezTo>
                <a:cubicBezTo>
                  <a:pt x="109705" y="23538"/>
                  <a:pt x="108344" y="23091"/>
                  <a:pt x="106171" y="22548"/>
                </a:cubicBezTo>
                <a:cubicBezTo>
                  <a:pt x="103243" y="21808"/>
                  <a:pt x="101213" y="21168"/>
                  <a:pt x="100082" y="20628"/>
                </a:cubicBezTo>
                <a:cubicBezTo>
                  <a:pt x="98951" y="20088"/>
                  <a:pt x="98093" y="19340"/>
                  <a:pt x="97509" y="18386"/>
                </a:cubicBezTo>
                <a:cubicBezTo>
                  <a:pt x="96925" y="17431"/>
                  <a:pt x="96633" y="16376"/>
                  <a:pt x="96633" y="15222"/>
                </a:cubicBezTo>
                <a:cubicBezTo>
                  <a:pt x="96633" y="14171"/>
                  <a:pt x="96873" y="13198"/>
                  <a:pt x="97354" y="12303"/>
                </a:cubicBezTo>
                <a:cubicBezTo>
                  <a:pt x="97835" y="11407"/>
                  <a:pt x="98489" y="10663"/>
                  <a:pt x="99317" y="10071"/>
                </a:cubicBezTo>
                <a:cubicBezTo>
                  <a:pt x="99938" y="9612"/>
                  <a:pt x="100785" y="9224"/>
                  <a:pt x="101857" y="8906"/>
                </a:cubicBezTo>
                <a:cubicBezTo>
                  <a:pt x="102929" y="8588"/>
                  <a:pt x="104078" y="8429"/>
                  <a:pt x="105306" y="8429"/>
                </a:cubicBezTo>
                <a:cubicBezTo>
                  <a:pt x="107154" y="8429"/>
                  <a:pt x="108777" y="8697"/>
                  <a:pt x="110174" y="9233"/>
                </a:cubicBezTo>
                <a:cubicBezTo>
                  <a:pt x="111572" y="9768"/>
                  <a:pt x="112603" y="10494"/>
                  <a:pt x="113269" y="11410"/>
                </a:cubicBezTo>
                <a:cubicBezTo>
                  <a:pt x="113934" y="12325"/>
                  <a:pt x="114392" y="13550"/>
                  <a:pt x="114644" y="15083"/>
                </a:cubicBezTo>
                <a:lnTo>
                  <a:pt x="110740" y="15615"/>
                </a:lnTo>
                <a:cubicBezTo>
                  <a:pt x="110563" y="14403"/>
                  <a:pt x="110049" y="13456"/>
                  <a:pt x="109198" y="12776"/>
                </a:cubicBezTo>
                <a:cubicBezTo>
                  <a:pt x="108348" y="12096"/>
                  <a:pt x="107147" y="11756"/>
                  <a:pt x="105594" y="11756"/>
                </a:cubicBezTo>
                <a:cubicBezTo>
                  <a:pt x="103761" y="11756"/>
                  <a:pt x="102452" y="12057"/>
                  <a:pt x="101668" y="12661"/>
                </a:cubicBezTo>
                <a:cubicBezTo>
                  <a:pt x="100884" y="13264"/>
                  <a:pt x="100493" y="13970"/>
                  <a:pt x="100493" y="14780"/>
                </a:cubicBezTo>
                <a:cubicBezTo>
                  <a:pt x="100493" y="15295"/>
                  <a:pt x="100655" y="15758"/>
                  <a:pt x="100981" y="16170"/>
                </a:cubicBezTo>
                <a:cubicBezTo>
                  <a:pt x="101306" y="16597"/>
                  <a:pt x="101816" y="16950"/>
                  <a:pt x="102511" y="17229"/>
                </a:cubicBezTo>
                <a:cubicBezTo>
                  <a:pt x="102910" y="17377"/>
                  <a:pt x="104086" y="17715"/>
                  <a:pt x="106038" y="18245"/>
                </a:cubicBezTo>
                <a:cubicBezTo>
                  <a:pt x="108862" y="18999"/>
                  <a:pt x="110832" y="19615"/>
                  <a:pt x="111949" y="20096"/>
                </a:cubicBezTo>
                <a:cubicBezTo>
                  <a:pt x="113065" y="20576"/>
                  <a:pt x="113941" y="21274"/>
                  <a:pt x="114577" y="22190"/>
                </a:cubicBezTo>
                <a:cubicBezTo>
                  <a:pt x="115213" y="23106"/>
                  <a:pt x="115531" y="24244"/>
                  <a:pt x="115531" y="25603"/>
                </a:cubicBezTo>
                <a:cubicBezTo>
                  <a:pt x="115531" y="26932"/>
                  <a:pt x="115143" y="28185"/>
                  <a:pt x="114366" y="29359"/>
                </a:cubicBezTo>
                <a:cubicBezTo>
                  <a:pt x="113590" y="30534"/>
                  <a:pt x="112470" y="31442"/>
                  <a:pt x="111006" y="32085"/>
                </a:cubicBezTo>
                <a:cubicBezTo>
                  <a:pt x="109542" y="32728"/>
                  <a:pt x="107886" y="33049"/>
                  <a:pt x="106038" y="33049"/>
                </a:cubicBezTo>
                <a:cubicBezTo>
                  <a:pt x="102977" y="33049"/>
                  <a:pt x="100644" y="32411"/>
                  <a:pt x="99040" y="31136"/>
                </a:cubicBezTo>
                <a:cubicBezTo>
                  <a:pt x="97435" y="29861"/>
                  <a:pt x="96411" y="27970"/>
                  <a:pt x="95968" y="25463"/>
                </a:cubicBezTo>
                <a:close/>
                <a:moveTo>
                  <a:pt x="118681" y="25463"/>
                </a:moveTo>
                <a:lnTo>
                  <a:pt x="122629" y="24842"/>
                </a:lnTo>
                <a:cubicBezTo>
                  <a:pt x="122851" y="26417"/>
                  <a:pt x="123468" y="27625"/>
                  <a:pt x="124481" y="28464"/>
                </a:cubicBezTo>
                <a:cubicBezTo>
                  <a:pt x="125494" y="29303"/>
                  <a:pt x="126910" y="29722"/>
                  <a:pt x="128728" y="29722"/>
                </a:cubicBezTo>
                <a:cubicBezTo>
                  <a:pt x="130562" y="29722"/>
                  <a:pt x="131922" y="29352"/>
                  <a:pt x="132810" y="28611"/>
                </a:cubicBezTo>
                <a:cubicBezTo>
                  <a:pt x="133697" y="27870"/>
                  <a:pt x="134140" y="27000"/>
                  <a:pt x="134140" y="26003"/>
                </a:cubicBezTo>
                <a:cubicBezTo>
                  <a:pt x="134140" y="25108"/>
                  <a:pt x="133749" y="24404"/>
                  <a:pt x="132965" y="23890"/>
                </a:cubicBezTo>
                <a:cubicBezTo>
                  <a:pt x="132418" y="23538"/>
                  <a:pt x="131057" y="23091"/>
                  <a:pt x="128884" y="22548"/>
                </a:cubicBezTo>
                <a:cubicBezTo>
                  <a:pt x="125956" y="21808"/>
                  <a:pt x="123926" y="21168"/>
                  <a:pt x="122795" y="20628"/>
                </a:cubicBezTo>
                <a:cubicBezTo>
                  <a:pt x="121664" y="20088"/>
                  <a:pt x="120806" y="19340"/>
                  <a:pt x="120222" y="18386"/>
                </a:cubicBezTo>
                <a:cubicBezTo>
                  <a:pt x="119638" y="17431"/>
                  <a:pt x="119346" y="16376"/>
                  <a:pt x="119346" y="15222"/>
                </a:cubicBezTo>
                <a:cubicBezTo>
                  <a:pt x="119346" y="14171"/>
                  <a:pt x="119586" y="13198"/>
                  <a:pt x="120067" y="12303"/>
                </a:cubicBezTo>
                <a:cubicBezTo>
                  <a:pt x="120547" y="11407"/>
                  <a:pt x="121202" y="10663"/>
                  <a:pt x="122030" y="10071"/>
                </a:cubicBezTo>
                <a:cubicBezTo>
                  <a:pt x="122651" y="9612"/>
                  <a:pt x="123497" y="9224"/>
                  <a:pt x="124570" y="8906"/>
                </a:cubicBezTo>
                <a:cubicBezTo>
                  <a:pt x="125642" y="8588"/>
                  <a:pt x="126791" y="8429"/>
                  <a:pt x="128019" y="8429"/>
                </a:cubicBezTo>
                <a:cubicBezTo>
                  <a:pt x="129867" y="8429"/>
                  <a:pt x="131490" y="8697"/>
                  <a:pt x="132887" y="9233"/>
                </a:cubicBezTo>
                <a:cubicBezTo>
                  <a:pt x="134285" y="9768"/>
                  <a:pt x="135316" y="10494"/>
                  <a:pt x="135981" y="11410"/>
                </a:cubicBezTo>
                <a:cubicBezTo>
                  <a:pt x="136647" y="12325"/>
                  <a:pt x="137105" y="13550"/>
                  <a:pt x="137357" y="15083"/>
                </a:cubicBezTo>
                <a:lnTo>
                  <a:pt x="133453" y="15615"/>
                </a:lnTo>
                <a:cubicBezTo>
                  <a:pt x="133275" y="14403"/>
                  <a:pt x="132762" y="13456"/>
                  <a:pt x="131911" y="12776"/>
                </a:cubicBezTo>
                <a:cubicBezTo>
                  <a:pt x="131061" y="12096"/>
                  <a:pt x="129860" y="11756"/>
                  <a:pt x="128307" y="11756"/>
                </a:cubicBezTo>
                <a:cubicBezTo>
                  <a:pt x="126473" y="11756"/>
                  <a:pt x="125165" y="12057"/>
                  <a:pt x="124381" y="12661"/>
                </a:cubicBezTo>
                <a:cubicBezTo>
                  <a:pt x="123597" y="13264"/>
                  <a:pt x="123205" y="13970"/>
                  <a:pt x="123205" y="14780"/>
                </a:cubicBezTo>
                <a:cubicBezTo>
                  <a:pt x="123205" y="15295"/>
                  <a:pt x="123368" y="15758"/>
                  <a:pt x="123693" y="16170"/>
                </a:cubicBezTo>
                <a:cubicBezTo>
                  <a:pt x="124019" y="16597"/>
                  <a:pt x="124529" y="16950"/>
                  <a:pt x="125224" y="17229"/>
                </a:cubicBezTo>
                <a:cubicBezTo>
                  <a:pt x="125623" y="17377"/>
                  <a:pt x="126799" y="17715"/>
                  <a:pt x="128751" y="18245"/>
                </a:cubicBezTo>
                <a:cubicBezTo>
                  <a:pt x="131575" y="18999"/>
                  <a:pt x="133545" y="19615"/>
                  <a:pt x="134662" y="20096"/>
                </a:cubicBezTo>
                <a:cubicBezTo>
                  <a:pt x="135778" y="20576"/>
                  <a:pt x="136654" y="21274"/>
                  <a:pt x="137290" y="22190"/>
                </a:cubicBezTo>
                <a:cubicBezTo>
                  <a:pt x="137926" y="23106"/>
                  <a:pt x="138244" y="24244"/>
                  <a:pt x="138244" y="25603"/>
                </a:cubicBezTo>
                <a:cubicBezTo>
                  <a:pt x="138244" y="26932"/>
                  <a:pt x="137856" y="28185"/>
                  <a:pt x="137079" y="29359"/>
                </a:cubicBezTo>
                <a:cubicBezTo>
                  <a:pt x="136303" y="30534"/>
                  <a:pt x="135183" y="31442"/>
                  <a:pt x="133719" y="32085"/>
                </a:cubicBezTo>
                <a:cubicBezTo>
                  <a:pt x="132255" y="32728"/>
                  <a:pt x="130599" y="33049"/>
                  <a:pt x="128751" y="33049"/>
                </a:cubicBezTo>
                <a:cubicBezTo>
                  <a:pt x="125690" y="33049"/>
                  <a:pt x="123357" y="32411"/>
                  <a:pt x="121753" y="31136"/>
                </a:cubicBezTo>
                <a:cubicBezTo>
                  <a:pt x="120148" y="29861"/>
                  <a:pt x="119124" y="27970"/>
                  <a:pt x="118681" y="25463"/>
                </a:cubicBezTo>
                <a:close/>
                <a:moveTo>
                  <a:pt x="143013" y="4614"/>
                </a:moveTo>
                <a:lnTo>
                  <a:pt x="143013" y="0"/>
                </a:lnTo>
                <a:lnTo>
                  <a:pt x="147005" y="0"/>
                </a:lnTo>
                <a:lnTo>
                  <a:pt x="147005" y="4614"/>
                </a:lnTo>
                <a:lnTo>
                  <a:pt x="143013" y="4614"/>
                </a:lnTo>
                <a:moveTo>
                  <a:pt x="143013" y="32517"/>
                </a:moveTo>
                <a:lnTo>
                  <a:pt x="143013" y="8961"/>
                </a:lnTo>
                <a:lnTo>
                  <a:pt x="147005" y="8961"/>
                </a:lnTo>
                <a:lnTo>
                  <a:pt x="147005" y="32517"/>
                </a:lnTo>
                <a:lnTo>
                  <a:pt x="143013" y="32517"/>
                </a:lnTo>
                <a:close/>
                <a:moveTo>
                  <a:pt x="157529" y="32517"/>
                </a:moveTo>
                <a:lnTo>
                  <a:pt x="153825" y="32517"/>
                </a:lnTo>
                <a:lnTo>
                  <a:pt x="153825" y="0"/>
                </a:lnTo>
                <a:lnTo>
                  <a:pt x="157817" y="0"/>
                </a:lnTo>
                <a:lnTo>
                  <a:pt x="157817" y="11643"/>
                </a:lnTo>
                <a:cubicBezTo>
                  <a:pt x="159503" y="9500"/>
                  <a:pt x="161654" y="8429"/>
                  <a:pt x="164272" y="8429"/>
                </a:cubicBezTo>
                <a:cubicBezTo>
                  <a:pt x="165721" y="8429"/>
                  <a:pt x="167092" y="8721"/>
                  <a:pt x="168386" y="9305"/>
                </a:cubicBezTo>
                <a:cubicBezTo>
                  <a:pt x="169680" y="9889"/>
                  <a:pt x="170745" y="10709"/>
                  <a:pt x="171580" y="11767"/>
                </a:cubicBezTo>
                <a:cubicBezTo>
                  <a:pt x="172416" y="12824"/>
                  <a:pt x="173070" y="14099"/>
                  <a:pt x="173543" y="15593"/>
                </a:cubicBezTo>
                <a:cubicBezTo>
                  <a:pt x="174016" y="17086"/>
                  <a:pt x="174253" y="18683"/>
                  <a:pt x="174253" y="20384"/>
                </a:cubicBezTo>
                <a:cubicBezTo>
                  <a:pt x="174253" y="24421"/>
                  <a:pt x="173255" y="27541"/>
                  <a:pt x="171259" y="29744"/>
                </a:cubicBezTo>
                <a:cubicBezTo>
                  <a:pt x="169262" y="31947"/>
                  <a:pt x="166867" y="33049"/>
                  <a:pt x="164072" y="33049"/>
                </a:cubicBezTo>
                <a:cubicBezTo>
                  <a:pt x="161292" y="33049"/>
                  <a:pt x="159111" y="31873"/>
                  <a:pt x="157529" y="29522"/>
                </a:cubicBezTo>
                <a:lnTo>
                  <a:pt x="157529" y="32517"/>
                </a:lnTo>
                <a:moveTo>
                  <a:pt x="157485" y="20562"/>
                </a:moveTo>
                <a:cubicBezTo>
                  <a:pt x="157485" y="23372"/>
                  <a:pt x="157869" y="25403"/>
                  <a:pt x="158638" y="26654"/>
                </a:cubicBezTo>
                <a:cubicBezTo>
                  <a:pt x="159895" y="28699"/>
                  <a:pt x="161595" y="29722"/>
                  <a:pt x="163739" y="29722"/>
                </a:cubicBezTo>
                <a:cubicBezTo>
                  <a:pt x="165484" y="29722"/>
                  <a:pt x="166993" y="28968"/>
                  <a:pt x="168264" y="27459"/>
                </a:cubicBezTo>
                <a:cubicBezTo>
                  <a:pt x="169536" y="25951"/>
                  <a:pt x="170172" y="23704"/>
                  <a:pt x="170172" y="20717"/>
                </a:cubicBezTo>
                <a:cubicBezTo>
                  <a:pt x="170172" y="17656"/>
                  <a:pt x="169562" y="15398"/>
                  <a:pt x="168342" y="13941"/>
                </a:cubicBezTo>
                <a:cubicBezTo>
                  <a:pt x="167122" y="12484"/>
                  <a:pt x="165647" y="11756"/>
                  <a:pt x="163917" y="11756"/>
                </a:cubicBezTo>
                <a:cubicBezTo>
                  <a:pt x="162172" y="11756"/>
                  <a:pt x="160664" y="12510"/>
                  <a:pt x="159392" y="14018"/>
                </a:cubicBezTo>
                <a:cubicBezTo>
                  <a:pt x="158120" y="15526"/>
                  <a:pt x="157485" y="17708"/>
                  <a:pt x="157485" y="20562"/>
                </a:cubicBezTo>
                <a:close/>
                <a:moveTo>
                  <a:pt x="179262" y="4614"/>
                </a:moveTo>
                <a:lnTo>
                  <a:pt x="179262" y="0"/>
                </a:lnTo>
                <a:lnTo>
                  <a:pt x="183254" y="0"/>
                </a:lnTo>
                <a:lnTo>
                  <a:pt x="183254" y="4614"/>
                </a:lnTo>
                <a:lnTo>
                  <a:pt x="179262" y="4614"/>
                </a:lnTo>
                <a:moveTo>
                  <a:pt x="179262" y="32517"/>
                </a:moveTo>
                <a:lnTo>
                  <a:pt x="179262" y="8961"/>
                </a:lnTo>
                <a:lnTo>
                  <a:pt x="183254" y="8961"/>
                </a:lnTo>
                <a:lnTo>
                  <a:pt x="183254" y="32517"/>
                </a:lnTo>
                <a:lnTo>
                  <a:pt x="179262" y="32517"/>
                </a:lnTo>
                <a:close/>
                <a:moveTo>
                  <a:pt x="190008" y="32517"/>
                </a:moveTo>
                <a:lnTo>
                  <a:pt x="190008" y="0"/>
                </a:lnTo>
                <a:lnTo>
                  <a:pt x="194000" y="0"/>
                </a:lnTo>
                <a:lnTo>
                  <a:pt x="194000" y="32517"/>
                </a:lnTo>
                <a:lnTo>
                  <a:pt x="190008" y="32517"/>
                </a:lnTo>
                <a:close/>
                <a:moveTo>
                  <a:pt x="200976" y="4614"/>
                </a:moveTo>
                <a:lnTo>
                  <a:pt x="200976" y="0"/>
                </a:lnTo>
                <a:lnTo>
                  <a:pt x="204968" y="0"/>
                </a:lnTo>
                <a:lnTo>
                  <a:pt x="204968" y="4614"/>
                </a:lnTo>
                <a:lnTo>
                  <a:pt x="200976" y="4614"/>
                </a:lnTo>
                <a:moveTo>
                  <a:pt x="200976" y="32517"/>
                </a:moveTo>
                <a:lnTo>
                  <a:pt x="200976" y="8961"/>
                </a:lnTo>
                <a:lnTo>
                  <a:pt x="204968" y="8961"/>
                </a:lnTo>
                <a:lnTo>
                  <a:pt x="204968" y="32517"/>
                </a:lnTo>
                <a:lnTo>
                  <a:pt x="200976" y="32517"/>
                </a:lnTo>
                <a:close/>
                <a:moveTo>
                  <a:pt x="220527" y="28990"/>
                </a:moveTo>
                <a:lnTo>
                  <a:pt x="221104" y="32517"/>
                </a:lnTo>
                <a:cubicBezTo>
                  <a:pt x="219980" y="32724"/>
                  <a:pt x="218974" y="32827"/>
                  <a:pt x="218087" y="32827"/>
                </a:cubicBezTo>
                <a:cubicBezTo>
                  <a:pt x="216638" y="32827"/>
                  <a:pt x="215514" y="32598"/>
                  <a:pt x="214716" y="32140"/>
                </a:cubicBezTo>
                <a:cubicBezTo>
                  <a:pt x="213917" y="31681"/>
                  <a:pt x="213355" y="31079"/>
                  <a:pt x="213030" y="30332"/>
                </a:cubicBezTo>
                <a:cubicBezTo>
                  <a:pt x="212704" y="29585"/>
                  <a:pt x="212542" y="28014"/>
                  <a:pt x="212542" y="25618"/>
                </a:cubicBezTo>
                <a:lnTo>
                  <a:pt x="212542" y="12066"/>
                </a:lnTo>
                <a:lnTo>
                  <a:pt x="209614" y="12066"/>
                </a:lnTo>
                <a:lnTo>
                  <a:pt x="209614" y="8961"/>
                </a:lnTo>
                <a:lnTo>
                  <a:pt x="212542" y="8961"/>
                </a:lnTo>
                <a:lnTo>
                  <a:pt x="212542" y="3112"/>
                </a:lnTo>
                <a:lnTo>
                  <a:pt x="216512" y="710"/>
                </a:lnTo>
                <a:lnTo>
                  <a:pt x="216512" y="8961"/>
                </a:lnTo>
                <a:lnTo>
                  <a:pt x="220527" y="8961"/>
                </a:lnTo>
                <a:lnTo>
                  <a:pt x="220527" y="12066"/>
                </a:lnTo>
                <a:lnTo>
                  <a:pt x="216512" y="12066"/>
                </a:lnTo>
                <a:lnTo>
                  <a:pt x="216512" y="25840"/>
                </a:lnTo>
                <a:cubicBezTo>
                  <a:pt x="216512" y="26979"/>
                  <a:pt x="216582" y="27711"/>
                  <a:pt x="216723" y="28036"/>
                </a:cubicBezTo>
                <a:cubicBezTo>
                  <a:pt x="216863" y="28361"/>
                  <a:pt x="217093" y="28620"/>
                  <a:pt x="217410" y="28812"/>
                </a:cubicBezTo>
                <a:cubicBezTo>
                  <a:pt x="217728" y="29005"/>
                  <a:pt x="218183" y="29101"/>
                  <a:pt x="218775" y="29101"/>
                </a:cubicBezTo>
                <a:cubicBezTo>
                  <a:pt x="219218" y="29101"/>
                  <a:pt x="219802" y="29064"/>
                  <a:pt x="220527" y="28990"/>
                </a:cubicBezTo>
                <a:close/>
                <a:moveTo>
                  <a:pt x="224261" y="41611"/>
                </a:moveTo>
                <a:lnTo>
                  <a:pt x="223817" y="37862"/>
                </a:lnTo>
                <a:cubicBezTo>
                  <a:pt x="224690" y="38099"/>
                  <a:pt x="225451" y="38217"/>
                  <a:pt x="226102" y="38217"/>
                </a:cubicBezTo>
                <a:cubicBezTo>
                  <a:pt x="226989" y="38217"/>
                  <a:pt x="227699" y="38067"/>
                  <a:pt x="228231" y="37768"/>
                </a:cubicBezTo>
                <a:cubicBezTo>
                  <a:pt x="228764" y="37469"/>
                  <a:pt x="229200" y="37050"/>
                  <a:pt x="229540" y="36511"/>
                </a:cubicBezTo>
                <a:cubicBezTo>
                  <a:pt x="229791" y="36107"/>
                  <a:pt x="230198" y="35105"/>
                  <a:pt x="230760" y="33504"/>
                </a:cubicBezTo>
                <a:cubicBezTo>
                  <a:pt x="230834" y="33280"/>
                  <a:pt x="230952" y="32951"/>
                  <a:pt x="231115" y="32517"/>
                </a:cubicBezTo>
                <a:lnTo>
                  <a:pt x="222176" y="8961"/>
                </a:lnTo>
                <a:lnTo>
                  <a:pt x="226479" y="8961"/>
                </a:lnTo>
                <a:lnTo>
                  <a:pt x="231381" y="22570"/>
                </a:lnTo>
                <a:cubicBezTo>
                  <a:pt x="232017" y="24296"/>
                  <a:pt x="232586" y="26111"/>
                  <a:pt x="233089" y="28014"/>
                </a:cubicBezTo>
                <a:cubicBezTo>
                  <a:pt x="233547" y="26185"/>
                  <a:pt x="234094" y="24399"/>
                  <a:pt x="234730" y="22659"/>
                </a:cubicBezTo>
                <a:lnTo>
                  <a:pt x="239765" y="8961"/>
                </a:lnTo>
                <a:lnTo>
                  <a:pt x="243758" y="8961"/>
                </a:lnTo>
                <a:lnTo>
                  <a:pt x="234797" y="32932"/>
                </a:lnTo>
                <a:cubicBezTo>
                  <a:pt x="233835" y="35521"/>
                  <a:pt x="233089" y="37304"/>
                  <a:pt x="232556" y="38281"/>
                </a:cubicBezTo>
                <a:cubicBezTo>
                  <a:pt x="231847" y="39598"/>
                  <a:pt x="231033" y="40563"/>
                  <a:pt x="230117" y="41177"/>
                </a:cubicBezTo>
                <a:cubicBezTo>
                  <a:pt x="229200" y="41792"/>
                  <a:pt x="228105" y="42099"/>
                  <a:pt x="226834" y="42099"/>
                </a:cubicBezTo>
                <a:cubicBezTo>
                  <a:pt x="226065" y="42099"/>
                  <a:pt x="225207" y="41936"/>
                  <a:pt x="224261" y="41611"/>
                </a:cubicBezTo>
                <a:close/>
                <a:moveTo>
                  <a:pt x="248282" y="32517"/>
                </a:moveTo>
                <a:lnTo>
                  <a:pt x="248282" y="27947"/>
                </a:lnTo>
                <a:lnTo>
                  <a:pt x="252829" y="27947"/>
                </a:lnTo>
                <a:lnTo>
                  <a:pt x="252829" y="32517"/>
                </a:lnTo>
                <a:lnTo>
                  <a:pt x="248282" y="32517"/>
                </a:lnTo>
                <a:close/>
                <a:moveTo>
                  <a:pt x="259916" y="32517"/>
                </a:moveTo>
                <a:lnTo>
                  <a:pt x="259916" y="8961"/>
                </a:lnTo>
                <a:lnTo>
                  <a:pt x="263487" y="8961"/>
                </a:lnTo>
                <a:lnTo>
                  <a:pt x="263487" y="12244"/>
                </a:lnTo>
                <a:cubicBezTo>
                  <a:pt x="264226" y="11097"/>
                  <a:pt x="265210" y="10174"/>
                  <a:pt x="266437" y="9476"/>
                </a:cubicBezTo>
                <a:cubicBezTo>
                  <a:pt x="267664" y="8778"/>
                  <a:pt x="269062" y="8429"/>
                  <a:pt x="270629" y="8429"/>
                </a:cubicBezTo>
                <a:cubicBezTo>
                  <a:pt x="272374" y="8429"/>
                  <a:pt x="273805" y="8789"/>
                  <a:pt x="274921" y="9510"/>
                </a:cubicBezTo>
                <a:cubicBezTo>
                  <a:pt x="276037" y="10230"/>
                  <a:pt x="276825" y="11238"/>
                  <a:pt x="277283" y="12532"/>
                </a:cubicBezTo>
                <a:cubicBezTo>
                  <a:pt x="279146" y="9796"/>
                  <a:pt x="281571" y="8429"/>
                  <a:pt x="284558" y="8429"/>
                </a:cubicBezTo>
                <a:cubicBezTo>
                  <a:pt x="286895" y="8429"/>
                  <a:pt x="288691" y="9076"/>
                  <a:pt x="289948" y="10369"/>
                </a:cubicBezTo>
                <a:cubicBezTo>
                  <a:pt x="291205" y="11663"/>
                  <a:pt x="291834" y="13656"/>
                  <a:pt x="291834" y="16347"/>
                </a:cubicBezTo>
                <a:lnTo>
                  <a:pt x="291834" y="32517"/>
                </a:lnTo>
                <a:lnTo>
                  <a:pt x="287863" y="32517"/>
                </a:lnTo>
                <a:lnTo>
                  <a:pt x="287863" y="17662"/>
                </a:lnTo>
                <a:cubicBezTo>
                  <a:pt x="287863" y="16063"/>
                  <a:pt x="287734" y="14912"/>
                  <a:pt x="287475" y="14209"/>
                </a:cubicBezTo>
                <a:cubicBezTo>
                  <a:pt x="287216" y="13506"/>
                  <a:pt x="286747" y="12940"/>
                  <a:pt x="286067" y="12510"/>
                </a:cubicBezTo>
                <a:cubicBezTo>
                  <a:pt x="285387" y="12081"/>
                  <a:pt x="284588" y="11867"/>
                  <a:pt x="283671" y="11867"/>
                </a:cubicBezTo>
                <a:cubicBezTo>
                  <a:pt x="282015" y="11867"/>
                  <a:pt x="280640" y="12418"/>
                  <a:pt x="279546" y="13521"/>
                </a:cubicBezTo>
                <a:cubicBezTo>
                  <a:pt x="278451" y="14624"/>
                  <a:pt x="277904" y="16389"/>
                  <a:pt x="277904" y="18817"/>
                </a:cubicBezTo>
                <a:lnTo>
                  <a:pt x="277904" y="32517"/>
                </a:lnTo>
                <a:lnTo>
                  <a:pt x="273912" y="32517"/>
                </a:lnTo>
                <a:lnTo>
                  <a:pt x="273912" y="17195"/>
                </a:lnTo>
                <a:cubicBezTo>
                  <a:pt x="273912" y="15419"/>
                  <a:pt x="273586" y="14087"/>
                  <a:pt x="272936" y="13199"/>
                </a:cubicBezTo>
                <a:cubicBezTo>
                  <a:pt x="272285" y="12311"/>
                  <a:pt x="271221" y="11867"/>
                  <a:pt x="269742" y="11867"/>
                </a:cubicBezTo>
                <a:cubicBezTo>
                  <a:pt x="268618" y="11867"/>
                  <a:pt x="267579" y="12163"/>
                  <a:pt x="266626" y="12755"/>
                </a:cubicBezTo>
                <a:cubicBezTo>
                  <a:pt x="265672" y="13347"/>
                  <a:pt x="264980" y="14213"/>
                  <a:pt x="264552" y="15353"/>
                </a:cubicBezTo>
                <a:cubicBezTo>
                  <a:pt x="264123" y="16493"/>
                  <a:pt x="263908" y="18136"/>
                  <a:pt x="263908" y="20282"/>
                </a:cubicBezTo>
                <a:lnTo>
                  <a:pt x="263908" y="32517"/>
                </a:lnTo>
                <a:lnTo>
                  <a:pt x="259916" y="32517"/>
                </a:lnTo>
                <a:close/>
                <a:moveTo>
                  <a:pt x="311539" y="32517"/>
                </a:moveTo>
                <a:lnTo>
                  <a:pt x="311539" y="29544"/>
                </a:lnTo>
                <a:cubicBezTo>
                  <a:pt x="310045" y="31881"/>
                  <a:pt x="307849" y="33049"/>
                  <a:pt x="304951" y="33049"/>
                </a:cubicBezTo>
                <a:cubicBezTo>
                  <a:pt x="303073" y="33049"/>
                  <a:pt x="301347" y="32531"/>
                  <a:pt x="299772" y="31496"/>
                </a:cubicBezTo>
                <a:cubicBezTo>
                  <a:pt x="298197" y="30461"/>
                  <a:pt x="296977" y="29016"/>
                  <a:pt x="296112" y="27160"/>
                </a:cubicBezTo>
                <a:cubicBezTo>
                  <a:pt x="295247" y="25304"/>
                  <a:pt x="294815" y="23171"/>
                  <a:pt x="294815" y="20761"/>
                </a:cubicBezTo>
                <a:cubicBezTo>
                  <a:pt x="294815" y="18410"/>
                  <a:pt x="295207" y="16277"/>
                  <a:pt x="295990" y="14362"/>
                </a:cubicBezTo>
                <a:cubicBezTo>
                  <a:pt x="296774" y="12447"/>
                  <a:pt x="297950" y="10979"/>
                  <a:pt x="299517" y="9959"/>
                </a:cubicBezTo>
                <a:cubicBezTo>
                  <a:pt x="301084" y="8939"/>
                  <a:pt x="302837" y="8429"/>
                  <a:pt x="304774" y="8429"/>
                </a:cubicBezTo>
                <a:cubicBezTo>
                  <a:pt x="306193" y="8429"/>
                  <a:pt x="307458" y="8728"/>
                  <a:pt x="308567" y="9327"/>
                </a:cubicBezTo>
                <a:cubicBezTo>
                  <a:pt x="309676" y="9926"/>
                  <a:pt x="310578" y="10706"/>
                  <a:pt x="311273" y="11667"/>
                </a:cubicBezTo>
                <a:lnTo>
                  <a:pt x="311273" y="0"/>
                </a:lnTo>
                <a:lnTo>
                  <a:pt x="315243" y="0"/>
                </a:lnTo>
                <a:lnTo>
                  <a:pt x="315243" y="32517"/>
                </a:lnTo>
                <a:lnTo>
                  <a:pt x="311539" y="32517"/>
                </a:lnTo>
                <a:moveTo>
                  <a:pt x="298918" y="20750"/>
                </a:moveTo>
                <a:cubicBezTo>
                  <a:pt x="298918" y="23755"/>
                  <a:pt x="299554" y="26002"/>
                  <a:pt x="300826" y="27490"/>
                </a:cubicBezTo>
                <a:cubicBezTo>
                  <a:pt x="302097" y="28978"/>
                  <a:pt x="303598" y="29722"/>
                  <a:pt x="305328" y="29722"/>
                </a:cubicBezTo>
                <a:cubicBezTo>
                  <a:pt x="307073" y="29722"/>
                  <a:pt x="308556" y="29011"/>
                  <a:pt x="309775" y="27590"/>
                </a:cubicBezTo>
                <a:cubicBezTo>
                  <a:pt x="310995" y="26168"/>
                  <a:pt x="311605" y="23998"/>
                  <a:pt x="311605" y="21081"/>
                </a:cubicBezTo>
                <a:cubicBezTo>
                  <a:pt x="311605" y="17870"/>
                  <a:pt x="310984" y="15512"/>
                  <a:pt x="309742" y="14010"/>
                </a:cubicBezTo>
                <a:cubicBezTo>
                  <a:pt x="308500" y="12507"/>
                  <a:pt x="306970" y="11756"/>
                  <a:pt x="305151" y="11756"/>
                </a:cubicBezTo>
                <a:cubicBezTo>
                  <a:pt x="303376" y="11756"/>
                  <a:pt x="301894" y="12478"/>
                  <a:pt x="300704" y="13922"/>
                </a:cubicBezTo>
                <a:cubicBezTo>
                  <a:pt x="299513" y="15365"/>
                  <a:pt x="298918" y="17641"/>
                  <a:pt x="298918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68A5F-AA34-4AC1-9C5F-6E54D88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20" y="397181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Text colors.md">
            <a:extLst xmlns:a="http://schemas.openxmlformats.org/drawingml/2006/main">
              <a:ext uri="{FF2B5EF4-FFF2-40B4-BE49-F238E27FC236}">
                <a16:creationId xmlns:a16="http://schemas.microsoft.com/office/drawing/2014/main" id="{FB353D94-C117-4B00-A53B-3AC2AD1E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336" y="3978541"/>
            <a:ext cx="191734" cy="33049"/>
          </a:xfrm>
          <a:custGeom xmlns:a="http://schemas.openxmlformats.org/drawingml/2006/main">
            <a:pathLst>
              <a:path w="191734" h="33049">
                <a:moveTo>
                  <a:pt x="16591" y="23866"/>
                </a:moveTo>
                <a:lnTo>
                  <a:pt x="20517" y="24376"/>
                </a:lnTo>
                <a:cubicBezTo>
                  <a:pt x="20088" y="27089"/>
                  <a:pt x="18990" y="29213"/>
                  <a:pt x="17223" y="30748"/>
                </a:cubicBezTo>
                <a:cubicBezTo>
                  <a:pt x="15456" y="32282"/>
                  <a:pt x="13286" y="33049"/>
                  <a:pt x="10713" y="33049"/>
                </a:cubicBezTo>
                <a:cubicBezTo>
                  <a:pt x="7490" y="33049"/>
                  <a:pt x="4898" y="31995"/>
                  <a:pt x="2939" y="29888"/>
                </a:cubicBezTo>
                <a:cubicBezTo>
                  <a:pt x="980" y="27781"/>
                  <a:pt x="0" y="24761"/>
                  <a:pt x="0" y="20827"/>
                </a:cubicBezTo>
                <a:cubicBezTo>
                  <a:pt x="0" y="18284"/>
                  <a:pt x="421" y="16059"/>
                  <a:pt x="1264" y="14151"/>
                </a:cubicBezTo>
                <a:cubicBezTo>
                  <a:pt x="2107" y="12244"/>
                  <a:pt x="3390" y="10813"/>
                  <a:pt x="5113" y="9859"/>
                </a:cubicBezTo>
                <a:cubicBezTo>
                  <a:pt x="6835" y="8905"/>
                  <a:pt x="8710" y="8429"/>
                  <a:pt x="10735" y="8429"/>
                </a:cubicBezTo>
                <a:cubicBezTo>
                  <a:pt x="13294" y="8429"/>
                  <a:pt x="15386" y="9078"/>
                  <a:pt x="17012" y="10376"/>
                </a:cubicBezTo>
                <a:cubicBezTo>
                  <a:pt x="18639" y="11673"/>
                  <a:pt x="19682" y="13516"/>
                  <a:pt x="20140" y="15903"/>
                </a:cubicBezTo>
                <a:lnTo>
                  <a:pt x="16258" y="16502"/>
                </a:lnTo>
                <a:cubicBezTo>
                  <a:pt x="15889" y="14927"/>
                  <a:pt x="15234" y="13743"/>
                  <a:pt x="14295" y="12948"/>
                </a:cubicBezTo>
                <a:cubicBezTo>
                  <a:pt x="13356" y="12153"/>
                  <a:pt x="12221" y="11756"/>
                  <a:pt x="10891" y="11756"/>
                </a:cubicBezTo>
                <a:cubicBezTo>
                  <a:pt x="8880" y="11756"/>
                  <a:pt x="7246" y="12473"/>
                  <a:pt x="5989" y="13908"/>
                </a:cubicBezTo>
                <a:cubicBezTo>
                  <a:pt x="4732" y="15342"/>
                  <a:pt x="4103" y="17612"/>
                  <a:pt x="4103" y="20717"/>
                </a:cubicBezTo>
                <a:cubicBezTo>
                  <a:pt x="4103" y="23866"/>
                  <a:pt x="4710" y="26154"/>
                  <a:pt x="5922" y="27581"/>
                </a:cubicBezTo>
                <a:cubicBezTo>
                  <a:pt x="7135" y="29008"/>
                  <a:pt x="8717" y="29722"/>
                  <a:pt x="10669" y="29722"/>
                </a:cubicBezTo>
                <a:cubicBezTo>
                  <a:pt x="12236" y="29722"/>
                  <a:pt x="13545" y="29243"/>
                  <a:pt x="14595" y="28286"/>
                </a:cubicBezTo>
                <a:cubicBezTo>
                  <a:pt x="15645" y="27328"/>
                  <a:pt x="16310" y="25855"/>
                  <a:pt x="16591" y="23866"/>
                </a:cubicBezTo>
                <a:close/>
                <a:moveTo>
                  <a:pt x="22447" y="20739"/>
                </a:moveTo>
                <a:cubicBezTo>
                  <a:pt x="22447" y="16377"/>
                  <a:pt x="23659" y="13146"/>
                  <a:pt x="26084" y="11046"/>
                </a:cubicBezTo>
                <a:cubicBezTo>
                  <a:pt x="28110" y="9301"/>
                  <a:pt x="30580" y="8429"/>
                  <a:pt x="33493" y="8429"/>
                </a:cubicBezTo>
                <a:cubicBezTo>
                  <a:pt x="36731" y="8429"/>
                  <a:pt x="39378" y="9490"/>
                  <a:pt x="41433" y="11611"/>
                </a:cubicBezTo>
                <a:cubicBezTo>
                  <a:pt x="43489" y="13733"/>
                  <a:pt x="44516" y="16665"/>
                  <a:pt x="44516" y="20406"/>
                </a:cubicBezTo>
                <a:cubicBezTo>
                  <a:pt x="44516" y="23437"/>
                  <a:pt x="44062" y="25822"/>
                  <a:pt x="43152" y="27559"/>
                </a:cubicBezTo>
                <a:cubicBezTo>
                  <a:pt x="42243" y="29297"/>
                  <a:pt x="40919" y="30646"/>
                  <a:pt x="39182" y="31607"/>
                </a:cubicBezTo>
                <a:cubicBezTo>
                  <a:pt x="37444" y="32568"/>
                  <a:pt x="35548" y="33049"/>
                  <a:pt x="33493" y="33049"/>
                </a:cubicBezTo>
                <a:cubicBezTo>
                  <a:pt x="30195" y="33049"/>
                  <a:pt x="27530" y="31992"/>
                  <a:pt x="25496" y="29877"/>
                </a:cubicBezTo>
                <a:cubicBezTo>
                  <a:pt x="23463" y="27763"/>
                  <a:pt x="22447" y="24716"/>
                  <a:pt x="22447" y="20739"/>
                </a:cubicBezTo>
                <a:moveTo>
                  <a:pt x="26550" y="20728"/>
                </a:moveTo>
                <a:cubicBezTo>
                  <a:pt x="26550" y="23733"/>
                  <a:pt x="27208" y="25984"/>
                  <a:pt x="28524" y="27479"/>
                </a:cubicBezTo>
                <a:cubicBezTo>
                  <a:pt x="29840" y="28974"/>
                  <a:pt x="31496" y="29722"/>
                  <a:pt x="33493" y="29722"/>
                </a:cubicBezTo>
                <a:cubicBezTo>
                  <a:pt x="35474" y="29722"/>
                  <a:pt x="37123" y="28971"/>
                  <a:pt x="38439" y="27468"/>
                </a:cubicBezTo>
                <a:cubicBezTo>
                  <a:pt x="39755" y="25965"/>
                  <a:pt x="40413" y="23674"/>
                  <a:pt x="40413" y="20595"/>
                </a:cubicBezTo>
                <a:cubicBezTo>
                  <a:pt x="40413" y="17693"/>
                  <a:pt x="39751" y="15494"/>
                  <a:pt x="38428" y="13999"/>
                </a:cubicBezTo>
                <a:cubicBezTo>
                  <a:pt x="37104" y="12503"/>
                  <a:pt x="35459" y="11756"/>
                  <a:pt x="33493" y="11756"/>
                </a:cubicBezTo>
                <a:cubicBezTo>
                  <a:pt x="31496" y="11756"/>
                  <a:pt x="29840" y="12500"/>
                  <a:pt x="28524" y="13988"/>
                </a:cubicBezTo>
                <a:cubicBezTo>
                  <a:pt x="27208" y="15476"/>
                  <a:pt x="26550" y="17722"/>
                  <a:pt x="26550" y="20728"/>
                </a:cubicBezTo>
                <a:close/>
                <a:moveTo>
                  <a:pt x="49237" y="32517"/>
                </a:moveTo>
                <a:lnTo>
                  <a:pt x="49237" y="0"/>
                </a:lnTo>
                <a:lnTo>
                  <a:pt x="53229" y="0"/>
                </a:lnTo>
                <a:lnTo>
                  <a:pt x="53229" y="32517"/>
                </a:lnTo>
                <a:lnTo>
                  <a:pt x="49237" y="32517"/>
                </a:lnTo>
                <a:close/>
                <a:moveTo>
                  <a:pt x="58696" y="20739"/>
                </a:moveTo>
                <a:cubicBezTo>
                  <a:pt x="58696" y="16377"/>
                  <a:pt x="59909" y="13146"/>
                  <a:pt x="62334" y="11046"/>
                </a:cubicBezTo>
                <a:cubicBezTo>
                  <a:pt x="64360" y="9301"/>
                  <a:pt x="66829" y="8429"/>
                  <a:pt x="69742" y="8429"/>
                </a:cubicBezTo>
                <a:cubicBezTo>
                  <a:pt x="72981" y="8429"/>
                  <a:pt x="75627" y="9490"/>
                  <a:pt x="77683" y="11611"/>
                </a:cubicBezTo>
                <a:cubicBezTo>
                  <a:pt x="79738" y="13733"/>
                  <a:pt x="80766" y="16665"/>
                  <a:pt x="80766" y="20406"/>
                </a:cubicBezTo>
                <a:cubicBezTo>
                  <a:pt x="80766" y="23437"/>
                  <a:pt x="80311" y="25822"/>
                  <a:pt x="79402" y="27559"/>
                </a:cubicBezTo>
                <a:cubicBezTo>
                  <a:pt x="78492" y="29297"/>
                  <a:pt x="77169" y="30646"/>
                  <a:pt x="75432" y="31607"/>
                </a:cubicBezTo>
                <a:cubicBezTo>
                  <a:pt x="73694" y="32568"/>
                  <a:pt x="71798" y="33049"/>
                  <a:pt x="69742" y="33049"/>
                </a:cubicBezTo>
                <a:cubicBezTo>
                  <a:pt x="66445" y="33049"/>
                  <a:pt x="63779" y="31992"/>
                  <a:pt x="61746" y="29877"/>
                </a:cubicBezTo>
                <a:cubicBezTo>
                  <a:pt x="59713" y="27763"/>
                  <a:pt x="58696" y="24716"/>
                  <a:pt x="58696" y="20739"/>
                </a:cubicBezTo>
                <a:moveTo>
                  <a:pt x="62800" y="20728"/>
                </a:moveTo>
                <a:cubicBezTo>
                  <a:pt x="62800" y="23733"/>
                  <a:pt x="63458" y="25984"/>
                  <a:pt x="64774" y="27479"/>
                </a:cubicBezTo>
                <a:cubicBezTo>
                  <a:pt x="66090" y="28974"/>
                  <a:pt x="67746" y="29722"/>
                  <a:pt x="69742" y="29722"/>
                </a:cubicBezTo>
                <a:cubicBezTo>
                  <a:pt x="71724" y="29722"/>
                  <a:pt x="73372" y="28971"/>
                  <a:pt x="74688" y="27468"/>
                </a:cubicBezTo>
                <a:cubicBezTo>
                  <a:pt x="76005" y="25965"/>
                  <a:pt x="76663" y="23674"/>
                  <a:pt x="76663" y="20595"/>
                </a:cubicBezTo>
                <a:cubicBezTo>
                  <a:pt x="76663" y="17693"/>
                  <a:pt x="76001" y="15494"/>
                  <a:pt x="74677" y="13999"/>
                </a:cubicBezTo>
                <a:cubicBezTo>
                  <a:pt x="73354" y="12503"/>
                  <a:pt x="71709" y="11756"/>
                  <a:pt x="69742" y="11756"/>
                </a:cubicBezTo>
                <a:cubicBezTo>
                  <a:pt x="67746" y="11756"/>
                  <a:pt x="66090" y="12500"/>
                  <a:pt x="64774" y="13988"/>
                </a:cubicBezTo>
                <a:cubicBezTo>
                  <a:pt x="63458" y="15476"/>
                  <a:pt x="62800" y="17722"/>
                  <a:pt x="62800" y="20728"/>
                </a:cubicBezTo>
                <a:close/>
                <a:moveTo>
                  <a:pt x="85531" y="32517"/>
                </a:moveTo>
                <a:lnTo>
                  <a:pt x="85531" y="8961"/>
                </a:lnTo>
                <a:lnTo>
                  <a:pt x="89124" y="8961"/>
                </a:lnTo>
                <a:lnTo>
                  <a:pt x="89124" y="12510"/>
                </a:lnTo>
                <a:cubicBezTo>
                  <a:pt x="90041" y="10848"/>
                  <a:pt x="90888" y="9752"/>
                  <a:pt x="91664" y="9223"/>
                </a:cubicBezTo>
                <a:cubicBezTo>
                  <a:pt x="92440" y="8693"/>
                  <a:pt x="93294" y="8429"/>
                  <a:pt x="94226" y="8429"/>
                </a:cubicBezTo>
                <a:cubicBezTo>
                  <a:pt x="95571" y="8429"/>
                  <a:pt x="96939" y="8856"/>
                  <a:pt x="98329" y="9710"/>
                </a:cubicBezTo>
                <a:lnTo>
                  <a:pt x="96954" y="13397"/>
                </a:lnTo>
                <a:cubicBezTo>
                  <a:pt x="95978" y="12820"/>
                  <a:pt x="95002" y="12532"/>
                  <a:pt x="94026" y="12532"/>
                </a:cubicBezTo>
                <a:cubicBezTo>
                  <a:pt x="93154" y="12532"/>
                  <a:pt x="92370" y="12795"/>
                  <a:pt x="91675" y="13321"/>
                </a:cubicBezTo>
                <a:cubicBezTo>
                  <a:pt x="90980" y="13846"/>
                  <a:pt x="90485" y="14575"/>
                  <a:pt x="90189" y="15508"/>
                </a:cubicBezTo>
                <a:cubicBezTo>
                  <a:pt x="89745" y="16929"/>
                  <a:pt x="89523" y="18483"/>
                  <a:pt x="89523" y="20170"/>
                </a:cubicBezTo>
                <a:lnTo>
                  <a:pt x="89523" y="32517"/>
                </a:lnTo>
                <a:lnTo>
                  <a:pt x="85531" y="32517"/>
                </a:lnTo>
                <a:close/>
                <a:moveTo>
                  <a:pt x="99378" y="25463"/>
                </a:moveTo>
                <a:lnTo>
                  <a:pt x="103326" y="24842"/>
                </a:lnTo>
                <a:cubicBezTo>
                  <a:pt x="103548" y="26417"/>
                  <a:pt x="104165" y="27625"/>
                  <a:pt x="105178" y="28464"/>
                </a:cubicBezTo>
                <a:cubicBezTo>
                  <a:pt x="106191" y="29303"/>
                  <a:pt x="107607" y="29722"/>
                  <a:pt x="109425" y="29722"/>
                </a:cubicBezTo>
                <a:cubicBezTo>
                  <a:pt x="111259" y="29722"/>
                  <a:pt x="112619" y="29352"/>
                  <a:pt x="113507" y="28611"/>
                </a:cubicBezTo>
                <a:cubicBezTo>
                  <a:pt x="114394" y="27870"/>
                  <a:pt x="114837" y="27000"/>
                  <a:pt x="114837" y="26003"/>
                </a:cubicBezTo>
                <a:cubicBezTo>
                  <a:pt x="114837" y="25108"/>
                  <a:pt x="114446" y="24404"/>
                  <a:pt x="113662" y="23890"/>
                </a:cubicBezTo>
                <a:cubicBezTo>
                  <a:pt x="113115" y="23538"/>
                  <a:pt x="111754" y="23091"/>
                  <a:pt x="109581" y="22548"/>
                </a:cubicBezTo>
                <a:cubicBezTo>
                  <a:pt x="106653" y="21808"/>
                  <a:pt x="104623" y="21168"/>
                  <a:pt x="103492" y="20628"/>
                </a:cubicBezTo>
                <a:cubicBezTo>
                  <a:pt x="102361" y="20088"/>
                  <a:pt x="101503" y="19340"/>
                  <a:pt x="100919" y="18386"/>
                </a:cubicBezTo>
                <a:cubicBezTo>
                  <a:pt x="100335" y="17431"/>
                  <a:pt x="100043" y="16376"/>
                  <a:pt x="100043" y="15222"/>
                </a:cubicBezTo>
                <a:cubicBezTo>
                  <a:pt x="100043" y="14171"/>
                  <a:pt x="100283" y="13198"/>
                  <a:pt x="100764" y="12303"/>
                </a:cubicBezTo>
                <a:cubicBezTo>
                  <a:pt x="101245" y="11407"/>
                  <a:pt x="101899" y="10663"/>
                  <a:pt x="102727" y="10071"/>
                </a:cubicBezTo>
                <a:cubicBezTo>
                  <a:pt x="103348" y="9612"/>
                  <a:pt x="104195" y="9224"/>
                  <a:pt x="105267" y="8906"/>
                </a:cubicBezTo>
                <a:cubicBezTo>
                  <a:pt x="106339" y="8588"/>
                  <a:pt x="107488" y="8429"/>
                  <a:pt x="108716" y="8429"/>
                </a:cubicBezTo>
                <a:cubicBezTo>
                  <a:pt x="110564" y="8429"/>
                  <a:pt x="112187" y="8697"/>
                  <a:pt x="113584" y="9233"/>
                </a:cubicBezTo>
                <a:cubicBezTo>
                  <a:pt x="114982" y="9768"/>
                  <a:pt x="116013" y="10494"/>
                  <a:pt x="116678" y="11410"/>
                </a:cubicBezTo>
                <a:cubicBezTo>
                  <a:pt x="117344" y="12325"/>
                  <a:pt x="117802" y="13550"/>
                  <a:pt x="118054" y="15083"/>
                </a:cubicBezTo>
                <a:lnTo>
                  <a:pt x="114150" y="15615"/>
                </a:lnTo>
                <a:cubicBezTo>
                  <a:pt x="113972" y="14403"/>
                  <a:pt x="113459" y="13456"/>
                  <a:pt x="112608" y="12776"/>
                </a:cubicBezTo>
                <a:cubicBezTo>
                  <a:pt x="111758" y="12096"/>
                  <a:pt x="110557" y="11756"/>
                  <a:pt x="109004" y="11756"/>
                </a:cubicBezTo>
                <a:cubicBezTo>
                  <a:pt x="107170" y="11756"/>
                  <a:pt x="105862" y="12057"/>
                  <a:pt x="105078" y="12661"/>
                </a:cubicBezTo>
                <a:cubicBezTo>
                  <a:pt x="104294" y="13264"/>
                  <a:pt x="103903" y="13970"/>
                  <a:pt x="103903" y="14780"/>
                </a:cubicBezTo>
                <a:cubicBezTo>
                  <a:pt x="103903" y="15295"/>
                  <a:pt x="104065" y="15758"/>
                  <a:pt x="104390" y="16170"/>
                </a:cubicBezTo>
                <a:cubicBezTo>
                  <a:pt x="104716" y="16597"/>
                  <a:pt x="105226" y="16950"/>
                  <a:pt x="105921" y="17229"/>
                </a:cubicBezTo>
                <a:cubicBezTo>
                  <a:pt x="106320" y="17377"/>
                  <a:pt x="107496" y="17715"/>
                  <a:pt x="109448" y="18245"/>
                </a:cubicBezTo>
                <a:cubicBezTo>
                  <a:pt x="112272" y="18999"/>
                  <a:pt x="114242" y="19615"/>
                  <a:pt x="115359" y="20096"/>
                </a:cubicBezTo>
                <a:cubicBezTo>
                  <a:pt x="116475" y="20576"/>
                  <a:pt x="117351" y="21274"/>
                  <a:pt x="117987" y="22190"/>
                </a:cubicBezTo>
                <a:cubicBezTo>
                  <a:pt x="118623" y="23106"/>
                  <a:pt x="118941" y="24244"/>
                  <a:pt x="118941" y="25603"/>
                </a:cubicBezTo>
                <a:cubicBezTo>
                  <a:pt x="118941" y="26932"/>
                  <a:pt x="118553" y="28185"/>
                  <a:pt x="117776" y="29359"/>
                </a:cubicBezTo>
                <a:cubicBezTo>
                  <a:pt x="117000" y="30534"/>
                  <a:pt x="115880" y="31442"/>
                  <a:pt x="114416" y="32085"/>
                </a:cubicBezTo>
                <a:cubicBezTo>
                  <a:pt x="112952" y="32728"/>
                  <a:pt x="111296" y="33049"/>
                  <a:pt x="109448" y="33049"/>
                </a:cubicBezTo>
                <a:cubicBezTo>
                  <a:pt x="106387" y="33049"/>
                  <a:pt x="104054" y="32411"/>
                  <a:pt x="102450" y="31136"/>
                </a:cubicBezTo>
                <a:cubicBezTo>
                  <a:pt x="100845" y="29861"/>
                  <a:pt x="99821" y="27970"/>
                  <a:pt x="99378" y="25463"/>
                </a:cubicBezTo>
                <a:close/>
                <a:moveTo>
                  <a:pt x="124819" y="32517"/>
                </a:moveTo>
                <a:lnTo>
                  <a:pt x="124819" y="27947"/>
                </a:lnTo>
                <a:lnTo>
                  <a:pt x="129366" y="27947"/>
                </a:lnTo>
                <a:lnTo>
                  <a:pt x="129366" y="32517"/>
                </a:lnTo>
                <a:lnTo>
                  <a:pt x="124819" y="32517"/>
                </a:lnTo>
                <a:close/>
                <a:moveTo>
                  <a:pt x="136316" y="32517"/>
                </a:moveTo>
                <a:lnTo>
                  <a:pt x="136316" y="8961"/>
                </a:lnTo>
                <a:lnTo>
                  <a:pt x="139887" y="8961"/>
                </a:lnTo>
                <a:lnTo>
                  <a:pt x="139887" y="12244"/>
                </a:lnTo>
                <a:cubicBezTo>
                  <a:pt x="140626" y="11097"/>
                  <a:pt x="141610" y="10174"/>
                  <a:pt x="142837" y="9476"/>
                </a:cubicBezTo>
                <a:cubicBezTo>
                  <a:pt x="144064" y="8778"/>
                  <a:pt x="145462" y="8429"/>
                  <a:pt x="147029" y="8429"/>
                </a:cubicBezTo>
                <a:cubicBezTo>
                  <a:pt x="148774" y="8429"/>
                  <a:pt x="150205" y="8789"/>
                  <a:pt x="151321" y="9510"/>
                </a:cubicBezTo>
                <a:cubicBezTo>
                  <a:pt x="152437" y="10230"/>
                  <a:pt x="153225" y="11238"/>
                  <a:pt x="153683" y="12532"/>
                </a:cubicBezTo>
                <a:cubicBezTo>
                  <a:pt x="155546" y="9796"/>
                  <a:pt x="157972" y="8429"/>
                  <a:pt x="160958" y="8429"/>
                </a:cubicBezTo>
                <a:cubicBezTo>
                  <a:pt x="163295" y="8429"/>
                  <a:pt x="165091" y="9076"/>
                  <a:pt x="166348" y="10369"/>
                </a:cubicBezTo>
                <a:cubicBezTo>
                  <a:pt x="167605" y="11663"/>
                  <a:pt x="168234" y="13656"/>
                  <a:pt x="168234" y="16347"/>
                </a:cubicBezTo>
                <a:lnTo>
                  <a:pt x="168234" y="32517"/>
                </a:lnTo>
                <a:lnTo>
                  <a:pt x="164263" y="32517"/>
                </a:lnTo>
                <a:lnTo>
                  <a:pt x="164263" y="17662"/>
                </a:lnTo>
                <a:cubicBezTo>
                  <a:pt x="164263" y="16063"/>
                  <a:pt x="164134" y="14912"/>
                  <a:pt x="163875" y="14209"/>
                </a:cubicBezTo>
                <a:cubicBezTo>
                  <a:pt x="163616" y="13506"/>
                  <a:pt x="163147" y="12940"/>
                  <a:pt x="162467" y="12510"/>
                </a:cubicBezTo>
                <a:cubicBezTo>
                  <a:pt x="161787" y="12081"/>
                  <a:pt x="160988" y="11867"/>
                  <a:pt x="160071" y="11867"/>
                </a:cubicBezTo>
                <a:cubicBezTo>
                  <a:pt x="158415" y="11867"/>
                  <a:pt x="157040" y="12418"/>
                  <a:pt x="155946" y="13521"/>
                </a:cubicBezTo>
                <a:cubicBezTo>
                  <a:pt x="154851" y="14624"/>
                  <a:pt x="154304" y="16389"/>
                  <a:pt x="154304" y="18817"/>
                </a:cubicBezTo>
                <a:lnTo>
                  <a:pt x="154304" y="32517"/>
                </a:lnTo>
                <a:lnTo>
                  <a:pt x="150312" y="32517"/>
                </a:lnTo>
                <a:lnTo>
                  <a:pt x="150312" y="17195"/>
                </a:lnTo>
                <a:cubicBezTo>
                  <a:pt x="150312" y="15419"/>
                  <a:pt x="149987" y="14087"/>
                  <a:pt x="149336" y="13199"/>
                </a:cubicBezTo>
                <a:cubicBezTo>
                  <a:pt x="148685" y="12311"/>
                  <a:pt x="147621" y="11867"/>
                  <a:pt x="146142" y="11867"/>
                </a:cubicBezTo>
                <a:cubicBezTo>
                  <a:pt x="145018" y="11867"/>
                  <a:pt x="143979" y="12163"/>
                  <a:pt x="143026" y="12755"/>
                </a:cubicBezTo>
                <a:cubicBezTo>
                  <a:pt x="142072" y="13347"/>
                  <a:pt x="141381" y="14213"/>
                  <a:pt x="140952" y="15353"/>
                </a:cubicBezTo>
                <a:cubicBezTo>
                  <a:pt x="140523" y="16493"/>
                  <a:pt x="140308" y="18136"/>
                  <a:pt x="140308" y="20282"/>
                </a:cubicBezTo>
                <a:lnTo>
                  <a:pt x="140308" y="32517"/>
                </a:lnTo>
                <a:lnTo>
                  <a:pt x="136316" y="32517"/>
                </a:lnTo>
                <a:close/>
                <a:moveTo>
                  <a:pt x="188029" y="32517"/>
                </a:moveTo>
                <a:lnTo>
                  <a:pt x="188029" y="29544"/>
                </a:lnTo>
                <a:cubicBezTo>
                  <a:pt x="186536" y="31881"/>
                  <a:pt x="184340" y="33049"/>
                  <a:pt x="181442" y="33049"/>
                </a:cubicBezTo>
                <a:cubicBezTo>
                  <a:pt x="179564" y="33049"/>
                  <a:pt x="177838" y="32531"/>
                  <a:pt x="176263" y="31496"/>
                </a:cubicBezTo>
                <a:cubicBezTo>
                  <a:pt x="174688" y="30461"/>
                  <a:pt x="173468" y="29016"/>
                  <a:pt x="172603" y="27160"/>
                </a:cubicBezTo>
                <a:cubicBezTo>
                  <a:pt x="171738" y="25304"/>
                  <a:pt x="171305" y="23171"/>
                  <a:pt x="171305" y="20761"/>
                </a:cubicBezTo>
                <a:cubicBezTo>
                  <a:pt x="171305" y="18410"/>
                  <a:pt x="171697" y="16277"/>
                  <a:pt x="172481" y="14362"/>
                </a:cubicBezTo>
                <a:cubicBezTo>
                  <a:pt x="173265" y="12447"/>
                  <a:pt x="174440" y="10979"/>
                  <a:pt x="176008" y="9959"/>
                </a:cubicBezTo>
                <a:cubicBezTo>
                  <a:pt x="177575" y="8939"/>
                  <a:pt x="179327" y="8429"/>
                  <a:pt x="181264" y="8429"/>
                </a:cubicBezTo>
                <a:cubicBezTo>
                  <a:pt x="182684" y="8429"/>
                  <a:pt x="183948" y="8728"/>
                  <a:pt x="185057" y="9327"/>
                </a:cubicBezTo>
                <a:cubicBezTo>
                  <a:pt x="186166" y="9926"/>
                  <a:pt x="187068" y="10706"/>
                  <a:pt x="187763" y="11667"/>
                </a:cubicBezTo>
                <a:lnTo>
                  <a:pt x="187763" y="0"/>
                </a:lnTo>
                <a:lnTo>
                  <a:pt x="191734" y="0"/>
                </a:lnTo>
                <a:lnTo>
                  <a:pt x="191734" y="32517"/>
                </a:lnTo>
                <a:lnTo>
                  <a:pt x="188029" y="32517"/>
                </a:lnTo>
                <a:moveTo>
                  <a:pt x="175409" y="20750"/>
                </a:moveTo>
                <a:cubicBezTo>
                  <a:pt x="175409" y="23755"/>
                  <a:pt x="176045" y="26002"/>
                  <a:pt x="177316" y="27490"/>
                </a:cubicBezTo>
                <a:cubicBezTo>
                  <a:pt x="178588" y="28978"/>
                  <a:pt x="180089" y="29722"/>
                  <a:pt x="181819" y="29722"/>
                </a:cubicBezTo>
                <a:cubicBezTo>
                  <a:pt x="183564" y="29722"/>
                  <a:pt x="185046" y="29011"/>
                  <a:pt x="186266" y="27590"/>
                </a:cubicBezTo>
                <a:cubicBezTo>
                  <a:pt x="187486" y="26168"/>
                  <a:pt x="188096" y="23998"/>
                  <a:pt x="188096" y="21081"/>
                </a:cubicBezTo>
                <a:cubicBezTo>
                  <a:pt x="188096" y="17870"/>
                  <a:pt x="187475" y="15512"/>
                  <a:pt x="186233" y="14010"/>
                </a:cubicBezTo>
                <a:cubicBezTo>
                  <a:pt x="184991" y="12507"/>
                  <a:pt x="183460" y="11756"/>
                  <a:pt x="181641" y="11756"/>
                </a:cubicBezTo>
                <a:cubicBezTo>
                  <a:pt x="179867" y="11756"/>
                  <a:pt x="178385" y="12478"/>
                  <a:pt x="177194" y="13922"/>
                </a:cubicBezTo>
                <a:cubicBezTo>
                  <a:pt x="176004" y="15365"/>
                  <a:pt x="175409" y="17641"/>
                  <a:pt x="175409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996A0-DB9D-4E25-8E5C-0AEF85D9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20" y="406100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Text fonts.md">
            <a:extLst xmlns:a="http://schemas.openxmlformats.org/drawingml/2006/main">
              <a:ext uri="{FF2B5EF4-FFF2-40B4-BE49-F238E27FC236}">
                <a16:creationId xmlns:a16="http://schemas.microsoft.com/office/drawing/2014/main" id="{BCE3C91F-2845-4E2B-A5E3-88686CCC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83" y="4067042"/>
            <a:ext cx="169511" cy="33581"/>
          </a:xfrm>
          <a:custGeom xmlns:a="http://schemas.openxmlformats.org/drawingml/2006/main">
            <a:pathLst>
              <a:path w="169511" h="33581">
                <a:moveTo>
                  <a:pt x="3527" y="33049"/>
                </a:moveTo>
                <a:lnTo>
                  <a:pt x="3527" y="12599"/>
                </a:lnTo>
                <a:lnTo>
                  <a:pt x="0" y="12599"/>
                </a:lnTo>
                <a:lnTo>
                  <a:pt x="0" y="9493"/>
                </a:lnTo>
                <a:lnTo>
                  <a:pt x="3527" y="9493"/>
                </a:lnTo>
                <a:lnTo>
                  <a:pt x="3527" y="6992"/>
                </a:lnTo>
                <a:cubicBezTo>
                  <a:pt x="3527" y="5414"/>
                  <a:pt x="3667" y="4241"/>
                  <a:pt x="3948" y="3474"/>
                </a:cubicBezTo>
                <a:cubicBezTo>
                  <a:pt x="4333" y="2442"/>
                  <a:pt x="5009" y="1605"/>
                  <a:pt x="5978" y="963"/>
                </a:cubicBezTo>
                <a:cubicBezTo>
                  <a:pt x="6946" y="321"/>
                  <a:pt x="8303" y="0"/>
                  <a:pt x="10048" y="0"/>
                </a:cubicBezTo>
                <a:cubicBezTo>
                  <a:pt x="11172" y="0"/>
                  <a:pt x="12414" y="133"/>
                  <a:pt x="13774" y="399"/>
                </a:cubicBezTo>
                <a:lnTo>
                  <a:pt x="13175" y="3882"/>
                </a:lnTo>
                <a:cubicBezTo>
                  <a:pt x="12347" y="3734"/>
                  <a:pt x="11563" y="3660"/>
                  <a:pt x="10824" y="3660"/>
                </a:cubicBezTo>
                <a:cubicBezTo>
                  <a:pt x="9612" y="3660"/>
                  <a:pt x="8754" y="3918"/>
                  <a:pt x="8251" y="4433"/>
                </a:cubicBezTo>
                <a:cubicBezTo>
                  <a:pt x="7748" y="4949"/>
                  <a:pt x="7497" y="5914"/>
                  <a:pt x="7497" y="7328"/>
                </a:cubicBezTo>
                <a:lnTo>
                  <a:pt x="7497" y="9493"/>
                </a:lnTo>
                <a:lnTo>
                  <a:pt x="12088" y="9493"/>
                </a:lnTo>
                <a:lnTo>
                  <a:pt x="12088" y="12599"/>
                </a:lnTo>
                <a:lnTo>
                  <a:pt x="7497" y="12599"/>
                </a:lnTo>
                <a:lnTo>
                  <a:pt x="7497" y="33049"/>
                </a:lnTo>
                <a:lnTo>
                  <a:pt x="3527" y="33049"/>
                </a:lnTo>
                <a:close/>
                <a:moveTo>
                  <a:pt x="13715" y="21271"/>
                </a:moveTo>
                <a:cubicBezTo>
                  <a:pt x="13715" y="16909"/>
                  <a:pt x="14928" y="13678"/>
                  <a:pt x="17353" y="11578"/>
                </a:cubicBezTo>
                <a:cubicBezTo>
                  <a:pt x="19379" y="9833"/>
                  <a:pt x="21848" y="8961"/>
                  <a:pt x="24761" y="8961"/>
                </a:cubicBezTo>
                <a:cubicBezTo>
                  <a:pt x="28000" y="8961"/>
                  <a:pt x="30646" y="10022"/>
                  <a:pt x="32702" y="12144"/>
                </a:cubicBezTo>
                <a:cubicBezTo>
                  <a:pt x="34757" y="14266"/>
                  <a:pt x="35785" y="17197"/>
                  <a:pt x="35785" y="20938"/>
                </a:cubicBezTo>
                <a:cubicBezTo>
                  <a:pt x="35785" y="23970"/>
                  <a:pt x="35330" y="26354"/>
                  <a:pt x="34421" y="28092"/>
                </a:cubicBezTo>
                <a:cubicBezTo>
                  <a:pt x="33511" y="29829"/>
                  <a:pt x="32188" y="31178"/>
                  <a:pt x="30450" y="32140"/>
                </a:cubicBezTo>
                <a:cubicBezTo>
                  <a:pt x="28713" y="33101"/>
                  <a:pt x="26817" y="33581"/>
                  <a:pt x="24761" y="33581"/>
                </a:cubicBezTo>
                <a:cubicBezTo>
                  <a:pt x="21464" y="33581"/>
                  <a:pt x="18798" y="32524"/>
                  <a:pt x="16765" y="30409"/>
                </a:cubicBezTo>
                <a:cubicBezTo>
                  <a:pt x="14732" y="28295"/>
                  <a:pt x="13715" y="25249"/>
                  <a:pt x="13715" y="21271"/>
                </a:cubicBezTo>
                <a:moveTo>
                  <a:pt x="17819" y="21260"/>
                </a:moveTo>
                <a:cubicBezTo>
                  <a:pt x="17819" y="24265"/>
                  <a:pt x="18477" y="26516"/>
                  <a:pt x="19793" y="28011"/>
                </a:cubicBezTo>
                <a:cubicBezTo>
                  <a:pt x="21109" y="29507"/>
                  <a:pt x="22765" y="30254"/>
                  <a:pt x="24761" y="30254"/>
                </a:cubicBezTo>
                <a:cubicBezTo>
                  <a:pt x="26743" y="30254"/>
                  <a:pt x="28391" y="29503"/>
                  <a:pt x="29707" y="28000"/>
                </a:cubicBezTo>
                <a:cubicBezTo>
                  <a:pt x="31023" y="26497"/>
                  <a:pt x="31681" y="24207"/>
                  <a:pt x="31681" y="21128"/>
                </a:cubicBezTo>
                <a:cubicBezTo>
                  <a:pt x="31681" y="18225"/>
                  <a:pt x="31020" y="16026"/>
                  <a:pt x="29696" y="14531"/>
                </a:cubicBezTo>
                <a:cubicBezTo>
                  <a:pt x="28373" y="13036"/>
                  <a:pt x="26728" y="12288"/>
                  <a:pt x="24761" y="12288"/>
                </a:cubicBezTo>
                <a:cubicBezTo>
                  <a:pt x="22765" y="12288"/>
                  <a:pt x="21109" y="13032"/>
                  <a:pt x="19793" y="14520"/>
                </a:cubicBezTo>
                <a:cubicBezTo>
                  <a:pt x="18477" y="16008"/>
                  <a:pt x="17819" y="18255"/>
                  <a:pt x="17819" y="21260"/>
                </a:cubicBezTo>
                <a:close/>
                <a:moveTo>
                  <a:pt x="40685" y="33049"/>
                </a:moveTo>
                <a:lnTo>
                  <a:pt x="40685" y="9493"/>
                </a:lnTo>
                <a:lnTo>
                  <a:pt x="44278" y="9493"/>
                </a:lnTo>
                <a:lnTo>
                  <a:pt x="44278" y="12820"/>
                </a:lnTo>
                <a:cubicBezTo>
                  <a:pt x="46008" y="10247"/>
                  <a:pt x="48507" y="8961"/>
                  <a:pt x="51775" y="8961"/>
                </a:cubicBezTo>
                <a:cubicBezTo>
                  <a:pt x="53195" y="8961"/>
                  <a:pt x="54500" y="9216"/>
                  <a:pt x="55690" y="9726"/>
                </a:cubicBezTo>
                <a:cubicBezTo>
                  <a:pt x="56881" y="10236"/>
                  <a:pt x="57772" y="10905"/>
                  <a:pt x="58363" y="11733"/>
                </a:cubicBezTo>
                <a:cubicBezTo>
                  <a:pt x="58954" y="12562"/>
                  <a:pt x="59369" y="13545"/>
                  <a:pt x="59605" y="14683"/>
                </a:cubicBezTo>
                <a:cubicBezTo>
                  <a:pt x="59753" y="15423"/>
                  <a:pt x="59827" y="16717"/>
                  <a:pt x="59827" y="18565"/>
                </a:cubicBezTo>
                <a:lnTo>
                  <a:pt x="59827" y="33049"/>
                </a:lnTo>
                <a:lnTo>
                  <a:pt x="55834" y="33049"/>
                </a:lnTo>
                <a:lnTo>
                  <a:pt x="55834" y="18705"/>
                </a:lnTo>
                <a:cubicBezTo>
                  <a:pt x="55834" y="17077"/>
                  <a:pt x="55679" y="15859"/>
                  <a:pt x="55369" y="15052"/>
                </a:cubicBezTo>
                <a:cubicBezTo>
                  <a:pt x="55058" y="14245"/>
                  <a:pt x="54507" y="13602"/>
                  <a:pt x="53716" y="13120"/>
                </a:cubicBezTo>
                <a:cubicBezTo>
                  <a:pt x="52925" y="12639"/>
                  <a:pt x="51997" y="12399"/>
                  <a:pt x="50933" y="12399"/>
                </a:cubicBezTo>
                <a:cubicBezTo>
                  <a:pt x="49232" y="12399"/>
                  <a:pt x="47764" y="12939"/>
                  <a:pt x="46530" y="14020"/>
                </a:cubicBezTo>
                <a:cubicBezTo>
                  <a:pt x="45295" y="15101"/>
                  <a:pt x="44678" y="17151"/>
                  <a:pt x="44678" y="20170"/>
                </a:cubicBezTo>
                <a:lnTo>
                  <a:pt x="44678" y="33049"/>
                </a:lnTo>
                <a:lnTo>
                  <a:pt x="40685" y="33049"/>
                </a:lnTo>
                <a:close/>
                <a:moveTo>
                  <a:pt x="74795" y="29522"/>
                </a:moveTo>
                <a:lnTo>
                  <a:pt x="75372" y="33049"/>
                </a:lnTo>
                <a:cubicBezTo>
                  <a:pt x="74248" y="33256"/>
                  <a:pt x="73242" y="33359"/>
                  <a:pt x="72355" y="33359"/>
                </a:cubicBezTo>
                <a:cubicBezTo>
                  <a:pt x="70906" y="33359"/>
                  <a:pt x="69782" y="33130"/>
                  <a:pt x="68984" y="32672"/>
                </a:cubicBezTo>
                <a:cubicBezTo>
                  <a:pt x="68185" y="32213"/>
                  <a:pt x="67623" y="31611"/>
                  <a:pt x="67298" y="30864"/>
                </a:cubicBezTo>
                <a:cubicBezTo>
                  <a:pt x="66973" y="30117"/>
                  <a:pt x="66810" y="28546"/>
                  <a:pt x="66810" y="26151"/>
                </a:cubicBezTo>
                <a:lnTo>
                  <a:pt x="66810" y="12599"/>
                </a:lnTo>
                <a:lnTo>
                  <a:pt x="63882" y="12599"/>
                </a:lnTo>
                <a:lnTo>
                  <a:pt x="63882" y="9493"/>
                </a:lnTo>
                <a:lnTo>
                  <a:pt x="66810" y="9493"/>
                </a:lnTo>
                <a:lnTo>
                  <a:pt x="66810" y="3644"/>
                </a:lnTo>
                <a:lnTo>
                  <a:pt x="70780" y="1242"/>
                </a:lnTo>
                <a:lnTo>
                  <a:pt x="70780" y="9493"/>
                </a:lnTo>
                <a:lnTo>
                  <a:pt x="74795" y="9493"/>
                </a:lnTo>
                <a:lnTo>
                  <a:pt x="74795" y="12599"/>
                </a:lnTo>
                <a:lnTo>
                  <a:pt x="70780" y="12599"/>
                </a:lnTo>
                <a:lnTo>
                  <a:pt x="70780" y="26373"/>
                </a:lnTo>
                <a:cubicBezTo>
                  <a:pt x="70780" y="27511"/>
                  <a:pt x="70851" y="28243"/>
                  <a:pt x="70991" y="28568"/>
                </a:cubicBezTo>
                <a:cubicBezTo>
                  <a:pt x="71131" y="28894"/>
                  <a:pt x="71361" y="29153"/>
                  <a:pt x="71679" y="29345"/>
                </a:cubicBezTo>
                <a:cubicBezTo>
                  <a:pt x="71997" y="29537"/>
                  <a:pt x="72451" y="29633"/>
                  <a:pt x="73043" y="29633"/>
                </a:cubicBezTo>
                <a:cubicBezTo>
                  <a:pt x="73486" y="29633"/>
                  <a:pt x="74070" y="29596"/>
                  <a:pt x="74795" y="29522"/>
                </a:cubicBezTo>
                <a:close/>
                <a:moveTo>
                  <a:pt x="77109" y="25996"/>
                </a:moveTo>
                <a:lnTo>
                  <a:pt x="81058" y="25375"/>
                </a:lnTo>
                <a:cubicBezTo>
                  <a:pt x="81279" y="26950"/>
                  <a:pt x="81897" y="28157"/>
                  <a:pt x="82910" y="28996"/>
                </a:cubicBezTo>
                <a:cubicBezTo>
                  <a:pt x="83923" y="29835"/>
                  <a:pt x="85338" y="30254"/>
                  <a:pt x="87157" y="30254"/>
                </a:cubicBezTo>
                <a:cubicBezTo>
                  <a:pt x="88991" y="30254"/>
                  <a:pt x="90351" y="29884"/>
                  <a:pt x="91238" y="29143"/>
                </a:cubicBezTo>
                <a:cubicBezTo>
                  <a:pt x="92126" y="28402"/>
                  <a:pt x="92569" y="27533"/>
                  <a:pt x="92569" y="26536"/>
                </a:cubicBezTo>
                <a:cubicBezTo>
                  <a:pt x="92569" y="25640"/>
                  <a:pt x="92177" y="24936"/>
                  <a:pt x="91394" y="24423"/>
                </a:cubicBezTo>
                <a:cubicBezTo>
                  <a:pt x="90847" y="24071"/>
                  <a:pt x="89486" y="23623"/>
                  <a:pt x="87312" y="23080"/>
                </a:cubicBezTo>
                <a:cubicBezTo>
                  <a:pt x="84385" y="22340"/>
                  <a:pt x="82355" y="21700"/>
                  <a:pt x="81224" y="21160"/>
                </a:cubicBezTo>
                <a:cubicBezTo>
                  <a:pt x="80093" y="20620"/>
                  <a:pt x="79235" y="19873"/>
                  <a:pt x="78651" y="18918"/>
                </a:cubicBezTo>
                <a:cubicBezTo>
                  <a:pt x="78067" y="17963"/>
                  <a:pt x="77775" y="16909"/>
                  <a:pt x="77775" y="15754"/>
                </a:cubicBezTo>
                <a:cubicBezTo>
                  <a:pt x="77775" y="14704"/>
                  <a:pt x="78015" y="13730"/>
                  <a:pt x="78496" y="12835"/>
                </a:cubicBezTo>
                <a:cubicBezTo>
                  <a:pt x="78976" y="11939"/>
                  <a:pt x="79631" y="11196"/>
                  <a:pt x="80459" y="10604"/>
                </a:cubicBezTo>
                <a:cubicBezTo>
                  <a:pt x="81080" y="10145"/>
                  <a:pt x="81926" y="9756"/>
                  <a:pt x="82998" y="9438"/>
                </a:cubicBezTo>
                <a:cubicBezTo>
                  <a:pt x="84070" y="9120"/>
                  <a:pt x="85220" y="8961"/>
                  <a:pt x="86447" y="8961"/>
                </a:cubicBezTo>
                <a:cubicBezTo>
                  <a:pt x="88296" y="8961"/>
                  <a:pt x="89919" y="9229"/>
                  <a:pt x="91316" y="9765"/>
                </a:cubicBezTo>
                <a:cubicBezTo>
                  <a:pt x="92713" y="10301"/>
                  <a:pt x="93745" y="11026"/>
                  <a:pt x="94410" y="11942"/>
                </a:cubicBezTo>
                <a:cubicBezTo>
                  <a:pt x="95076" y="12858"/>
                  <a:pt x="95534" y="14082"/>
                  <a:pt x="95785" y="15615"/>
                </a:cubicBezTo>
                <a:lnTo>
                  <a:pt x="91882" y="16147"/>
                </a:lnTo>
                <a:cubicBezTo>
                  <a:pt x="91704" y="14935"/>
                  <a:pt x="91190" y="13989"/>
                  <a:pt x="90340" y="13308"/>
                </a:cubicBezTo>
                <a:cubicBezTo>
                  <a:pt x="89490" y="12628"/>
                  <a:pt x="88288" y="12288"/>
                  <a:pt x="86736" y="12288"/>
                </a:cubicBezTo>
                <a:cubicBezTo>
                  <a:pt x="84902" y="12288"/>
                  <a:pt x="83594" y="12590"/>
                  <a:pt x="82810" y="13193"/>
                </a:cubicBezTo>
                <a:cubicBezTo>
                  <a:pt x="82026" y="13796"/>
                  <a:pt x="81634" y="14503"/>
                  <a:pt x="81634" y="15312"/>
                </a:cubicBezTo>
                <a:cubicBezTo>
                  <a:pt x="81634" y="15827"/>
                  <a:pt x="81797" y="16290"/>
                  <a:pt x="82122" y="16703"/>
                </a:cubicBezTo>
                <a:cubicBezTo>
                  <a:pt x="82448" y="17129"/>
                  <a:pt x="82958" y="17482"/>
                  <a:pt x="83653" y="17762"/>
                </a:cubicBezTo>
                <a:cubicBezTo>
                  <a:pt x="84052" y="17909"/>
                  <a:pt x="85227" y="18248"/>
                  <a:pt x="87179" y="18777"/>
                </a:cubicBezTo>
                <a:cubicBezTo>
                  <a:pt x="90004" y="19531"/>
                  <a:pt x="91974" y="20148"/>
                  <a:pt x="93090" y="20628"/>
                </a:cubicBezTo>
                <a:cubicBezTo>
                  <a:pt x="94207" y="21108"/>
                  <a:pt x="95083" y="21806"/>
                  <a:pt x="95719" y="22723"/>
                </a:cubicBezTo>
                <a:cubicBezTo>
                  <a:pt x="96355" y="23638"/>
                  <a:pt x="96673" y="24776"/>
                  <a:pt x="96673" y="26135"/>
                </a:cubicBezTo>
                <a:cubicBezTo>
                  <a:pt x="96673" y="27465"/>
                  <a:pt x="96284" y="28717"/>
                  <a:pt x="95508" y="29892"/>
                </a:cubicBezTo>
                <a:cubicBezTo>
                  <a:pt x="94732" y="31066"/>
                  <a:pt x="93612" y="31974"/>
                  <a:pt x="92148" y="32617"/>
                </a:cubicBezTo>
                <a:cubicBezTo>
                  <a:pt x="90684" y="33260"/>
                  <a:pt x="89028" y="33581"/>
                  <a:pt x="87179" y="33581"/>
                </a:cubicBezTo>
                <a:cubicBezTo>
                  <a:pt x="84118" y="33581"/>
                  <a:pt x="81786" y="32944"/>
                  <a:pt x="80181" y="31668"/>
                </a:cubicBezTo>
                <a:cubicBezTo>
                  <a:pt x="78577" y="30393"/>
                  <a:pt x="77553" y="28502"/>
                  <a:pt x="77109" y="25996"/>
                </a:cubicBezTo>
                <a:close/>
                <a:moveTo>
                  <a:pt x="102550" y="33049"/>
                </a:moveTo>
                <a:lnTo>
                  <a:pt x="102550" y="28480"/>
                </a:lnTo>
                <a:lnTo>
                  <a:pt x="107098" y="28480"/>
                </a:lnTo>
                <a:lnTo>
                  <a:pt x="107098" y="33049"/>
                </a:lnTo>
                <a:lnTo>
                  <a:pt x="102550" y="33049"/>
                </a:lnTo>
                <a:close/>
                <a:moveTo>
                  <a:pt x="114184" y="33049"/>
                </a:moveTo>
                <a:lnTo>
                  <a:pt x="114184" y="9493"/>
                </a:lnTo>
                <a:lnTo>
                  <a:pt x="117755" y="9493"/>
                </a:lnTo>
                <a:lnTo>
                  <a:pt x="117755" y="12776"/>
                </a:lnTo>
                <a:cubicBezTo>
                  <a:pt x="118494" y="11629"/>
                  <a:pt x="119478" y="10706"/>
                  <a:pt x="120705" y="10008"/>
                </a:cubicBezTo>
                <a:cubicBezTo>
                  <a:pt x="121932" y="9310"/>
                  <a:pt x="123330" y="8961"/>
                  <a:pt x="124897" y="8961"/>
                </a:cubicBezTo>
                <a:cubicBezTo>
                  <a:pt x="126642" y="8961"/>
                  <a:pt x="128073" y="9321"/>
                  <a:pt x="129189" y="10042"/>
                </a:cubicBezTo>
                <a:cubicBezTo>
                  <a:pt x="130306" y="10763"/>
                  <a:pt x="131093" y="11770"/>
                  <a:pt x="131551" y="13064"/>
                </a:cubicBezTo>
                <a:cubicBezTo>
                  <a:pt x="133415" y="10329"/>
                  <a:pt x="135840" y="8961"/>
                  <a:pt x="138827" y="8961"/>
                </a:cubicBezTo>
                <a:cubicBezTo>
                  <a:pt x="141163" y="8961"/>
                  <a:pt x="142960" y="9608"/>
                  <a:pt x="144216" y="10902"/>
                </a:cubicBezTo>
                <a:cubicBezTo>
                  <a:pt x="145473" y="12196"/>
                  <a:pt x="146102" y="14188"/>
                  <a:pt x="146102" y="16879"/>
                </a:cubicBezTo>
                <a:lnTo>
                  <a:pt x="146102" y="33049"/>
                </a:lnTo>
                <a:lnTo>
                  <a:pt x="142131" y="33049"/>
                </a:lnTo>
                <a:lnTo>
                  <a:pt x="142131" y="18194"/>
                </a:lnTo>
                <a:cubicBezTo>
                  <a:pt x="142131" y="16595"/>
                  <a:pt x="142002" y="15445"/>
                  <a:pt x="141743" y="14742"/>
                </a:cubicBezTo>
                <a:cubicBezTo>
                  <a:pt x="141485" y="14038"/>
                  <a:pt x="141015" y="13472"/>
                  <a:pt x="140335" y="13043"/>
                </a:cubicBezTo>
                <a:cubicBezTo>
                  <a:pt x="139655" y="12614"/>
                  <a:pt x="138856" y="12399"/>
                  <a:pt x="137939" y="12399"/>
                </a:cubicBezTo>
                <a:cubicBezTo>
                  <a:pt x="136283" y="12399"/>
                  <a:pt x="134908" y="12950"/>
                  <a:pt x="133814" y="14053"/>
                </a:cubicBezTo>
                <a:cubicBezTo>
                  <a:pt x="132720" y="15156"/>
                  <a:pt x="132172" y="16921"/>
                  <a:pt x="132172" y="19349"/>
                </a:cubicBezTo>
                <a:lnTo>
                  <a:pt x="132172" y="33049"/>
                </a:lnTo>
                <a:lnTo>
                  <a:pt x="128180" y="33049"/>
                </a:lnTo>
                <a:lnTo>
                  <a:pt x="128180" y="17728"/>
                </a:lnTo>
                <a:cubicBezTo>
                  <a:pt x="128180" y="15951"/>
                  <a:pt x="127855" y="14619"/>
                  <a:pt x="127204" y="13731"/>
                </a:cubicBezTo>
                <a:cubicBezTo>
                  <a:pt x="126553" y="12843"/>
                  <a:pt x="125489" y="12399"/>
                  <a:pt x="124010" y="12399"/>
                </a:cubicBezTo>
                <a:cubicBezTo>
                  <a:pt x="122886" y="12399"/>
                  <a:pt x="121847" y="12695"/>
                  <a:pt x="120894" y="13288"/>
                </a:cubicBezTo>
                <a:cubicBezTo>
                  <a:pt x="119940" y="13879"/>
                  <a:pt x="119249" y="14745"/>
                  <a:pt x="118820" y="15885"/>
                </a:cubicBezTo>
                <a:cubicBezTo>
                  <a:pt x="118391" y="17025"/>
                  <a:pt x="118177" y="18668"/>
                  <a:pt x="118177" y="20814"/>
                </a:cubicBezTo>
                <a:lnTo>
                  <a:pt x="118177" y="33049"/>
                </a:lnTo>
                <a:lnTo>
                  <a:pt x="114184" y="33049"/>
                </a:lnTo>
                <a:close/>
                <a:moveTo>
                  <a:pt x="165807" y="33049"/>
                </a:moveTo>
                <a:lnTo>
                  <a:pt x="165807" y="30077"/>
                </a:lnTo>
                <a:cubicBezTo>
                  <a:pt x="164313" y="32413"/>
                  <a:pt x="162117" y="33581"/>
                  <a:pt x="159219" y="33581"/>
                </a:cubicBezTo>
                <a:cubicBezTo>
                  <a:pt x="157341" y="33581"/>
                  <a:pt x="155615" y="33064"/>
                  <a:pt x="154040" y="32029"/>
                </a:cubicBezTo>
                <a:cubicBezTo>
                  <a:pt x="152465" y="30994"/>
                  <a:pt x="151245" y="29548"/>
                  <a:pt x="150380" y="27692"/>
                </a:cubicBezTo>
                <a:cubicBezTo>
                  <a:pt x="149515" y="25837"/>
                  <a:pt x="149083" y="23704"/>
                  <a:pt x="149083" y="21293"/>
                </a:cubicBezTo>
                <a:cubicBezTo>
                  <a:pt x="149083" y="18942"/>
                  <a:pt x="149474" y="16809"/>
                  <a:pt x="150258" y="14894"/>
                </a:cubicBezTo>
                <a:cubicBezTo>
                  <a:pt x="151042" y="12979"/>
                  <a:pt x="152217" y="11512"/>
                  <a:pt x="153785" y="10491"/>
                </a:cubicBezTo>
                <a:cubicBezTo>
                  <a:pt x="155352" y="9471"/>
                  <a:pt x="157105" y="8961"/>
                  <a:pt x="159042" y="8961"/>
                </a:cubicBezTo>
                <a:cubicBezTo>
                  <a:pt x="160461" y="8961"/>
                  <a:pt x="161725" y="9260"/>
                  <a:pt x="162834" y="9859"/>
                </a:cubicBezTo>
                <a:cubicBezTo>
                  <a:pt x="163943" y="10458"/>
                  <a:pt x="164846" y="11238"/>
                  <a:pt x="165540" y="12199"/>
                </a:cubicBezTo>
                <a:lnTo>
                  <a:pt x="165540" y="532"/>
                </a:lnTo>
                <a:lnTo>
                  <a:pt x="169511" y="532"/>
                </a:lnTo>
                <a:lnTo>
                  <a:pt x="169511" y="33049"/>
                </a:lnTo>
                <a:lnTo>
                  <a:pt x="165807" y="33049"/>
                </a:lnTo>
                <a:moveTo>
                  <a:pt x="153186" y="21282"/>
                </a:moveTo>
                <a:cubicBezTo>
                  <a:pt x="153186" y="24288"/>
                  <a:pt x="153822" y="26534"/>
                  <a:pt x="155093" y="28022"/>
                </a:cubicBezTo>
                <a:cubicBezTo>
                  <a:pt x="156365" y="29510"/>
                  <a:pt x="157866" y="30254"/>
                  <a:pt x="159596" y="30254"/>
                </a:cubicBezTo>
                <a:cubicBezTo>
                  <a:pt x="161341" y="30254"/>
                  <a:pt x="162823" y="29544"/>
                  <a:pt x="164043" y="28122"/>
                </a:cubicBezTo>
                <a:cubicBezTo>
                  <a:pt x="165263" y="26700"/>
                  <a:pt x="165873" y="24531"/>
                  <a:pt x="165873" y="21614"/>
                </a:cubicBezTo>
                <a:cubicBezTo>
                  <a:pt x="165873" y="18402"/>
                  <a:pt x="165252" y="16045"/>
                  <a:pt x="164010" y="14542"/>
                </a:cubicBezTo>
                <a:cubicBezTo>
                  <a:pt x="162768" y="13039"/>
                  <a:pt x="161237" y="12288"/>
                  <a:pt x="159419" y="12288"/>
                </a:cubicBezTo>
                <a:cubicBezTo>
                  <a:pt x="157644" y="12288"/>
                  <a:pt x="156162" y="13010"/>
                  <a:pt x="154971" y="14454"/>
                </a:cubicBezTo>
                <a:cubicBezTo>
                  <a:pt x="153781" y="15898"/>
                  <a:pt x="153186" y="18174"/>
                  <a:pt x="153186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685DC-6E91-435C-AEE1-EB1A4371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20" y="415011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2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50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Text padding.md">
            <a:extLst xmlns:a="http://schemas.openxmlformats.org/drawingml/2006/main">
              <a:ext uri="{FF2B5EF4-FFF2-40B4-BE49-F238E27FC236}">
                <a16:creationId xmlns:a16="http://schemas.microsoft.com/office/drawing/2014/main" id="{5ED5FCC2-4B9F-4ABE-8CAD-F0641500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556" y="4156837"/>
            <a:ext cx="231261" cy="42099"/>
          </a:xfrm>
          <a:custGeom xmlns:a="http://schemas.openxmlformats.org/drawingml/2006/main">
            <a:pathLst>
              <a:path w="231261" h="42099">
                <a:moveTo>
                  <a:pt x="0" y="41566"/>
                </a:moveTo>
                <a:lnTo>
                  <a:pt x="0" y="8961"/>
                </a:lnTo>
                <a:lnTo>
                  <a:pt x="3638" y="8961"/>
                </a:lnTo>
                <a:lnTo>
                  <a:pt x="3638" y="12000"/>
                </a:lnTo>
                <a:cubicBezTo>
                  <a:pt x="4495" y="10809"/>
                  <a:pt x="5464" y="9917"/>
                  <a:pt x="6543" y="9321"/>
                </a:cubicBezTo>
                <a:cubicBezTo>
                  <a:pt x="7623" y="8726"/>
                  <a:pt x="8931" y="8429"/>
                  <a:pt x="10469" y="8429"/>
                </a:cubicBezTo>
                <a:cubicBezTo>
                  <a:pt x="12480" y="8429"/>
                  <a:pt x="14255" y="8946"/>
                  <a:pt x="15793" y="9981"/>
                </a:cubicBezTo>
                <a:cubicBezTo>
                  <a:pt x="17330" y="11016"/>
                  <a:pt x="18491" y="12477"/>
                  <a:pt x="19275" y="14362"/>
                </a:cubicBezTo>
                <a:cubicBezTo>
                  <a:pt x="20059" y="16247"/>
                  <a:pt x="20450" y="18314"/>
                  <a:pt x="20450" y="20561"/>
                </a:cubicBezTo>
                <a:cubicBezTo>
                  <a:pt x="20450" y="22972"/>
                  <a:pt x="20018" y="25142"/>
                  <a:pt x="19153" y="27071"/>
                </a:cubicBezTo>
                <a:cubicBezTo>
                  <a:pt x="18288" y="29001"/>
                  <a:pt x="17031" y="30480"/>
                  <a:pt x="15382" y="31507"/>
                </a:cubicBezTo>
                <a:cubicBezTo>
                  <a:pt x="13733" y="32535"/>
                  <a:pt x="12000" y="33049"/>
                  <a:pt x="10181" y="33049"/>
                </a:cubicBezTo>
                <a:cubicBezTo>
                  <a:pt x="8850" y="33049"/>
                  <a:pt x="7656" y="32764"/>
                  <a:pt x="6599" y="32195"/>
                </a:cubicBezTo>
                <a:cubicBezTo>
                  <a:pt x="5541" y="31625"/>
                  <a:pt x="4673" y="30906"/>
                  <a:pt x="3992" y="30037"/>
                </a:cubicBezTo>
                <a:lnTo>
                  <a:pt x="3992" y="41566"/>
                </a:lnTo>
                <a:lnTo>
                  <a:pt x="0" y="41566"/>
                </a:lnTo>
                <a:moveTo>
                  <a:pt x="3615" y="20839"/>
                </a:moveTo>
                <a:cubicBezTo>
                  <a:pt x="3615" y="23866"/>
                  <a:pt x="4229" y="26104"/>
                  <a:pt x="5456" y="27551"/>
                </a:cubicBezTo>
                <a:cubicBezTo>
                  <a:pt x="6684" y="28998"/>
                  <a:pt x="8170" y="29722"/>
                  <a:pt x="9915" y="29722"/>
                </a:cubicBezTo>
                <a:cubicBezTo>
                  <a:pt x="11689" y="29722"/>
                  <a:pt x="13208" y="28972"/>
                  <a:pt x="14473" y="27473"/>
                </a:cubicBezTo>
                <a:cubicBezTo>
                  <a:pt x="15737" y="25974"/>
                  <a:pt x="16369" y="23652"/>
                  <a:pt x="16369" y="20506"/>
                </a:cubicBezTo>
                <a:cubicBezTo>
                  <a:pt x="16369" y="17508"/>
                  <a:pt x="15752" y="15263"/>
                  <a:pt x="14517" y="13771"/>
                </a:cubicBezTo>
                <a:cubicBezTo>
                  <a:pt x="13282" y="12280"/>
                  <a:pt x="11807" y="11534"/>
                  <a:pt x="10092" y="11534"/>
                </a:cubicBezTo>
                <a:cubicBezTo>
                  <a:pt x="8392" y="11534"/>
                  <a:pt x="6887" y="12328"/>
                  <a:pt x="5578" y="13915"/>
                </a:cubicBezTo>
                <a:cubicBezTo>
                  <a:pt x="4270" y="15503"/>
                  <a:pt x="3615" y="17811"/>
                  <a:pt x="3615" y="20839"/>
                </a:cubicBezTo>
                <a:close/>
                <a:moveTo>
                  <a:pt x="40764" y="29608"/>
                </a:moveTo>
                <a:cubicBezTo>
                  <a:pt x="39286" y="30866"/>
                  <a:pt x="37862" y="31754"/>
                  <a:pt x="36495" y="32272"/>
                </a:cubicBezTo>
                <a:cubicBezTo>
                  <a:pt x="35127" y="32790"/>
                  <a:pt x="33659" y="33049"/>
                  <a:pt x="32092" y="33049"/>
                </a:cubicBezTo>
                <a:cubicBezTo>
                  <a:pt x="29504" y="33049"/>
                  <a:pt x="27515" y="32416"/>
                  <a:pt x="26125" y="31151"/>
                </a:cubicBezTo>
                <a:cubicBezTo>
                  <a:pt x="24735" y="29886"/>
                  <a:pt x="24040" y="28269"/>
                  <a:pt x="24040" y="26301"/>
                </a:cubicBezTo>
                <a:cubicBezTo>
                  <a:pt x="24040" y="25147"/>
                  <a:pt x="24303" y="24093"/>
                  <a:pt x="24828" y="23139"/>
                </a:cubicBezTo>
                <a:cubicBezTo>
                  <a:pt x="25353" y="22184"/>
                  <a:pt x="26040" y="21419"/>
                  <a:pt x="26890" y="20841"/>
                </a:cubicBezTo>
                <a:cubicBezTo>
                  <a:pt x="27741" y="20264"/>
                  <a:pt x="28698" y="19828"/>
                  <a:pt x="29763" y="19532"/>
                </a:cubicBezTo>
                <a:cubicBezTo>
                  <a:pt x="30546" y="19325"/>
                  <a:pt x="31729" y="19125"/>
                  <a:pt x="33312" y="18932"/>
                </a:cubicBezTo>
                <a:cubicBezTo>
                  <a:pt x="36535" y="18551"/>
                  <a:pt x="38908" y="18096"/>
                  <a:pt x="40432" y="17567"/>
                </a:cubicBezTo>
                <a:cubicBezTo>
                  <a:pt x="40446" y="17022"/>
                  <a:pt x="40454" y="16676"/>
                  <a:pt x="40454" y="16529"/>
                </a:cubicBezTo>
                <a:cubicBezTo>
                  <a:pt x="40454" y="14908"/>
                  <a:pt x="40077" y="13766"/>
                  <a:pt x="39323" y="13104"/>
                </a:cubicBezTo>
                <a:cubicBezTo>
                  <a:pt x="38302" y="12205"/>
                  <a:pt x="36787" y="11756"/>
                  <a:pt x="34776" y="11756"/>
                </a:cubicBezTo>
                <a:cubicBezTo>
                  <a:pt x="32898" y="11756"/>
                  <a:pt x="31511" y="12085"/>
                  <a:pt x="30617" y="12743"/>
                </a:cubicBezTo>
                <a:cubicBezTo>
                  <a:pt x="29722" y="13401"/>
                  <a:pt x="29060" y="14565"/>
                  <a:pt x="28632" y="16236"/>
                </a:cubicBezTo>
                <a:lnTo>
                  <a:pt x="24728" y="15704"/>
                </a:lnTo>
                <a:cubicBezTo>
                  <a:pt x="25083" y="14028"/>
                  <a:pt x="25667" y="12674"/>
                  <a:pt x="26480" y="11643"/>
                </a:cubicBezTo>
                <a:cubicBezTo>
                  <a:pt x="27293" y="10612"/>
                  <a:pt x="28469" y="9819"/>
                  <a:pt x="30007" y="9263"/>
                </a:cubicBezTo>
                <a:cubicBezTo>
                  <a:pt x="31545" y="8707"/>
                  <a:pt x="33326" y="8429"/>
                  <a:pt x="35352" y="8429"/>
                </a:cubicBezTo>
                <a:cubicBezTo>
                  <a:pt x="37363" y="8429"/>
                  <a:pt x="38997" y="8665"/>
                  <a:pt x="40254" y="9138"/>
                </a:cubicBezTo>
                <a:cubicBezTo>
                  <a:pt x="41511" y="9612"/>
                  <a:pt x="42435" y="10207"/>
                  <a:pt x="43027" y="10924"/>
                </a:cubicBezTo>
                <a:cubicBezTo>
                  <a:pt x="43618" y="11641"/>
                  <a:pt x="44032" y="12547"/>
                  <a:pt x="44269" y="13641"/>
                </a:cubicBezTo>
                <a:cubicBezTo>
                  <a:pt x="44402" y="14321"/>
                  <a:pt x="44468" y="15549"/>
                  <a:pt x="44468" y="17323"/>
                </a:cubicBezTo>
                <a:lnTo>
                  <a:pt x="44468" y="22646"/>
                </a:lnTo>
                <a:cubicBezTo>
                  <a:pt x="44468" y="26358"/>
                  <a:pt x="44553" y="28705"/>
                  <a:pt x="44723" y="29689"/>
                </a:cubicBezTo>
                <a:cubicBezTo>
                  <a:pt x="44894" y="30672"/>
                  <a:pt x="45230" y="31615"/>
                  <a:pt x="45733" y="32517"/>
                </a:cubicBezTo>
                <a:lnTo>
                  <a:pt x="41563" y="32517"/>
                </a:lnTo>
                <a:cubicBezTo>
                  <a:pt x="41149" y="31688"/>
                  <a:pt x="40883" y="30718"/>
                  <a:pt x="40764" y="29608"/>
                </a:cubicBezTo>
                <a:moveTo>
                  <a:pt x="40432" y="20672"/>
                </a:moveTo>
                <a:cubicBezTo>
                  <a:pt x="38982" y="21269"/>
                  <a:pt x="36809" y="21776"/>
                  <a:pt x="33910" y="22193"/>
                </a:cubicBezTo>
                <a:cubicBezTo>
                  <a:pt x="32269" y="22430"/>
                  <a:pt x="31108" y="22698"/>
                  <a:pt x="30428" y="22995"/>
                </a:cubicBezTo>
                <a:cubicBezTo>
                  <a:pt x="29748" y="23292"/>
                  <a:pt x="29223" y="23726"/>
                  <a:pt x="28853" y="24298"/>
                </a:cubicBezTo>
                <a:cubicBezTo>
                  <a:pt x="28484" y="24870"/>
                  <a:pt x="28299" y="25504"/>
                  <a:pt x="28299" y="26202"/>
                </a:cubicBezTo>
                <a:cubicBezTo>
                  <a:pt x="28299" y="27271"/>
                  <a:pt x="28702" y="28162"/>
                  <a:pt x="29508" y="28875"/>
                </a:cubicBezTo>
                <a:cubicBezTo>
                  <a:pt x="30314" y="29587"/>
                  <a:pt x="31493" y="29944"/>
                  <a:pt x="33045" y="29944"/>
                </a:cubicBezTo>
                <a:cubicBezTo>
                  <a:pt x="34583" y="29944"/>
                  <a:pt x="35951" y="29606"/>
                  <a:pt x="37149" y="28930"/>
                </a:cubicBezTo>
                <a:cubicBezTo>
                  <a:pt x="38347" y="28254"/>
                  <a:pt x="39226" y="27329"/>
                  <a:pt x="39788" y="26155"/>
                </a:cubicBezTo>
                <a:cubicBezTo>
                  <a:pt x="40217" y="25248"/>
                  <a:pt x="40432" y="23911"/>
                  <a:pt x="40432" y="22143"/>
                </a:cubicBezTo>
                <a:lnTo>
                  <a:pt x="40432" y="20672"/>
                </a:lnTo>
                <a:close/>
                <a:moveTo>
                  <a:pt x="66068" y="32517"/>
                </a:moveTo>
                <a:lnTo>
                  <a:pt x="66068" y="29544"/>
                </a:lnTo>
                <a:cubicBezTo>
                  <a:pt x="64575" y="31881"/>
                  <a:pt x="62379" y="33049"/>
                  <a:pt x="59481" y="33049"/>
                </a:cubicBezTo>
                <a:cubicBezTo>
                  <a:pt x="57603" y="33049"/>
                  <a:pt x="55876" y="32531"/>
                  <a:pt x="54302" y="31496"/>
                </a:cubicBezTo>
                <a:cubicBezTo>
                  <a:pt x="52727" y="30461"/>
                  <a:pt x="51507" y="29016"/>
                  <a:pt x="50642" y="27160"/>
                </a:cubicBezTo>
                <a:cubicBezTo>
                  <a:pt x="49777" y="25304"/>
                  <a:pt x="49344" y="23171"/>
                  <a:pt x="49344" y="20761"/>
                </a:cubicBezTo>
                <a:cubicBezTo>
                  <a:pt x="49344" y="18410"/>
                  <a:pt x="49736" y="16277"/>
                  <a:pt x="50520" y="14362"/>
                </a:cubicBezTo>
                <a:cubicBezTo>
                  <a:pt x="51304" y="12447"/>
                  <a:pt x="52479" y="10979"/>
                  <a:pt x="54047" y="9959"/>
                </a:cubicBezTo>
                <a:cubicBezTo>
                  <a:pt x="55614" y="8939"/>
                  <a:pt x="57366" y="8429"/>
                  <a:pt x="59303" y="8429"/>
                </a:cubicBezTo>
                <a:cubicBezTo>
                  <a:pt x="60723" y="8429"/>
                  <a:pt x="61987" y="8728"/>
                  <a:pt x="63096" y="9327"/>
                </a:cubicBezTo>
                <a:cubicBezTo>
                  <a:pt x="64205" y="9926"/>
                  <a:pt x="65107" y="10706"/>
                  <a:pt x="65802" y="11667"/>
                </a:cubicBezTo>
                <a:lnTo>
                  <a:pt x="65802" y="0"/>
                </a:lnTo>
                <a:lnTo>
                  <a:pt x="69773" y="0"/>
                </a:lnTo>
                <a:lnTo>
                  <a:pt x="69773" y="32517"/>
                </a:lnTo>
                <a:lnTo>
                  <a:pt x="66068" y="32517"/>
                </a:lnTo>
                <a:moveTo>
                  <a:pt x="53448" y="20750"/>
                </a:moveTo>
                <a:cubicBezTo>
                  <a:pt x="53448" y="23755"/>
                  <a:pt x="54084" y="26002"/>
                  <a:pt x="55355" y="27490"/>
                </a:cubicBezTo>
                <a:cubicBezTo>
                  <a:pt x="56627" y="28978"/>
                  <a:pt x="58128" y="29722"/>
                  <a:pt x="59858" y="29722"/>
                </a:cubicBezTo>
                <a:cubicBezTo>
                  <a:pt x="61603" y="29722"/>
                  <a:pt x="63085" y="29011"/>
                  <a:pt x="64305" y="27590"/>
                </a:cubicBezTo>
                <a:cubicBezTo>
                  <a:pt x="65525" y="26168"/>
                  <a:pt x="66135" y="23998"/>
                  <a:pt x="66135" y="21081"/>
                </a:cubicBezTo>
                <a:cubicBezTo>
                  <a:pt x="66135" y="17870"/>
                  <a:pt x="65514" y="15512"/>
                  <a:pt x="64272" y="14010"/>
                </a:cubicBezTo>
                <a:cubicBezTo>
                  <a:pt x="63030" y="12507"/>
                  <a:pt x="61499" y="11756"/>
                  <a:pt x="59680" y="11756"/>
                </a:cubicBezTo>
                <a:cubicBezTo>
                  <a:pt x="57906" y="11756"/>
                  <a:pt x="56424" y="12478"/>
                  <a:pt x="55233" y="13922"/>
                </a:cubicBezTo>
                <a:cubicBezTo>
                  <a:pt x="54043" y="15365"/>
                  <a:pt x="53448" y="17641"/>
                  <a:pt x="53448" y="20750"/>
                </a:cubicBezTo>
                <a:close/>
                <a:moveTo>
                  <a:pt x="91461" y="32517"/>
                </a:moveTo>
                <a:lnTo>
                  <a:pt x="91461" y="29544"/>
                </a:lnTo>
                <a:cubicBezTo>
                  <a:pt x="89968" y="31881"/>
                  <a:pt x="87772" y="33049"/>
                  <a:pt x="84874" y="33049"/>
                </a:cubicBezTo>
                <a:cubicBezTo>
                  <a:pt x="82996" y="33049"/>
                  <a:pt x="81269" y="32531"/>
                  <a:pt x="79695" y="31496"/>
                </a:cubicBezTo>
                <a:cubicBezTo>
                  <a:pt x="78120" y="30461"/>
                  <a:pt x="76900" y="29016"/>
                  <a:pt x="76035" y="27160"/>
                </a:cubicBezTo>
                <a:cubicBezTo>
                  <a:pt x="75170" y="25304"/>
                  <a:pt x="74737" y="23171"/>
                  <a:pt x="74737" y="20761"/>
                </a:cubicBezTo>
                <a:cubicBezTo>
                  <a:pt x="74737" y="18410"/>
                  <a:pt x="75129" y="16277"/>
                  <a:pt x="75913" y="14362"/>
                </a:cubicBezTo>
                <a:cubicBezTo>
                  <a:pt x="76696" y="12447"/>
                  <a:pt x="77872" y="10979"/>
                  <a:pt x="79439" y="9959"/>
                </a:cubicBezTo>
                <a:cubicBezTo>
                  <a:pt x="81007" y="8939"/>
                  <a:pt x="82759" y="8429"/>
                  <a:pt x="84696" y="8429"/>
                </a:cubicBezTo>
                <a:cubicBezTo>
                  <a:pt x="86116" y="8429"/>
                  <a:pt x="87380" y="8728"/>
                  <a:pt x="88489" y="9327"/>
                </a:cubicBezTo>
                <a:cubicBezTo>
                  <a:pt x="89598" y="9926"/>
                  <a:pt x="90500" y="10706"/>
                  <a:pt x="91195" y="11667"/>
                </a:cubicBezTo>
                <a:lnTo>
                  <a:pt x="91195" y="0"/>
                </a:lnTo>
                <a:lnTo>
                  <a:pt x="95165" y="0"/>
                </a:lnTo>
                <a:lnTo>
                  <a:pt x="95165" y="32517"/>
                </a:lnTo>
                <a:lnTo>
                  <a:pt x="91461" y="32517"/>
                </a:lnTo>
                <a:moveTo>
                  <a:pt x="78841" y="20750"/>
                </a:moveTo>
                <a:cubicBezTo>
                  <a:pt x="78841" y="23755"/>
                  <a:pt x="79476" y="26002"/>
                  <a:pt x="80748" y="27490"/>
                </a:cubicBezTo>
                <a:cubicBezTo>
                  <a:pt x="82020" y="28978"/>
                  <a:pt x="83521" y="29722"/>
                  <a:pt x="85251" y="29722"/>
                </a:cubicBezTo>
                <a:cubicBezTo>
                  <a:pt x="86996" y="29722"/>
                  <a:pt x="88478" y="29011"/>
                  <a:pt x="89698" y="27590"/>
                </a:cubicBezTo>
                <a:cubicBezTo>
                  <a:pt x="90918" y="26168"/>
                  <a:pt x="91528" y="23998"/>
                  <a:pt x="91528" y="21081"/>
                </a:cubicBezTo>
                <a:cubicBezTo>
                  <a:pt x="91528" y="17870"/>
                  <a:pt x="90907" y="15512"/>
                  <a:pt x="89665" y="14010"/>
                </a:cubicBezTo>
                <a:cubicBezTo>
                  <a:pt x="88423" y="12507"/>
                  <a:pt x="86892" y="11756"/>
                  <a:pt x="85073" y="11756"/>
                </a:cubicBezTo>
                <a:cubicBezTo>
                  <a:pt x="83299" y="11756"/>
                  <a:pt x="81816" y="12478"/>
                  <a:pt x="80626" y="13922"/>
                </a:cubicBezTo>
                <a:cubicBezTo>
                  <a:pt x="79436" y="15365"/>
                  <a:pt x="78841" y="17641"/>
                  <a:pt x="78841" y="20750"/>
                </a:cubicBezTo>
                <a:close/>
                <a:moveTo>
                  <a:pt x="101594" y="4614"/>
                </a:moveTo>
                <a:lnTo>
                  <a:pt x="101594" y="0"/>
                </a:lnTo>
                <a:lnTo>
                  <a:pt x="105587" y="0"/>
                </a:lnTo>
                <a:lnTo>
                  <a:pt x="105587" y="4614"/>
                </a:lnTo>
                <a:lnTo>
                  <a:pt x="101594" y="4614"/>
                </a:lnTo>
                <a:moveTo>
                  <a:pt x="101594" y="32517"/>
                </a:moveTo>
                <a:lnTo>
                  <a:pt x="101594" y="8961"/>
                </a:lnTo>
                <a:lnTo>
                  <a:pt x="105587" y="8961"/>
                </a:lnTo>
                <a:lnTo>
                  <a:pt x="105587" y="32517"/>
                </a:lnTo>
                <a:lnTo>
                  <a:pt x="101594" y="32517"/>
                </a:lnTo>
                <a:close/>
                <a:moveTo>
                  <a:pt x="112429" y="32517"/>
                </a:moveTo>
                <a:lnTo>
                  <a:pt x="112429" y="8961"/>
                </a:lnTo>
                <a:lnTo>
                  <a:pt x="116022" y="8961"/>
                </a:lnTo>
                <a:lnTo>
                  <a:pt x="116022" y="12288"/>
                </a:lnTo>
                <a:cubicBezTo>
                  <a:pt x="117752" y="9715"/>
                  <a:pt x="120251" y="8429"/>
                  <a:pt x="123519" y="8429"/>
                </a:cubicBezTo>
                <a:cubicBezTo>
                  <a:pt x="124938" y="8429"/>
                  <a:pt x="126243" y="8684"/>
                  <a:pt x="127434" y="9194"/>
                </a:cubicBezTo>
                <a:cubicBezTo>
                  <a:pt x="128624" y="9704"/>
                  <a:pt x="129515" y="10373"/>
                  <a:pt x="130106" y="11201"/>
                </a:cubicBezTo>
                <a:cubicBezTo>
                  <a:pt x="130698" y="12029"/>
                  <a:pt x="131112" y="13013"/>
                  <a:pt x="131349" y="14151"/>
                </a:cubicBezTo>
                <a:cubicBezTo>
                  <a:pt x="131496" y="14891"/>
                  <a:pt x="131570" y="16184"/>
                  <a:pt x="131570" y="18033"/>
                </a:cubicBezTo>
                <a:lnTo>
                  <a:pt x="131570" y="32517"/>
                </a:lnTo>
                <a:lnTo>
                  <a:pt x="127578" y="32517"/>
                </a:lnTo>
                <a:lnTo>
                  <a:pt x="127578" y="18173"/>
                </a:lnTo>
                <a:cubicBezTo>
                  <a:pt x="127578" y="16544"/>
                  <a:pt x="127423" y="15327"/>
                  <a:pt x="127112" y="14520"/>
                </a:cubicBezTo>
                <a:cubicBezTo>
                  <a:pt x="126802" y="13713"/>
                  <a:pt x="126251" y="13069"/>
                  <a:pt x="125460" y="12588"/>
                </a:cubicBezTo>
                <a:cubicBezTo>
                  <a:pt x="124669" y="12107"/>
                  <a:pt x="123741" y="11867"/>
                  <a:pt x="122676" y="11867"/>
                </a:cubicBezTo>
                <a:cubicBezTo>
                  <a:pt x="120976" y="11867"/>
                  <a:pt x="119508" y="12407"/>
                  <a:pt x="118273" y="13488"/>
                </a:cubicBezTo>
                <a:cubicBezTo>
                  <a:pt x="117038" y="14568"/>
                  <a:pt x="116421" y="16618"/>
                  <a:pt x="116421" y="19638"/>
                </a:cubicBezTo>
                <a:lnTo>
                  <a:pt x="116421" y="32517"/>
                </a:lnTo>
                <a:lnTo>
                  <a:pt x="112429" y="32517"/>
                </a:lnTo>
                <a:close/>
                <a:moveTo>
                  <a:pt x="137090" y="34469"/>
                </a:moveTo>
                <a:lnTo>
                  <a:pt x="140971" y="35045"/>
                </a:lnTo>
                <a:cubicBezTo>
                  <a:pt x="141134" y="36243"/>
                  <a:pt x="141585" y="37115"/>
                  <a:pt x="142324" y="37662"/>
                </a:cubicBezTo>
                <a:cubicBezTo>
                  <a:pt x="143315" y="38402"/>
                  <a:pt x="144668" y="38772"/>
                  <a:pt x="146383" y="38772"/>
                </a:cubicBezTo>
                <a:cubicBezTo>
                  <a:pt x="148232" y="38772"/>
                  <a:pt x="149659" y="38401"/>
                  <a:pt x="150664" y="37660"/>
                </a:cubicBezTo>
                <a:cubicBezTo>
                  <a:pt x="151670" y="36919"/>
                  <a:pt x="152350" y="35882"/>
                  <a:pt x="152705" y="34548"/>
                </a:cubicBezTo>
                <a:cubicBezTo>
                  <a:pt x="152912" y="33733"/>
                  <a:pt x="153008" y="32021"/>
                  <a:pt x="152993" y="29413"/>
                </a:cubicBezTo>
                <a:cubicBezTo>
                  <a:pt x="151248" y="31482"/>
                  <a:pt x="149075" y="32517"/>
                  <a:pt x="146472" y="32517"/>
                </a:cubicBezTo>
                <a:cubicBezTo>
                  <a:pt x="143234" y="32517"/>
                  <a:pt x="140727" y="31348"/>
                  <a:pt x="138953" y="29012"/>
                </a:cubicBezTo>
                <a:cubicBezTo>
                  <a:pt x="137179" y="26676"/>
                  <a:pt x="136291" y="23874"/>
                  <a:pt x="136291" y="20606"/>
                </a:cubicBezTo>
                <a:cubicBezTo>
                  <a:pt x="136291" y="18358"/>
                  <a:pt x="136698" y="16284"/>
                  <a:pt x="137511" y="14384"/>
                </a:cubicBezTo>
                <a:cubicBezTo>
                  <a:pt x="138325" y="12484"/>
                  <a:pt x="139504" y="11016"/>
                  <a:pt x="141049" y="9981"/>
                </a:cubicBezTo>
                <a:cubicBezTo>
                  <a:pt x="142594" y="8946"/>
                  <a:pt x="144409" y="8429"/>
                  <a:pt x="146494" y="8429"/>
                </a:cubicBezTo>
                <a:cubicBezTo>
                  <a:pt x="149274" y="8429"/>
                  <a:pt x="151566" y="9560"/>
                  <a:pt x="153370" y="11822"/>
                </a:cubicBezTo>
                <a:lnTo>
                  <a:pt x="153370" y="8961"/>
                </a:lnTo>
                <a:lnTo>
                  <a:pt x="157052" y="8961"/>
                </a:lnTo>
                <a:lnTo>
                  <a:pt x="157052" y="29336"/>
                </a:lnTo>
                <a:cubicBezTo>
                  <a:pt x="157052" y="33006"/>
                  <a:pt x="156679" y="35606"/>
                  <a:pt x="155932" y="37138"/>
                </a:cubicBezTo>
                <a:cubicBezTo>
                  <a:pt x="155185" y="38669"/>
                  <a:pt x="154002" y="39879"/>
                  <a:pt x="152383" y="40766"/>
                </a:cubicBezTo>
                <a:cubicBezTo>
                  <a:pt x="150764" y="41655"/>
                  <a:pt x="148772" y="42099"/>
                  <a:pt x="146406" y="42099"/>
                </a:cubicBezTo>
                <a:cubicBezTo>
                  <a:pt x="143596" y="42099"/>
                  <a:pt x="141326" y="41465"/>
                  <a:pt x="139596" y="40197"/>
                </a:cubicBezTo>
                <a:cubicBezTo>
                  <a:pt x="137866" y="38929"/>
                  <a:pt x="137031" y="37019"/>
                  <a:pt x="137090" y="34469"/>
                </a:cubicBezTo>
                <a:moveTo>
                  <a:pt x="140395" y="20318"/>
                </a:moveTo>
                <a:cubicBezTo>
                  <a:pt x="140395" y="23401"/>
                  <a:pt x="141008" y="25650"/>
                  <a:pt x="142236" y="27066"/>
                </a:cubicBezTo>
                <a:cubicBezTo>
                  <a:pt x="143463" y="28482"/>
                  <a:pt x="145001" y="29190"/>
                  <a:pt x="146849" y="29190"/>
                </a:cubicBezTo>
                <a:cubicBezTo>
                  <a:pt x="148683" y="29190"/>
                  <a:pt x="150221" y="28485"/>
                  <a:pt x="151463" y="27077"/>
                </a:cubicBezTo>
                <a:cubicBezTo>
                  <a:pt x="152705" y="25668"/>
                  <a:pt x="153326" y="23460"/>
                  <a:pt x="153326" y="20450"/>
                </a:cubicBezTo>
                <a:cubicBezTo>
                  <a:pt x="153326" y="17574"/>
                  <a:pt x="152686" y="15406"/>
                  <a:pt x="151407" y="13946"/>
                </a:cubicBezTo>
                <a:cubicBezTo>
                  <a:pt x="150128" y="12486"/>
                  <a:pt x="148587" y="11756"/>
                  <a:pt x="146783" y="11756"/>
                </a:cubicBezTo>
                <a:cubicBezTo>
                  <a:pt x="145008" y="11756"/>
                  <a:pt x="143500" y="12475"/>
                  <a:pt x="142258" y="13913"/>
                </a:cubicBezTo>
                <a:cubicBezTo>
                  <a:pt x="141016" y="15351"/>
                  <a:pt x="140395" y="17486"/>
                  <a:pt x="140395" y="20318"/>
                </a:cubicBezTo>
                <a:close/>
                <a:moveTo>
                  <a:pt x="164346" y="32517"/>
                </a:moveTo>
                <a:lnTo>
                  <a:pt x="164346" y="27947"/>
                </a:lnTo>
                <a:lnTo>
                  <a:pt x="168893" y="27947"/>
                </a:lnTo>
                <a:lnTo>
                  <a:pt x="168893" y="32517"/>
                </a:lnTo>
                <a:lnTo>
                  <a:pt x="164346" y="32517"/>
                </a:lnTo>
                <a:close/>
                <a:moveTo>
                  <a:pt x="175843" y="32517"/>
                </a:moveTo>
                <a:lnTo>
                  <a:pt x="175843" y="8961"/>
                </a:lnTo>
                <a:lnTo>
                  <a:pt x="179414" y="8961"/>
                </a:lnTo>
                <a:lnTo>
                  <a:pt x="179414" y="12244"/>
                </a:lnTo>
                <a:cubicBezTo>
                  <a:pt x="180153" y="11097"/>
                  <a:pt x="181137" y="10174"/>
                  <a:pt x="182364" y="9476"/>
                </a:cubicBezTo>
                <a:cubicBezTo>
                  <a:pt x="183591" y="8778"/>
                  <a:pt x="184989" y="8429"/>
                  <a:pt x="186556" y="8429"/>
                </a:cubicBezTo>
                <a:cubicBezTo>
                  <a:pt x="188301" y="8429"/>
                  <a:pt x="189732" y="8789"/>
                  <a:pt x="190848" y="9510"/>
                </a:cubicBezTo>
                <a:cubicBezTo>
                  <a:pt x="191964" y="10230"/>
                  <a:pt x="192752" y="11238"/>
                  <a:pt x="193210" y="12532"/>
                </a:cubicBezTo>
                <a:cubicBezTo>
                  <a:pt x="195073" y="9796"/>
                  <a:pt x="197498" y="8429"/>
                  <a:pt x="200485" y="8429"/>
                </a:cubicBezTo>
                <a:cubicBezTo>
                  <a:pt x="202822" y="8429"/>
                  <a:pt x="204618" y="9076"/>
                  <a:pt x="205875" y="10369"/>
                </a:cubicBezTo>
                <a:cubicBezTo>
                  <a:pt x="207132" y="11663"/>
                  <a:pt x="207761" y="13656"/>
                  <a:pt x="207761" y="16347"/>
                </a:cubicBezTo>
                <a:lnTo>
                  <a:pt x="207761" y="32517"/>
                </a:lnTo>
                <a:lnTo>
                  <a:pt x="203790" y="32517"/>
                </a:lnTo>
                <a:lnTo>
                  <a:pt x="203790" y="17662"/>
                </a:lnTo>
                <a:cubicBezTo>
                  <a:pt x="203790" y="16063"/>
                  <a:pt x="203661" y="14912"/>
                  <a:pt x="203402" y="14209"/>
                </a:cubicBezTo>
                <a:cubicBezTo>
                  <a:pt x="203143" y="13506"/>
                  <a:pt x="202674" y="12940"/>
                  <a:pt x="201994" y="12510"/>
                </a:cubicBezTo>
                <a:cubicBezTo>
                  <a:pt x="201313" y="12081"/>
                  <a:pt x="200515" y="11867"/>
                  <a:pt x="199598" y="11867"/>
                </a:cubicBezTo>
                <a:cubicBezTo>
                  <a:pt x="197942" y="11867"/>
                  <a:pt x="196567" y="12418"/>
                  <a:pt x="195473" y="13521"/>
                </a:cubicBezTo>
                <a:cubicBezTo>
                  <a:pt x="194378" y="14624"/>
                  <a:pt x="193831" y="16389"/>
                  <a:pt x="193831" y="18817"/>
                </a:cubicBezTo>
                <a:lnTo>
                  <a:pt x="193831" y="32517"/>
                </a:lnTo>
                <a:lnTo>
                  <a:pt x="189839" y="32517"/>
                </a:lnTo>
                <a:lnTo>
                  <a:pt x="189839" y="17195"/>
                </a:lnTo>
                <a:cubicBezTo>
                  <a:pt x="189839" y="15419"/>
                  <a:pt x="189513" y="14087"/>
                  <a:pt x="188863" y="13199"/>
                </a:cubicBezTo>
                <a:cubicBezTo>
                  <a:pt x="188212" y="12311"/>
                  <a:pt x="187148" y="11867"/>
                  <a:pt x="185669" y="11867"/>
                </a:cubicBezTo>
                <a:cubicBezTo>
                  <a:pt x="184545" y="11867"/>
                  <a:pt x="183506" y="12163"/>
                  <a:pt x="182552" y="12755"/>
                </a:cubicBezTo>
                <a:cubicBezTo>
                  <a:pt x="181599" y="13347"/>
                  <a:pt x="180907" y="14213"/>
                  <a:pt x="180479" y="15353"/>
                </a:cubicBezTo>
                <a:cubicBezTo>
                  <a:pt x="180050" y="16493"/>
                  <a:pt x="179835" y="18136"/>
                  <a:pt x="179835" y="20282"/>
                </a:cubicBezTo>
                <a:lnTo>
                  <a:pt x="179835" y="32517"/>
                </a:lnTo>
                <a:lnTo>
                  <a:pt x="175843" y="32517"/>
                </a:lnTo>
                <a:close/>
                <a:moveTo>
                  <a:pt x="227557" y="32517"/>
                </a:moveTo>
                <a:lnTo>
                  <a:pt x="227557" y="29544"/>
                </a:lnTo>
                <a:cubicBezTo>
                  <a:pt x="226063" y="31881"/>
                  <a:pt x="223867" y="33049"/>
                  <a:pt x="220969" y="33049"/>
                </a:cubicBezTo>
                <a:cubicBezTo>
                  <a:pt x="219091" y="33049"/>
                  <a:pt x="217365" y="32531"/>
                  <a:pt x="215790" y="31496"/>
                </a:cubicBezTo>
                <a:cubicBezTo>
                  <a:pt x="214215" y="30461"/>
                  <a:pt x="212995" y="29016"/>
                  <a:pt x="212130" y="27160"/>
                </a:cubicBezTo>
                <a:cubicBezTo>
                  <a:pt x="211265" y="25304"/>
                  <a:pt x="210833" y="23171"/>
                  <a:pt x="210833" y="20761"/>
                </a:cubicBezTo>
                <a:cubicBezTo>
                  <a:pt x="210833" y="18410"/>
                  <a:pt x="211224" y="16277"/>
                  <a:pt x="212008" y="14362"/>
                </a:cubicBezTo>
                <a:cubicBezTo>
                  <a:pt x="212792" y="12447"/>
                  <a:pt x="213967" y="10979"/>
                  <a:pt x="215535" y="9959"/>
                </a:cubicBezTo>
                <a:cubicBezTo>
                  <a:pt x="217102" y="8939"/>
                  <a:pt x="218854" y="8429"/>
                  <a:pt x="220792" y="8429"/>
                </a:cubicBezTo>
                <a:cubicBezTo>
                  <a:pt x="222211" y="8429"/>
                  <a:pt x="223475" y="8728"/>
                  <a:pt x="224584" y="9327"/>
                </a:cubicBezTo>
                <a:cubicBezTo>
                  <a:pt x="225693" y="9926"/>
                  <a:pt x="226595" y="10706"/>
                  <a:pt x="227290" y="11667"/>
                </a:cubicBezTo>
                <a:lnTo>
                  <a:pt x="227290" y="0"/>
                </a:lnTo>
                <a:lnTo>
                  <a:pt x="231261" y="0"/>
                </a:lnTo>
                <a:lnTo>
                  <a:pt x="231261" y="32517"/>
                </a:lnTo>
                <a:lnTo>
                  <a:pt x="227557" y="32517"/>
                </a:lnTo>
                <a:moveTo>
                  <a:pt x="214936" y="20750"/>
                </a:moveTo>
                <a:cubicBezTo>
                  <a:pt x="214936" y="23755"/>
                  <a:pt x="215572" y="26002"/>
                  <a:pt x="216843" y="27490"/>
                </a:cubicBezTo>
                <a:cubicBezTo>
                  <a:pt x="218115" y="28978"/>
                  <a:pt x="219616" y="29722"/>
                  <a:pt x="221346" y="29722"/>
                </a:cubicBezTo>
                <a:cubicBezTo>
                  <a:pt x="223091" y="29722"/>
                  <a:pt x="224573" y="29011"/>
                  <a:pt x="225793" y="27590"/>
                </a:cubicBezTo>
                <a:cubicBezTo>
                  <a:pt x="227013" y="26168"/>
                  <a:pt x="227623" y="23998"/>
                  <a:pt x="227623" y="21081"/>
                </a:cubicBezTo>
                <a:cubicBezTo>
                  <a:pt x="227623" y="17870"/>
                  <a:pt x="227002" y="15512"/>
                  <a:pt x="225760" y="14010"/>
                </a:cubicBezTo>
                <a:cubicBezTo>
                  <a:pt x="224518" y="12507"/>
                  <a:pt x="222987" y="11756"/>
                  <a:pt x="221169" y="11756"/>
                </a:cubicBezTo>
                <a:cubicBezTo>
                  <a:pt x="219394" y="11756"/>
                  <a:pt x="217912" y="12478"/>
                  <a:pt x="216721" y="13922"/>
                </a:cubicBezTo>
                <a:cubicBezTo>
                  <a:pt x="215531" y="15365"/>
                  <a:pt x="214936" y="17641"/>
                  <a:pt x="214936" y="2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3135975054cb4"/>
          <a:stretch xmlns:a="http://schemas.openxmlformats.org/drawingml/2006/main"/>
        </p:blipFill>
        <p:spPr>
          <a:xfrm xmlns:a="http://schemas.openxmlformats.org/drawingml/2006/main">
            <a:off x="2152862" y="3945909"/>
            <a:ext cx="3785" cy="189274"/>
          </a:xfrm>
          <a:prstGeom xmlns:a="http://schemas.openxmlformats.org/drawingml/2006/main" prst="rect">
            <a:avLst/>
          </a:prstGeom>
        </p:spPr>
      </p:pic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2D1A3-EF11-44F2-BB2A-C053FB0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775" y="503589"/>
            <a:ext cx="136277" cy="1149118"/>
          </a:xfrm>
          <a:custGeom xmlns:a="http://schemas.openxmlformats.org/drawingml/2006/main">
            <a:pathLst>
              <a:path w="136277" h="1149118" fill="none">
                <a:moveTo>
                  <a:pt x="0" y="0"/>
                </a:moveTo>
                <a:lnTo>
                  <a:pt x="136277" y="0"/>
                </a:lnTo>
                <a:lnTo>
                  <a:pt x="136277" y="1149118"/>
                </a:lnTo>
                <a:lnTo>
                  <a:pt x="7571" y="114911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E1FB3-B29B-41CF-9B38-75B5921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462" y="1045139"/>
            <a:ext cx="386875" cy="65943"/>
          </a:xfrm>
          <a:custGeom xmlns:a="http://schemas.openxmlformats.org/drawingml/2006/main">
            <a:pathLst>
              <a:path w="386875" h="65943">
                <a:moveTo>
                  <a:pt x="327368" y="54587"/>
                </a:moveTo>
                <a:lnTo>
                  <a:pt x="327037" y="54795"/>
                </a:lnTo>
                <a:lnTo>
                  <a:pt x="326725" y="55022"/>
                </a:lnTo>
                <a:lnTo>
                  <a:pt x="326432" y="55266"/>
                </a:lnTo>
                <a:lnTo>
                  <a:pt x="326160" y="55527"/>
                </a:lnTo>
                <a:lnTo>
                  <a:pt x="325907" y="55803"/>
                </a:lnTo>
                <a:lnTo>
                  <a:pt x="325675" y="56092"/>
                </a:lnTo>
                <a:lnTo>
                  <a:pt x="325463" y="56395"/>
                </a:lnTo>
                <a:lnTo>
                  <a:pt x="325273" y="56709"/>
                </a:lnTo>
                <a:lnTo>
                  <a:pt x="325104" y="57034"/>
                </a:lnTo>
                <a:lnTo>
                  <a:pt x="324956" y="57368"/>
                </a:lnTo>
                <a:lnTo>
                  <a:pt x="324831" y="57710"/>
                </a:lnTo>
                <a:lnTo>
                  <a:pt x="324727" y="58060"/>
                </a:lnTo>
                <a:lnTo>
                  <a:pt x="324646" y="58415"/>
                </a:lnTo>
                <a:lnTo>
                  <a:pt x="324588" y="58775"/>
                </a:lnTo>
                <a:lnTo>
                  <a:pt x="324553" y="59139"/>
                </a:lnTo>
                <a:lnTo>
                  <a:pt x="324541" y="59505"/>
                </a:lnTo>
                <a:lnTo>
                  <a:pt x="324553" y="59872"/>
                </a:lnTo>
                <a:lnTo>
                  <a:pt x="324589" y="60240"/>
                </a:lnTo>
                <a:lnTo>
                  <a:pt x="324649" y="60607"/>
                </a:lnTo>
                <a:lnTo>
                  <a:pt x="324734" y="60971"/>
                </a:lnTo>
                <a:lnTo>
                  <a:pt x="324843" y="61332"/>
                </a:lnTo>
                <a:lnTo>
                  <a:pt x="324978" y="61689"/>
                </a:lnTo>
                <a:lnTo>
                  <a:pt x="325138" y="62040"/>
                </a:lnTo>
                <a:lnTo>
                  <a:pt x="325324" y="62385"/>
                </a:lnTo>
                <a:lnTo>
                  <a:pt x="325532" y="62707"/>
                </a:lnTo>
                <a:lnTo>
                  <a:pt x="325757" y="63010"/>
                </a:lnTo>
                <a:lnTo>
                  <a:pt x="326000" y="63295"/>
                </a:lnTo>
                <a:lnTo>
                  <a:pt x="326258" y="63561"/>
                </a:lnTo>
                <a:lnTo>
                  <a:pt x="326531" y="63808"/>
                </a:lnTo>
                <a:lnTo>
                  <a:pt x="326818" y="64035"/>
                </a:lnTo>
                <a:lnTo>
                  <a:pt x="327116" y="64242"/>
                </a:lnTo>
                <a:lnTo>
                  <a:pt x="327427" y="64429"/>
                </a:lnTo>
                <a:lnTo>
                  <a:pt x="327747" y="64595"/>
                </a:lnTo>
                <a:lnTo>
                  <a:pt x="328077" y="64741"/>
                </a:lnTo>
                <a:lnTo>
                  <a:pt x="328414" y="64865"/>
                </a:lnTo>
                <a:lnTo>
                  <a:pt x="328759" y="64968"/>
                </a:lnTo>
                <a:lnTo>
                  <a:pt x="329109" y="65050"/>
                </a:lnTo>
                <a:lnTo>
                  <a:pt x="329465" y="65109"/>
                </a:lnTo>
                <a:lnTo>
                  <a:pt x="329824" y="65146"/>
                </a:lnTo>
                <a:lnTo>
                  <a:pt x="330186" y="65161"/>
                </a:lnTo>
                <a:lnTo>
                  <a:pt x="330549" y="65152"/>
                </a:lnTo>
                <a:lnTo>
                  <a:pt x="330913" y="65121"/>
                </a:lnTo>
                <a:lnTo>
                  <a:pt x="331276" y="65066"/>
                </a:lnTo>
                <a:lnTo>
                  <a:pt x="331638" y="64987"/>
                </a:lnTo>
                <a:lnTo>
                  <a:pt x="331997" y="64884"/>
                </a:lnTo>
                <a:lnTo>
                  <a:pt x="332352" y="64757"/>
                </a:lnTo>
                <a:lnTo>
                  <a:pt x="332702" y="64605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2" y="1404"/>
                </a:lnTo>
                <a:lnTo>
                  <a:pt x="332352" y="1244"/>
                </a:lnTo>
                <a:lnTo>
                  <a:pt x="331997" y="1109"/>
                </a:lnTo>
                <a:lnTo>
                  <a:pt x="331638" y="1000"/>
                </a:lnTo>
                <a:lnTo>
                  <a:pt x="331276" y="915"/>
                </a:lnTo>
                <a:lnTo>
                  <a:pt x="330913" y="855"/>
                </a:lnTo>
                <a:lnTo>
                  <a:pt x="330549" y="819"/>
                </a:lnTo>
                <a:lnTo>
                  <a:pt x="330186" y="808"/>
                </a:lnTo>
                <a:lnTo>
                  <a:pt x="329824" y="819"/>
                </a:lnTo>
                <a:lnTo>
                  <a:pt x="329465" y="854"/>
                </a:lnTo>
                <a:lnTo>
                  <a:pt x="329109" y="913"/>
                </a:lnTo>
                <a:lnTo>
                  <a:pt x="328759" y="994"/>
                </a:lnTo>
                <a:lnTo>
                  <a:pt x="328414" y="1097"/>
                </a:lnTo>
                <a:lnTo>
                  <a:pt x="328077" y="1223"/>
                </a:lnTo>
                <a:lnTo>
                  <a:pt x="327747" y="1370"/>
                </a:lnTo>
                <a:lnTo>
                  <a:pt x="327427" y="1539"/>
                </a:lnTo>
                <a:lnTo>
                  <a:pt x="327116" y="1730"/>
                </a:lnTo>
                <a:lnTo>
                  <a:pt x="326818" y="1941"/>
                </a:lnTo>
                <a:lnTo>
                  <a:pt x="326531" y="2173"/>
                </a:lnTo>
                <a:lnTo>
                  <a:pt x="326258" y="2426"/>
                </a:lnTo>
                <a:lnTo>
                  <a:pt x="326000" y="2698"/>
                </a:lnTo>
                <a:lnTo>
                  <a:pt x="325757" y="2991"/>
                </a:lnTo>
                <a:lnTo>
                  <a:pt x="325532" y="3303"/>
                </a:lnTo>
                <a:lnTo>
                  <a:pt x="325324" y="3634"/>
                </a:lnTo>
                <a:lnTo>
                  <a:pt x="325138" y="3978"/>
                </a:lnTo>
                <a:lnTo>
                  <a:pt x="324978" y="4330"/>
                </a:lnTo>
                <a:lnTo>
                  <a:pt x="324843" y="4686"/>
                </a:lnTo>
                <a:lnTo>
                  <a:pt x="324734" y="5048"/>
                </a:lnTo>
                <a:lnTo>
                  <a:pt x="324649" y="5412"/>
                </a:lnTo>
                <a:lnTo>
                  <a:pt x="324589" y="5779"/>
                </a:lnTo>
                <a:lnTo>
                  <a:pt x="324553" y="6146"/>
                </a:lnTo>
                <a:lnTo>
                  <a:pt x="324541" y="6514"/>
                </a:lnTo>
                <a:lnTo>
                  <a:pt x="324553" y="6880"/>
                </a:lnTo>
                <a:lnTo>
                  <a:pt x="324588" y="7244"/>
                </a:lnTo>
                <a:lnTo>
                  <a:pt x="324646" y="7604"/>
                </a:lnTo>
                <a:lnTo>
                  <a:pt x="324727" y="7959"/>
                </a:lnTo>
                <a:lnTo>
                  <a:pt x="324831" y="8308"/>
                </a:lnTo>
                <a:lnTo>
                  <a:pt x="324956" y="8651"/>
                </a:lnTo>
                <a:lnTo>
                  <a:pt x="325104" y="8985"/>
                </a:lnTo>
                <a:lnTo>
                  <a:pt x="325273" y="9309"/>
                </a:lnTo>
                <a:lnTo>
                  <a:pt x="325463" y="9624"/>
                </a:lnTo>
                <a:lnTo>
                  <a:pt x="325675" y="9926"/>
                </a:lnTo>
                <a:lnTo>
                  <a:pt x="325907" y="10216"/>
                </a:lnTo>
                <a:lnTo>
                  <a:pt x="326160" y="10492"/>
                </a:lnTo>
                <a:lnTo>
                  <a:pt x="326432" y="10752"/>
                </a:lnTo>
                <a:lnTo>
                  <a:pt x="326725" y="10997"/>
                </a:lnTo>
                <a:lnTo>
                  <a:pt x="327037" y="11224"/>
                </a:lnTo>
                <a:lnTo>
                  <a:pt x="327368" y="11432"/>
                </a:lnTo>
                <a:lnTo>
                  <a:pt x="354623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623" y="38688"/>
                </a:lnTo>
                <a:lnTo>
                  <a:pt x="327368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3D963-5CEC-45DE-9EBD-07C3101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1378564"/>
            <a:ext cx="1515173" cy="548212"/>
          </a:xfrm>
          <a:custGeom xmlns:a="http://schemas.openxmlformats.org/drawingml/2006/main">
            <a:pathLst>
              <a:path w="1515173" h="548212">
                <a:moveTo>
                  <a:pt x="0" y="39823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A64EB-A9E6-4645-8D39-FB8F6E1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1378564"/>
            <a:ext cx="1515173" cy="548212"/>
          </a:xfrm>
          <a:custGeom xmlns:a="http://schemas.openxmlformats.org/drawingml/2006/main">
            <a:pathLst>
              <a:path w="1515173" h="548212" fill="none">
                <a:moveTo>
                  <a:pt x="0" y="39823"/>
                </a:moveTo>
                <a:cubicBezTo>
                  <a:pt x="0" y="17792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792"/>
                  <a:pt x="1515173" y="39823"/>
                </a:cubicBezTo>
                <a:lnTo>
                  <a:pt x="1515173" y="508389"/>
                </a:lnTo>
                <a:cubicBezTo>
                  <a:pt x="1515173" y="530420"/>
                  <a:pt x="1497382" y="548212"/>
                  <a:pt x="1475350" y="548212"/>
                </a:cubicBezTo>
                <a:lnTo>
                  <a:pt x="39823" y="548212"/>
                </a:lnTo>
                <a:cubicBezTo>
                  <a:pt x="17867" y="548212"/>
                  <a:pt x="0" y="530420"/>
                  <a:pt x="0" y="508389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499" name="Text Documents">
            <a:extLst xmlns:a="http://schemas.openxmlformats.org/drawingml/2006/main">
              <a:ext uri="{FF2B5EF4-FFF2-40B4-BE49-F238E27FC236}">
                <a16:creationId xmlns:a16="http://schemas.microsoft.com/office/drawing/2014/main" id="{7CB07528-0D2D-4E69-B7DD-4E4E6F8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117" y="1607397"/>
            <a:ext cx="724932" cy="99147"/>
          </a:xfrm>
          <a:custGeom xmlns:a="http://schemas.openxmlformats.org/drawingml/2006/main">
            <a:pathLst>
              <a:path w="724932" h="99147">
                <a:moveTo>
                  <a:pt x="0" y="0"/>
                </a:moveTo>
                <a:lnTo>
                  <a:pt x="35999" y="0"/>
                </a:lnTo>
                <a:cubicBezTo>
                  <a:pt x="44117" y="0"/>
                  <a:pt x="50305" y="621"/>
                  <a:pt x="54564" y="1863"/>
                </a:cubicBezTo>
                <a:cubicBezTo>
                  <a:pt x="60287" y="3549"/>
                  <a:pt x="65189" y="6543"/>
                  <a:pt x="69270" y="10846"/>
                </a:cubicBezTo>
                <a:cubicBezTo>
                  <a:pt x="73351" y="15149"/>
                  <a:pt x="76456" y="20417"/>
                  <a:pt x="78586" y="26650"/>
                </a:cubicBezTo>
                <a:cubicBezTo>
                  <a:pt x="80715" y="32883"/>
                  <a:pt x="81780" y="40568"/>
                  <a:pt x="81780" y="49707"/>
                </a:cubicBezTo>
                <a:cubicBezTo>
                  <a:pt x="81780" y="57736"/>
                  <a:pt x="80781" y="64656"/>
                  <a:pt x="78785" y="70467"/>
                </a:cubicBezTo>
                <a:cubicBezTo>
                  <a:pt x="76345" y="77565"/>
                  <a:pt x="72863" y="83310"/>
                  <a:pt x="68338" y="87702"/>
                </a:cubicBezTo>
                <a:cubicBezTo>
                  <a:pt x="64922" y="91029"/>
                  <a:pt x="60309" y="93624"/>
                  <a:pt x="54498" y="95487"/>
                </a:cubicBezTo>
                <a:cubicBezTo>
                  <a:pt x="50150" y="96862"/>
                  <a:pt x="44339" y="97550"/>
                  <a:pt x="37064" y="97550"/>
                </a:cubicBezTo>
                <a:lnTo>
                  <a:pt x="0" y="97550"/>
                </a:lnTo>
                <a:lnTo>
                  <a:pt x="0" y="0"/>
                </a:lnTo>
                <a:moveTo>
                  <a:pt x="19696" y="16502"/>
                </a:moveTo>
                <a:lnTo>
                  <a:pt x="19696" y="81048"/>
                </a:lnTo>
                <a:lnTo>
                  <a:pt x="34402" y="81048"/>
                </a:lnTo>
                <a:cubicBezTo>
                  <a:pt x="39903" y="81048"/>
                  <a:pt x="43873" y="80737"/>
                  <a:pt x="46313" y="80116"/>
                </a:cubicBezTo>
                <a:cubicBezTo>
                  <a:pt x="49507" y="79319"/>
                  <a:pt x="52157" y="77968"/>
                  <a:pt x="54265" y="76063"/>
                </a:cubicBezTo>
                <a:cubicBezTo>
                  <a:pt x="56372" y="74157"/>
                  <a:pt x="58091" y="71021"/>
                  <a:pt x="59422" y="66656"/>
                </a:cubicBezTo>
                <a:cubicBezTo>
                  <a:pt x="60752" y="62290"/>
                  <a:pt x="61418" y="56341"/>
                  <a:pt x="61418" y="48808"/>
                </a:cubicBezTo>
                <a:cubicBezTo>
                  <a:pt x="61418" y="41275"/>
                  <a:pt x="60752" y="35492"/>
                  <a:pt x="59422" y="31460"/>
                </a:cubicBezTo>
                <a:cubicBezTo>
                  <a:pt x="58091" y="27427"/>
                  <a:pt x="56228" y="24281"/>
                  <a:pt x="53832" y="22021"/>
                </a:cubicBezTo>
                <a:cubicBezTo>
                  <a:pt x="51437" y="19760"/>
                  <a:pt x="48398" y="18231"/>
                  <a:pt x="44716" y="17434"/>
                </a:cubicBezTo>
                <a:cubicBezTo>
                  <a:pt x="41966" y="16813"/>
                  <a:pt x="36576" y="16502"/>
                  <a:pt x="28546" y="16502"/>
                </a:cubicBezTo>
                <a:lnTo>
                  <a:pt x="19696" y="16502"/>
                </a:lnTo>
                <a:close/>
                <a:moveTo>
                  <a:pt x="94000" y="61218"/>
                </a:moveTo>
                <a:cubicBezTo>
                  <a:pt x="94000" y="55008"/>
                  <a:pt x="95531" y="48997"/>
                  <a:pt x="98592" y="43185"/>
                </a:cubicBezTo>
                <a:cubicBezTo>
                  <a:pt x="101653" y="37374"/>
                  <a:pt x="105989" y="32938"/>
                  <a:pt x="111601" y="29877"/>
                </a:cubicBezTo>
                <a:cubicBezTo>
                  <a:pt x="117212" y="26816"/>
                  <a:pt x="123478" y="25286"/>
                  <a:pt x="130398" y="25286"/>
                </a:cubicBezTo>
                <a:cubicBezTo>
                  <a:pt x="141089" y="25286"/>
                  <a:pt x="149851" y="28757"/>
                  <a:pt x="156682" y="35700"/>
                </a:cubicBezTo>
                <a:cubicBezTo>
                  <a:pt x="163514" y="42642"/>
                  <a:pt x="166930" y="51414"/>
                  <a:pt x="166930" y="62017"/>
                </a:cubicBezTo>
                <a:cubicBezTo>
                  <a:pt x="166930" y="72708"/>
                  <a:pt x="163481" y="81569"/>
                  <a:pt x="156583" y="88600"/>
                </a:cubicBezTo>
                <a:cubicBezTo>
                  <a:pt x="149684" y="95631"/>
                  <a:pt x="141001" y="99147"/>
                  <a:pt x="130532" y="99147"/>
                </a:cubicBezTo>
                <a:cubicBezTo>
                  <a:pt x="124055" y="99147"/>
                  <a:pt x="117878" y="97683"/>
                  <a:pt x="112000" y="94755"/>
                </a:cubicBezTo>
                <a:cubicBezTo>
                  <a:pt x="106122" y="91827"/>
                  <a:pt x="101653" y="87535"/>
                  <a:pt x="98592" y="81879"/>
                </a:cubicBezTo>
                <a:cubicBezTo>
                  <a:pt x="95531" y="76223"/>
                  <a:pt x="94000" y="69336"/>
                  <a:pt x="94000" y="61218"/>
                </a:cubicBezTo>
                <a:moveTo>
                  <a:pt x="113164" y="62216"/>
                </a:moveTo>
                <a:cubicBezTo>
                  <a:pt x="113164" y="69203"/>
                  <a:pt x="114828" y="74554"/>
                  <a:pt x="118155" y="78269"/>
                </a:cubicBezTo>
                <a:cubicBezTo>
                  <a:pt x="121482" y="81985"/>
                  <a:pt x="125585" y="83842"/>
                  <a:pt x="130465" y="83842"/>
                </a:cubicBezTo>
                <a:cubicBezTo>
                  <a:pt x="135345" y="83842"/>
                  <a:pt x="139437" y="81985"/>
                  <a:pt x="142742" y="78269"/>
                </a:cubicBezTo>
                <a:cubicBezTo>
                  <a:pt x="146047" y="74554"/>
                  <a:pt x="147699" y="69159"/>
                  <a:pt x="147699" y="62083"/>
                </a:cubicBezTo>
                <a:cubicBezTo>
                  <a:pt x="147699" y="55185"/>
                  <a:pt x="146047" y="49878"/>
                  <a:pt x="142742" y="46163"/>
                </a:cubicBezTo>
                <a:cubicBezTo>
                  <a:pt x="139437" y="42448"/>
                  <a:pt x="135345" y="40590"/>
                  <a:pt x="130465" y="40590"/>
                </a:cubicBezTo>
                <a:cubicBezTo>
                  <a:pt x="125585" y="40590"/>
                  <a:pt x="121482" y="42448"/>
                  <a:pt x="118155" y="46163"/>
                </a:cubicBezTo>
                <a:cubicBezTo>
                  <a:pt x="114828" y="49878"/>
                  <a:pt x="113164" y="55229"/>
                  <a:pt x="113164" y="62216"/>
                </a:cubicBezTo>
                <a:close/>
                <a:moveTo>
                  <a:pt x="243208" y="47777"/>
                </a:moveTo>
                <a:lnTo>
                  <a:pt x="224776" y="51104"/>
                </a:lnTo>
                <a:cubicBezTo>
                  <a:pt x="224155" y="47444"/>
                  <a:pt x="222747" y="44688"/>
                  <a:pt x="220551" y="42836"/>
                </a:cubicBezTo>
                <a:cubicBezTo>
                  <a:pt x="218355" y="40984"/>
                  <a:pt x="215505" y="40058"/>
                  <a:pt x="212000" y="40058"/>
                </a:cubicBezTo>
                <a:cubicBezTo>
                  <a:pt x="207342" y="40058"/>
                  <a:pt x="203627" y="41661"/>
                  <a:pt x="200855" y="44868"/>
                </a:cubicBezTo>
                <a:cubicBezTo>
                  <a:pt x="198082" y="48074"/>
                  <a:pt x="196696" y="53436"/>
                  <a:pt x="196696" y="60954"/>
                </a:cubicBezTo>
                <a:cubicBezTo>
                  <a:pt x="196696" y="69313"/>
                  <a:pt x="198104" y="75218"/>
                  <a:pt x="200921" y="78669"/>
                </a:cubicBezTo>
                <a:cubicBezTo>
                  <a:pt x="203738" y="82118"/>
                  <a:pt x="207520" y="83842"/>
                  <a:pt x="212266" y="83842"/>
                </a:cubicBezTo>
                <a:cubicBezTo>
                  <a:pt x="215815" y="83842"/>
                  <a:pt x="218721" y="82833"/>
                  <a:pt x="220983" y="80815"/>
                </a:cubicBezTo>
                <a:cubicBezTo>
                  <a:pt x="223246" y="78796"/>
                  <a:pt x="224843" y="75325"/>
                  <a:pt x="225774" y="70401"/>
                </a:cubicBezTo>
                <a:lnTo>
                  <a:pt x="244140" y="73595"/>
                </a:lnTo>
                <a:cubicBezTo>
                  <a:pt x="242232" y="82024"/>
                  <a:pt x="238572" y="88389"/>
                  <a:pt x="233160" y="92692"/>
                </a:cubicBezTo>
                <a:cubicBezTo>
                  <a:pt x="227748" y="96995"/>
                  <a:pt x="220495" y="99147"/>
                  <a:pt x="211401" y="99147"/>
                </a:cubicBezTo>
                <a:cubicBezTo>
                  <a:pt x="201065" y="99147"/>
                  <a:pt x="192825" y="95886"/>
                  <a:pt x="186681" y="89365"/>
                </a:cubicBezTo>
                <a:cubicBezTo>
                  <a:pt x="180537" y="82844"/>
                  <a:pt x="177465" y="73817"/>
                  <a:pt x="177465" y="62283"/>
                </a:cubicBezTo>
                <a:cubicBezTo>
                  <a:pt x="177465" y="50616"/>
                  <a:pt x="180548" y="41533"/>
                  <a:pt x="186714" y="35034"/>
                </a:cubicBezTo>
                <a:cubicBezTo>
                  <a:pt x="192881" y="28535"/>
                  <a:pt x="201220" y="25286"/>
                  <a:pt x="211734" y="25286"/>
                </a:cubicBezTo>
                <a:cubicBezTo>
                  <a:pt x="220340" y="25286"/>
                  <a:pt x="227183" y="27138"/>
                  <a:pt x="232262" y="30842"/>
                </a:cubicBezTo>
                <a:cubicBezTo>
                  <a:pt x="237341" y="34546"/>
                  <a:pt x="240990" y="40191"/>
                  <a:pt x="243208" y="47777"/>
                </a:cubicBezTo>
                <a:close/>
                <a:moveTo>
                  <a:pt x="303873" y="97550"/>
                </a:moveTo>
                <a:lnTo>
                  <a:pt x="303873" y="86970"/>
                </a:lnTo>
                <a:cubicBezTo>
                  <a:pt x="301300" y="90740"/>
                  <a:pt x="297918" y="93713"/>
                  <a:pt x="293725" y="95886"/>
                </a:cubicBezTo>
                <a:cubicBezTo>
                  <a:pt x="289533" y="98060"/>
                  <a:pt x="285108" y="99147"/>
                  <a:pt x="280450" y="99147"/>
                </a:cubicBezTo>
                <a:cubicBezTo>
                  <a:pt x="275704" y="99147"/>
                  <a:pt x="271445" y="98104"/>
                  <a:pt x="267674" y="96019"/>
                </a:cubicBezTo>
                <a:cubicBezTo>
                  <a:pt x="263904" y="93934"/>
                  <a:pt x="261176" y="91007"/>
                  <a:pt x="259490" y="87236"/>
                </a:cubicBezTo>
                <a:cubicBezTo>
                  <a:pt x="257804" y="83465"/>
                  <a:pt x="256961" y="78253"/>
                  <a:pt x="256961" y="71599"/>
                </a:cubicBezTo>
                <a:lnTo>
                  <a:pt x="256961" y="26883"/>
                </a:lnTo>
                <a:lnTo>
                  <a:pt x="275659" y="26883"/>
                </a:lnTo>
                <a:lnTo>
                  <a:pt x="275659" y="59280"/>
                </a:lnTo>
                <a:cubicBezTo>
                  <a:pt x="275659" y="69195"/>
                  <a:pt x="276003" y="75270"/>
                  <a:pt x="276691" y="77504"/>
                </a:cubicBezTo>
                <a:cubicBezTo>
                  <a:pt x="277378" y="79739"/>
                  <a:pt x="278632" y="81509"/>
                  <a:pt x="280450" y="82815"/>
                </a:cubicBezTo>
                <a:cubicBezTo>
                  <a:pt x="282269" y="84121"/>
                  <a:pt x="284576" y="84774"/>
                  <a:pt x="287371" y="84774"/>
                </a:cubicBezTo>
                <a:cubicBezTo>
                  <a:pt x="290565" y="84774"/>
                  <a:pt x="293426" y="83900"/>
                  <a:pt x="295955" y="82152"/>
                </a:cubicBezTo>
                <a:cubicBezTo>
                  <a:pt x="298483" y="80404"/>
                  <a:pt x="300213" y="78235"/>
                  <a:pt x="301145" y="75645"/>
                </a:cubicBezTo>
                <a:cubicBezTo>
                  <a:pt x="302076" y="73056"/>
                  <a:pt x="302542" y="66715"/>
                  <a:pt x="302542" y="56625"/>
                </a:cubicBezTo>
                <a:lnTo>
                  <a:pt x="302542" y="26883"/>
                </a:lnTo>
                <a:lnTo>
                  <a:pt x="321240" y="26883"/>
                </a:lnTo>
                <a:lnTo>
                  <a:pt x="321240" y="97550"/>
                </a:lnTo>
                <a:lnTo>
                  <a:pt x="303873" y="97550"/>
                </a:lnTo>
                <a:close/>
                <a:moveTo>
                  <a:pt x="339228" y="26883"/>
                </a:moveTo>
                <a:lnTo>
                  <a:pt x="356462" y="26883"/>
                </a:lnTo>
                <a:lnTo>
                  <a:pt x="356462" y="36531"/>
                </a:lnTo>
                <a:cubicBezTo>
                  <a:pt x="362629" y="29034"/>
                  <a:pt x="369970" y="25286"/>
                  <a:pt x="378488" y="25286"/>
                </a:cubicBezTo>
                <a:cubicBezTo>
                  <a:pt x="383012" y="25286"/>
                  <a:pt x="386938" y="26222"/>
                  <a:pt x="390265" y="28093"/>
                </a:cubicBezTo>
                <a:cubicBezTo>
                  <a:pt x="393593" y="29964"/>
                  <a:pt x="396321" y="32795"/>
                  <a:pt x="398450" y="36583"/>
                </a:cubicBezTo>
                <a:cubicBezTo>
                  <a:pt x="401555" y="32795"/>
                  <a:pt x="404905" y="29964"/>
                  <a:pt x="408498" y="28093"/>
                </a:cubicBezTo>
                <a:cubicBezTo>
                  <a:pt x="412091" y="26222"/>
                  <a:pt x="415928" y="25286"/>
                  <a:pt x="420010" y="25286"/>
                </a:cubicBezTo>
                <a:cubicBezTo>
                  <a:pt x="425200" y="25286"/>
                  <a:pt x="429591" y="26339"/>
                  <a:pt x="433185" y="28446"/>
                </a:cubicBezTo>
                <a:cubicBezTo>
                  <a:pt x="436778" y="30554"/>
                  <a:pt x="439462" y="33648"/>
                  <a:pt x="441236" y="37729"/>
                </a:cubicBezTo>
                <a:cubicBezTo>
                  <a:pt x="442523" y="40746"/>
                  <a:pt x="443166" y="45625"/>
                  <a:pt x="443166" y="52368"/>
                </a:cubicBezTo>
                <a:lnTo>
                  <a:pt x="443166" y="97550"/>
                </a:lnTo>
                <a:lnTo>
                  <a:pt x="424468" y="97550"/>
                </a:lnTo>
                <a:lnTo>
                  <a:pt x="424468" y="57205"/>
                </a:lnTo>
                <a:cubicBezTo>
                  <a:pt x="424468" y="50204"/>
                  <a:pt x="423825" y="45685"/>
                  <a:pt x="422538" y="43647"/>
                </a:cubicBezTo>
                <a:cubicBezTo>
                  <a:pt x="420808" y="40988"/>
                  <a:pt x="418146" y="39659"/>
                  <a:pt x="414553" y="39659"/>
                </a:cubicBezTo>
                <a:cubicBezTo>
                  <a:pt x="411936" y="39659"/>
                  <a:pt x="409474" y="40457"/>
                  <a:pt x="407167" y="42052"/>
                </a:cubicBezTo>
                <a:cubicBezTo>
                  <a:pt x="404860" y="43646"/>
                  <a:pt x="403197" y="45984"/>
                  <a:pt x="402176" y="49064"/>
                </a:cubicBezTo>
                <a:cubicBezTo>
                  <a:pt x="401156" y="52143"/>
                  <a:pt x="400646" y="57006"/>
                  <a:pt x="400646" y="63653"/>
                </a:cubicBezTo>
                <a:lnTo>
                  <a:pt x="400646" y="97550"/>
                </a:lnTo>
                <a:lnTo>
                  <a:pt x="381948" y="97550"/>
                </a:lnTo>
                <a:lnTo>
                  <a:pt x="381948" y="58866"/>
                </a:lnTo>
                <a:cubicBezTo>
                  <a:pt x="381948" y="51999"/>
                  <a:pt x="381615" y="47568"/>
                  <a:pt x="380950" y="45575"/>
                </a:cubicBezTo>
                <a:cubicBezTo>
                  <a:pt x="380284" y="43580"/>
                  <a:pt x="379253" y="42095"/>
                  <a:pt x="377855" y="41121"/>
                </a:cubicBezTo>
                <a:cubicBezTo>
                  <a:pt x="376458" y="40146"/>
                  <a:pt x="374562" y="39659"/>
                  <a:pt x="372166" y="39659"/>
                </a:cubicBezTo>
                <a:cubicBezTo>
                  <a:pt x="369283" y="39659"/>
                  <a:pt x="366688" y="40434"/>
                  <a:pt x="364381" y="41986"/>
                </a:cubicBezTo>
                <a:cubicBezTo>
                  <a:pt x="362074" y="43535"/>
                  <a:pt x="360422" y="45773"/>
                  <a:pt x="359423" y="48698"/>
                </a:cubicBezTo>
                <a:cubicBezTo>
                  <a:pt x="358425" y="51623"/>
                  <a:pt x="357926" y="56475"/>
                  <a:pt x="357926" y="63254"/>
                </a:cubicBezTo>
                <a:lnTo>
                  <a:pt x="357926" y="97550"/>
                </a:lnTo>
                <a:lnTo>
                  <a:pt x="339228" y="97550"/>
                </a:lnTo>
                <a:lnTo>
                  <a:pt x="339228" y="26883"/>
                </a:lnTo>
                <a:close/>
                <a:moveTo>
                  <a:pt x="502699" y="75059"/>
                </a:moveTo>
                <a:lnTo>
                  <a:pt x="521331" y="78253"/>
                </a:lnTo>
                <a:cubicBezTo>
                  <a:pt x="518935" y="85062"/>
                  <a:pt x="515154" y="90247"/>
                  <a:pt x="509986" y="93807"/>
                </a:cubicBezTo>
                <a:cubicBezTo>
                  <a:pt x="504818" y="97367"/>
                  <a:pt x="498352" y="99147"/>
                  <a:pt x="490589" y="99147"/>
                </a:cubicBezTo>
                <a:cubicBezTo>
                  <a:pt x="478301" y="99147"/>
                  <a:pt x="469207" y="95132"/>
                  <a:pt x="463307" y="87103"/>
                </a:cubicBezTo>
                <a:cubicBezTo>
                  <a:pt x="458649" y="80671"/>
                  <a:pt x="456320" y="72552"/>
                  <a:pt x="456320" y="62749"/>
                </a:cubicBezTo>
                <a:cubicBezTo>
                  <a:pt x="456320" y="51037"/>
                  <a:pt x="459381" y="41866"/>
                  <a:pt x="465503" y="35234"/>
                </a:cubicBezTo>
                <a:cubicBezTo>
                  <a:pt x="471624" y="28602"/>
                  <a:pt x="479365" y="25286"/>
                  <a:pt x="488726" y="25286"/>
                </a:cubicBezTo>
                <a:cubicBezTo>
                  <a:pt x="499239" y="25286"/>
                  <a:pt x="507535" y="28757"/>
                  <a:pt x="513612" y="35700"/>
                </a:cubicBezTo>
                <a:cubicBezTo>
                  <a:pt x="519690" y="42642"/>
                  <a:pt x="522595" y="53278"/>
                  <a:pt x="522329" y="67606"/>
                </a:cubicBezTo>
                <a:lnTo>
                  <a:pt x="475484" y="67606"/>
                </a:lnTo>
                <a:cubicBezTo>
                  <a:pt x="475617" y="73151"/>
                  <a:pt x="477125" y="77465"/>
                  <a:pt x="480009" y="80549"/>
                </a:cubicBezTo>
                <a:cubicBezTo>
                  <a:pt x="482892" y="83632"/>
                  <a:pt x="486485" y="85173"/>
                  <a:pt x="490788" y="85173"/>
                </a:cubicBezTo>
                <a:cubicBezTo>
                  <a:pt x="493716" y="85173"/>
                  <a:pt x="496178" y="84375"/>
                  <a:pt x="498175" y="82778"/>
                </a:cubicBezTo>
                <a:cubicBezTo>
                  <a:pt x="500171" y="81181"/>
                  <a:pt x="501679" y="78608"/>
                  <a:pt x="502699" y="75059"/>
                </a:cubicBezTo>
                <a:moveTo>
                  <a:pt x="503764" y="56161"/>
                </a:moveTo>
                <a:cubicBezTo>
                  <a:pt x="503631" y="50771"/>
                  <a:pt x="502234" y="46673"/>
                  <a:pt x="499572" y="43867"/>
                </a:cubicBezTo>
                <a:cubicBezTo>
                  <a:pt x="496910" y="41062"/>
                  <a:pt x="493672" y="39659"/>
                  <a:pt x="489857" y="39659"/>
                </a:cubicBezTo>
                <a:cubicBezTo>
                  <a:pt x="485776" y="39659"/>
                  <a:pt x="482404" y="41139"/>
                  <a:pt x="479743" y="44098"/>
                </a:cubicBezTo>
                <a:cubicBezTo>
                  <a:pt x="477081" y="47059"/>
                  <a:pt x="475772" y="51080"/>
                  <a:pt x="475817" y="56161"/>
                </a:cubicBezTo>
                <a:lnTo>
                  <a:pt x="503764" y="56161"/>
                </a:lnTo>
                <a:close/>
                <a:moveTo>
                  <a:pt x="601144" y="97550"/>
                </a:moveTo>
                <a:lnTo>
                  <a:pt x="582446" y="97550"/>
                </a:lnTo>
                <a:lnTo>
                  <a:pt x="582446" y="61526"/>
                </a:lnTo>
                <a:cubicBezTo>
                  <a:pt x="582446" y="53904"/>
                  <a:pt x="582046" y="48975"/>
                  <a:pt x="581248" y="46737"/>
                </a:cubicBezTo>
                <a:cubicBezTo>
                  <a:pt x="580449" y="44500"/>
                  <a:pt x="579152" y="42761"/>
                  <a:pt x="577355" y="41520"/>
                </a:cubicBezTo>
                <a:cubicBezTo>
                  <a:pt x="575558" y="40279"/>
                  <a:pt x="573396" y="39659"/>
                  <a:pt x="570867" y="39659"/>
                </a:cubicBezTo>
                <a:cubicBezTo>
                  <a:pt x="567629" y="39659"/>
                  <a:pt x="564723" y="40545"/>
                  <a:pt x="562150" y="42318"/>
                </a:cubicBezTo>
                <a:cubicBezTo>
                  <a:pt x="559577" y="44090"/>
                  <a:pt x="557814" y="46438"/>
                  <a:pt x="556860" y="49363"/>
                </a:cubicBezTo>
                <a:cubicBezTo>
                  <a:pt x="555907" y="52287"/>
                  <a:pt x="555430" y="57693"/>
                  <a:pt x="555430" y="65581"/>
                </a:cubicBezTo>
                <a:lnTo>
                  <a:pt x="555430" y="97550"/>
                </a:lnTo>
                <a:lnTo>
                  <a:pt x="536731" y="97550"/>
                </a:lnTo>
                <a:lnTo>
                  <a:pt x="536731" y="26883"/>
                </a:lnTo>
                <a:lnTo>
                  <a:pt x="554099" y="26883"/>
                </a:lnTo>
                <a:lnTo>
                  <a:pt x="554099" y="37263"/>
                </a:lnTo>
                <a:cubicBezTo>
                  <a:pt x="560265" y="29278"/>
                  <a:pt x="568028" y="25286"/>
                  <a:pt x="577388" y="25286"/>
                </a:cubicBezTo>
                <a:cubicBezTo>
                  <a:pt x="581514" y="25286"/>
                  <a:pt x="585285" y="26029"/>
                  <a:pt x="588700" y="27515"/>
                </a:cubicBezTo>
                <a:cubicBezTo>
                  <a:pt x="592116" y="29001"/>
                  <a:pt x="594700" y="30897"/>
                  <a:pt x="596452" y="33204"/>
                </a:cubicBezTo>
                <a:cubicBezTo>
                  <a:pt x="598205" y="35511"/>
                  <a:pt x="599425" y="38128"/>
                  <a:pt x="600112" y="41056"/>
                </a:cubicBezTo>
                <a:cubicBezTo>
                  <a:pt x="600800" y="43984"/>
                  <a:pt x="601144" y="48176"/>
                  <a:pt x="601144" y="53632"/>
                </a:cubicBezTo>
                <a:lnTo>
                  <a:pt x="601144" y="97550"/>
                </a:lnTo>
                <a:close/>
                <a:moveTo>
                  <a:pt x="652535" y="26883"/>
                </a:moveTo>
                <a:lnTo>
                  <a:pt x="652535" y="41788"/>
                </a:lnTo>
                <a:lnTo>
                  <a:pt x="639759" y="41788"/>
                </a:lnTo>
                <a:lnTo>
                  <a:pt x="639759" y="70222"/>
                </a:lnTo>
                <a:cubicBezTo>
                  <a:pt x="639759" y="75981"/>
                  <a:pt x="639881" y="79336"/>
                  <a:pt x="640125" y="80289"/>
                </a:cubicBezTo>
                <a:cubicBezTo>
                  <a:pt x="640369" y="81240"/>
                  <a:pt x="640924" y="82026"/>
                  <a:pt x="641789" y="82647"/>
                </a:cubicBezTo>
                <a:cubicBezTo>
                  <a:pt x="642654" y="83266"/>
                  <a:pt x="643707" y="83576"/>
                  <a:pt x="644950" y="83576"/>
                </a:cubicBezTo>
                <a:cubicBezTo>
                  <a:pt x="646680" y="83576"/>
                  <a:pt x="649186" y="82977"/>
                  <a:pt x="652469" y="81780"/>
                </a:cubicBezTo>
                <a:lnTo>
                  <a:pt x="654066" y="96340"/>
                </a:lnTo>
                <a:cubicBezTo>
                  <a:pt x="649718" y="98211"/>
                  <a:pt x="644794" y="99147"/>
                  <a:pt x="639294" y="99147"/>
                </a:cubicBezTo>
                <a:cubicBezTo>
                  <a:pt x="635922" y="99147"/>
                  <a:pt x="632883" y="98581"/>
                  <a:pt x="630177" y="97450"/>
                </a:cubicBezTo>
                <a:cubicBezTo>
                  <a:pt x="627471" y="96319"/>
                  <a:pt x="625486" y="94855"/>
                  <a:pt x="624222" y="93058"/>
                </a:cubicBezTo>
                <a:cubicBezTo>
                  <a:pt x="622958" y="91262"/>
                  <a:pt x="622081" y="88833"/>
                  <a:pt x="621593" y="85772"/>
                </a:cubicBezTo>
                <a:cubicBezTo>
                  <a:pt x="621194" y="83598"/>
                  <a:pt x="620995" y="79207"/>
                  <a:pt x="620995" y="72597"/>
                </a:cubicBezTo>
                <a:lnTo>
                  <a:pt x="620995" y="41788"/>
                </a:lnTo>
                <a:lnTo>
                  <a:pt x="612411" y="41788"/>
                </a:lnTo>
                <a:lnTo>
                  <a:pt x="612411" y="26883"/>
                </a:lnTo>
                <a:lnTo>
                  <a:pt x="620995" y="26883"/>
                </a:lnTo>
                <a:lnTo>
                  <a:pt x="620995" y="12776"/>
                </a:lnTo>
                <a:lnTo>
                  <a:pt x="639759" y="1730"/>
                </a:lnTo>
                <a:lnTo>
                  <a:pt x="639759" y="26883"/>
                </a:lnTo>
                <a:lnTo>
                  <a:pt x="652535" y="26883"/>
                </a:lnTo>
                <a:close/>
                <a:moveTo>
                  <a:pt x="658922" y="77454"/>
                </a:moveTo>
                <a:lnTo>
                  <a:pt x="677687" y="74527"/>
                </a:lnTo>
                <a:cubicBezTo>
                  <a:pt x="678486" y="78142"/>
                  <a:pt x="680105" y="80887"/>
                  <a:pt x="682545" y="82761"/>
                </a:cubicBezTo>
                <a:cubicBezTo>
                  <a:pt x="684985" y="84635"/>
                  <a:pt x="688400" y="85572"/>
                  <a:pt x="692792" y="85572"/>
                </a:cubicBezTo>
                <a:cubicBezTo>
                  <a:pt x="697627" y="85572"/>
                  <a:pt x="701265" y="84687"/>
                  <a:pt x="703705" y="82915"/>
                </a:cubicBezTo>
                <a:cubicBezTo>
                  <a:pt x="705346" y="81674"/>
                  <a:pt x="706167" y="80013"/>
                  <a:pt x="706167" y="77931"/>
                </a:cubicBezTo>
                <a:cubicBezTo>
                  <a:pt x="706167" y="76512"/>
                  <a:pt x="705723" y="75338"/>
                  <a:pt x="704836" y="74408"/>
                </a:cubicBezTo>
                <a:cubicBezTo>
                  <a:pt x="703905" y="73522"/>
                  <a:pt x="701820" y="72703"/>
                  <a:pt x="698581" y="71950"/>
                </a:cubicBezTo>
                <a:cubicBezTo>
                  <a:pt x="683498" y="68629"/>
                  <a:pt x="673939" y="65594"/>
                  <a:pt x="669902" y="62846"/>
                </a:cubicBezTo>
                <a:cubicBezTo>
                  <a:pt x="664312" y="59034"/>
                  <a:pt x="661518" y="53738"/>
                  <a:pt x="661518" y="46958"/>
                </a:cubicBezTo>
                <a:cubicBezTo>
                  <a:pt x="661518" y="40841"/>
                  <a:pt x="663935" y="35700"/>
                  <a:pt x="668771" y="31534"/>
                </a:cubicBezTo>
                <a:cubicBezTo>
                  <a:pt x="673606" y="27369"/>
                  <a:pt x="681103" y="25286"/>
                  <a:pt x="691262" y="25286"/>
                </a:cubicBezTo>
                <a:cubicBezTo>
                  <a:pt x="700932" y="25286"/>
                  <a:pt x="708119" y="26855"/>
                  <a:pt x="712821" y="29994"/>
                </a:cubicBezTo>
                <a:cubicBezTo>
                  <a:pt x="717523" y="33132"/>
                  <a:pt x="720762" y="37773"/>
                  <a:pt x="722536" y="43917"/>
                </a:cubicBezTo>
                <a:lnTo>
                  <a:pt x="704903" y="47244"/>
                </a:lnTo>
                <a:cubicBezTo>
                  <a:pt x="704149" y="44494"/>
                  <a:pt x="702718" y="42387"/>
                  <a:pt x="700611" y="40923"/>
                </a:cubicBezTo>
                <a:cubicBezTo>
                  <a:pt x="698504" y="39459"/>
                  <a:pt x="695498" y="38727"/>
                  <a:pt x="691594" y="38727"/>
                </a:cubicBezTo>
                <a:cubicBezTo>
                  <a:pt x="686670" y="38727"/>
                  <a:pt x="683144" y="39414"/>
                  <a:pt x="681014" y="40788"/>
                </a:cubicBezTo>
                <a:cubicBezTo>
                  <a:pt x="679595" y="41761"/>
                  <a:pt x="678885" y="43023"/>
                  <a:pt x="678885" y="44575"/>
                </a:cubicBezTo>
                <a:cubicBezTo>
                  <a:pt x="678885" y="45903"/>
                  <a:pt x="679506" y="47032"/>
                  <a:pt x="680748" y="47962"/>
                </a:cubicBezTo>
                <a:cubicBezTo>
                  <a:pt x="682434" y="49203"/>
                  <a:pt x="688256" y="50953"/>
                  <a:pt x="698215" y="53212"/>
                </a:cubicBezTo>
                <a:cubicBezTo>
                  <a:pt x="708174" y="55472"/>
                  <a:pt x="715128" y="58244"/>
                  <a:pt x="719076" y="61528"/>
                </a:cubicBezTo>
                <a:cubicBezTo>
                  <a:pt x="722980" y="64858"/>
                  <a:pt x="724932" y="69496"/>
                  <a:pt x="724932" y="75444"/>
                </a:cubicBezTo>
                <a:cubicBezTo>
                  <a:pt x="724932" y="81924"/>
                  <a:pt x="722226" y="87495"/>
                  <a:pt x="716814" y="92156"/>
                </a:cubicBezTo>
                <a:cubicBezTo>
                  <a:pt x="711402" y="96817"/>
                  <a:pt x="703394" y="99147"/>
                  <a:pt x="692792" y="99147"/>
                </a:cubicBezTo>
                <a:cubicBezTo>
                  <a:pt x="683166" y="99147"/>
                  <a:pt x="675547" y="97201"/>
                  <a:pt x="669935" y="93310"/>
                </a:cubicBezTo>
                <a:cubicBezTo>
                  <a:pt x="664323" y="89417"/>
                  <a:pt x="660653" y="84132"/>
                  <a:pt x="658922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08EC5-E9C6-48BC-8A03-13B6925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293" y="1566100"/>
            <a:ext cx="177074" cy="177090"/>
          </a:xfrm>
          <a:custGeom xmlns:a="http://schemas.openxmlformats.org/drawingml/2006/main">
            <a:pathLst>
              <a:path w="177074" h="177090">
                <a:moveTo>
                  <a:pt x="88535" y="177090"/>
                </a:moveTo>
                <a:cubicBezTo>
                  <a:pt x="39640" y="177090"/>
                  <a:pt x="0" y="137447"/>
                  <a:pt x="0" y="88544"/>
                </a:cubicBez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5"/>
                </a:cubicBezTo>
                <a:cubicBezTo>
                  <a:pt x="177074" y="137448"/>
                  <a:pt x="137435" y="177090"/>
                  <a:pt x="88535" y="177090"/>
                </a:cubicBezTo>
                <a:close/>
                <a:moveTo>
                  <a:pt x="122088" y="44272"/>
                </a:moveTo>
                <a:cubicBezTo>
                  <a:pt x="109231" y="44272"/>
                  <a:pt x="96900" y="49382"/>
                  <a:pt x="87806" y="58476"/>
                </a:cubicBezTo>
                <a:lnTo>
                  <a:pt x="85261" y="61013"/>
                </a:lnTo>
                <a:cubicBezTo>
                  <a:pt x="83537" y="62747"/>
                  <a:pt x="81855" y="64554"/>
                  <a:pt x="80261" y="66436"/>
                </a:cubicBezTo>
                <a:lnTo>
                  <a:pt x="62531" y="66436"/>
                </a:lnTo>
                <a:cubicBezTo>
                  <a:pt x="59164" y="66436"/>
                  <a:pt x="56038" y="68179"/>
                  <a:pt x="54275" y="71048"/>
                </a:cubicBezTo>
                <a:lnTo>
                  <a:pt x="44801" y="86414"/>
                </a:lnTo>
                <a:cubicBezTo>
                  <a:pt x="43602" y="88378"/>
                  <a:pt x="44227" y="90945"/>
                  <a:pt x="46196" y="92143"/>
                </a:cubicBezTo>
                <a:cubicBezTo>
                  <a:pt x="46487" y="92321"/>
                  <a:pt x="46799" y="92462"/>
                  <a:pt x="47125" y="92563"/>
                </a:cubicBezTo>
                <a:lnTo>
                  <a:pt x="64302" y="97842"/>
                </a:lnTo>
                <a:lnTo>
                  <a:pt x="79243" y="112784"/>
                </a:lnTo>
                <a:lnTo>
                  <a:pt x="84532" y="129973"/>
                </a:lnTo>
                <a:cubicBezTo>
                  <a:pt x="85197" y="132163"/>
                  <a:pt x="87502" y="133401"/>
                  <a:pt x="89688" y="132742"/>
                </a:cubicBezTo>
                <a:cubicBezTo>
                  <a:pt x="90039" y="132638"/>
                  <a:pt x="90371" y="132488"/>
                  <a:pt x="90675" y="132297"/>
                </a:cubicBezTo>
                <a:lnTo>
                  <a:pt x="106049" y="122834"/>
                </a:lnTo>
                <a:cubicBezTo>
                  <a:pt x="108908" y="121068"/>
                  <a:pt x="110652" y="117942"/>
                  <a:pt x="110652" y="114577"/>
                </a:cubicBezTo>
                <a:lnTo>
                  <a:pt x="110651" y="96813"/>
                </a:lnTo>
                <a:cubicBezTo>
                  <a:pt x="112533" y="95219"/>
                  <a:pt x="114341" y="93548"/>
                  <a:pt x="116074" y="91810"/>
                </a:cubicBezTo>
                <a:lnTo>
                  <a:pt x="118620" y="89265"/>
                </a:lnTo>
                <a:cubicBezTo>
                  <a:pt x="127704" y="80179"/>
                  <a:pt x="132805" y="67847"/>
                  <a:pt x="132805" y="54999"/>
                </a:cubicBezTo>
                <a:lnTo>
                  <a:pt x="132805" y="53966"/>
                </a:lnTo>
                <a:cubicBezTo>
                  <a:pt x="132805" y="48617"/>
                  <a:pt x="128470" y="44272"/>
                  <a:pt x="123111" y="44272"/>
                </a:cubicBezTo>
                <a:lnTo>
                  <a:pt x="122088" y="44272"/>
                </a:lnTo>
                <a:close/>
                <a:moveTo>
                  <a:pt x="65564" y="123343"/>
                </a:moveTo>
                <a:lnTo>
                  <a:pt x="65553" y="123343"/>
                </a:lnTo>
                <a:cubicBezTo>
                  <a:pt x="67557" y="118824"/>
                  <a:pt x="65518" y="113533"/>
                  <a:pt x="60998" y="111528"/>
                </a:cubicBezTo>
                <a:cubicBezTo>
                  <a:pt x="57515" y="109984"/>
                  <a:pt x="53437" y="110812"/>
                  <a:pt x="50833" y="113592"/>
                </a:cubicBezTo>
                <a:cubicBezTo>
                  <a:pt x="46461" y="117953"/>
                  <a:pt x="44591" y="127516"/>
                  <a:pt x="43971" y="131522"/>
                </a:cubicBezTo>
                <a:cubicBezTo>
                  <a:pt x="43891" y="131961"/>
                  <a:pt x="44037" y="132410"/>
                  <a:pt x="44359" y="132718"/>
                </a:cubicBezTo>
                <a:cubicBezTo>
                  <a:pt x="44667" y="133039"/>
                  <a:pt x="45115" y="133185"/>
                  <a:pt x="45554" y="133105"/>
                </a:cubicBezTo>
                <a:cubicBezTo>
                  <a:pt x="49560" y="132485"/>
                  <a:pt x="59123" y="130615"/>
                  <a:pt x="63483" y="126254"/>
                </a:cubicBezTo>
                <a:cubicBezTo>
                  <a:pt x="64367" y="125435"/>
                  <a:pt x="65074" y="124444"/>
                  <a:pt x="65564" y="123343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1D817-DA93-414C-BBAB-CA33A12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29445"/>
            <a:ext cx="1515173" cy="548288"/>
          </a:xfrm>
          <a:custGeom xmlns:a="http://schemas.openxmlformats.org/drawingml/2006/main">
            <a:pathLst>
              <a:path w="1515173" h="548288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82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A922E-DCAD-4874-A6F0-7CB5183D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204" y="229445"/>
            <a:ext cx="1515173" cy="548288"/>
          </a:xfrm>
          <a:custGeom xmlns:a="http://schemas.openxmlformats.org/drawingml/2006/main">
            <a:pathLst>
              <a:path w="1515173" h="548288" fill="none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82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82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503" name="Text IssueReport">
            <a:extLst xmlns:a="http://schemas.openxmlformats.org/drawingml/2006/main">
              <a:ext uri="{FF2B5EF4-FFF2-40B4-BE49-F238E27FC236}">
                <a16:creationId xmlns:a16="http://schemas.microsoft.com/office/drawing/2014/main" id="{5C27495C-84A2-4A77-97A9-874AC4F5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84" y="458127"/>
            <a:ext cx="814179" cy="124433"/>
          </a:xfrm>
          <a:custGeom xmlns:a="http://schemas.openxmlformats.org/drawingml/2006/main">
            <a:pathLst>
              <a:path w="814179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7" y="78142"/>
                  <a:pt x="52946" y="80887"/>
                  <a:pt x="55386" y="82761"/>
                </a:cubicBezTo>
                <a:cubicBezTo>
                  <a:pt x="57826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6" y="82915"/>
                </a:cubicBezTo>
                <a:cubicBezTo>
                  <a:pt x="78187" y="81674"/>
                  <a:pt x="79008" y="80013"/>
                  <a:pt x="79008" y="77931"/>
                </a:cubicBezTo>
                <a:cubicBezTo>
                  <a:pt x="79008" y="76512"/>
                  <a:pt x="78564" y="75338"/>
                  <a:pt x="77677" y="74408"/>
                </a:cubicBezTo>
                <a:cubicBezTo>
                  <a:pt x="76746" y="73522"/>
                  <a:pt x="74661" y="72703"/>
                  <a:pt x="71422" y="71950"/>
                </a:cubicBezTo>
                <a:cubicBezTo>
                  <a:pt x="56339" y="68629"/>
                  <a:pt x="46780" y="65594"/>
                  <a:pt x="42743" y="62846"/>
                </a:cubicBezTo>
                <a:cubicBezTo>
                  <a:pt x="37153" y="59034"/>
                  <a:pt x="34359" y="53738"/>
                  <a:pt x="34359" y="46958"/>
                </a:cubicBezTo>
                <a:cubicBezTo>
                  <a:pt x="34359" y="40841"/>
                  <a:pt x="36776" y="35700"/>
                  <a:pt x="41612" y="31534"/>
                </a:cubicBezTo>
                <a:cubicBezTo>
                  <a:pt x="46447" y="27369"/>
                  <a:pt x="53944" y="25286"/>
                  <a:pt x="64103" y="25286"/>
                </a:cubicBezTo>
                <a:cubicBezTo>
                  <a:pt x="73773" y="25286"/>
                  <a:pt x="80960" y="26855"/>
                  <a:pt x="85662" y="29994"/>
                </a:cubicBezTo>
                <a:cubicBezTo>
                  <a:pt x="90364" y="33132"/>
                  <a:pt x="93603" y="37773"/>
                  <a:pt x="95377" y="43917"/>
                </a:cubicBezTo>
                <a:lnTo>
                  <a:pt x="77744" y="47244"/>
                </a:lnTo>
                <a:cubicBezTo>
                  <a:pt x="76990" y="44494"/>
                  <a:pt x="75559" y="42387"/>
                  <a:pt x="73452" y="40923"/>
                </a:cubicBezTo>
                <a:cubicBezTo>
                  <a:pt x="71345" y="39459"/>
                  <a:pt x="68339" y="38727"/>
                  <a:pt x="64435" y="38727"/>
                </a:cubicBezTo>
                <a:cubicBezTo>
                  <a:pt x="59511" y="38727"/>
                  <a:pt x="55985" y="39414"/>
                  <a:pt x="53855" y="40788"/>
                </a:cubicBezTo>
                <a:cubicBezTo>
                  <a:pt x="52436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6" y="53212"/>
                </a:cubicBezTo>
                <a:cubicBezTo>
                  <a:pt x="81015" y="55472"/>
                  <a:pt x="87969" y="58244"/>
                  <a:pt x="91917" y="61528"/>
                </a:cubicBezTo>
                <a:cubicBezTo>
                  <a:pt x="95821" y="64858"/>
                  <a:pt x="97773" y="69496"/>
                  <a:pt x="97773" y="75444"/>
                </a:cubicBezTo>
                <a:cubicBezTo>
                  <a:pt x="97773" y="81924"/>
                  <a:pt x="95067" y="87495"/>
                  <a:pt x="89655" y="92156"/>
                </a:cubicBezTo>
                <a:cubicBezTo>
                  <a:pt x="84243" y="96817"/>
                  <a:pt x="76235" y="99147"/>
                  <a:pt x="65633" y="99147"/>
                </a:cubicBezTo>
                <a:cubicBezTo>
                  <a:pt x="56007" y="99147"/>
                  <a:pt x="48388" y="97201"/>
                  <a:pt x="42776" y="93310"/>
                </a:cubicBezTo>
                <a:cubicBezTo>
                  <a:pt x="37164" y="89417"/>
                  <a:pt x="33494" y="84132"/>
                  <a:pt x="31763" y="77454"/>
                </a:cubicBezTo>
                <a:close/>
                <a:moveTo>
                  <a:pt x="107534" y="77454"/>
                </a:moveTo>
                <a:lnTo>
                  <a:pt x="126298" y="74527"/>
                </a:lnTo>
                <a:cubicBezTo>
                  <a:pt x="127097" y="78142"/>
                  <a:pt x="128716" y="80887"/>
                  <a:pt x="131156" y="82761"/>
                </a:cubicBezTo>
                <a:cubicBezTo>
                  <a:pt x="133596" y="84635"/>
                  <a:pt x="137011" y="85572"/>
                  <a:pt x="141403" y="85572"/>
                </a:cubicBezTo>
                <a:cubicBezTo>
                  <a:pt x="146239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6" y="73522"/>
                  <a:pt x="150431" y="72703"/>
                  <a:pt x="147192" y="71950"/>
                </a:cubicBezTo>
                <a:cubicBezTo>
                  <a:pt x="132110" y="68629"/>
                  <a:pt x="122550" y="65594"/>
                  <a:pt x="118513" y="62846"/>
                </a:cubicBezTo>
                <a:cubicBezTo>
                  <a:pt x="112923" y="59034"/>
                  <a:pt x="110129" y="53738"/>
                  <a:pt x="110129" y="46958"/>
                </a:cubicBezTo>
                <a:cubicBezTo>
                  <a:pt x="110129" y="40841"/>
                  <a:pt x="112546" y="35700"/>
                  <a:pt x="117382" y="31534"/>
                </a:cubicBezTo>
                <a:cubicBezTo>
                  <a:pt x="122217" y="27369"/>
                  <a:pt x="129714" y="25286"/>
                  <a:pt x="139873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3" y="37773"/>
                  <a:pt x="171147" y="43917"/>
                </a:cubicBezTo>
                <a:lnTo>
                  <a:pt x="153514" y="47244"/>
                </a:lnTo>
                <a:cubicBezTo>
                  <a:pt x="152760" y="44494"/>
                  <a:pt x="151329" y="42387"/>
                  <a:pt x="149222" y="40923"/>
                </a:cubicBezTo>
                <a:cubicBezTo>
                  <a:pt x="147115" y="39459"/>
                  <a:pt x="144109" y="38727"/>
                  <a:pt x="140205" y="38727"/>
                </a:cubicBezTo>
                <a:cubicBezTo>
                  <a:pt x="135281" y="38727"/>
                  <a:pt x="131755" y="39414"/>
                  <a:pt x="129625" y="40788"/>
                </a:cubicBezTo>
                <a:cubicBezTo>
                  <a:pt x="128206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3" y="69496"/>
                  <a:pt x="173543" y="75444"/>
                </a:cubicBezTo>
                <a:cubicBezTo>
                  <a:pt x="173543" y="81924"/>
                  <a:pt x="170837" y="87495"/>
                  <a:pt x="165425" y="92156"/>
                </a:cubicBezTo>
                <a:cubicBezTo>
                  <a:pt x="160013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4" y="84132"/>
                  <a:pt x="107534" y="77454"/>
                </a:cubicBezTo>
                <a:close/>
                <a:moveTo>
                  <a:pt x="235995" y="97550"/>
                </a:moveTo>
                <a:lnTo>
                  <a:pt x="235995" y="86970"/>
                </a:lnTo>
                <a:cubicBezTo>
                  <a:pt x="233422" y="90740"/>
                  <a:pt x="230039" y="93713"/>
                  <a:pt x="225847" y="95886"/>
                </a:cubicBezTo>
                <a:cubicBezTo>
                  <a:pt x="221655" y="98060"/>
                  <a:pt x="217230" y="99147"/>
                  <a:pt x="212572" y="99147"/>
                </a:cubicBezTo>
                <a:cubicBezTo>
                  <a:pt x="207826" y="99147"/>
                  <a:pt x="203567" y="98104"/>
                  <a:pt x="199796" y="96019"/>
                </a:cubicBezTo>
                <a:cubicBezTo>
                  <a:pt x="196026" y="93934"/>
                  <a:pt x="193297" y="91007"/>
                  <a:pt x="191612" y="87236"/>
                </a:cubicBezTo>
                <a:cubicBezTo>
                  <a:pt x="189926" y="83465"/>
                  <a:pt x="189083" y="78253"/>
                  <a:pt x="189083" y="71599"/>
                </a:cubicBezTo>
                <a:lnTo>
                  <a:pt x="189083" y="26883"/>
                </a:lnTo>
                <a:lnTo>
                  <a:pt x="207781" y="26883"/>
                </a:lnTo>
                <a:lnTo>
                  <a:pt x="207781" y="59280"/>
                </a:lnTo>
                <a:cubicBezTo>
                  <a:pt x="207781" y="69195"/>
                  <a:pt x="208125" y="75270"/>
                  <a:pt x="208813" y="77504"/>
                </a:cubicBezTo>
                <a:cubicBezTo>
                  <a:pt x="209500" y="79739"/>
                  <a:pt x="210753" y="81509"/>
                  <a:pt x="212572" y="82815"/>
                </a:cubicBezTo>
                <a:cubicBezTo>
                  <a:pt x="214391" y="84121"/>
                  <a:pt x="216698" y="84774"/>
                  <a:pt x="219492" y="84774"/>
                </a:cubicBezTo>
                <a:cubicBezTo>
                  <a:pt x="222686" y="84774"/>
                  <a:pt x="225548" y="83900"/>
                  <a:pt x="228076" y="82152"/>
                </a:cubicBezTo>
                <a:cubicBezTo>
                  <a:pt x="230605" y="80404"/>
                  <a:pt x="232335" y="78235"/>
                  <a:pt x="233267" y="75645"/>
                </a:cubicBezTo>
                <a:cubicBezTo>
                  <a:pt x="234198" y="73056"/>
                  <a:pt x="234664" y="66715"/>
                  <a:pt x="234664" y="56625"/>
                </a:cubicBezTo>
                <a:lnTo>
                  <a:pt x="234664" y="26883"/>
                </a:lnTo>
                <a:lnTo>
                  <a:pt x="253362" y="26883"/>
                </a:lnTo>
                <a:lnTo>
                  <a:pt x="253362" y="97550"/>
                </a:lnTo>
                <a:lnTo>
                  <a:pt x="235995" y="97550"/>
                </a:lnTo>
                <a:close/>
                <a:moveTo>
                  <a:pt x="313670" y="75059"/>
                </a:moveTo>
                <a:lnTo>
                  <a:pt x="332302" y="78253"/>
                </a:lnTo>
                <a:cubicBezTo>
                  <a:pt x="329906" y="85062"/>
                  <a:pt x="326125" y="90247"/>
                  <a:pt x="320957" y="93807"/>
                </a:cubicBezTo>
                <a:cubicBezTo>
                  <a:pt x="315789" y="97367"/>
                  <a:pt x="309323" y="99147"/>
                  <a:pt x="301560" y="99147"/>
                </a:cubicBezTo>
                <a:cubicBezTo>
                  <a:pt x="289272" y="99147"/>
                  <a:pt x="280178" y="95132"/>
                  <a:pt x="274278" y="87103"/>
                </a:cubicBezTo>
                <a:cubicBezTo>
                  <a:pt x="269620" y="80671"/>
                  <a:pt x="267291" y="72552"/>
                  <a:pt x="267291" y="62749"/>
                </a:cubicBezTo>
                <a:cubicBezTo>
                  <a:pt x="267291" y="51037"/>
                  <a:pt x="270352" y="41866"/>
                  <a:pt x="276474" y="35234"/>
                </a:cubicBezTo>
                <a:cubicBezTo>
                  <a:pt x="282595" y="28602"/>
                  <a:pt x="290336" y="25286"/>
                  <a:pt x="299697" y="25286"/>
                </a:cubicBezTo>
                <a:cubicBezTo>
                  <a:pt x="310210" y="25286"/>
                  <a:pt x="318506" y="28757"/>
                  <a:pt x="324583" y="35700"/>
                </a:cubicBezTo>
                <a:cubicBezTo>
                  <a:pt x="330661" y="42642"/>
                  <a:pt x="333566" y="53278"/>
                  <a:pt x="333300" y="67606"/>
                </a:cubicBezTo>
                <a:lnTo>
                  <a:pt x="286455" y="67606"/>
                </a:lnTo>
                <a:cubicBezTo>
                  <a:pt x="286588" y="73151"/>
                  <a:pt x="288096" y="77465"/>
                  <a:pt x="290980" y="80549"/>
                </a:cubicBezTo>
                <a:cubicBezTo>
                  <a:pt x="293863" y="83632"/>
                  <a:pt x="297456" y="85173"/>
                  <a:pt x="301759" y="85173"/>
                </a:cubicBezTo>
                <a:cubicBezTo>
                  <a:pt x="304687" y="85173"/>
                  <a:pt x="307149" y="84375"/>
                  <a:pt x="309145" y="82778"/>
                </a:cubicBezTo>
                <a:cubicBezTo>
                  <a:pt x="311142" y="81181"/>
                  <a:pt x="312650" y="78608"/>
                  <a:pt x="313670" y="75059"/>
                </a:cubicBezTo>
                <a:moveTo>
                  <a:pt x="314735" y="56161"/>
                </a:moveTo>
                <a:cubicBezTo>
                  <a:pt x="314602" y="50771"/>
                  <a:pt x="313204" y="46673"/>
                  <a:pt x="310543" y="43867"/>
                </a:cubicBezTo>
                <a:cubicBezTo>
                  <a:pt x="307881" y="41062"/>
                  <a:pt x="304643" y="39659"/>
                  <a:pt x="300828" y="39659"/>
                </a:cubicBezTo>
                <a:cubicBezTo>
                  <a:pt x="296747" y="39659"/>
                  <a:pt x="293375" y="41139"/>
                  <a:pt x="290713" y="44098"/>
                </a:cubicBezTo>
                <a:cubicBezTo>
                  <a:pt x="288052" y="47059"/>
                  <a:pt x="286743" y="51080"/>
                  <a:pt x="286788" y="56161"/>
                </a:cubicBezTo>
                <a:lnTo>
                  <a:pt x="314735" y="56161"/>
                </a:lnTo>
                <a:close/>
                <a:moveTo>
                  <a:pt x="386603" y="97550"/>
                </a:moveTo>
                <a:lnTo>
                  <a:pt x="386603" y="0"/>
                </a:lnTo>
                <a:lnTo>
                  <a:pt x="428058" y="0"/>
                </a:lnTo>
                <a:cubicBezTo>
                  <a:pt x="438483" y="0"/>
                  <a:pt x="446057" y="876"/>
                  <a:pt x="450782" y="2628"/>
                </a:cubicBezTo>
                <a:cubicBezTo>
                  <a:pt x="455506" y="4381"/>
                  <a:pt x="459288" y="7497"/>
                  <a:pt x="462127" y="11977"/>
                </a:cubicBezTo>
                <a:cubicBezTo>
                  <a:pt x="464966" y="16458"/>
                  <a:pt x="466386" y="21582"/>
                  <a:pt x="466386" y="27349"/>
                </a:cubicBezTo>
                <a:cubicBezTo>
                  <a:pt x="466386" y="34668"/>
                  <a:pt x="464234" y="40712"/>
                  <a:pt x="459931" y="45481"/>
                </a:cubicBezTo>
                <a:cubicBezTo>
                  <a:pt x="455628" y="50250"/>
                  <a:pt x="449196" y="53255"/>
                  <a:pt x="440634" y="54498"/>
                </a:cubicBezTo>
                <a:cubicBezTo>
                  <a:pt x="444893" y="56982"/>
                  <a:pt x="448408" y="59710"/>
                  <a:pt x="451181" y="62682"/>
                </a:cubicBezTo>
                <a:cubicBezTo>
                  <a:pt x="453954" y="65654"/>
                  <a:pt x="457691" y="70933"/>
                  <a:pt x="462393" y="78519"/>
                </a:cubicBezTo>
                <a:lnTo>
                  <a:pt x="474304" y="97550"/>
                </a:lnTo>
                <a:lnTo>
                  <a:pt x="450749" y="97550"/>
                </a:lnTo>
                <a:lnTo>
                  <a:pt x="436509" y="76317"/>
                </a:lnTo>
                <a:cubicBezTo>
                  <a:pt x="431451" y="68734"/>
                  <a:pt x="427991" y="63956"/>
                  <a:pt x="426128" y="61983"/>
                </a:cubicBezTo>
                <a:cubicBezTo>
                  <a:pt x="424265" y="60009"/>
                  <a:pt x="422291" y="58656"/>
                  <a:pt x="420206" y="57924"/>
                </a:cubicBezTo>
                <a:cubicBezTo>
                  <a:pt x="418121" y="57192"/>
                  <a:pt x="414816" y="56826"/>
                  <a:pt x="410291" y="56826"/>
                </a:cubicBezTo>
                <a:lnTo>
                  <a:pt x="406299" y="56826"/>
                </a:lnTo>
                <a:lnTo>
                  <a:pt x="406299" y="97550"/>
                </a:lnTo>
                <a:lnTo>
                  <a:pt x="386603" y="97550"/>
                </a:lnTo>
                <a:moveTo>
                  <a:pt x="406299" y="41256"/>
                </a:moveTo>
                <a:lnTo>
                  <a:pt x="420871" y="41256"/>
                </a:lnTo>
                <a:cubicBezTo>
                  <a:pt x="430320" y="41256"/>
                  <a:pt x="436220" y="40856"/>
                  <a:pt x="438571" y="40058"/>
                </a:cubicBezTo>
                <a:cubicBezTo>
                  <a:pt x="440923" y="39259"/>
                  <a:pt x="442764" y="37884"/>
                  <a:pt x="444094" y="35932"/>
                </a:cubicBezTo>
                <a:cubicBezTo>
                  <a:pt x="445425" y="33981"/>
                  <a:pt x="446091" y="31541"/>
                  <a:pt x="446091" y="28613"/>
                </a:cubicBezTo>
                <a:cubicBezTo>
                  <a:pt x="446091" y="25330"/>
                  <a:pt x="445214" y="22680"/>
                  <a:pt x="443462" y="20661"/>
                </a:cubicBezTo>
                <a:cubicBezTo>
                  <a:pt x="441710" y="18643"/>
                  <a:pt x="439237" y="17367"/>
                  <a:pt x="436043" y="16835"/>
                </a:cubicBezTo>
                <a:cubicBezTo>
                  <a:pt x="434446" y="16613"/>
                  <a:pt x="429655" y="16502"/>
                  <a:pt x="421670" y="16502"/>
                </a:cubicBezTo>
                <a:lnTo>
                  <a:pt x="406299" y="16502"/>
                </a:lnTo>
                <a:lnTo>
                  <a:pt x="406299" y="41256"/>
                </a:lnTo>
                <a:close/>
                <a:moveTo>
                  <a:pt x="525718" y="75059"/>
                </a:moveTo>
                <a:lnTo>
                  <a:pt x="544349" y="78253"/>
                </a:lnTo>
                <a:cubicBezTo>
                  <a:pt x="541954" y="85062"/>
                  <a:pt x="538172" y="90247"/>
                  <a:pt x="533004" y="93807"/>
                </a:cubicBezTo>
                <a:cubicBezTo>
                  <a:pt x="527836" y="97367"/>
                  <a:pt x="521370" y="99147"/>
                  <a:pt x="513607" y="99147"/>
                </a:cubicBezTo>
                <a:cubicBezTo>
                  <a:pt x="501319" y="99147"/>
                  <a:pt x="492225" y="95132"/>
                  <a:pt x="486325" y="87103"/>
                </a:cubicBezTo>
                <a:cubicBezTo>
                  <a:pt x="481667" y="80671"/>
                  <a:pt x="479338" y="72552"/>
                  <a:pt x="479338" y="62749"/>
                </a:cubicBezTo>
                <a:cubicBezTo>
                  <a:pt x="479338" y="51037"/>
                  <a:pt x="482399" y="41866"/>
                  <a:pt x="488521" y="35234"/>
                </a:cubicBezTo>
                <a:cubicBezTo>
                  <a:pt x="494643" y="28602"/>
                  <a:pt x="502384" y="25286"/>
                  <a:pt x="511744" y="25286"/>
                </a:cubicBezTo>
                <a:cubicBezTo>
                  <a:pt x="522257" y="25286"/>
                  <a:pt x="530553" y="28757"/>
                  <a:pt x="536630" y="35700"/>
                </a:cubicBezTo>
                <a:cubicBezTo>
                  <a:pt x="542708" y="42642"/>
                  <a:pt x="545614" y="53278"/>
                  <a:pt x="545347" y="67606"/>
                </a:cubicBezTo>
                <a:lnTo>
                  <a:pt x="498502" y="67606"/>
                </a:lnTo>
                <a:cubicBezTo>
                  <a:pt x="498635" y="73151"/>
                  <a:pt x="500144" y="77465"/>
                  <a:pt x="503027" y="80549"/>
                </a:cubicBezTo>
                <a:cubicBezTo>
                  <a:pt x="505910" y="83632"/>
                  <a:pt x="509504" y="85173"/>
                  <a:pt x="513807" y="85173"/>
                </a:cubicBezTo>
                <a:cubicBezTo>
                  <a:pt x="516735" y="85173"/>
                  <a:pt x="519197" y="84375"/>
                  <a:pt x="521193" y="82778"/>
                </a:cubicBezTo>
                <a:cubicBezTo>
                  <a:pt x="523189" y="81181"/>
                  <a:pt x="524697" y="78608"/>
                  <a:pt x="525718" y="75059"/>
                </a:cubicBezTo>
                <a:moveTo>
                  <a:pt x="526782" y="56161"/>
                </a:moveTo>
                <a:cubicBezTo>
                  <a:pt x="526649" y="50771"/>
                  <a:pt x="525252" y="46673"/>
                  <a:pt x="522590" y="43867"/>
                </a:cubicBezTo>
                <a:cubicBezTo>
                  <a:pt x="519929" y="41062"/>
                  <a:pt x="516690" y="39659"/>
                  <a:pt x="512875" y="39659"/>
                </a:cubicBezTo>
                <a:cubicBezTo>
                  <a:pt x="508794" y="39659"/>
                  <a:pt x="505422" y="41139"/>
                  <a:pt x="502761" y="44098"/>
                </a:cubicBezTo>
                <a:cubicBezTo>
                  <a:pt x="500099" y="47059"/>
                  <a:pt x="498791" y="51080"/>
                  <a:pt x="498835" y="56161"/>
                </a:cubicBezTo>
                <a:lnTo>
                  <a:pt x="526782" y="56161"/>
                </a:lnTo>
                <a:close/>
                <a:moveTo>
                  <a:pt x="559623" y="26883"/>
                </a:moveTo>
                <a:lnTo>
                  <a:pt x="577057" y="26883"/>
                </a:lnTo>
                <a:lnTo>
                  <a:pt x="577057" y="37263"/>
                </a:lnTo>
                <a:cubicBezTo>
                  <a:pt x="579319" y="33714"/>
                  <a:pt x="582380" y="30831"/>
                  <a:pt x="586240" y="28613"/>
                </a:cubicBezTo>
                <a:cubicBezTo>
                  <a:pt x="590099" y="26395"/>
                  <a:pt x="594380" y="25286"/>
                  <a:pt x="599082" y="25286"/>
                </a:cubicBezTo>
                <a:cubicBezTo>
                  <a:pt x="607289" y="25286"/>
                  <a:pt x="614254" y="28502"/>
                  <a:pt x="619976" y="34934"/>
                </a:cubicBezTo>
                <a:cubicBezTo>
                  <a:pt x="625699" y="41367"/>
                  <a:pt x="628560" y="50328"/>
                  <a:pt x="628560" y="61817"/>
                </a:cubicBezTo>
                <a:cubicBezTo>
                  <a:pt x="628560" y="73617"/>
                  <a:pt x="625677" y="82789"/>
                  <a:pt x="619910" y="89332"/>
                </a:cubicBezTo>
                <a:cubicBezTo>
                  <a:pt x="614143" y="95875"/>
                  <a:pt x="607156" y="99147"/>
                  <a:pt x="598949" y="99147"/>
                </a:cubicBezTo>
                <a:cubicBezTo>
                  <a:pt x="595045" y="99147"/>
                  <a:pt x="591508" y="98371"/>
                  <a:pt x="588336" y="96818"/>
                </a:cubicBezTo>
                <a:cubicBezTo>
                  <a:pt x="585164" y="95265"/>
                  <a:pt x="581826" y="92604"/>
                  <a:pt x="578321" y="88833"/>
                </a:cubicBezTo>
                <a:lnTo>
                  <a:pt x="578321" y="124433"/>
                </a:lnTo>
                <a:lnTo>
                  <a:pt x="559623" y="124433"/>
                </a:lnTo>
                <a:lnTo>
                  <a:pt x="559623" y="26883"/>
                </a:lnTo>
                <a:moveTo>
                  <a:pt x="578122" y="60987"/>
                </a:moveTo>
                <a:cubicBezTo>
                  <a:pt x="578122" y="68916"/>
                  <a:pt x="579696" y="74773"/>
                  <a:pt x="582846" y="78561"/>
                </a:cubicBezTo>
                <a:cubicBezTo>
                  <a:pt x="585996" y="82348"/>
                  <a:pt x="589833" y="84242"/>
                  <a:pt x="594358" y="84242"/>
                </a:cubicBezTo>
                <a:cubicBezTo>
                  <a:pt x="598705" y="84242"/>
                  <a:pt x="602321" y="82503"/>
                  <a:pt x="605204" y="79026"/>
                </a:cubicBezTo>
                <a:cubicBezTo>
                  <a:pt x="608088" y="75550"/>
                  <a:pt x="609529" y="69846"/>
                  <a:pt x="609529" y="61917"/>
                </a:cubicBezTo>
                <a:cubicBezTo>
                  <a:pt x="609529" y="54520"/>
                  <a:pt x="608043" y="49027"/>
                  <a:pt x="605071" y="45440"/>
                </a:cubicBezTo>
                <a:cubicBezTo>
                  <a:pt x="602099" y="41852"/>
                  <a:pt x="598417" y="40058"/>
                  <a:pt x="594025" y="40058"/>
                </a:cubicBezTo>
                <a:cubicBezTo>
                  <a:pt x="589456" y="40058"/>
                  <a:pt x="585663" y="41819"/>
                  <a:pt x="582646" y="45340"/>
                </a:cubicBezTo>
                <a:cubicBezTo>
                  <a:pt x="579630" y="48861"/>
                  <a:pt x="578122" y="54077"/>
                  <a:pt x="578122" y="60987"/>
                </a:cubicBezTo>
                <a:close/>
                <a:moveTo>
                  <a:pt x="639096" y="61218"/>
                </a:moveTo>
                <a:cubicBezTo>
                  <a:pt x="639096" y="55008"/>
                  <a:pt x="640626" y="48997"/>
                  <a:pt x="643687" y="43185"/>
                </a:cubicBezTo>
                <a:cubicBezTo>
                  <a:pt x="646748" y="37374"/>
                  <a:pt x="651084" y="32938"/>
                  <a:pt x="656696" y="29877"/>
                </a:cubicBezTo>
                <a:cubicBezTo>
                  <a:pt x="662307" y="26816"/>
                  <a:pt x="668573" y="25286"/>
                  <a:pt x="675494" y="25286"/>
                </a:cubicBezTo>
                <a:cubicBezTo>
                  <a:pt x="686185" y="25286"/>
                  <a:pt x="694946" y="28757"/>
                  <a:pt x="701778" y="35700"/>
                </a:cubicBezTo>
                <a:cubicBezTo>
                  <a:pt x="708609" y="42642"/>
                  <a:pt x="712025" y="51414"/>
                  <a:pt x="712025" y="62017"/>
                </a:cubicBezTo>
                <a:cubicBezTo>
                  <a:pt x="712025" y="72708"/>
                  <a:pt x="708576" y="81569"/>
                  <a:pt x="701678" y="88600"/>
                </a:cubicBezTo>
                <a:cubicBezTo>
                  <a:pt x="694780" y="95631"/>
                  <a:pt x="686096" y="99147"/>
                  <a:pt x="675627" y="99147"/>
                </a:cubicBezTo>
                <a:cubicBezTo>
                  <a:pt x="669150" y="99147"/>
                  <a:pt x="662973" y="97683"/>
                  <a:pt x="657095" y="94755"/>
                </a:cubicBezTo>
                <a:cubicBezTo>
                  <a:pt x="651217" y="91827"/>
                  <a:pt x="646748" y="87535"/>
                  <a:pt x="643687" y="81879"/>
                </a:cubicBezTo>
                <a:cubicBezTo>
                  <a:pt x="640626" y="76223"/>
                  <a:pt x="639096" y="69336"/>
                  <a:pt x="639096" y="61218"/>
                </a:cubicBezTo>
                <a:moveTo>
                  <a:pt x="658259" y="62216"/>
                </a:moveTo>
                <a:cubicBezTo>
                  <a:pt x="658259" y="69203"/>
                  <a:pt x="659923" y="74554"/>
                  <a:pt x="663250" y="78269"/>
                </a:cubicBezTo>
                <a:cubicBezTo>
                  <a:pt x="666577" y="81985"/>
                  <a:pt x="670681" y="83842"/>
                  <a:pt x="675560" y="83842"/>
                </a:cubicBezTo>
                <a:cubicBezTo>
                  <a:pt x="680440" y="83842"/>
                  <a:pt x="684532" y="81985"/>
                  <a:pt x="687837" y="78269"/>
                </a:cubicBezTo>
                <a:cubicBezTo>
                  <a:pt x="691142" y="74554"/>
                  <a:pt x="692795" y="69159"/>
                  <a:pt x="692795" y="62083"/>
                </a:cubicBezTo>
                <a:cubicBezTo>
                  <a:pt x="692795" y="55185"/>
                  <a:pt x="691142" y="49878"/>
                  <a:pt x="687837" y="46163"/>
                </a:cubicBezTo>
                <a:cubicBezTo>
                  <a:pt x="684532" y="42448"/>
                  <a:pt x="680440" y="40590"/>
                  <a:pt x="675560" y="40590"/>
                </a:cubicBezTo>
                <a:cubicBezTo>
                  <a:pt x="670681" y="40590"/>
                  <a:pt x="666577" y="42448"/>
                  <a:pt x="663250" y="46163"/>
                </a:cubicBezTo>
                <a:cubicBezTo>
                  <a:pt x="659923" y="49878"/>
                  <a:pt x="658259" y="55229"/>
                  <a:pt x="658259" y="62216"/>
                </a:cubicBezTo>
                <a:close/>
                <a:moveTo>
                  <a:pt x="745131" y="97550"/>
                </a:moveTo>
                <a:lnTo>
                  <a:pt x="726433" y="97550"/>
                </a:lnTo>
                <a:lnTo>
                  <a:pt x="726433" y="26883"/>
                </a:lnTo>
                <a:lnTo>
                  <a:pt x="743800" y="26883"/>
                </a:lnTo>
                <a:lnTo>
                  <a:pt x="743800" y="36931"/>
                </a:lnTo>
                <a:cubicBezTo>
                  <a:pt x="746772" y="32184"/>
                  <a:pt x="749445" y="29056"/>
                  <a:pt x="751818" y="27548"/>
                </a:cubicBezTo>
                <a:cubicBezTo>
                  <a:pt x="754192" y="26040"/>
                  <a:pt x="756887" y="25286"/>
                  <a:pt x="759903" y="25286"/>
                </a:cubicBezTo>
                <a:cubicBezTo>
                  <a:pt x="764162" y="25286"/>
                  <a:pt x="768265" y="26461"/>
                  <a:pt x="772213" y="28812"/>
                </a:cubicBezTo>
                <a:lnTo>
                  <a:pt x="766424" y="45115"/>
                </a:lnTo>
                <a:cubicBezTo>
                  <a:pt x="763275" y="43075"/>
                  <a:pt x="760347" y="42054"/>
                  <a:pt x="757641" y="42054"/>
                </a:cubicBezTo>
                <a:cubicBezTo>
                  <a:pt x="755023" y="42054"/>
                  <a:pt x="752805" y="42775"/>
                  <a:pt x="750987" y="44217"/>
                </a:cubicBezTo>
                <a:cubicBezTo>
                  <a:pt x="749168" y="45659"/>
                  <a:pt x="747737" y="48265"/>
                  <a:pt x="746695" y="52035"/>
                </a:cubicBezTo>
                <a:cubicBezTo>
                  <a:pt x="745652" y="55806"/>
                  <a:pt x="745131" y="63702"/>
                  <a:pt x="745131" y="75724"/>
                </a:cubicBezTo>
                <a:lnTo>
                  <a:pt x="745131" y="97550"/>
                </a:lnTo>
                <a:close/>
                <a:moveTo>
                  <a:pt x="812649" y="26883"/>
                </a:moveTo>
                <a:lnTo>
                  <a:pt x="812649" y="41788"/>
                </a:lnTo>
                <a:lnTo>
                  <a:pt x="799873" y="41788"/>
                </a:lnTo>
                <a:lnTo>
                  <a:pt x="799873" y="70222"/>
                </a:lnTo>
                <a:cubicBezTo>
                  <a:pt x="799873" y="75981"/>
                  <a:pt x="799995" y="79336"/>
                  <a:pt x="800239" y="80289"/>
                </a:cubicBezTo>
                <a:cubicBezTo>
                  <a:pt x="800483" y="81240"/>
                  <a:pt x="801037" y="82026"/>
                  <a:pt x="801902" y="82647"/>
                </a:cubicBezTo>
                <a:cubicBezTo>
                  <a:pt x="802767" y="83266"/>
                  <a:pt x="803821" y="83576"/>
                  <a:pt x="805063" y="83576"/>
                </a:cubicBezTo>
                <a:cubicBezTo>
                  <a:pt x="806793" y="83576"/>
                  <a:pt x="809299" y="82977"/>
                  <a:pt x="812582" y="81780"/>
                </a:cubicBezTo>
                <a:lnTo>
                  <a:pt x="814179" y="96340"/>
                </a:lnTo>
                <a:cubicBezTo>
                  <a:pt x="809832" y="98211"/>
                  <a:pt x="804908" y="99147"/>
                  <a:pt x="799407" y="99147"/>
                </a:cubicBezTo>
                <a:cubicBezTo>
                  <a:pt x="796035" y="99147"/>
                  <a:pt x="792997" y="98581"/>
                  <a:pt x="790291" y="97450"/>
                </a:cubicBezTo>
                <a:cubicBezTo>
                  <a:pt x="787585" y="96319"/>
                  <a:pt x="785600" y="94855"/>
                  <a:pt x="784335" y="93058"/>
                </a:cubicBezTo>
                <a:cubicBezTo>
                  <a:pt x="783071" y="91262"/>
                  <a:pt x="782195" y="88833"/>
                  <a:pt x="781707" y="85772"/>
                </a:cubicBezTo>
                <a:cubicBezTo>
                  <a:pt x="781308" y="83598"/>
                  <a:pt x="781108" y="79207"/>
                  <a:pt x="781108" y="72597"/>
                </a:cubicBezTo>
                <a:lnTo>
                  <a:pt x="781108" y="41788"/>
                </a:lnTo>
                <a:lnTo>
                  <a:pt x="772524" y="41788"/>
                </a:lnTo>
                <a:lnTo>
                  <a:pt x="772524" y="26883"/>
                </a:lnTo>
                <a:lnTo>
                  <a:pt x="781108" y="26883"/>
                </a:lnTo>
                <a:lnTo>
                  <a:pt x="781108" y="12776"/>
                </a:lnTo>
                <a:lnTo>
                  <a:pt x="799873" y="1730"/>
                </a:lnTo>
                <a:lnTo>
                  <a:pt x="799873" y="26883"/>
                </a:lnTo>
                <a:lnTo>
                  <a:pt x="812649" y="268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091FF-1993-41E2-A6F7-ADD8829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276" y="416987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35EEA-68CB-493E-A7D1-6F0B5EC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080" y="851701"/>
            <a:ext cx="1514644" cy="1075074"/>
          </a:xfrm>
          <a:custGeom xmlns:a="http://schemas.openxmlformats.org/drawingml/2006/main">
            <a:pathLst>
              <a:path w="1514644" h="1075074">
                <a:moveTo>
                  <a:pt x="0" y="37173"/>
                </a:moveTo>
                <a:cubicBezTo>
                  <a:pt x="0" y="16656"/>
                  <a:pt x="16656" y="0"/>
                  <a:pt x="37249" y="0"/>
                </a:cubicBezTo>
                <a:lnTo>
                  <a:pt x="1477394" y="0"/>
                </a:lnTo>
                <a:cubicBezTo>
                  <a:pt x="1497987" y="0"/>
                  <a:pt x="1514644" y="16656"/>
                  <a:pt x="1514644" y="37173"/>
                </a:cubicBezTo>
                <a:lnTo>
                  <a:pt x="1514644" y="1037901"/>
                </a:lnTo>
                <a:cubicBezTo>
                  <a:pt x="1514644" y="1058418"/>
                  <a:pt x="1497987" y="1075074"/>
                  <a:pt x="1477394" y="1075074"/>
                </a:cubicBezTo>
                <a:lnTo>
                  <a:pt x="37249" y="1075074"/>
                </a:lnTo>
                <a:cubicBezTo>
                  <a:pt x="16656" y="1075074"/>
                  <a:pt x="0" y="1058418"/>
                  <a:pt x="0" y="1037901"/>
                </a:cubicBezTo>
                <a:lnTo>
                  <a:pt x="0" y="3717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B7BCF-2517-4957-9072-A91CB864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080" y="851701"/>
            <a:ext cx="1514644" cy="1075074"/>
          </a:xfrm>
          <a:custGeom xmlns:a="http://schemas.openxmlformats.org/drawingml/2006/main">
            <a:pathLst>
              <a:path w="1514644" h="1075074" fill="none">
                <a:moveTo>
                  <a:pt x="0" y="37173"/>
                </a:moveTo>
                <a:cubicBezTo>
                  <a:pt x="0" y="16656"/>
                  <a:pt x="16656" y="0"/>
                  <a:pt x="37249" y="0"/>
                </a:cubicBezTo>
                <a:lnTo>
                  <a:pt x="1477394" y="0"/>
                </a:lnTo>
                <a:cubicBezTo>
                  <a:pt x="1497987" y="0"/>
                  <a:pt x="1514644" y="16656"/>
                  <a:pt x="1514644" y="37173"/>
                </a:cubicBezTo>
                <a:lnTo>
                  <a:pt x="1514644" y="1037901"/>
                </a:lnTo>
                <a:cubicBezTo>
                  <a:pt x="1514644" y="1058418"/>
                  <a:pt x="1497987" y="1075074"/>
                  <a:pt x="1477394" y="1075074"/>
                </a:cubicBezTo>
                <a:lnTo>
                  <a:pt x="37249" y="1075074"/>
                </a:lnTo>
                <a:cubicBezTo>
                  <a:pt x="16656" y="1075074"/>
                  <a:pt x="0" y="1058418"/>
                  <a:pt x="0" y="1037901"/>
                </a:cubicBezTo>
                <a:lnTo>
                  <a:pt x="0" y="37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507" name="Text RelatedDocs">
            <a:extLst xmlns:a="http://schemas.openxmlformats.org/drawingml/2006/main">
              <a:ext uri="{FF2B5EF4-FFF2-40B4-BE49-F238E27FC236}">
                <a16:creationId xmlns:a16="http://schemas.microsoft.com/office/drawing/2014/main" id="{B9B02573-3CB1-4CF7-8710-9032927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277" y="1075160"/>
            <a:ext cx="846087" cy="99147"/>
          </a:xfrm>
          <a:custGeom xmlns:a="http://schemas.openxmlformats.org/drawingml/2006/main">
            <a:pathLst>
              <a:path w="846087" h="99147">
                <a:moveTo>
                  <a:pt x="0" y="97550"/>
                </a:moveTo>
                <a:lnTo>
                  <a:pt x="0" y="0"/>
                </a:lnTo>
                <a:lnTo>
                  <a:pt x="41455" y="0"/>
                </a:lnTo>
                <a:cubicBezTo>
                  <a:pt x="51880" y="0"/>
                  <a:pt x="59455" y="876"/>
                  <a:pt x="64179" y="2628"/>
                </a:cubicBezTo>
                <a:cubicBezTo>
                  <a:pt x="68904" y="4381"/>
                  <a:pt x="72686" y="7497"/>
                  <a:pt x="75525" y="11977"/>
                </a:cubicBezTo>
                <a:cubicBezTo>
                  <a:pt x="78364" y="16458"/>
                  <a:pt x="79783" y="21582"/>
                  <a:pt x="79783" y="27349"/>
                </a:cubicBezTo>
                <a:cubicBezTo>
                  <a:pt x="79783" y="34668"/>
                  <a:pt x="77632" y="40712"/>
                  <a:pt x="73329" y="45481"/>
                </a:cubicBezTo>
                <a:cubicBezTo>
                  <a:pt x="69026" y="50250"/>
                  <a:pt x="62593" y="53255"/>
                  <a:pt x="54032" y="54498"/>
                </a:cubicBezTo>
                <a:cubicBezTo>
                  <a:pt x="58290" y="56982"/>
                  <a:pt x="61806" y="59710"/>
                  <a:pt x="64579" y="62682"/>
                </a:cubicBezTo>
                <a:cubicBezTo>
                  <a:pt x="67351" y="65654"/>
                  <a:pt x="71089" y="70933"/>
                  <a:pt x="75791" y="78519"/>
                </a:cubicBezTo>
                <a:lnTo>
                  <a:pt x="87702" y="97550"/>
                </a:lnTo>
                <a:lnTo>
                  <a:pt x="64146" y="97550"/>
                </a:lnTo>
                <a:lnTo>
                  <a:pt x="49906" y="76317"/>
                </a:lnTo>
                <a:cubicBezTo>
                  <a:pt x="44849" y="68734"/>
                  <a:pt x="41389" y="63956"/>
                  <a:pt x="39526" y="61983"/>
                </a:cubicBezTo>
                <a:cubicBezTo>
                  <a:pt x="37663" y="60009"/>
                  <a:pt x="35688" y="58656"/>
                  <a:pt x="33603" y="57924"/>
                </a:cubicBezTo>
                <a:cubicBezTo>
                  <a:pt x="31519" y="57192"/>
                  <a:pt x="28214" y="56826"/>
                  <a:pt x="23689" y="56826"/>
                </a:cubicBezTo>
                <a:lnTo>
                  <a:pt x="19696" y="56826"/>
                </a:lnTo>
                <a:lnTo>
                  <a:pt x="19696" y="97550"/>
                </a:lnTo>
                <a:lnTo>
                  <a:pt x="0" y="97550"/>
                </a:lnTo>
                <a:moveTo>
                  <a:pt x="19696" y="41256"/>
                </a:moveTo>
                <a:lnTo>
                  <a:pt x="34269" y="41256"/>
                </a:lnTo>
                <a:cubicBezTo>
                  <a:pt x="43718" y="41256"/>
                  <a:pt x="49618" y="40856"/>
                  <a:pt x="51969" y="40058"/>
                </a:cubicBezTo>
                <a:cubicBezTo>
                  <a:pt x="54320" y="39259"/>
                  <a:pt x="56161" y="37884"/>
                  <a:pt x="57492" y="35932"/>
                </a:cubicBezTo>
                <a:cubicBezTo>
                  <a:pt x="58823" y="33981"/>
                  <a:pt x="59488" y="31541"/>
                  <a:pt x="59488" y="28613"/>
                </a:cubicBezTo>
                <a:cubicBezTo>
                  <a:pt x="59488" y="25330"/>
                  <a:pt x="58612" y="22680"/>
                  <a:pt x="56860" y="20661"/>
                </a:cubicBezTo>
                <a:cubicBezTo>
                  <a:pt x="55107" y="18643"/>
                  <a:pt x="52634" y="17367"/>
                  <a:pt x="49440" y="16835"/>
                </a:cubicBezTo>
                <a:cubicBezTo>
                  <a:pt x="47843" y="16613"/>
                  <a:pt x="43052" y="16502"/>
                  <a:pt x="35067" y="16502"/>
                </a:cubicBezTo>
                <a:lnTo>
                  <a:pt x="19696" y="16502"/>
                </a:lnTo>
                <a:lnTo>
                  <a:pt x="19696" y="41256"/>
                </a:lnTo>
                <a:close/>
                <a:moveTo>
                  <a:pt x="139115" y="75059"/>
                </a:moveTo>
                <a:lnTo>
                  <a:pt x="157747" y="78253"/>
                </a:lnTo>
                <a:cubicBezTo>
                  <a:pt x="155352" y="85062"/>
                  <a:pt x="151570" y="90247"/>
                  <a:pt x="146402" y="93807"/>
                </a:cubicBezTo>
                <a:cubicBezTo>
                  <a:pt x="141234" y="97367"/>
                  <a:pt x="134768" y="99147"/>
                  <a:pt x="127005" y="99147"/>
                </a:cubicBezTo>
                <a:cubicBezTo>
                  <a:pt x="114717" y="99147"/>
                  <a:pt x="105623" y="95132"/>
                  <a:pt x="99723" y="87103"/>
                </a:cubicBezTo>
                <a:cubicBezTo>
                  <a:pt x="95065" y="80671"/>
                  <a:pt x="92736" y="72552"/>
                  <a:pt x="92736" y="62749"/>
                </a:cubicBezTo>
                <a:cubicBezTo>
                  <a:pt x="92736" y="51037"/>
                  <a:pt x="95797" y="41866"/>
                  <a:pt x="101919" y="35234"/>
                </a:cubicBezTo>
                <a:cubicBezTo>
                  <a:pt x="108041" y="28602"/>
                  <a:pt x="115782" y="25286"/>
                  <a:pt x="125142" y="25286"/>
                </a:cubicBezTo>
                <a:cubicBezTo>
                  <a:pt x="135655" y="25286"/>
                  <a:pt x="143951" y="28757"/>
                  <a:pt x="150028" y="35700"/>
                </a:cubicBezTo>
                <a:cubicBezTo>
                  <a:pt x="156106" y="42642"/>
                  <a:pt x="159011" y="53278"/>
                  <a:pt x="158745" y="67606"/>
                </a:cubicBezTo>
                <a:lnTo>
                  <a:pt x="111900" y="67606"/>
                </a:lnTo>
                <a:cubicBezTo>
                  <a:pt x="112033" y="73151"/>
                  <a:pt x="113541" y="77465"/>
                  <a:pt x="116425" y="80549"/>
                </a:cubicBezTo>
                <a:cubicBezTo>
                  <a:pt x="119308" y="83632"/>
                  <a:pt x="122901" y="85173"/>
                  <a:pt x="127204" y="85173"/>
                </a:cubicBezTo>
                <a:cubicBezTo>
                  <a:pt x="130132" y="85173"/>
                  <a:pt x="132594" y="84375"/>
                  <a:pt x="134591" y="82778"/>
                </a:cubicBezTo>
                <a:cubicBezTo>
                  <a:pt x="136587" y="81181"/>
                  <a:pt x="138095" y="78608"/>
                  <a:pt x="139115" y="75059"/>
                </a:cubicBezTo>
                <a:moveTo>
                  <a:pt x="140180" y="56161"/>
                </a:moveTo>
                <a:cubicBezTo>
                  <a:pt x="140047" y="50771"/>
                  <a:pt x="138650" y="46673"/>
                  <a:pt x="135988" y="43867"/>
                </a:cubicBezTo>
                <a:cubicBezTo>
                  <a:pt x="133326" y="41062"/>
                  <a:pt x="130088" y="39659"/>
                  <a:pt x="126273" y="39659"/>
                </a:cubicBezTo>
                <a:cubicBezTo>
                  <a:pt x="122192" y="39659"/>
                  <a:pt x="118820" y="41139"/>
                  <a:pt x="116159" y="44098"/>
                </a:cubicBezTo>
                <a:cubicBezTo>
                  <a:pt x="113497" y="47059"/>
                  <a:pt x="112188" y="51080"/>
                  <a:pt x="112233" y="56161"/>
                </a:cubicBezTo>
                <a:lnTo>
                  <a:pt x="140180" y="56161"/>
                </a:lnTo>
                <a:close/>
                <a:moveTo>
                  <a:pt x="173281" y="97550"/>
                </a:moveTo>
                <a:lnTo>
                  <a:pt x="173281" y="0"/>
                </a:lnTo>
                <a:lnTo>
                  <a:pt x="191979" y="0"/>
                </a:lnTo>
                <a:lnTo>
                  <a:pt x="191979" y="97550"/>
                </a:lnTo>
                <a:lnTo>
                  <a:pt x="173281" y="97550"/>
                </a:lnTo>
                <a:close/>
                <a:moveTo>
                  <a:pt x="225140" y="48708"/>
                </a:moveTo>
                <a:lnTo>
                  <a:pt x="208172" y="45647"/>
                </a:lnTo>
                <a:cubicBezTo>
                  <a:pt x="210079" y="38726"/>
                  <a:pt x="213362" y="33602"/>
                  <a:pt x="218020" y="30276"/>
                </a:cubicBezTo>
                <a:cubicBezTo>
                  <a:pt x="222678" y="26949"/>
                  <a:pt x="229598" y="25286"/>
                  <a:pt x="238781" y="25286"/>
                </a:cubicBezTo>
                <a:cubicBezTo>
                  <a:pt x="247121" y="25286"/>
                  <a:pt x="253331" y="26273"/>
                  <a:pt x="257413" y="28247"/>
                </a:cubicBezTo>
                <a:cubicBezTo>
                  <a:pt x="261494" y="30221"/>
                  <a:pt x="264366" y="32727"/>
                  <a:pt x="266030" y="35766"/>
                </a:cubicBezTo>
                <a:cubicBezTo>
                  <a:pt x="267693" y="38805"/>
                  <a:pt x="268525" y="44383"/>
                  <a:pt x="268525" y="52501"/>
                </a:cubicBezTo>
                <a:lnTo>
                  <a:pt x="268325" y="74327"/>
                </a:lnTo>
                <a:cubicBezTo>
                  <a:pt x="268325" y="80537"/>
                  <a:pt x="268625" y="85118"/>
                  <a:pt x="269224" y="88068"/>
                </a:cubicBezTo>
                <a:cubicBezTo>
                  <a:pt x="269823" y="91018"/>
                  <a:pt x="270943" y="94178"/>
                  <a:pt x="272584" y="97550"/>
                </a:cubicBezTo>
                <a:lnTo>
                  <a:pt x="254086" y="97550"/>
                </a:lnTo>
                <a:cubicBezTo>
                  <a:pt x="253598" y="96308"/>
                  <a:pt x="252999" y="94467"/>
                  <a:pt x="252289" y="92027"/>
                </a:cubicBezTo>
                <a:cubicBezTo>
                  <a:pt x="251978" y="90918"/>
                  <a:pt x="251757" y="90186"/>
                  <a:pt x="251623" y="89831"/>
                </a:cubicBezTo>
                <a:cubicBezTo>
                  <a:pt x="248429" y="92936"/>
                  <a:pt x="245014" y="95265"/>
                  <a:pt x="241376" y="96818"/>
                </a:cubicBezTo>
                <a:cubicBezTo>
                  <a:pt x="237738" y="98371"/>
                  <a:pt x="233857" y="99147"/>
                  <a:pt x="229731" y="99147"/>
                </a:cubicBezTo>
                <a:cubicBezTo>
                  <a:pt x="222456" y="99147"/>
                  <a:pt x="216722" y="97181"/>
                  <a:pt x="212530" y="93250"/>
                </a:cubicBezTo>
                <a:cubicBezTo>
                  <a:pt x="208338" y="89318"/>
                  <a:pt x="206242" y="84348"/>
                  <a:pt x="206242" y="78340"/>
                </a:cubicBezTo>
                <a:cubicBezTo>
                  <a:pt x="206242" y="74364"/>
                  <a:pt x="207196" y="70820"/>
                  <a:pt x="209103" y="67706"/>
                </a:cubicBezTo>
                <a:cubicBezTo>
                  <a:pt x="211011" y="64591"/>
                  <a:pt x="213684" y="62205"/>
                  <a:pt x="217122" y="60549"/>
                </a:cubicBezTo>
                <a:cubicBezTo>
                  <a:pt x="220560" y="58892"/>
                  <a:pt x="225517" y="57445"/>
                  <a:pt x="231994" y="56209"/>
                </a:cubicBezTo>
                <a:cubicBezTo>
                  <a:pt x="240733" y="54574"/>
                  <a:pt x="246788" y="53050"/>
                  <a:pt x="250160" y="51636"/>
                </a:cubicBezTo>
                <a:lnTo>
                  <a:pt x="250160" y="49752"/>
                </a:lnTo>
                <a:cubicBezTo>
                  <a:pt x="250160" y="46119"/>
                  <a:pt x="249272" y="43529"/>
                  <a:pt x="247498" y="41981"/>
                </a:cubicBezTo>
                <a:cubicBezTo>
                  <a:pt x="245723" y="40433"/>
                  <a:pt x="242374" y="39659"/>
                  <a:pt x="237450" y="39659"/>
                </a:cubicBezTo>
                <a:cubicBezTo>
                  <a:pt x="234123" y="39659"/>
                  <a:pt x="231528" y="40328"/>
                  <a:pt x="229665" y="41667"/>
                </a:cubicBezTo>
                <a:cubicBezTo>
                  <a:pt x="227802" y="43005"/>
                  <a:pt x="226293" y="45352"/>
                  <a:pt x="225140" y="48708"/>
                </a:cubicBezTo>
                <a:moveTo>
                  <a:pt x="250160" y="63880"/>
                </a:moveTo>
                <a:cubicBezTo>
                  <a:pt x="247764" y="64669"/>
                  <a:pt x="243971" y="65611"/>
                  <a:pt x="238781" y="66708"/>
                </a:cubicBezTo>
                <a:cubicBezTo>
                  <a:pt x="233591" y="67803"/>
                  <a:pt x="230197" y="68877"/>
                  <a:pt x="228600" y="69929"/>
                </a:cubicBezTo>
                <a:cubicBezTo>
                  <a:pt x="226160" y="71638"/>
                  <a:pt x="224940" y="73808"/>
                  <a:pt x="224940" y="76437"/>
                </a:cubicBezTo>
                <a:cubicBezTo>
                  <a:pt x="224940" y="79024"/>
                  <a:pt x="225916" y="81260"/>
                  <a:pt x="227868" y="83146"/>
                </a:cubicBezTo>
                <a:cubicBezTo>
                  <a:pt x="229820" y="85030"/>
                  <a:pt x="232304" y="85972"/>
                  <a:pt x="235321" y="85972"/>
                </a:cubicBezTo>
                <a:cubicBezTo>
                  <a:pt x="238692" y="85972"/>
                  <a:pt x="241908" y="84876"/>
                  <a:pt x="244969" y="82684"/>
                </a:cubicBezTo>
                <a:cubicBezTo>
                  <a:pt x="247232" y="81019"/>
                  <a:pt x="248718" y="78981"/>
                  <a:pt x="249428" y="76568"/>
                </a:cubicBezTo>
                <a:cubicBezTo>
                  <a:pt x="249916" y="74991"/>
                  <a:pt x="250160" y="71989"/>
                  <a:pt x="250160" y="67563"/>
                </a:cubicBezTo>
                <a:lnTo>
                  <a:pt x="250160" y="63880"/>
                </a:lnTo>
                <a:close/>
                <a:moveTo>
                  <a:pt x="319342" y="26883"/>
                </a:moveTo>
                <a:lnTo>
                  <a:pt x="319342" y="41788"/>
                </a:lnTo>
                <a:lnTo>
                  <a:pt x="306566" y="41788"/>
                </a:lnTo>
                <a:lnTo>
                  <a:pt x="306566" y="70222"/>
                </a:lnTo>
                <a:cubicBezTo>
                  <a:pt x="306566" y="75981"/>
                  <a:pt x="306688" y="79336"/>
                  <a:pt x="306932" y="80289"/>
                </a:cubicBezTo>
                <a:cubicBezTo>
                  <a:pt x="307176" y="81240"/>
                  <a:pt x="307730" y="82026"/>
                  <a:pt x="308596" y="82647"/>
                </a:cubicBezTo>
                <a:cubicBezTo>
                  <a:pt x="309461" y="83266"/>
                  <a:pt x="310514" y="83576"/>
                  <a:pt x="311756" y="83576"/>
                </a:cubicBezTo>
                <a:cubicBezTo>
                  <a:pt x="313486" y="83576"/>
                  <a:pt x="315993" y="82977"/>
                  <a:pt x="319275" y="81780"/>
                </a:cubicBezTo>
                <a:lnTo>
                  <a:pt x="320872" y="96340"/>
                </a:lnTo>
                <a:cubicBezTo>
                  <a:pt x="316525" y="98211"/>
                  <a:pt x="311601" y="99147"/>
                  <a:pt x="306100" y="99147"/>
                </a:cubicBezTo>
                <a:cubicBezTo>
                  <a:pt x="302729" y="99147"/>
                  <a:pt x="299690" y="98581"/>
                  <a:pt x="296984" y="97450"/>
                </a:cubicBezTo>
                <a:cubicBezTo>
                  <a:pt x="294278" y="96319"/>
                  <a:pt x="292293" y="94855"/>
                  <a:pt x="291029" y="93058"/>
                </a:cubicBezTo>
                <a:cubicBezTo>
                  <a:pt x="289764" y="91262"/>
                  <a:pt x="288888" y="88833"/>
                  <a:pt x="288400" y="85772"/>
                </a:cubicBezTo>
                <a:cubicBezTo>
                  <a:pt x="288001" y="83598"/>
                  <a:pt x="287801" y="79207"/>
                  <a:pt x="287801" y="72597"/>
                </a:cubicBezTo>
                <a:lnTo>
                  <a:pt x="287801" y="41788"/>
                </a:lnTo>
                <a:lnTo>
                  <a:pt x="279217" y="41788"/>
                </a:lnTo>
                <a:lnTo>
                  <a:pt x="279217" y="26883"/>
                </a:lnTo>
                <a:lnTo>
                  <a:pt x="287801" y="26883"/>
                </a:lnTo>
                <a:lnTo>
                  <a:pt x="287801" y="12776"/>
                </a:lnTo>
                <a:lnTo>
                  <a:pt x="306566" y="1730"/>
                </a:lnTo>
                <a:lnTo>
                  <a:pt x="306566" y="26883"/>
                </a:lnTo>
                <a:lnTo>
                  <a:pt x="319342" y="26883"/>
                </a:lnTo>
                <a:close/>
                <a:moveTo>
                  <a:pt x="373240" y="75059"/>
                </a:moveTo>
                <a:lnTo>
                  <a:pt x="391871" y="78253"/>
                </a:lnTo>
                <a:cubicBezTo>
                  <a:pt x="389476" y="85062"/>
                  <a:pt x="385694" y="90247"/>
                  <a:pt x="380526" y="93807"/>
                </a:cubicBezTo>
                <a:cubicBezTo>
                  <a:pt x="375358" y="97367"/>
                  <a:pt x="368892" y="99147"/>
                  <a:pt x="361129" y="99147"/>
                </a:cubicBezTo>
                <a:cubicBezTo>
                  <a:pt x="348841" y="99147"/>
                  <a:pt x="339747" y="95132"/>
                  <a:pt x="333847" y="87103"/>
                </a:cubicBezTo>
                <a:cubicBezTo>
                  <a:pt x="329189" y="80671"/>
                  <a:pt x="326860" y="72552"/>
                  <a:pt x="326860" y="62749"/>
                </a:cubicBezTo>
                <a:cubicBezTo>
                  <a:pt x="326860" y="51037"/>
                  <a:pt x="329921" y="41866"/>
                  <a:pt x="336043" y="35234"/>
                </a:cubicBezTo>
                <a:cubicBezTo>
                  <a:pt x="342165" y="28602"/>
                  <a:pt x="349906" y="25286"/>
                  <a:pt x="359266" y="25286"/>
                </a:cubicBezTo>
                <a:cubicBezTo>
                  <a:pt x="369779" y="25286"/>
                  <a:pt x="378075" y="28757"/>
                  <a:pt x="384152" y="35700"/>
                </a:cubicBezTo>
                <a:cubicBezTo>
                  <a:pt x="390230" y="42642"/>
                  <a:pt x="393135" y="53278"/>
                  <a:pt x="392869" y="67606"/>
                </a:cubicBezTo>
                <a:lnTo>
                  <a:pt x="346024" y="67606"/>
                </a:lnTo>
                <a:cubicBezTo>
                  <a:pt x="346157" y="73151"/>
                  <a:pt x="347665" y="77465"/>
                  <a:pt x="350549" y="80549"/>
                </a:cubicBezTo>
                <a:cubicBezTo>
                  <a:pt x="353432" y="83632"/>
                  <a:pt x="357026" y="85173"/>
                  <a:pt x="361329" y="85173"/>
                </a:cubicBezTo>
                <a:cubicBezTo>
                  <a:pt x="364256" y="85173"/>
                  <a:pt x="366718" y="84375"/>
                  <a:pt x="368715" y="82778"/>
                </a:cubicBezTo>
                <a:cubicBezTo>
                  <a:pt x="370711" y="81181"/>
                  <a:pt x="372219" y="78608"/>
                  <a:pt x="373240" y="75059"/>
                </a:cubicBezTo>
                <a:moveTo>
                  <a:pt x="374304" y="56161"/>
                </a:moveTo>
                <a:cubicBezTo>
                  <a:pt x="374171" y="50771"/>
                  <a:pt x="372774" y="46673"/>
                  <a:pt x="370112" y="43867"/>
                </a:cubicBezTo>
                <a:cubicBezTo>
                  <a:pt x="367450" y="41062"/>
                  <a:pt x="364212" y="39659"/>
                  <a:pt x="360397" y="39659"/>
                </a:cubicBezTo>
                <a:cubicBezTo>
                  <a:pt x="356316" y="39659"/>
                  <a:pt x="352944" y="41139"/>
                  <a:pt x="350283" y="44098"/>
                </a:cubicBezTo>
                <a:cubicBezTo>
                  <a:pt x="347621" y="47059"/>
                  <a:pt x="346312" y="51080"/>
                  <a:pt x="346357" y="56161"/>
                </a:cubicBezTo>
                <a:lnTo>
                  <a:pt x="374304" y="56161"/>
                </a:lnTo>
                <a:close/>
                <a:moveTo>
                  <a:pt x="472489" y="97550"/>
                </a:moveTo>
                <a:lnTo>
                  <a:pt x="455121" y="97550"/>
                </a:lnTo>
                <a:lnTo>
                  <a:pt x="455121" y="87169"/>
                </a:lnTo>
                <a:cubicBezTo>
                  <a:pt x="452238" y="91206"/>
                  <a:pt x="448833" y="94212"/>
                  <a:pt x="444907" y="96186"/>
                </a:cubicBezTo>
                <a:cubicBezTo>
                  <a:pt x="440981" y="98160"/>
                  <a:pt x="437022" y="99147"/>
                  <a:pt x="433030" y="99147"/>
                </a:cubicBezTo>
                <a:cubicBezTo>
                  <a:pt x="424912" y="99147"/>
                  <a:pt x="417958" y="95875"/>
                  <a:pt x="412169" y="89332"/>
                </a:cubicBezTo>
                <a:cubicBezTo>
                  <a:pt x="406380" y="82789"/>
                  <a:pt x="403485" y="73661"/>
                  <a:pt x="403485" y="61950"/>
                </a:cubicBezTo>
                <a:cubicBezTo>
                  <a:pt x="403485" y="49973"/>
                  <a:pt x="406302" y="40868"/>
                  <a:pt x="411936" y="34635"/>
                </a:cubicBezTo>
                <a:cubicBezTo>
                  <a:pt x="417570" y="28402"/>
                  <a:pt x="424690" y="25286"/>
                  <a:pt x="433296" y="25286"/>
                </a:cubicBezTo>
                <a:cubicBezTo>
                  <a:pt x="441192" y="25286"/>
                  <a:pt x="448024" y="28568"/>
                  <a:pt x="453791" y="35134"/>
                </a:cubicBezTo>
                <a:lnTo>
                  <a:pt x="453791" y="0"/>
                </a:lnTo>
                <a:lnTo>
                  <a:pt x="472489" y="0"/>
                </a:lnTo>
                <a:lnTo>
                  <a:pt x="472489" y="97550"/>
                </a:lnTo>
                <a:moveTo>
                  <a:pt x="422583" y="60721"/>
                </a:moveTo>
                <a:cubicBezTo>
                  <a:pt x="422583" y="68251"/>
                  <a:pt x="423625" y="73700"/>
                  <a:pt x="425710" y="77065"/>
                </a:cubicBezTo>
                <a:cubicBezTo>
                  <a:pt x="428727" y="81938"/>
                  <a:pt x="432941" y="84375"/>
                  <a:pt x="438353" y="84375"/>
                </a:cubicBezTo>
                <a:cubicBezTo>
                  <a:pt x="442656" y="84375"/>
                  <a:pt x="446316" y="82548"/>
                  <a:pt x="449332" y="78893"/>
                </a:cubicBezTo>
                <a:cubicBezTo>
                  <a:pt x="452349" y="75239"/>
                  <a:pt x="453857" y="69780"/>
                  <a:pt x="453857" y="62516"/>
                </a:cubicBezTo>
                <a:cubicBezTo>
                  <a:pt x="453857" y="54409"/>
                  <a:pt x="452393" y="48573"/>
                  <a:pt x="449465" y="45007"/>
                </a:cubicBezTo>
                <a:cubicBezTo>
                  <a:pt x="446538" y="41442"/>
                  <a:pt x="442789" y="39659"/>
                  <a:pt x="438220" y="39659"/>
                </a:cubicBezTo>
                <a:cubicBezTo>
                  <a:pt x="433784" y="39659"/>
                  <a:pt x="430069" y="41419"/>
                  <a:pt x="427074" y="44940"/>
                </a:cubicBezTo>
                <a:cubicBezTo>
                  <a:pt x="424080" y="48462"/>
                  <a:pt x="422583" y="53722"/>
                  <a:pt x="422583" y="60721"/>
                </a:cubicBezTo>
                <a:close/>
                <a:moveTo>
                  <a:pt x="529303" y="0"/>
                </a:moveTo>
                <a:lnTo>
                  <a:pt x="565302" y="0"/>
                </a:lnTo>
                <a:cubicBezTo>
                  <a:pt x="573420" y="0"/>
                  <a:pt x="579609" y="621"/>
                  <a:pt x="583867" y="1863"/>
                </a:cubicBezTo>
                <a:cubicBezTo>
                  <a:pt x="589590" y="3549"/>
                  <a:pt x="594492" y="6543"/>
                  <a:pt x="598573" y="10846"/>
                </a:cubicBezTo>
                <a:cubicBezTo>
                  <a:pt x="602654" y="15149"/>
                  <a:pt x="605760" y="20417"/>
                  <a:pt x="607889" y="26650"/>
                </a:cubicBezTo>
                <a:cubicBezTo>
                  <a:pt x="610018" y="32883"/>
                  <a:pt x="611083" y="40568"/>
                  <a:pt x="611083" y="49707"/>
                </a:cubicBezTo>
                <a:cubicBezTo>
                  <a:pt x="611083" y="57736"/>
                  <a:pt x="610085" y="64656"/>
                  <a:pt x="608089" y="70467"/>
                </a:cubicBezTo>
                <a:cubicBezTo>
                  <a:pt x="605649" y="77565"/>
                  <a:pt x="602166" y="83310"/>
                  <a:pt x="597642" y="87702"/>
                </a:cubicBezTo>
                <a:cubicBezTo>
                  <a:pt x="594226" y="91029"/>
                  <a:pt x="589612" y="93624"/>
                  <a:pt x="583801" y="95487"/>
                </a:cubicBezTo>
                <a:cubicBezTo>
                  <a:pt x="579454" y="96862"/>
                  <a:pt x="573642" y="97550"/>
                  <a:pt x="566367" y="97550"/>
                </a:cubicBezTo>
                <a:lnTo>
                  <a:pt x="529303" y="97550"/>
                </a:lnTo>
                <a:lnTo>
                  <a:pt x="529303" y="0"/>
                </a:lnTo>
                <a:moveTo>
                  <a:pt x="549000" y="16502"/>
                </a:moveTo>
                <a:lnTo>
                  <a:pt x="549000" y="81048"/>
                </a:lnTo>
                <a:lnTo>
                  <a:pt x="563705" y="81048"/>
                </a:lnTo>
                <a:cubicBezTo>
                  <a:pt x="569206" y="81048"/>
                  <a:pt x="573176" y="80737"/>
                  <a:pt x="575616" y="80116"/>
                </a:cubicBezTo>
                <a:cubicBezTo>
                  <a:pt x="578810" y="79319"/>
                  <a:pt x="581461" y="77968"/>
                  <a:pt x="583568" y="76063"/>
                </a:cubicBezTo>
                <a:cubicBezTo>
                  <a:pt x="585675" y="74157"/>
                  <a:pt x="587394" y="71021"/>
                  <a:pt x="588725" y="66656"/>
                </a:cubicBezTo>
                <a:cubicBezTo>
                  <a:pt x="590056" y="62290"/>
                  <a:pt x="590721" y="56341"/>
                  <a:pt x="590721" y="48808"/>
                </a:cubicBezTo>
                <a:cubicBezTo>
                  <a:pt x="590721" y="41275"/>
                  <a:pt x="590056" y="35492"/>
                  <a:pt x="588725" y="31460"/>
                </a:cubicBezTo>
                <a:cubicBezTo>
                  <a:pt x="587394" y="27427"/>
                  <a:pt x="585531" y="24281"/>
                  <a:pt x="583135" y="22021"/>
                </a:cubicBezTo>
                <a:cubicBezTo>
                  <a:pt x="580740" y="19760"/>
                  <a:pt x="577701" y="18231"/>
                  <a:pt x="574019" y="17434"/>
                </a:cubicBezTo>
                <a:cubicBezTo>
                  <a:pt x="571269" y="16813"/>
                  <a:pt x="565879" y="16502"/>
                  <a:pt x="557850" y="16502"/>
                </a:cubicBezTo>
                <a:lnTo>
                  <a:pt x="549000" y="16502"/>
                </a:lnTo>
                <a:close/>
                <a:moveTo>
                  <a:pt x="623304" y="61218"/>
                </a:moveTo>
                <a:cubicBezTo>
                  <a:pt x="623304" y="55008"/>
                  <a:pt x="624834" y="48997"/>
                  <a:pt x="627895" y="43185"/>
                </a:cubicBezTo>
                <a:cubicBezTo>
                  <a:pt x="630956" y="37374"/>
                  <a:pt x="635292" y="32938"/>
                  <a:pt x="640904" y="29877"/>
                </a:cubicBezTo>
                <a:cubicBezTo>
                  <a:pt x="646516" y="26816"/>
                  <a:pt x="652782" y="25286"/>
                  <a:pt x="659702" y="25286"/>
                </a:cubicBezTo>
                <a:cubicBezTo>
                  <a:pt x="670393" y="25286"/>
                  <a:pt x="679154" y="28757"/>
                  <a:pt x="685986" y="35700"/>
                </a:cubicBezTo>
                <a:cubicBezTo>
                  <a:pt x="692818" y="42642"/>
                  <a:pt x="696233" y="51414"/>
                  <a:pt x="696233" y="62017"/>
                </a:cubicBezTo>
                <a:cubicBezTo>
                  <a:pt x="696233" y="72708"/>
                  <a:pt x="692784" y="81569"/>
                  <a:pt x="685886" y="88600"/>
                </a:cubicBezTo>
                <a:cubicBezTo>
                  <a:pt x="678988" y="95631"/>
                  <a:pt x="670304" y="99147"/>
                  <a:pt x="659835" y="99147"/>
                </a:cubicBezTo>
                <a:cubicBezTo>
                  <a:pt x="653359" y="99147"/>
                  <a:pt x="647181" y="97683"/>
                  <a:pt x="641303" y="94755"/>
                </a:cubicBezTo>
                <a:cubicBezTo>
                  <a:pt x="635426" y="91827"/>
                  <a:pt x="630956" y="87535"/>
                  <a:pt x="627895" y="81879"/>
                </a:cubicBezTo>
                <a:cubicBezTo>
                  <a:pt x="624834" y="76223"/>
                  <a:pt x="623304" y="69336"/>
                  <a:pt x="623304" y="61218"/>
                </a:cubicBezTo>
                <a:moveTo>
                  <a:pt x="642468" y="62216"/>
                </a:moveTo>
                <a:cubicBezTo>
                  <a:pt x="642468" y="69203"/>
                  <a:pt x="644131" y="74554"/>
                  <a:pt x="647459" y="78269"/>
                </a:cubicBezTo>
                <a:cubicBezTo>
                  <a:pt x="650786" y="81985"/>
                  <a:pt x="654889" y="83842"/>
                  <a:pt x="659769" y="83842"/>
                </a:cubicBezTo>
                <a:cubicBezTo>
                  <a:pt x="664648" y="83842"/>
                  <a:pt x="668741" y="81985"/>
                  <a:pt x="672046" y="78269"/>
                </a:cubicBezTo>
                <a:cubicBezTo>
                  <a:pt x="675350" y="74554"/>
                  <a:pt x="677003" y="69159"/>
                  <a:pt x="677003" y="62083"/>
                </a:cubicBezTo>
                <a:cubicBezTo>
                  <a:pt x="677003" y="55185"/>
                  <a:pt x="675350" y="49878"/>
                  <a:pt x="672046" y="46163"/>
                </a:cubicBezTo>
                <a:cubicBezTo>
                  <a:pt x="668741" y="42448"/>
                  <a:pt x="664648" y="40590"/>
                  <a:pt x="659769" y="40590"/>
                </a:cubicBezTo>
                <a:cubicBezTo>
                  <a:pt x="654889" y="40590"/>
                  <a:pt x="650786" y="42448"/>
                  <a:pt x="647459" y="46163"/>
                </a:cubicBezTo>
                <a:cubicBezTo>
                  <a:pt x="644131" y="49878"/>
                  <a:pt x="642468" y="55229"/>
                  <a:pt x="642468" y="62216"/>
                </a:cubicBezTo>
                <a:close/>
                <a:moveTo>
                  <a:pt x="772512" y="47777"/>
                </a:moveTo>
                <a:lnTo>
                  <a:pt x="754080" y="51104"/>
                </a:lnTo>
                <a:cubicBezTo>
                  <a:pt x="753459" y="47444"/>
                  <a:pt x="752051" y="44688"/>
                  <a:pt x="749855" y="42836"/>
                </a:cubicBezTo>
                <a:cubicBezTo>
                  <a:pt x="747659" y="40984"/>
                  <a:pt x="744809" y="40058"/>
                  <a:pt x="741304" y="40058"/>
                </a:cubicBezTo>
                <a:cubicBezTo>
                  <a:pt x="736647" y="40058"/>
                  <a:pt x="732931" y="41661"/>
                  <a:pt x="730159" y="44868"/>
                </a:cubicBezTo>
                <a:cubicBezTo>
                  <a:pt x="727386" y="48074"/>
                  <a:pt x="726000" y="53436"/>
                  <a:pt x="726000" y="60954"/>
                </a:cubicBezTo>
                <a:cubicBezTo>
                  <a:pt x="726000" y="69313"/>
                  <a:pt x="727408" y="75218"/>
                  <a:pt x="730225" y="78669"/>
                </a:cubicBezTo>
                <a:cubicBezTo>
                  <a:pt x="733042" y="82118"/>
                  <a:pt x="736824" y="83842"/>
                  <a:pt x="741571" y="83842"/>
                </a:cubicBezTo>
                <a:cubicBezTo>
                  <a:pt x="745119" y="83842"/>
                  <a:pt x="748025" y="82833"/>
                  <a:pt x="750288" y="80815"/>
                </a:cubicBezTo>
                <a:cubicBezTo>
                  <a:pt x="752550" y="78796"/>
                  <a:pt x="754147" y="75325"/>
                  <a:pt x="755079" y="70401"/>
                </a:cubicBezTo>
                <a:lnTo>
                  <a:pt x="773444" y="73595"/>
                </a:lnTo>
                <a:cubicBezTo>
                  <a:pt x="771536" y="82024"/>
                  <a:pt x="767877" y="88389"/>
                  <a:pt x="762465" y="92692"/>
                </a:cubicBezTo>
                <a:cubicBezTo>
                  <a:pt x="757053" y="96995"/>
                  <a:pt x="749800" y="99147"/>
                  <a:pt x="740706" y="99147"/>
                </a:cubicBezTo>
                <a:cubicBezTo>
                  <a:pt x="730369" y="99147"/>
                  <a:pt x="722129" y="95886"/>
                  <a:pt x="715985" y="89365"/>
                </a:cubicBezTo>
                <a:cubicBezTo>
                  <a:pt x="709841" y="82844"/>
                  <a:pt x="706769" y="73817"/>
                  <a:pt x="706769" y="62283"/>
                </a:cubicBezTo>
                <a:cubicBezTo>
                  <a:pt x="706769" y="50616"/>
                  <a:pt x="709852" y="41533"/>
                  <a:pt x="716019" y="35034"/>
                </a:cubicBezTo>
                <a:cubicBezTo>
                  <a:pt x="722185" y="28535"/>
                  <a:pt x="730525" y="25286"/>
                  <a:pt x="741038" y="25286"/>
                </a:cubicBezTo>
                <a:cubicBezTo>
                  <a:pt x="749644" y="25286"/>
                  <a:pt x="756487" y="27138"/>
                  <a:pt x="761566" y="30842"/>
                </a:cubicBezTo>
                <a:cubicBezTo>
                  <a:pt x="766646" y="34546"/>
                  <a:pt x="770294" y="40191"/>
                  <a:pt x="772512" y="47777"/>
                </a:cubicBezTo>
                <a:close/>
                <a:moveTo>
                  <a:pt x="780078" y="77454"/>
                </a:moveTo>
                <a:lnTo>
                  <a:pt x="798843" y="74527"/>
                </a:lnTo>
                <a:cubicBezTo>
                  <a:pt x="799641" y="78142"/>
                  <a:pt x="801260" y="80887"/>
                  <a:pt x="803700" y="82761"/>
                </a:cubicBezTo>
                <a:cubicBezTo>
                  <a:pt x="806140" y="84635"/>
                  <a:pt x="809556" y="85572"/>
                  <a:pt x="813948" y="85572"/>
                </a:cubicBezTo>
                <a:cubicBezTo>
                  <a:pt x="818783" y="85572"/>
                  <a:pt x="822421" y="84687"/>
                  <a:pt x="824860" y="82915"/>
                </a:cubicBezTo>
                <a:cubicBezTo>
                  <a:pt x="826502" y="81674"/>
                  <a:pt x="827322" y="80013"/>
                  <a:pt x="827322" y="77931"/>
                </a:cubicBezTo>
                <a:cubicBezTo>
                  <a:pt x="827322" y="76512"/>
                  <a:pt x="826879" y="75338"/>
                  <a:pt x="825992" y="74408"/>
                </a:cubicBezTo>
                <a:cubicBezTo>
                  <a:pt x="825060" y="73522"/>
                  <a:pt x="822975" y="72703"/>
                  <a:pt x="819737" y="71950"/>
                </a:cubicBezTo>
                <a:cubicBezTo>
                  <a:pt x="804654" y="68629"/>
                  <a:pt x="795094" y="65594"/>
                  <a:pt x="791057" y="62846"/>
                </a:cubicBezTo>
                <a:cubicBezTo>
                  <a:pt x="785468" y="59034"/>
                  <a:pt x="782673" y="53738"/>
                  <a:pt x="782673" y="46958"/>
                </a:cubicBezTo>
                <a:cubicBezTo>
                  <a:pt x="782673" y="40841"/>
                  <a:pt x="785091" y="35700"/>
                  <a:pt x="789926" y="31534"/>
                </a:cubicBezTo>
                <a:cubicBezTo>
                  <a:pt x="794761" y="27369"/>
                  <a:pt x="802258" y="25286"/>
                  <a:pt x="812417" y="25286"/>
                </a:cubicBezTo>
                <a:cubicBezTo>
                  <a:pt x="822088" y="25286"/>
                  <a:pt x="829274" y="26855"/>
                  <a:pt x="833977" y="29994"/>
                </a:cubicBezTo>
                <a:cubicBezTo>
                  <a:pt x="838679" y="33132"/>
                  <a:pt x="841917" y="37773"/>
                  <a:pt x="843692" y="43917"/>
                </a:cubicBezTo>
                <a:lnTo>
                  <a:pt x="826058" y="47244"/>
                </a:lnTo>
                <a:cubicBezTo>
                  <a:pt x="825304" y="44494"/>
                  <a:pt x="823873" y="42387"/>
                  <a:pt x="821766" y="40923"/>
                </a:cubicBezTo>
                <a:cubicBezTo>
                  <a:pt x="819659" y="39459"/>
                  <a:pt x="816654" y="38727"/>
                  <a:pt x="812750" y="38727"/>
                </a:cubicBezTo>
                <a:cubicBezTo>
                  <a:pt x="807826" y="38727"/>
                  <a:pt x="804299" y="39414"/>
                  <a:pt x="802170" y="40788"/>
                </a:cubicBezTo>
                <a:cubicBezTo>
                  <a:pt x="800750" y="41761"/>
                  <a:pt x="800040" y="43023"/>
                  <a:pt x="800040" y="44575"/>
                </a:cubicBezTo>
                <a:cubicBezTo>
                  <a:pt x="800040" y="45903"/>
                  <a:pt x="800661" y="47032"/>
                  <a:pt x="801904" y="47962"/>
                </a:cubicBezTo>
                <a:cubicBezTo>
                  <a:pt x="803589" y="49203"/>
                  <a:pt x="809412" y="50953"/>
                  <a:pt x="819371" y="53212"/>
                </a:cubicBezTo>
                <a:cubicBezTo>
                  <a:pt x="829330" y="55472"/>
                  <a:pt x="836283" y="58244"/>
                  <a:pt x="840232" y="61528"/>
                </a:cubicBezTo>
                <a:cubicBezTo>
                  <a:pt x="844135" y="64858"/>
                  <a:pt x="846087" y="69496"/>
                  <a:pt x="846087" y="75444"/>
                </a:cubicBezTo>
                <a:cubicBezTo>
                  <a:pt x="846087" y="81924"/>
                  <a:pt x="843381" y="87495"/>
                  <a:pt x="837969" y="92156"/>
                </a:cubicBezTo>
                <a:cubicBezTo>
                  <a:pt x="832557" y="96817"/>
                  <a:pt x="824550" y="99147"/>
                  <a:pt x="813948" y="99147"/>
                </a:cubicBezTo>
                <a:cubicBezTo>
                  <a:pt x="804321" y="99147"/>
                  <a:pt x="796702" y="97201"/>
                  <a:pt x="791091" y="93310"/>
                </a:cubicBezTo>
                <a:cubicBezTo>
                  <a:pt x="785479" y="89417"/>
                  <a:pt x="781808" y="84132"/>
                  <a:pt x="780078" y="774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72A2D-66C0-4A4D-AEC4-43CFE60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685" y="1092082"/>
            <a:ext cx="15937" cy="15938"/>
          </a:xfrm>
          <a:custGeom xmlns:a="http://schemas.openxmlformats.org/drawingml/2006/main">
            <a:pathLst>
              <a:path w="15937" h="15938">
                <a:moveTo>
                  <a:pt x="15937" y="7969"/>
                </a:moveTo>
                <a:cubicBezTo>
                  <a:pt x="15937" y="12369"/>
                  <a:pt x="12369" y="15938"/>
                  <a:pt x="7969" y="15938"/>
                </a:cubicBezTo>
                <a:cubicBezTo>
                  <a:pt x="3567" y="15938"/>
                  <a:pt x="0" y="12369"/>
                  <a:pt x="0" y="7969"/>
                </a:cubicBezTo>
                <a:cubicBezTo>
                  <a:pt x="0" y="3569"/>
                  <a:pt x="3567" y="0"/>
                  <a:pt x="7969" y="0"/>
                </a:cubicBezTo>
                <a:cubicBezTo>
                  <a:pt x="12369" y="0"/>
                  <a:pt x="15937" y="3569"/>
                  <a:pt x="15937" y="796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D5A0C-01B2-41E2-B211-338C84D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715" y="1028108"/>
            <a:ext cx="177075" cy="177090"/>
          </a:xfrm>
          <a:custGeom xmlns:a="http://schemas.openxmlformats.org/drawingml/2006/main">
            <a:pathLst>
              <a:path w="177075" h="177090">
                <a:moveTo>
                  <a:pt x="88536" y="177090"/>
                </a:moveTo>
                <a:cubicBezTo>
                  <a:pt x="39641" y="177090"/>
                  <a:pt x="0" y="137447"/>
                  <a:pt x="0" y="88544"/>
                </a:cubicBezTo>
                <a:cubicBezTo>
                  <a:pt x="0" y="39642"/>
                  <a:pt x="39640" y="0"/>
                  <a:pt x="88535" y="0"/>
                </a:cubicBezTo>
                <a:cubicBezTo>
                  <a:pt x="137434" y="0"/>
                  <a:pt x="177074" y="39642"/>
                  <a:pt x="177074" y="88545"/>
                </a:cubicBezTo>
                <a:cubicBezTo>
                  <a:pt x="177075" y="137448"/>
                  <a:pt x="137435" y="177090"/>
                  <a:pt x="88536" y="177090"/>
                </a:cubicBezTo>
                <a:close/>
                <a:moveTo>
                  <a:pt x="44270" y="55340"/>
                </a:moveTo>
                <a:lnTo>
                  <a:pt x="44270" y="92751"/>
                </a:lnTo>
                <a:cubicBezTo>
                  <a:pt x="44281" y="97145"/>
                  <a:pt x="46030" y="101362"/>
                  <a:pt x="49140" y="104472"/>
                </a:cubicBezTo>
                <a:lnTo>
                  <a:pt x="84680" y="140034"/>
                </a:lnTo>
                <a:cubicBezTo>
                  <a:pt x="89873" y="145216"/>
                  <a:pt x="98275" y="145216"/>
                  <a:pt x="103467" y="140034"/>
                </a:cubicBezTo>
                <a:lnTo>
                  <a:pt x="140026" y="103476"/>
                </a:lnTo>
                <a:cubicBezTo>
                  <a:pt x="145210" y="98283"/>
                  <a:pt x="145210" y="89876"/>
                  <a:pt x="140026" y="84680"/>
                </a:cubicBezTo>
                <a:lnTo>
                  <a:pt x="104463" y="49142"/>
                </a:lnTo>
                <a:cubicBezTo>
                  <a:pt x="101355" y="46025"/>
                  <a:pt x="97131" y="44281"/>
                  <a:pt x="92731" y="44272"/>
                </a:cubicBezTo>
                <a:lnTo>
                  <a:pt x="55337" y="44272"/>
                </a:lnTo>
                <a:cubicBezTo>
                  <a:pt x="49225" y="44272"/>
                  <a:pt x="44270" y="49225"/>
                  <a:pt x="44270" y="55340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C6D09-BEEA-42AA-BD19-FC8D693F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298745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3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Text axes/_common_ticks.md">
            <a:extLst xmlns:a="http://schemas.openxmlformats.org/drawingml/2006/main">
              <a:ext uri="{FF2B5EF4-FFF2-40B4-BE49-F238E27FC236}">
                <a16:creationId xmlns:a16="http://schemas.microsoft.com/office/drawing/2014/main" id="{E92F909A-C008-4E97-A59C-15D72B8C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47" y="1303723"/>
            <a:ext cx="491495" cy="42099"/>
          </a:xfrm>
          <a:custGeom xmlns:a="http://schemas.openxmlformats.org/drawingml/2006/main">
            <a:pathLst>
              <a:path w="491495" h="42099">
                <a:moveTo>
                  <a:pt x="16724" y="30141"/>
                </a:moveTo>
                <a:cubicBezTo>
                  <a:pt x="15245" y="31398"/>
                  <a:pt x="13822" y="32286"/>
                  <a:pt x="12454" y="32804"/>
                </a:cubicBezTo>
                <a:cubicBezTo>
                  <a:pt x="11087" y="33322"/>
                  <a:pt x="9619" y="33581"/>
                  <a:pt x="8052" y="33581"/>
                </a:cubicBezTo>
                <a:cubicBezTo>
                  <a:pt x="5464" y="33581"/>
                  <a:pt x="3475" y="32949"/>
                  <a:pt x="2085" y="31683"/>
                </a:cubicBezTo>
                <a:cubicBezTo>
                  <a:pt x="695" y="30418"/>
                  <a:pt x="0" y="28802"/>
                  <a:pt x="0" y="26834"/>
                </a:cubicBezTo>
                <a:cubicBezTo>
                  <a:pt x="0" y="25680"/>
                  <a:pt x="262" y="24626"/>
                  <a:pt x="787" y="23671"/>
                </a:cubicBezTo>
                <a:cubicBezTo>
                  <a:pt x="1312" y="22717"/>
                  <a:pt x="2000" y="21951"/>
                  <a:pt x="2850" y="21374"/>
                </a:cubicBezTo>
                <a:cubicBezTo>
                  <a:pt x="3700" y="20797"/>
                  <a:pt x="4658" y="20360"/>
                  <a:pt x="5723" y="20064"/>
                </a:cubicBezTo>
                <a:cubicBezTo>
                  <a:pt x="6506" y="19857"/>
                  <a:pt x="7689" y="19657"/>
                  <a:pt x="9271" y="19465"/>
                </a:cubicBezTo>
                <a:cubicBezTo>
                  <a:pt x="12495" y="19083"/>
                  <a:pt x="14868" y="18628"/>
                  <a:pt x="16391" y="18099"/>
                </a:cubicBezTo>
                <a:cubicBezTo>
                  <a:pt x="16406" y="17554"/>
                  <a:pt x="16414" y="17208"/>
                  <a:pt x="16414" y="17061"/>
                </a:cubicBezTo>
                <a:cubicBezTo>
                  <a:pt x="16414" y="15440"/>
                  <a:pt x="16037" y="14299"/>
                  <a:pt x="15282" y="13636"/>
                </a:cubicBezTo>
                <a:cubicBezTo>
                  <a:pt x="14262" y="12737"/>
                  <a:pt x="12746" y="12288"/>
                  <a:pt x="10735" y="12288"/>
                </a:cubicBezTo>
                <a:cubicBezTo>
                  <a:pt x="8857" y="12288"/>
                  <a:pt x="7471" y="12617"/>
                  <a:pt x="6577" y="13275"/>
                </a:cubicBezTo>
                <a:cubicBezTo>
                  <a:pt x="5682" y="13933"/>
                  <a:pt x="5020" y="15098"/>
                  <a:pt x="4591" y="16768"/>
                </a:cubicBezTo>
                <a:lnTo>
                  <a:pt x="688" y="16236"/>
                </a:lnTo>
                <a:cubicBezTo>
                  <a:pt x="1042" y="14560"/>
                  <a:pt x="1627" y="13207"/>
                  <a:pt x="2440" y="12176"/>
                </a:cubicBezTo>
                <a:cubicBezTo>
                  <a:pt x="3253" y="11145"/>
                  <a:pt x="4429" y="10351"/>
                  <a:pt x="5967" y="9795"/>
                </a:cubicBezTo>
                <a:cubicBezTo>
                  <a:pt x="7504" y="9239"/>
                  <a:pt x="9286" y="8961"/>
                  <a:pt x="11312" y="8961"/>
                </a:cubicBezTo>
                <a:cubicBezTo>
                  <a:pt x="13323" y="8961"/>
                  <a:pt x="14957" y="9198"/>
                  <a:pt x="16214" y="9671"/>
                </a:cubicBezTo>
                <a:cubicBezTo>
                  <a:pt x="17471" y="10144"/>
                  <a:pt x="18395" y="10739"/>
                  <a:pt x="18987" y="11456"/>
                </a:cubicBezTo>
                <a:cubicBezTo>
                  <a:pt x="19578" y="12173"/>
                  <a:pt x="19992" y="13079"/>
                  <a:pt x="20229" y="14173"/>
                </a:cubicBezTo>
                <a:cubicBezTo>
                  <a:pt x="20362" y="14854"/>
                  <a:pt x="20428" y="16081"/>
                  <a:pt x="20428" y="17855"/>
                </a:cubicBezTo>
                <a:lnTo>
                  <a:pt x="20428" y="23179"/>
                </a:lnTo>
                <a:cubicBezTo>
                  <a:pt x="20428" y="26890"/>
                  <a:pt x="20513" y="29238"/>
                  <a:pt x="20683" y="30221"/>
                </a:cubicBezTo>
                <a:cubicBezTo>
                  <a:pt x="20853" y="31204"/>
                  <a:pt x="21190" y="32147"/>
                  <a:pt x="21693" y="33049"/>
                </a:cubicBezTo>
                <a:lnTo>
                  <a:pt x="17523" y="33049"/>
                </a:lnTo>
                <a:cubicBezTo>
                  <a:pt x="17109" y="32220"/>
                  <a:pt x="16842" y="31250"/>
                  <a:pt x="16724" y="30141"/>
                </a:cubicBezTo>
                <a:moveTo>
                  <a:pt x="16391" y="21205"/>
                </a:moveTo>
                <a:cubicBezTo>
                  <a:pt x="14942" y="21801"/>
                  <a:pt x="12769" y="22308"/>
                  <a:pt x="9870" y="22725"/>
                </a:cubicBezTo>
                <a:cubicBezTo>
                  <a:pt x="8229" y="22963"/>
                  <a:pt x="7068" y="23230"/>
                  <a:pt x="6388" y="23527"/>
                </a:cubicBezTo>
                <a:cubicBezTo>
                  <a:pt x="5708" y="23824"/>
                  <a:pt x="5183" y="24258"/>
                  <a:pt x="4813" y="24830"/>
                </a:cubicBezTo>
                <a:cubicBezTo>
                  <a:pt x="4443" y="25402"/>
                  <a:pt x="4259" y="26037"/>
                  <a:pt x="4259" y="26734"/>
                </a:cubicBezTo>
                <a:cubicBezTo>
                  <a:pt x="4259" y="27803"/>
                  <a:pt x="4662" y="28694"/>
                  <a:pt x="5467" y="29407"/>
                </a:cubicBezTo>
                <a:cubicBezTo>
                  <a:pt x="6273" y="30120"/>
                  <a:pt x="7453" y="30476"/>
                  <a:pt x="9005" y="30476"/>
                </a:cubicBezTo>
                <a:cubicBezTo>
                  <a:pt x="10543" y="30476"/>
                  <a:pt x="11911" y="30138"/>
                  <a:pt x="13109" y="29462"/>
                </a:cubicBezTo>
                <a:cubicBezTo>
                  <a:pt x="14306" y="28786"/>
                  <a:pt x="15186" y="27861"/>
                  <a:pt x="15748" y="26687"/>
                </a:cubicBezTo>
                <a:cubicBezTo>
                  <a:pt x="16177" y="25781"/>
                  <a:pt x="16391" y="24443"/>
                  <a:pt x="16391" y="22675"/>
                </a:cubicBezTo>
                <a:lnTo>
                  <a:pt x="16391" y="21205"/>
                </a:lnTo>
                <a:close/>
                <a:moveTo>
                  <a:pt x="24084" y="33049"/>
                </a:moveTo>
                <a:lnTo>
                  <a:pt x="32690" y="20805"/>
                </a:lnTo>
                <a:lnTo>
                  <a:pt x="24727" y="9493"/>
                </a:lnTo>
                <a:lnTo>
                  <a:pt x="29718" y="9493"/>
                </a:lnTo>
                <a:lnTo>
                  <a:pt x="33334" y="15016"/>
                </a:lnTo>
                <a:cubicBezTo>
                  <a:pt x="34014" y="16066"/>
                  <a:pt x="34561" y="16946"/>
                  <a:pt x="34975" y="17656"/>
                </a:cubicBezTo>
                <a:cubicBezTo>
                  <a:pt x="35625" y="16680"/>
                  <a:pt x="36224" y="15815"/>
                  <a:pt x="36771" y="15061"/>
                </a:cubicBezTo>
                <a:lnTo>
                  <a:pt x="40742" y="9493"/>
                </a:lnTo>
                <a:lnTo>
                  <a:pt x="45511" y="9493"/>
                </a:lnTo>
                <a:lnTo>
                  <a:pt x="37370" y="20584"/>
                </a:lnTo>
                <a:lnTo>
                  <a:pt x="46132" y="33049"/>
                </a:lnTo>
                <a:lnTo>
                  <a:pt x="41230" y="33049"/>
                </a:lnTo>
                <a:lnTo>
                  <a:pt x="36394" y="25729"/>
                </a:lnTo>
                <a:lnTo>
                  <a:pt x="35108" y="23755"/>
                </a:lnTo>
                <a:lnTo>
                  <a:pt x="28920" y="33049"/>
                </a:lnTo>
                <a:lnTo>
                  <a:pt x="24084" y="33049"/>
                </a:lnTo>
                <a:close/>
                <a:moveTo>
                  <a:pt x="64676" y="25463"/>
                </a:moveTo>
                <a:lnTo>
                  <a:pt x="68801" y="25973"/>
                </a:lnTo>
                <a:cubicBezTo>
                  <a:pt x="68151" y="28384"/>
                  <a:pt x="66945" y="30254"/>
                  <a:pt x="65186" y="31585"/>
                </a:cubicBezTo>
                <a:cubicBezTo>
                  <a:pt x="63426" y="32916"/>
                  <a:pt x="61178" y="33581"/>
                  <a:pt x="58443" y="33581"/>
                </a:cubicBezTo>
                <a:cubicBezTo>
                  <a:pt x="54997" y="33581"/>
                  <a:pt x="52266" y="32520"/>
                  <a:pt x="50247" y="30398"/>
                </a:cubicBezTo>
                <a:cubicBezTo>
                  <a:pt x="48229" y="28276"/>
                  <a:pt x="47220" y="25301"/>
                  <a:pt x="47220" y="21471"/>
                </a:cubicBezTo>
                <a:cubicBezTo>
                  <a:pt x="47220" y="17508"/>
                  <a:pt x="48240" y="14432"/>
                  <a:pt x="50280" y="12244"/>
                </a:cubicBezTo>
                <a:cubicBezTo>
                  <a:pt x="52321" y="10055"/>
                  <a:pt x="54968" y="8961"/>
                  <a:pt x="58221" y="8961"/>
                </a:cubicBezTo>
                <a:cubicBezTo>
                  <a:pt x="61371" y="8961"/>
                  <a:pt x="63944" y="10031"/>
                  <a:pt x="65940" y="12172"/>
                </a:cubicBezTo>
                <a:cubicBezTo>
                  <a:pt x="67936" y="14313"/>
                  <a:pt x="68934" y="17324"/>
                  <a:pt x="68934" y="21207"/>
                </a:cubicBezTo>
                <a:cubicBezTo>
                  <a:pt x="68934" y="21443"/>
                  <a:pt x="68927" y="21797"/>
                  <a:pt x="68912" y="22269"/>
                </a:cubicBezTo>
                <a:lnTo>
                  <a:pt x="51345" y="22269"/>
                </a:lnTo>
                <a:cubicBezTo>
                  <a:pt x="51493" y="24850"/>
                  <a:pt x="52225" y="26825"/>
                  <a:pt x="53541" y="28197"/>
                </a:cubicBezTo>
                <a:cubicBezTo>
                  <a:pt x="54857" y="29568"/>
                  <a:pt x="56498" y="30254"/>
                  <a:pt x="58465" y="30254"/>
                </a:cubicBezTo>
                <a:cubicBezTo>
                  <a:pt x="59929" y="30254"/>
                  <a:pt x="61178" y="29873"/>
                  <a:pt x="62214" y="29112"/>
                </a:cubicBezTo>
                <a:cubicBezTo>
                  <a:pt x="63249" y="28350"/>
                  <a:pt x="64069" y="27134"/>
                  <a:pt x="64676" y="25463"/>
                </a:cubicBezTo>
                <a:moveTo>
                  <a:pt x="51567" y="18942"/>
                </a:moveTo>
                <a:lnTo>
                  <a:pt x="64720" y="18942"/>
                </a:lnTo>
                <a:cubicBezTo>
                  <a:pt x="64542" y="16993"/>
                  <a:pt x="64040" y="15531"/>
                  <a:pt x="63212" y="14557"/>
                </a:cubicBezTo>
                <a:cubicBezTo>
                  <a:pt x="61940" y="13044"/>
                  <a:pt x="60291" y="12288"/>
                  <a:pt x="58265" y="12288"/>
                </a:cubicBezTo>
                <a:cubicBezTo>
                  <a:pt x="56432" y="12288"/>
                  <a:pt x="54890" y="12892"/>
                  <a:pt x="53641" y="14099"/>
                </a:cubicBezTo>
                <a:cubicBezTo>
                  <a:pt x="52391" y="15306"/>
                  <a:pt x="51700" y="16920"/>
                  <a:pt x="51567" y="18942"/>
                </a:cubicBezTo>
                <a:close/>
                <a:moveTo>
                  <a:pt x="72346" y="25996"/>
                </a:moveTo>
                <a:lnTo>
                  <a:pt x="76294" y="25375"/>
                </a:lnTo>
                <a:cubicBezTo>
                  <a:pt x="76516" y="26950"/>
                  <a:pt x="77134" y="28157"/>
                  <a:pt x="78146" y="28996"/>
                </a:cubicBezTo>
                <a:cubicBezTo>
                  <a:pt x="79159" y="29835"/>
                  <a:pt x="80575" y="30254"/>
                  <a:pt x="82394" y="30254"/>
                </a:cubicBezTo>
                <a:cubicBezTo>
                  <a:pt x="84228" y="30254"/>
                  <a:pt x="85588" y="29884"/>
                  <a:pt x="86475" y="29143"/>
                </a:cubicBezTo>
                <a:cubicBezTo>
                  <a:pt x="87362" y="28402"/>
                  <a:pt x="87806" y="27533"/>
                  <a:pt x="87806" y="26536"/>
                </a:cubicBezTo>
                <a:cubicBezTo>
                  <a:pt x="87806" y="25640"/>
                  <a:pt x="87414" y="24936"/>
                  <a:pt x="86630" y="24423"/>
                </a:cubicBezTo>
                <a:cubicBezTo>
                  <a:pt x="86083" y="24071"/>
                  <a:pt x="84723" y="23623"/>
                  <a:pt x="82549" y="23080"/>
                </a:cubicBezTo>
                <a:cubicBezTo>
                  <a:pt x="79621" y="22340"/>
                  <a:pt x="77592" y="21700"/>
                  <a:pt x="76461" y="21160"/>
                </a:cubicBezTo>
                <a:cubicBezTo>
                  <a:pt x="75330" y="20620"/>
                  <a:pt x="74472" y="19873"/>
                  <a:pt x="73888" y="18918"/>
                </a:cubicBezTo>
                <a:cubicBezTo>
                  <a:pt x="73304" y="17963"/>
                  <a:pt x="73012" y="16909"/>
                  <a:pt x="73012" y="15754"/>
                </a:cubicBezTo>
                <a:cubicBezTo>
                  <a:pt x="73012" y="14704"/>
                  <a:pt x="73252" y="13730"/>
                  <a:pt x="73733" y="12835"/>
                </a:cubicBezTo>
                <a:cubicBezTo>
                  <a:pt x="74213" y="11939"/>
                  <a:pt x="74867" y="11196"/>
                  <a:pt x="75695" y="10604"/>
                </a:cubicBezTo>
                <a:cubicBezTo>
                  <a:pt x="76317" y="10145"/>
                  <a:pt x="77163" y="9756"/>
                  <a:pt x="78235" y="9438"/>
                </a:cubicBezTo>
                <a:cubicBezTo>
                  <a:pt x="79307" y="9120"/>
                  <a:pt x="80457" y="8961"/>
                  <a:pt x="81684" y="8961"/>
                </a:cubicBezTo>
                <a:cubicBezTo>
                  <a:pt x="83533" y="8961"/>
                  <a:pt x="85155" y="9229"/>
                  <a:pt x="86553" y="9765"/>
                </a:cubicBezTo>
                <a:cubicBezTo>
                  <a:pt x="87950" y="10301"/>
                  <a:pt x="88982" y="11026"/>
                  <a:pt x="89647" y="11942"/>
                </a:cubicBezTo>
                <a:cubicBezTo>
                  <a:pt x="90312" y="12858"/>
                  <a:pt x="90771" y="14082"/>
                  <a:pt x="91022" y="15615"/>
                </a:cubicBezTo>
                <a:lnTo>
                  <a:pt x="87118" y="16147"/>
                </a:lnTo>
                <a:cubicBezTo>
                  <a:pt x="86941" y="14935"/>
                  <a:pt x="86427" y="13989"/>
                  <a:pt x="85577" y="13308"/>
                </a:cubicBezTo>
                <a:cubicBezTo>
                  <a:pt x="84727" y="12628"/>
                  <a:pt x="83525" y="12288"/>
                  <a:pt x="81973" y="12288"/>
                </a:cubicBezTo>
                <a:cubicBezTo>
                  <a:pt x="80139" y="12288"/>
                  <a:pt x="78830" y="12590"/>
                  <a:pt x="78047" y="13193"/>
                </a:cubicBezTo>
                <a:cubicBezTo>
                  <a:pt x="77263" y="13796"/>
                  <a:pt x="76871" y="14503"/>
                  <a:pt x="76871" y="15312"/>
                </a:cubicBezTo>
                <a:cubicBezTo>
                  <a:pt x="76871" y="15827"/>
                  <a:pt x="77034" y="16290"/>
                  <a:pt x="77359" y="16703"/>
                </a:cubicBezTo>
                <a:cubicBezTo>
                  <a:pt x="77684" y="17129"/>
                  <a:pt x="78194" y="17482"/>
                  <a:pt x="78889" y="17762"/>
                </a:cubicBezTo>
                <a:cubicBezTo>
                  <a:pt x="79289" y="17909"/>
                  <a:pt x="80464" y="18248"/>
                  <a:pt x="82416" y="18777"/>
                </a:cubicBezTo>
                <a:cubicBezTo>
                  <a:pt x="85240" y="19531"/>
                  <a:pt x="87211" y="20148"/>
                  <a:pt x="88327" y="20628"/>
                </a:cubicBezTo>
                <a:cubicBezTo>
                  <a:pt x="89444" y="21108"/>
                  <a:pt x="90320" y="21806"/>
                  <a:pt x="90956" y="22723"/>
                </a:cubicBezTo>
                <a:cubicBezTo>
                  <a:pt x="91592" y="23638"/>
                  <a:pt x="91909" y="24776"/>
                  <a:pt x="91909" y="26135"/>
                </a:cubicBezTo>
                <a:cubicBezTo>
                  <a:pt x="91909" y="27465"/>
                  <a:pt x="91521" y="28717"/>
                  <a:pt x="90745" y="29892"/>
                </a:cubicBezTo>
                <a:cubicBezTo>
                  <a:pt x="89969" y="31066"/>
                  <a:pt x="88849" y="31974"/>
                  <a:pt x="87385" y="32617"/>
                </a:cubicBezTo>
                <a:cubicBezTo>
                  <a:pt x="85921" y="33260"/>
                  <a:pt x="84265" y="33581"/>
                  <a:pt x="82416" y="33581"/>
                </a:cubicBezTo>
                <a:cubicBezTo>
                  <a:pt x="79355" y="33581"/>
                  <a:pt x="77023" y="32944"/>
                  <a:pt x="75418" y="31668"/>
                </a:cubicBezTo>
                <a:cubicBezTo>
                  <a:pt x="73814" y="30393"/>
                  <a:pt x="72790" y="28502"/>
                  <a:pt x="72346" y="25996"/>
                </a:cubicBezTo>
                <a:close/>
                <a:moveTo>
                  <a:pt x="93662" y="33581"/>
                </a:moveTo>
                <a:lnTo>
                  <a:pt x="103088" y="0"/>
                </a:lnTo>
                <a:lnTo>
                  <a:pt x="106282" y="0"/>
                </a:lnTo>
                <a:lnTo>
                  <a:pt x="96878" y="33581"/>
                </a:lnTo>
                <a:lnTo>
                  <a:pt x="93662" y="33581"/>
                </a:lnTo>
                <a:close/>
                <a:moveTo>
                  <a:pt x="105602" y="42099"/>
                </a:moveTo>
                <a:lnTo>
                  <a:pt x="105602" y="39215"/>
                </a:lnTo>
                <a:lnTo>
                  <a:pt x="132064" y="39215"/>
                </a:lnTo>
                <a:lnTo>
                  <a:pt x="132064" y="42099"/>
                </a:lnTo>
                <a:lnTo>
                  <a:pt x="105602" y="42099"/>
                </a:lnTo>
                <a:close/>
                <a:moveTo>
                  <a:pt x="150140" y="24399"/>
                </a:moveTo>
                <a:lnTo>
                  <a:pt x="154066" y="24909"/>
                </a:lnTo>
                <a:cubicBezTo>
                  <a:pt x="153637" y="27622"/>
                  <a:pt x="152539" y="29745"/>
                  <a:pt x="150772" y="31280"/>
                </a:cubicBezTo>
                <a:cubicBezTo>
                  <a:pt x="149005" y="32814"/>
                  <a:pt x="146835" y="33581"/>
                  <a:pt x="144262" y="33581"/>
                </a:cubicBezTo>
                <a:cubicBezTo>
                  <a:pt x="141038" y="33581"/>
                  <a:pt x="138447" y="32528"/>
                  <a:pt x="136488" y="30421"/>
                </a:cubicBezTo>
                <a:cubicBezTo>
                  <a:pt x="134528" y="28313"/>
                  <a:pt x="133549" y="25293"/>
                  <a:pt x="133549" y="21360"/>
                </a:cubicBezTo>
                <a:cubicBezTo>
                  <a:pt x="133549" y="18816"/>
                  <a:pt x="133970" y="16591"/>
                  <a:pt x="134813" y="14683"/>
                </a:cubicBezTo>
                <a:cubicBezTo>
                  <a:pt x="135656" y="12776"/>
                  <a:pt x="136939" y="11345"/>
                  <a:pt x="138661" y="10392"/>
                </a:cubicBezTo>
                <a:cubicBezTo>
                  <a:pt x="140384" y="9438"/>
                  <a:pt x="142258" y="8961"/>
                  <a:pt x="144284" y="8961"/>
                </a:cubicBezTo>
                <a:cubicBezTo>
                  <a:pt x="146842" y="8961"/>
                  <a:pt x="148934" y="9610"/>
                  <a:pt x="150561" y="10908"/>
                </a:cubicBezTo>
                <a:cubicBezTo>
                  <a:pt x="152188" y="12206"/>
                  <a:pt x="153230" y="14048"/>
                  <a:pt x="153689" y="16436"/>
                </a:cubicBezTo>
                <a:lnTo>
                  <a:pt x="149807" y="17035"/>
                </a:lnTo>
                <a:cubicBezTo>
                  <a:pt x="149437" y="15460"/>
                  <a:pt x="148783" y="14275"/>
                  <a:pt x="147844" y="13480"/>
                </a:cubicBezTo>
                <a:cubicBezTo>
                  <a:pt x="146905" y="12685"/>
                  <a:pt x="145770" y="12288"/>
                  <a:pt x="144439" y="12288"/>
                </a:cubicBezTo>
                <a:cubicBezTo>
                  <a:pt x="142428" y="12288"/>
                  <a:pt x="140794" y="13005"/>
                  <a:pt x="139537" y="14440"/>
                </a:cubicBezTo>
                <a:cubicBezTo>
                  <a:pt x="138280" y="15875"/>
                  <a:pt x="137652" y="18144"/>
                  <a:pt x="137652" y="21249"/>
                </a:cubicBezTo>
                <a:cubicBezTo>
                  <a:pt x="137652" y="24398"/>
                  <a:pt x="138258" y="26686"/>
                  <a:pt x="139471" y="28114"/>
                </a:cubicBezTo>
                <a:cubicBezTo>
                  <a:pt x="140683" y="29541"/>
                  <a:pt x="142266" y="30254"/>
                  <a:pt x="144217" y="30254"/>
                </a:cubicBezTo>
                <a:cubicBezTo>
                  <a:pt x="145785" y="30254"/>
                  <a:pt x="147094" y="29775"/>
                  <a:pt x="148143" y="28818"/>
                </a:cubicBezTo>
                <a:cubicBezTo>
                  <a:pt x="149193" y="27861"/>
                  <a:pt x="149859" y="26387"/>
                  <a:pt x="150140" y="24399"/>
                </a:cubicBezTo>
                <a:close/>
                <a:moveTo>
                  <a:pt x="155996" y="21271"/>
                </a:moveTo>
                <a:cubicBezTo>
                  <a:pt x="155996" y="16909"/>
                  <a:pt x="157208" y="13678"/>
                  <a:pt x="159633" y="11578"/>
                </a:cubicBezTo>
                <a:cubicBezTo>
                  <a:pt x="161659" y="9833"/>
                  <a:pt x="164128" y="8961"/>
                  <a:pt x="167041" y="8961"/>
                </a:cubicBezTo>
                <a:cubicBezTo>
                  <a:pt x="170280" y="8961"/>
                  <a:pt x="172927" y="10022"/>
                  <a:pt x="174982" y="12144"/>
                </a:cubicBezTo>
                <a:cubicBezTo>
                  <a:pt x="177037" y="14266"/>
                  <a:pt x="178065" y="17197"/>
                  <a:pt x="178065" y="20938"/>
                </a:cubicBezTo>
                <a:cubicBezTo>
                  <a:pt x="178065" y="23970"/>
                  <a:pt x="177610" y="26354"/>
                  <a:pt x="176701" y="28092"/>
                </a:cubicBezTo>
                <a:cubicBezTo>
                  <a:pt x="175792" y="29829"/>
                  <a:pt x="174468" y="31178"/>
                  <a:pt x="172731" y="32140"/>
                </a:cubicBezTo>
                <a:cubicBezTo>
                  <a:pt x="170993" y="33101"/>
                  <a:pt x="169097" y="33581"/>
                  <a:pt x="167041" y="33581"/>
                </a:cubicBezTo>
                <a:cubicBezTo>
                  <a:pt x="163744" y="33581"/>
                  <a:pt x="161079" y="32524"/>
                  <a:pt x="159045" y="30409"/>
                </a:cubicBezTo>
                <a:cubicBezTo>
                  <a:pt x="157012" y="28295"/>
                  <a:pt x="155996" y="25249"/>
                  <a:pt x="155996" y="21271"/>
                </a:cubicBezTo>
                <a:moveTo>
                  <a:pt x="160099" y="21260"/>
                </a:moveTo>
                <a:cubicBezTo>
                  <a:pt x="160099" y="24265"/>
                  <a:pt x="160757" y="26516"/>
                  <a:pt x="162073" y="28011"/>
                </a:cubicBezTo>
                <a:cubicBezTo>
                  <a:pt x="163389" y="29507"/>
                  <a:pt x="165045" y="30254"/>
                  <a:pt x="167041" y="30254"/>
                </a:cubicBezTo>
                <a:cubicBezTo>
                  <a:pt x="169023" y="30254"/>
                  <a:pt x="170672" y="29503"/>
                  <a:pt x="171988" y="28000"/>
                </a:cubicBezTo>
                <a:cubicBezTo>
                  <a:pt x="173304" y="26497"/>
                  <a:pt x="173962" y="24207"/>
                  <a:pt x="173962" y="21128"/>
                </a:cubicBezTo>
                <a:cubicBezTo>
                  <a:pt x="173962" y="18225"/>
                  <a:pt x="173300" y="16026"/>
                  <a:pt x="171977" y="14531"/>
                </a:cubicBezTo>
                <a:cubicBezTo>
                  <a:pt x="170653" y="13036"/>
                  <a:pt x="169008" y="12288"/>
                  <a:pt x="167041" y="12288"/>
                </a:cubicBezTo>
                <a:cubicBezTo>
                  <a:pt x="165045" y="12288"/>
                  <a:pt x="163389" y="13032"/>
                  <a:pt x="162073" y="14520"/>
                </a:cubicBezTo>
                <a:cubicBezTo>
                  <a:pt x="160757" y="16008"/>
                  <a:pt x="160099" y="18255"/>
                  <a:pt x="160099" y="21260"/>
                </a:cubicBezTo>
                <a:close/>
                <a:moveTo>
                  <a:pt x="182875" y="33049"/>
                </a:moveTo>
                <a:lnTo>
                  <a:pt x="182875" y="9493"/>
                </a:lnTo>
                <a:lnTo>
                  <a:pt x="186446" y="9493"/>
                </a:lnTo>
                <a:lnTo>
                  <a:pt x="186446" y="12776"/>
                </a:lnTo>
                <a:cubicBezTo>
                  <a:pt x="187185" y="11629"/>
                  <a:pt x="188168" y="10706"/>
                  <a:pt x="189396" y="10008"/>
                </a:cubicBezTo>
                <a:cubicBezTo>
                  <a:pt x="190623" y="9310"/>
                  <a:pt x="192020" y="8961"/>
                  <a:pt x="193588" y="8961"/>
                </a:cubicBezTo>
                <a:cubicBezTo>
                  <a:pt x="195333" y="8961"/>
                  <a:pt x="196763" y="9321"/>
                  <a:pt x="197880" y="10042"/>
                </a:cubicBezTo>
                <a:cubicBezTo>
                  <a:pt x="198996" y="10763"/>
                  <a:pt x="199783" y="11770"/>
                  <a:pt x="200242" y="13064"/>
                </a:cubicBezTo>
                <a:cubicBezTo>
                  <a:pt x="202105" y="10329"/>
                  <a:pt x="204530" y="8961"/>
                  <a:pt x="207517" y="8961"/>
                </a:cubicBezTo>
                <a:cubicBezTo>
                  <a:pt x="209853" y="8961"/>
                  <a:pt x="211650" y="9608"/>
                  <a:pt x="212907" y="10902"/>
                </a:cubicBezTo>
                <a:cubicBezTo>
                  <a:pt x="214164" y="12196"/>
                  <a:pt x="214792" y="14188"/>
                  <a:pt x="214792" y="16879"/>
                </a:cubicBezTo>
                <a:lnTo>
                  <a:pt x="214792" y="33049"/>
                </a:lnTo>
                <a:lnTo>
                  <a:pt x="210822" y="33049"/>
                </a:lnTo>
                <a:lnTo>
                  <a:pt x="210822" y="18194"/>
                </a:lnTo>
                <a:cubicBezTo>
                  <a:pt x="210822" y="16595"/>
                  <a:pt x="210693" y="15445"/>
                  <a:pt x="210434" y="14742"/>
                </a:cubicBezTo>
                <a:cubicBezTo>
                  <a:pt x="210175" y="14038"/>
                  <a:pt x="209706" y="13472"/>
                  <a:pt x="209025" y="13043"/>
                </a:cubicBezTo>
                <a:cubicBezTo>
                  <a:pt x="208345" y="12614"/>
                  <a:pt x="207547" y="12399"/>
                  <a:pt x="206630" y="12399"/>
                </a:cubicBezTo>
                <a:cubicBezTo>
                  <a:pt x="204974" y="12399"/>
                  <a:pt x="203599" y="12950"/>
                  <a:pt x="202504" y="14053"/>
                </a:cubicBezTo>
                <a:cubicBezTo>
                  <a:pt x="201410" y="15156"/>
                  <a:pt x="200863" y="16921"/>
                  <a:pt x="200863" y="19349"/>
                </a:cubicBezTo>
                <a:lnTo>
                  <a:pt x="200863" y="33049"/>
                </a:lnTo>
                <a:lnTo>
                  <a:pt x="196870" y="33049"/>
                </a:lnTo>
                <a:lnTo>
                  <a:pt x="196870" y="17728"/>
                </a:lnTo>
                <a:cubicBezTo>
                  <a:pt x="196870" y="15951"/>
                  <a:pt x="196545" y="14619"/>
                  <a:pt x="195895" y="13731"/>
                </a:cubicBezTo>
                <a:cubicBezTo>
                  <a:pt x="195244" y="12843"/>
                  <a:pt x="194179" y="12399"/>
                  <a:pt x="192701" y="12399"/>
                </a:cubicBezTo>
                <a:cubicBezTo>
                  <a:pt x="191577" y="12399"/>
                  <a:pt x="190538" y="12695"/>
                  <a:pt x="189584" y="13288"/>
                </a:cubicBezTo>
                <a:cubicBezTo>
                  <a:pt x="188630" y="13879"/>
                  <a:pt x="187939" y="14745"/>
                  <a:pt x="187510" y="15885"/>
                </a:cubicBezTo>
                <a:cubicBezTo>
                  <a:pt x="187081" y="17025"/>
                  <a:pt x="186867" y="18668"/>
                  <a:pt x="186867" y="20814"/>
                </a:cubicBezTo>
                <a:lnTo>
                  <a:pt x="186867" y="33049"/>
                </a:lnTo>
                <a:lnTo>
                  <a:pt x="182875" y="33049"/>
                </a:lnTo>
                <a:close/>
                <a:moveTo>
                  <a:pt x="219215" y="33049"/>
                </a:moveTo>
                <a:lnTo>
                  <a:pt x="219215" y="9493"/>
                </a:lnTo>
                <a:lnTo>
                  <a:pt x="222786" y="9493"/>
                </a:lnTo>
                <a:lnTo>
                  <a:pt x="222786" y="12776"/>
                </a:lnTo>
                <a:cubicBezTo>
                  <a:pt x="223526" y="11629"/>
                  <a:pt x="224509" y="10706"/>
                  <a:pt x="225736" y="10008"/>
                </a:cubicBezTo>
                <a:cubicBezTo>
                  <a:pt x="226963" y="9310"/>
                  <a:pt x="228361" y="8961"/>
                  <a:pt x="229928" y="8961"/>
                </a:cubicBezTo>
                <a:cubicBezTo>
                  <a:pt x="231673" y="8961"/>
                  <a:pt x="233104" y="9321"/>
                  <a:pt x="234220" y="10042"/>
                </a:cubicBezTo>
                <a:cubicBezTo>
                  <a:pt x="235337" y="10763"/>
                  <a:pt x="236124" y="11770"/>
                  <a:pt x="236582" y="13064"/>
                </a:cubicBezTo>
                <a:cubicBezTo>
                  <a:pt x="238446" y="10329"/>
                  <a:pt x="240871" y="8961"/>
                  <a:pt x="243858" y="8961"/>
                </a:cubicBezTo>
                <a:cubicBezTo>
                  <a:pt x="246194" y="8961"/>
                  <a:pt x="247991" y="9608"/>
                  <a:pt x="249248" y="10902"/>
                </a:cubicBezTo>
                <a:cubicBezTo>
                  <a:pt x="250504" y="12196"/>
                  <a:pt x="251133" y="14188"/>
                  <a:pt x="251133" y="16879"/>
                </a:cubicBezTo>
                <a:lnTo>
                  <a:pt x="251133" y="33049"/>
                </a:lnTo>
                <a:lnTo>
                  <a:pt x="247163" y="33049"/>
                </a:lnTo>
                <a:lnTo>
                  <a:pt x="247163" y="18194"/>
                </a:lnTo>
                <a:cubicBezTo>
                  <a:pt x="247163" y="16595"/>
                  <a:pt x="247033" y="15445"/>
                  <a:pt x="246774" y="14742"/>
                </a:cubicBezTo>
                <a:cubicBezTo>
                  <a:pt x="246516" y="14038"/>
                  <a:pt x="246046" y="13472"/>
                  <a:pt x="245366" y="13043"/>
                </a:cubicBezTo>
                <a:cubicBezTo>
                  <a:pt x="244686" y="12614"/>
                  <a:pt x="243887" y="12399"/>
                  <a:pt x="242970" y="12399"/>
                </a:cubicBezTo>
                <a:cubicBezTo>
                  <a:pt x="241314" y="12399"/>
                  <a:pt x="239939" y="12950"/>
                  <a:pt x="238845" y="14053"/>
                </a:cubicBezTo>
                <a:cubicBezTo>
                  <a:pt x="237751" y="15156"/>
                  <a:pt x="237203" y="16921"/>
                  <a:pt x="237203" y="19349"/>
                </a:cubicBezTo>
                <a:lnTo>
                  <a:pt x="237203" y="33049"/>
                </a:lnTo>
                <a:lnTo>
                  <a:pt x="233211" y="33049"/>
                </a:lnTo>
                <a:lnTo>
                  <a:pt x="233211" y="17728"/>
                </a:lnTo>
                <a:cubicBezTo>
                  <a:pt x="233211" y="15951"/>
                  <a:pt x="232886" y="14619"/>
                  <a:pt x="232235" y="13731"/>
                </a:cubicBezTo>
                <a:cubicBezTo>
                  <a:pt x="231584" y="12843"/>
                  <a:pt x="230520" y="12399"/>
                  <a:pt x="229041" y="12399"/>
                </a:cubicBezTo>
                <a:cubicBezTo>
                  <a:pt x="227917" y="12399"/>
                  <a:pt x="226878" y="12695"/>
                  <a:pt x="225925" y="13288"/>
                </a:cubicBezTo>
                <a:cubicBezTo>
                  <a:pt x="224971" y="13879"/>
                  <a:pt x="224280" y="14745"/>
                  <a:pt x="223851" y="15885"/>
                </a:cubicBezTo>
                <a:cubicBezTo>
                  <a:pt x="223422" y="17025"/>
                  <a:pt x="223208" y="18668"/>
                  <a:pt x="223208" y="20814"/>
                </a:cubicBezTo>
                <a:lnTo>
                  <a:pt x="223208" y="33049"/>
                </a:lnTo>
                <a:lnTo>
                  <a:pt x="219215" y="33049"/>
                </a:lnTo>
                <a:close/>
                <a:moveTo>
                  <a:pt x="254070" y="21271"/>
                </a:moveTo>
                <a:cubicBezTo>
                  <a:pt x="254070" y="16909"/>
                  <a:pt x="255282" y="13678"/>
                  <a:pt x="257707" y="11578"/>
                </a:cubicBezTo>
                <a:cubicBezTo>
                  <a:pt x="259733" y="9833"/>
                  <a:pt x="262202" y="8961"/>
                  <a:pt x="265115" y="8961"/>
                </a:cubicBezTo>
                <a:cubicBezTo>
                  <a:pt x="268354" y="8961"/>
                  <a:pt x="271001" y="10022"/>
                  <a:pt x="273056" y="12144"/>
                </a:cubicBezTo>
                <a:cubicBezTo>
                  <a:pt x="275111" y="14266"/>
                  <a:pt x="276139" y="17197"/>
                  <a:pt x="276139" y="20938"/>
                </a:cubicBezTo>
                <a:cubicBezTo>
                  <a:pt x="276139" y="23970"/>
                  <a:pt x="275684" y="26354"/>
                  <a:pt x="274775" y="28092"/>
                </a:cubicBezTo>
                <a:cubicBezTo>
                  <a:pt x="273866" y="29829"/>
                  <a:pt x="272542" y="31178"/>
                  <a:pt x="270805" y="32140"/>
                </a:cubicBezTo>
                <a:cubicBezTo>
                  <a:pt x="269067" y="33101"/>
                  <a:pt x="267171" y="33581"/>
                  <a:pt x="265115" y="33581"/>
                </a:cubicBezTo>
                <a:cubicBezTo>
                  <a:pt x="261818" y="33581"/>
                  <a:pt x="259153" y="32524"/>
                  <a:pt x="257119" y="30409"/>
                </a:cubicBezTo>
                <a:cubicBezTo>
                  <a:pt x="255086" y="28295"/>
                  <a:pt x="254070" y="25249"/>
                  <a:pt x="254070" y="21271"/>
                </a:cubicBezTo>
                <a:moveTo>
                  <a:pt x="258173" y="21260"/>
                </a:moveTo>
                <a:cubicBezTo>
                  <a:pt x="258173" y="24265"/>
                  <a:pt x="258831" y="26516"/>
                  <a:pt x="260147" y="28011"/>
                </a:cubicBezTo>
                <a:cubicBezTo>
                  <a:pt x="261463" y="29507"/>
                  <a:pt x="263119" y="30254"/>
                  <a:pt x="265115" y="30254"/>
                </a:cubicBezTo>
                <a:cubicBezTo>
                  <a:pt x="267097" y="30254"/>
                  <a:pt x="268746" y="29503"/>
                  <a:pt x="270062" y="28000"/>
                </a:cubicBezTo>
                <a:cubicBezTo>
                  <a:pt x="271378" y="26497"/>
                  <a:pt x="272036" y="24207"/>
                  <a:pt x="272036" y="21128"/>
                </a:cubicBezTo>
                <a:cubicBezTo>
                  <a:pt x="272036" y="18225"/>
                  <a:pt x="271374" y="16026"/>
                  <a:pt x="270051" y="14531"/>
                </a:cubicBezTo>
                <a:cubicBezTo>
                  <a:pt x="268727" y="13036"/>
                  <a:pt x="267082" y="12288"/>
                  <a:pt x="265115" y="12288"/>
                </a:cubicBezTo>
                <a:cubicBezTo>
                  <a:pt x="263119" y="12288"/>
                  <a:pt x="261463" y="13032"/>
                  <a:pt x="260147" y="14520"/>
                </a:cubicBezTo>
                <a:cubicBezTo>
                  <a:pt x="258831" y="16008"/>
                  <a:pt x="258173" y="18255"/>
                  <a:pt x="258173" y="21260"/>
                </a:cubicBezTo>
                <a:close/>
                <a:moveTo>
                  <a:pt x="280949" y="33049"/>
                </a:moveTo>
                <a:lnTo>
                  <a:pt x="280949" y="9493"/>
                </a:lnTo>
                <a:lnTo>
                  <a:pt x="284542" y="9493"/>
                </a:lnTo>
                <a:lnTo>
                  <a:pt x="284542" y="12820"/>
                </a:lnTo>
                <a:cubicBezTo>
                  <a:pt x="286272" y="10247"/>
                  <a:pt x="288771" y="8961"/>
                  <a:pt x="292039" y="8961"/>
                </a:cubicBezTo>
                <a:cubicBezTo>
                  <a:pt x="293458" y="8961"/>
                  <a:pt x="294763" y="9216"/>
                  <a:pt x="295954" y="9726"/>
                </a:cubicBezTo>
                <a:cubicBezTo>
                  <a:pt x="297144" y="10236"/>
                  <a:pt x="298035" y="10905"/>
                  <a:pt x="298626" y="11733"/>
                </a:cubicBezTo>
                <a:cubicBezTo>
                  <a:pt x="299218" y="12562"/>
                  <a:pt x="299632" y="13545"/>
                  <a:pt x="299868" y="14683"/>
                </a:cubicBezTo>
                <a:cubicBezTo>
                  <a:pt x="300016" y="15423"/>
                  <a:pt x="300090" y="16717"/>
                  <a:pt x="300090" y="18565"/>
                </a:cubicBezTo>
                <a:lnTo>
                  <a:pt x="300090" y="33049"/>
                </a:lnTo>
                <a:lnTo>
                  <a:pt x="296098" y="33049"/>
                </a:lnTo>
                <a:lnTo>
                  <a:pt x="296098" y="18705"/>
                </a:lnTo>
                <a:cubicBezTo>
                  <a:pt x="296098" y="17077"/>
                  <a:pt x="295943" y="15859"/>
                  <a:pt x="295632" y="15052"/>
                </a:cubicBezTo>
                <a:cubicBezTo>
                  <a:pt x="295321" y="14245"/>
                  <a:pt x="294771" y="13602"/>
                  <a:pt x="293980" y="13120"/>
                </a:cubicBezTo>
                <a:cubicBezTo>
                  <a:pt x="293188" y="12639"/>
                  <a:pt x="292261" y="12399"/>
                  <a:pt x="291196" y="12399"/>
                </a:cubicBezTo>
                <a:cubicBezTo>
                  <a:pt x="289495" y="12399"/>
                  <a:pt x="288028" y="12939"/>
                  <a:pt x="286793" y="14020"/>
                </a:cubicBezTo>
                <a:cubicBezTo>
                  <a:pt x="285558" y="15101"/>
                  <a:pt x="284941" y="17151"/>
                  <a:pt x="284941" y="20170"/>
                </a:cubicBezTo>
                <a:lnTo>
                  <a:pt x="284941" y="33049"/>
                </a:lnTo>
                <a:lnTo>
                  <a:pt x="280949" y="33049"/>
                </a:lnTo>
                <a:close/>
                <a:moveTo>
                  <a:pt x="302660" y="42099"/>
                </a:moveTo>
                <a:lnTo>
                  <a:pt x="302660" y="39215"/>
                </a:lnTo>
                <a:lnTo>
                  <a:pt x="329121" y="39215"/>
                </a:lnTo>
                <a:lnTo>
                  <a:pt x="329121" y="42099"/>
                </a:lnTo>
                <a:lnTo>
                  <a:pt x="302660" y="42099"/>
                </a:lnTo>
                <a:close/>
                <a:moveTo>
                  <a:pt x="340452" y="29522"/>
                </a:moveTo>
                <a:lnTo>
                  <a:pt x="341028" y="33049"/>
                </a:lnTo>
                <a:cubicBezTo>
                  <a:pt x="339904" y="33256"/>
                  <a:pt x="338899" y="33359"/>
                  <a:pt x="338012" y="33359"/>
                </a:cubicBezTo>
                <a:cubicBezTo>
                  <a:pt x="336563" y="33359"/>
                  <a:pt x="335439" y="33130"/>
                  <a:pt x="334640" y="32672"/>
                </a:cubicBezTo>
                <a:cubicBezTo>
                  <a:pt x="333842" y="32213"/>
                  <a:pt x="333280" y="31611"/>
                  <a:pt x="332955" y="30864"/>
                </a:cubicBezTo>
                <a:cubicBezTo>
                  <a:pt x="332629" y="30117"/>
                  <a:pt x="332467" y="28546"/>
                  <a:pt x="332467" y="26151"/>
                </a:cubicBezTo>
                <a:lnTo>
                  <a:pt x="332467" y="12599"/>
                </a:lnTo>
                <a:lnTo>
                  <a:pt x="329539" y="12599"/>
                </a:lnTo>
                <a:lnTo>
                  <a:pt x="329539" y="9493"/>
                </a:lnTo>
                <a:lnTo>
                  <a:pt x="332467" y="9493"/>
                </a:lnTo>
                <a:lnTo>
                  <a:pt x="332467" y="3644"/>
                </a:lnTo>
                <a:lnTo>
                  <a:pt x="336437" y="1242"/>
                </a:lnTo>
                <a:lnTo>
                  <a:pt x="336437" y="9493"/>
                </a:lnTo>
                <a:lnTo>
                  <a:pt x="340452" y="9493"/>
                </a:lnTo>
                <a:lnTo>
                  <a:pt x="340452" y="12599"/>
                </a:lnTo>
                <a:lnTo>
                  <a:pt x="336437" y="12599"/>
                </a:lnTo>
                <a:lnTo>
                  <a:pt x="336437" y="26373"/>
                </a:lnTo>
                <a:cubicBezTo>
                  <a:pt x="336437" y="27511"/>
                  <a:pt x="336507" y="28243"/>
                  <a:pt x="336648" y="28568"/>
                </a:cubicBezTo>
                <a:cubicBezTo>
                  <a:pt x="336788" y="28894"/>
                  <a:pt x="337017" y="29153"/>
                  <a:pt x="337335" y="29345"/>
                </a:cubicBezTo>
                <a:cubicBezTo>
                  <a:pt x="337653" y="29537"/>
                  <a:pt x="338108" y="29633"/>
                  <a:pt x="338699" y="29633"/>
                </a:cubicBezTo>
                <a:cubicBezTo>
                  <a:pt x="339143" y="29633"/>
                  <a:pt x="339727" y="29596"/>
                  <a:pt x="340452" y="29522"/>
                </a:cubicBezTo>
                <a:close/>
                <a:moveTo>
                  <a:pt x="344385" y="5146"/>
                </a:moveTo>
                <a:lnTo>
                  <a:pt x="344385" y="532"/>
                </a:lnTo>
                <a:lnTo>
                  <a:pt x="348378" y="532"/>
                </a:lnTo>
                <a:lnTo>
                  <a:pt x="348378" y="5146"/>
                </a:lnTo>
                <a:lnTo>
                  <a:pt x="344385" y="5146"/>
                </a:lnTo>
                <a:moveTo>
                  <a:pt x="344385" y="33049"/>
                </a:moveTo>
                <a:lnTo>
                  <a:pt x="344385" y="9493"/>
                </a:lnTo>
                <a:lnTo>
                  <a:pt x="348378" y="9493"/>
                </a:lnTo>
                <a:lnTo>
                  <a:pt x="348378" y="33049"/>
                </a:lnTo>
                <a:lnTo>
                  <a:pt x="344385" y="33049"/>
                </a:lnTo>
                <a:close/>
                <a:moveTo>
                  <a:pt x="370681" y="24399"/>
                </a:moveTo>
                <a:lnTo>
                  <a:pt x="374607" y="24909"/>
                </a:lnTo>
                <a:cubicBezTo>
                  <a:pt x="374178" y="27622"/>
                  <a:pt x="373080" y="29745"/>
                  <a:pt x="371313" y="31280"/>
                </a:cubicBezTo>
                <a:cubicBezTo>
                  <a:pt x="369546" y="32814"/>
                  <a:pt x="367376" y="33581"/>
                  <a:pt x="364803" y="33581"/>
                </a:cubicBezTo>
                <a:cubicBezTo>
                  <a:pt x="361580" y="33581"/>
                  <a:pt x="358988" y="32528"/>
                  <a:pt x="357029" y="30421"/>
                </a:cubicBezTo>
                <a:cubicBezTo>
                  <a:pt x="355070" y="28313"/>
                  <a:pt x="354090" y="25293"/>
                  <a:pt x="354090" y="21360"/>
                </a:cubicBezTo>
                <a:cubicBezTo>
                  <a:pt x="354090" y="18816"/>
                  <a:pt x="354512" y="16591"/>
                  <a:pt x="355354" y="14683"/>
                </a:cubicBezTo>
                <a:cubicBezTo>
                  <a:pt x="356197" y="12776"/>
                  <a:pt x="357480" y="11345"/>
                  <a:pt x="359203" y="10392"/>
                </a:cubicBezTo>
                <a:cubicBezTo>
                  <a:pt x="360925" y="9438"/>
                  <a:pt x="362800" y="8961"/>
                  <a:pt x="364826" y="8961"/>
                </a:cubicBezTo>
                <a:cubicBezTo>
                  <a:pt x="367384" y="8961"/>
                  <a:pt x="369476" y="9610"/>
                  <a:pt x="371103" y="10908"/>
                </a:cubicBezTo>
                <a:cubicBezTo>
                  <a:pt x="372729" y="12206"/>
                  <a:pt x="373772" y="14048"/>
                  <a:pt x="374230" y="16436"/>
                </a:cubicBezTo>
                <a:lnTo>
                  <a:pt x="370348" y="17035"/>
                </a:lnTo>
                <a:cubicBezTo>
                  <a:pt x="369979" y="15460"/>
                  <a:pt x="369324" y="14275"/>
                  <a:pt x="368386" y="13480"/>
                </a:cubicBezTo>
                <a:cubicBezTo>
                  <a:pt x="367447" y="12685"/>
                  <a:pt x="366312" y="12288"/>
                  <a:pt x="364981" y="12288"/>
                </a:cubicBezTo>
                <a:cubicBezTo>
                  <a:pt x="362970" y="12288"/>
                  <a:pt x="361336" y="13005"/>
                  <a:pt x="360079" y="14440"/>
                </a:cubicBezTo>
                <a:cubicBezTo>
                  <a:pt x="358822" y="15875"/>
                  <a:pt x="358194" y="18144"/>
                  <a:pt x="358194" y="21249"/>
                </a:cubicBezTo>
                <a:cubicBezTo>
                  <a:pt x="358194" y="24398"/>
                  <a:pt x="358800" y="26686"/>
                  <a:pt x="360012" y="28114"/>
                </a:cubicBezTo>
                <a:cubicBezTo>
                  <a:pt x="361225" y="29541"/>
                  <a:pt x="362807" y="30254"/>
                  <a:pt x="364759" y="30254"/>
                </a:cubicBezTo>
                <a:cubicBezTo>
                  <a:pt x="366326" y="30254"/>
                  <a:pt x="367635" y="29775"/>
                  <a:pt x="368685" y="28818"/>
                </a:cubicBezTo>
                <a:cubicBezTo>
                  <a:pt x="369735" y="27861"/>
                  <a:pt x="370400" y="26387"/>
                  <a:pt x="370681" y="24399"/>
                </a:cubicBezTo>
                <a:close/>
                <a:moveTo>
                  <a:pt x="378045" y="33049"/>
                </a:moveTo>
                <a:lnTo>
                  <a:pt x="378045" y="532"/>
                </a:lnTo>
                <a:lnTo>
                  <a:pt x="382038" y="532"/>
                </a:lnTo>
                <a:lnTo>
                  <a:pt x="382038" y="19075"/>
                </a:lnTo>
                <a:lnTo>
                  <a:pt x="391487" y="9493"/>
                </a:lnTo>
                <a:lnTo>
                  <a:pt x="396655" y="9493"/>
                </a:lnTo>
                <a:lnTo>
                  <a:pt x="387650" y="18232"/>
                </a:lnTo>
                <a:lnTo>
                  <a:pt x="397564" y="33049"/>
                </a:lnTo>
                <a:lnTo>
                  <a:pt x="392640" y="33049"/>
                </a:lnTo>
                <a:lnTo>
                  <a:pt x="384855" y="21005"/>
                </a:lnTo>
                <a:lnTo>
                  <a:pt x="382038" y="23711"/>
                </a:lnTo>
                <a:lnTo>
                  <a:pt x="382038" y="33049"/>
                </a:lnTo>
                <a:lnTo>
                  <a:pt x="378045" y="33049"/>
                </a:lnTo>
                <a:close/>
                <a:moveTo>
                  <a:pt x="399139" y="25996"/>
                </a:moveTo>
                <a:lnTo>
                  <a:pt x="403087" y="25375"/>
                </a:lnTo>
                <a:cubicBezTo>
                  <a:pt x="403309" y="26950"/>
                  <a:pt x="403927" y="28157"/>
                  <a:pt x="404940" y="28996"/>
                </a:cubicBezTo>
                <a:cubicBezTo>
                  <a:pt x="405952" y="29835"/>
                  <a:pt x="407368" y="30254"/>
                  <a:pt x="409187" y="30254"/>
                </a:cubicBezTo>
                <a:cubicBezTo>
                  <a:pt x="411021" y="30254"/>
                  <a:pt x="412381" y="29884"/>
                  <a:pt x="413268" y="29143"/>
                </a:cubicBezTo>
                <a:cubicBezTo>
                  <a:pt x="414156" y="28402"/>
                  <a:pt x="414599" y="27533"/>
                  <a:pt x="414599" y="26536"/>
                </a:cubicBezTo>
                <a:cubicBezTo>
                  <a:pt x="414599" y="25640"/>
                  <a:pt x="414207" y="24936"/>
                  <a:pt x="413424" y="24423"/>
                </a:cubicBezTo>
                <a:cubicBezTo>
                  <a:pt x="412876" y="24071"/>
                  <a:pt x="411516" y="23623"/>
                  <a:pt x="409342" y="23080"/>
                </a:cubicBezTo>
                <a:cubicBezTo>
                  <a:pt x="406415" y="22340"/>
                  <a:pt x="404385" y="21700"/>
                  <a:pt x="403254" y="21160"/>
                </a:cubicBezTo>
                <a:cubicBezTo>
                  <a:pt x="402123" y="20620"/>
                  <a:pt x="401265" y="19873"/>
                  <a:pt x="400681" y="18918"/>
                </a:cubicBezTo>
                <a:cubicBezTo>
                  <a:pt x="400097" y="17963"/>
                  <a:pt x="399805" y="16909"/>
                  <a:pt x="399805" y="15754"/>
                </a:cubicBezTo>
                <a:cubicBezTo>
                  <a:pt x="399805" y="14704"/>
                  <a:pt x="400045" y="13730"/>
                  <a:pt x="400526" y="12835"/>
                </a:cubicBezTo>
                <a:cubicBezTo>
                  <a:pt x="401006" y="11939"/>
                  <a:pt x="401661" y="11196"/>
                  <a:pt x="402489" y="10604"/>
                </a:cubicBezTo>
                <a:cubicBezTo>
                  <a:pt x="403110" y="10145"/>
                  <a:pt x="403956" y="9756"/>
                  <a:pt x="405028" y="9438"/>
                </a:cubicBezTo>
                <a:cubicBezTo>
                  <a:pt x="406100" y="9120"/>
                  <a:pt x="407250" y="8961"/>
                  <a:pt x="408477" y="8961"/>
                </a:cubicBezTo>
                <a:cubicBezTo>
                  <a:pt x="410326" y="8961"/>
                  <a:pt x="411949" y="9229"/>
                  <a:pt x="413346" y="9765"/>
                </a:cubicBezTo>
                <a:cubicBezTo>
                  <a:pt x="414743" y="10301"/>
                  <a:pt x="415775" y="11026"/>
                  <a:pt x="416440" y="11942"/>
                </a:cubicBezTo>
                <a:cubicBezTo>
                  <a:pt x="417106" y="12858"/>
                  <a:pt x="417564" y="14082"/>
                  <a:pt x="417815" y="15615"/>
                </a:cubicBezTo>
                <a:lnTo>
                  <a:pt x="413912" y="16147"/>
                </a:lnTo>
                <a:cubicBezTo>
                  <a:pt x="413734" y="14935"/>
                  <a:pt x="413220" y="13989"/>
                  <a:pt x="412370" y="13308"/>
                </a:cubicBezTo>
                <a:cubicBezTo>
                  <a:pt x="411520" y="12628"/>
                  <a:pt x="410318" y="12288"/>
                  <a:pt x="408766" y="12288"/>
                </a:cubicBezTo>
                <a:cubicBezTo>
                  <a:pt x="406932" y="12288"/>
                  <a:pt x="405623" y="12590"/>
                  <a:pt x="404840" y="13193"/>
                </a:cubicBezTo>
                <a:cubicBezTo>
                  <a:pt x="404056" y="13796"/>
                  <a:pt x="403664" y="14503"/>
                  <a:pt x="403664" y="15312"/>
                </a:cubicBezTo>
                <a:cubicBezTo>
                  <a:pt x="403664" y="15827"/>
                  <a:pt x="403827" y="16290"/>
                  <a:pt x="404152" y="16703"/>
                </a:cubicBezTo>
                <a:cubicBezTo>
                  <a:pt x="404477" y="17129"/>
                  <a:pt x="404988" y="17482"/>
                  <a:pt x="405683" y="17762"/>
                </a:cubicBezTo>
                <a:cubicBezTo>
                  <a:pt x="406082" y="17909"/>
                  <a:pt x="407257" y="18248"/>
                  <a:pt x="409209" y="18777"/>
                </a:cubicBezTo>
                <a:cubicBezTo>
                  <a:pt x="412034" y="19531"/>
                  <a:pt x="414004" y="20148"/>
                  <a:pt x="415120" y="20628"/>
                </a:cubicBezTo>
                <a:cubicBezTo>
                  <a:pt x="416237" y="21108"/>
                  <a:pt x="417113" y="21806"/>
                  <a:pt x="417749" y="22723"/>
                </a:cubicBezTo>
                <a:cubicBezTo>
                  <a:pt x="418385" y="23638"/>
                  <a:pt x="418703" y="24776"/>
                  <a:pt x="418703" y="26135"/>
                </a:cubicBezTo>
                <a:cubicBezTo>
                  <a:pt x="418703" y="27465"/>
                  <a:pt x="418314" y="28717"/>
                  <a:pt x="417538" y="29892"/>
                </a:cubicBezTo>
                <a:cubicBezTo>
                  <a:pt x="416762" y="31066"/>
                  <a:pt x="415642" y="31974"/>
                  <a:pt x="414178" y="32617"/>
                </a:cubicBezTo>
                <a:cubicBezTo>
                  <a:pt x="412714" y="33260"/>
                  <a:pt x="411058" y="33581"/>
                  <a:pt x="409209" y="33581"/>
                </a:cubicBezTo>
                <a:cubicBezTo>
                  <a:pt x="406148" y="33581"/>
                  <a:pt x="403816" y="32944"/>
                  <a:pt x="402211" y="31668"/>
                </a:cubicBezTo>
                <a:cubicBezTo>
                  <a:pt x="400607" y="30393"/>
                  <a:pt x="399583" y="28502"/>
                  <a:pt x="399139" y="25996"/>
                </a:cubicBezTo>
                <a:close/>
                <a:moveTo>
                  <a:pt x="424580" y="33049"/>
                </a:moveTo>
                <a:lnTo>
                  <a:pt x="424580" y="28480"/>
                </a:lnTo>
                <a:lnTo>
                  <a:pt x="429127" y="28480"/>
                </a:lnTo>
                <a:lnTo>
                  <a:pt x="429127" y="33049"/>
                </a:lnTo>
                <a:lnTo>
                  <a:pt x="424580" y="33049"/>
                </a:lnTo>
                <a:close/>
                <a:moveTo>
                  <a:pt x="436078" y="33049"/>
                </a:moveTo>
                <a:lnTo>
                  <a:pt x="436078" y="9493"/>
                </a:lnTo>
                <a:lnTo>
                  <a:pt x="439649" y="9493"/>
                </a:lnTo>
                <a:lnTo>
                  <a:pt x="439649" y="12776"/>
                </a:lnTo>
                <a:cubicBezTo>
                  <a:pt x="440388" y="11629"/>
                  <a:pt x="441371" y="10706"/>
                  <a:pt x="442599" y="10008"/>
                </a:cubicBezTo>
                <a:cubicBezTo>
                  <a:pt x="443826" y="9310"/>
                  <a:pt x="445223" y="8961"/>
                  <a:pt x="446791" y="8961"/>
                </a:cubicBezTo>
                <a:cubicBezTo>
                  <a:pt x="448536" y="8961"/>
                  <a:pt x="449966" y="9321"/>
                  <a:pt x="451083" y="10042"/>
                </a:cubicBezTo>
                <a:cubicBezTo>
                  <a:pt x="452199" y="10763"/>
                  <a:pt x="452987" y="11770"/>
                  <a:pt x="453445" y="13064"/>
                </a:cubicBezTo>
                <a:cubicBezTo>
                  <a:pt x="455308" y="10329"/>
                  <a:pt x="457733" y="8961"/>
                  <a:pt x="460720" y="8961"/>
                </a:cubicBezTo>
                <a:cubicBezTo>
                  <a:pt x="463057" y="8961"/>
                  <a:pt x="464853" y="9608"/>
                  <a:pt x="466110" y="10902"/>
                </a:cubicBezTo>
                <a:cubicBezTo>
                  <a:pt x="467367" y="12196"/>
                  <a:pt x="467995" y="14188"/>
                  <a:pt x="467995" y="16879"/>
                </a:cubicBezTo>
                <a:lnTo>
                  <a:pt x="467995" y="33049"/>
                </a:lnTo>
                <a:lnTo>
                  <a:pt x="464025" y="33049"/>
                </a:lnTo>
                <a:lnTo>
                  <a:pt x="464025" y="18194"/>
                </a:lnTo>
                <a:cubicBezTo>
                  <a:pt x="464025" y="16595"/>
                  <a:pt x="463896" y="15445"/>
                  <a:pt x="463637" y="14742"/>
                </a:cubicBezTo>
                <a:cubicBezTo>
                  <a:pt x="463378" y="14038"/>
                  <a:pt x="462909" y="13472"/>
                  <a:pt x="462228" y="13043"/>
                </a:cubicBezTo>
                <a:cubicBezTo>
                  <a:pt x="461548" y="12614"/>
                  <a:pt x="460750" y="12399"/>
                  <a:pt x="459833" y="12399"/>
                </a:cubicBezTo>
                <a:cubicBezTo>
                  <a:pt x="458177" y="12399"/>
                  <a:pt x="456802" y="12950"/>
                  <a:pt x="455707" y="14053"/>
                </a:cubicBezTo>
                <a:cubicBezTo>
                  <a:pt x="454613" y="15156"/>
                  <a:pt x="454066" y="16921"/>
                  <a:pt x="454066" y="19349"/>
                </a:cubicBezTo>
                <a:lnTo>
                  <a:pt x="454066" y="33049"/>
                </a:lnTo>
                <a:lnTo>
                  <a:pt x="450074" y="33049"/>
                </a:lnTo>
                <a:lnTo>
                  <a:pt x="450074" y="17728"/>
                </a:lnTo>
                <a:cubicBezTo>
                  <a:pt x="450074" y="15951"/>
                  <a:pt x="449748" y="14619"/>
                  <a:pt x="449098" y="13731"/>
                </a:cubicBezTo>
                <a:cubicBezTo>
                  <a:pt x="448447" y="12843"/>
                  <a:pt x="447382" y="12399"/>
                  <a:pt x="445904" y="12399"/>
                </a:cubicBezTo>
                <a:cubicBezTo>
                  <a:pt x="444780" y="12399"/>
                  <a:pt x="443741" y="12695"/>
                  <a:pt x="442787" y="13288"/>
                </a:cubicBezTo>
                <a:cubicBezTo>
                  <a:pt x="441833" y="13879"/>
                  <a:pt x="441142" y="14745"/>
                  <a:pt x="440713" y="15885"/>
                </a:cubicBezTo>
                <a:cubicBezTo>
                  <a:pt x="440285" y="17025"/>
                  <a:pt x="440070" y="18668"/>
                  <a:pt x="440070" y="20814"/>
                </a:cubicBezTo>
                <a:lnTo>
                  <a:pt x="440070" y="33049"/>
                </a:lnTo>
                <a:lnTo>
                  <a:pt x="436078" y="33049"/>
                </a:lnTo>
                <a:close/>
                <a:moveTo>
                  <a:pt x="487791" y="33049"/>
                </a:moveTo>
                <a:lnTo>
                  <a:pt x="487791" y="30077"/>
                </a:lnTo>
                <a:cubicBezTo>
                  <a:pt x="486298" y="32413"/>
                  <a:pt x="484102" y="33581"/>
                  <a:pt x="481204" y="33581"/>
                </a:cubicBezTo>
                <a:cubicBezTo>
                  <a:pt x="479326" y="33581"/>
                  <a:pt x="477599" y="33064"/>
                  <a:pt x="476024" y="32029"/>
                </a:cubicBezTo>
                <a:cubicBezTo>
                  <a:pt x="474450" y="30994"/>
                  <a:pt x="473230" y="29548"/>
                  <a:pt x="472365" y="27692"/>
                </a:cubicBezTo>
                <a:cubicBezTo>
                  <a:pt x="471500" y="25837"/>
                  <a:pt x="471067" y="23704"/>
                  <a:pt x="471067" y="21293"/>
                </a:cubicBezTo>
                <a:cubicBezTo>
                  <a:pt x="471067" y="18942"/>
                  <a:pt x="471459" y="16809"/>
                  <a:pt x="472243" y="14894"/>
                </a:cubicBezTo>
                <a:cubicBezTo>
                  <a:pt x="473026" y="12979"/>
                  <a:pt x="474202" y="11512"/>
                  <a:pt x="475769" y="10491"/>
                </a:cubicBezTo>
                <a:cubicBezTo>
                  <a:pt x="477337" y="9471"/>
                  <a:pt x="479089" y="8961"/>
                  <a:pt x="481026" y="8961"/>
                </a:cubicBezTo>
                <a:cubicBezTo>
                  <a:pt x="482446" y="8961"/>
                  <a:pt x="483710" y="9260"/>
                  <a:pt x="484819" y="9859"/>
                </a:cubicBezTo>
                <a:cubicBezTo>
                  <a:pt x="485928" y="10458"/>
                  <a:pt x="486830" y="11238"/>
                  <a:pt x="487525" y="12199"/>
                </a:cubicBezTo>
                <a:lnTo>
                  <a:pt x="487525" y="532"/>
                </a:lnTo>
                <a:lnTo>
                  <a:pt x="491495" y="532"/>
                </a:lnTo>
                <a:lnTo>
                  <a:pt x="491495" y="33049"/>
                </a:lnTo>
                <a:lnTo>
                  <a:pt x="487791" y="33049"/>
                </a:lnTo>
                <a:moveTo>
                  <a:pt x="475170" y="21282"/>
                </a:moveTo>
                <a:cubicBezTo>
                  <a:pt x="475170" y="24288"/>
                  <a:pt x="475806" y="26534"/>
                  <a:pt x="477078" y="28022"/>
                </a:cubicBezTo>
                <a:cubicBezTo>
                  <a:pt x="478350" y="29510"/>
                  <a:pt x="479851" y="30254"/>
                  <a:pt x="481581" y="30254"/>
                </a:cubicBezTo>
                <a:cubicBezTo>
                  <a:pt x="483325" y="30254"/>
                  <a:pt x="484808" y="29544"/>
                  <a:pt x="486028" y="28122"/>
                </a:cubicBezTo>
                <a:cubicBezTo>
                  <a:pt x="487248" y="26700"/>
                  <a:pt x="487858" y="24531"/>
                  <a:pt x="487858" y="21614"/>
                </a:cubicBezTo>
                <a:cubicBezTo>
                  <a:pt x="487858" y="18402"/>
                  <a:pt x="487237" y="16045"/>
                  <a:pt x="485995" y="14542"/>
                </a:cubicBezTo>
                <a:cubicBezTo>
                  <a:pt x="484752" y="13039"/>
                  <a:pt x="483222" y="12288"/>
                  <a:pt x="481403" y="12288"/>
                </a:cubicBezTo>
                <a:cubicBezTo>
                  <a:pt x="479629" y="12288"/>
                  <a:pt x="478146" y="13010"/>
                  <a:pt x="476956" y="14454"/>
                </a:cubicBezTo>
                <a:cubicBezTo>
                  <a:pt x="475766" y="15898"/>
                  <a:pt x="475170" y="18174"/>
                  <a:pt x="475170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A2529-0D6E-43CF-B53F-883DE66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391489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3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Text charts/line.md">
            <a:extLst xmlns:a="http://schemas.openxmlformats.org/drawingml/2006/main">
              <a:ext uri="{FF2B5EF4-FFF2-40B4-BE49-F238E27FC236}">
                <a16:creationId xmlns:a16="http://schemas.microsoft.com/office/drawing/2014/main" id="{EBA302B1-2472-417F-91F3-0CACFF1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680" y="1397300"/>
            <a:ext cx="278769" cy="33581"/>
          </a:xfrm>
          <a:custGeom xmlns:a="http://schemas.openxmlformats.org/drawingml/2006/main">
            <a:pathLst>
              <a:path w="278769" h="33581">
                <a:moveTo>
                  <a:pt x="16591" y="24399"/>
                </a:moveTo>
                <a:lnTo>
                  <a:pt x="20517" y="24909"/>
                </a:lnTo>
                <a:cubicBezTo>
                  <a:pt x="20088" y="27622"/>
                  <a:pt x="18990" y="29745"/>
                  <a:pt x="17223" y="31280"/>
                </a:cubicBezTo>
                <a:cubicBezTo>
                  <a:pt x="15456" y="32814"/>
                  <a:pt x="13286" y="33581"/>
                  <a:pt x="10713" y="33581"/>
                </a:cubicBezTo>
                <a:cubicBezTo>
                  <a:pt x="7490" y="33581"/>
                  <a:pt x="4898" y="32528"/>
                  <a:pt x="2939" y="30421"/>
                </a:cubicBezTo>
                <a:cubicBezTo>
                  <a:pt x="980" y="28313"/>
                  <a:pt x="0" y="25293"/>
                  <a:pt x="0" y="21360"/>
                </a:cubicBezTo>
                <a:cubicBezTo>
                  <a:pt x="0" y="18816"/>
                  <a:pt x="421" y="16591"/>
                  <a:pt x="1264" y="14683"/>
                </a:cubicBezTo>
                <a:cubicBezTo>
                  <a:pt x="2107" y="12776"/>
                  <a:pt x="3390" y="11345"/>
                  <a:pt x="5113" y="10392"/>
                </a:cubicBezTo>
                <a:cubicBezTo>
                  <a:pt x="6835" y="9438"/>
                  <a:pt x="8710" y="8961"/>
                  <a:pt x="10735" y="8961"/>
                </a:cubicBezTo>
                <a:cubicBezTo>
                  <a:pt x="13294" y="8961"/>
                  <a:pt x="15386" y="9610"/>
                  <a:pt x="17012" y="10908"/>
                </a:cubicBezTo>
                <a:cubicBezTo>
                  <a:pt x="18639" y="12206"/>
                  <a:pt x="19682" y="14048"/>
                  <a:pt x="20140" y="16436"/>
                </a:cubicBezTo>
                <a:lnTo>
                  <a:pt x="16258" y="17035"/>
                </a:lnTo>
                <a:cubicBezTo>
                  <a:pt x="15889" y="15460"/>
                  <a:pt x="15234" y="14275"/>
                  <a:pt x="14295" y="13480"/>
                </a:cubicBezTo>
                <a:cubicBezTo>
                  <a:pt x="13356" y="12685"/>
                  <a:pt x="12221" y="12288"/>
                  <a:pt x="10891" y="12288"/>
                </a:cubicBezTo>
                <a:cubicBezTo>
                  <a:pt x="8880" y="12288"/>
                  <a:pt x="7246" y="13005"/>
                  <a:pt x="5989" y="14440"/>
                </a:cubicBezTo>
                <a:cubicBezTo>
                  <a:pt x="4732" y="15875"/>
                  <a:pt x="4103" y="18144"/>
                  <a:pt x="4103" y="21249"/>
                </a:cubicBezTo>
                <a:cubicBezTo>
                  <a:pt x="4103" y="24398"/>
                  <a:pt x="4710" y="26686"/>
                  <a:pt x="5922" y="28114"/>
                </a:cubicBezTo>
                <a:cubicBezTo>
                  <a:pt x="7135" y="29541"/>
                  <a:pt x="8717" y="30254"/>
                  <a:pt x="10669" y="30254"/>
                </a:cubicBezTo>
                <a:cubicBezTo>
                  <a:pt x="12236" y="30254"/>
                  <a:pt x="13545" y="29775"/>
                  <a:pt x="14595" y="28818"/>
                </a:cubicBezTo>
                <a:cubicBezTo>
                  <a:pt x="15645" y="27861"/>
                  <a:pt x="16310" y="26387"/>
                  <a:pt x="16591" y="24399"/>
                </a:cubicBezTo>
                <a:close/>
                <a:moveTo>
                  <a:pt x="23932" y="33049"/>
                </a:moveTo>
                <a:lnTo>
                  <a:pt x="23932" y="532"/>
                </a:lnTo>
                <a:lnTo>
                  <a:pt x="27925" y="532"/>
                </a:lnTo>
                <a:lnTo>
                  <a:pt x="27925" y="12199"/>
                </a:lnTo>
                <a:cubicBezTo>
                  <a:pt x="29788" y="10040"/>
                  <a:pt x="32139" y="8961"/>
                  <a:pt x="34978" y="8961"/>
                </a:cubicBezTo>
                <a:cubicBezTo>
                  <a:pt x="36723" y="8961"/>
                  <a:pt x="38239" y="9305"/>
                  <a:pt x="39525" y="9992"/>
                </a:cubicBezTo>
                <a:cubicBezTo>
                  <a:pt x="40812" y="10680"/>
                  <a:pt x="41732" y="11630"/>
                  <a:pt x="42287" y="12843"/>
                </a:cubicBezTo>
                <a:cubicBezTo>
                  <a:pt x="42841" y="14055"/>
                  <a:pt x="43119" y="15815"/>
                  <a:pt x="43119" y="18121"/>
                </a:cubicBezTo>
                <a:lnTo>
                  <a:pt x="43119" y="33049"/>
                </a:lnTo>
                <a:lnTo>
                  <a:pt x="39126" y="33049"/>
                </a:lnTo>
                <a:lnTo>
                  <a:pt x="39126" y="18121"/>
                </a:lnTo>
                <a:cubicBezTo>
                  <a:pt x="39126" y="16125"/>
                  <a:pt x="38694" y="14672"/>
                  <a:pt x="37829" y="13763"/>
                </a:cubicBezTo>
                <a:cubicBezTo>
                  <a:pt x="36964" y="12854"/>
                  <a:pt x="35740" y="12399"/>
                  <a:pt x="34158" y="12399"/>
                </a:cubicBezTo>
                <a:cubicBezTo>
                  <a:pt x="32975" y="12399"/>
                  <a:pt x="31862" y="12706"/>
                  <a:pt x="30820" y="13319"/>
                </a:cubicBezTo>
                <a:cubicBezTo>
                  <a:pt x="29777" y="13933"/>
                  <a:pt x="29034" y="14765"/>
                  <a:pt x="28590" y="15815"/>
                </a:cubicBezTo>
                <a:cubicBezTo>
                  <a:pt x="28147" y="16865"/>
                  <a:pt x="27925" y="18314"/>
                  <a:pt x="27925" y="20162"/>
                </a:cubicBezTo>
                <a:lnTo>
                  <a:pt x="27925" y="33049"/>
                </a:lnTo>
                <a:lnTo>
                  <a:pt x="23932" y="33049"/>
                </a:lnTo>
                <a:close/>
                <a:moveTo>
                  <a:pt x="64696" y="30141"/>
                </a:moveTo>
                <a:cubicBezTo>
                  <a:pt x="63218" y="31398"/>
                  <a:pt x="61795" y="32286"/>
                  <a:pt x="60427" y="32804"/>
                </a:cubicBezTo>
                <a:cubicBezTo>
                  <a:pt x="59059" y="33322"/>
                  <a:pt x="57591" y="33581"/>
                  <a:pt x="56024" y="33581"/>
                </a:cubicBezTo>
                <a:cubicBezTo>
                  <a:pt x="53436" y="33581"/>
                  <a:pt x="51447" y="32949"/>
                  <a:pt x="50057" y="31683"/>
                </a:cubicBezTo>
                <a:cubicBezTo>
                  <a:pt x="48667" y="30418"/>
                  <a:pt x="47972" y="28802"/>
                  <a:pt x="47972" y="26834"/>
                </a:cubicBezTo>
                <a:cubicBezTo>
                  <a:pt x="47972" y="25680"/>
                  <a:pt x="48235" y="24626"/>
                  <a:pt x="48760" y="23671"/>
                </a:cubicBezTo>
                <a:cubicBezTo>
                  <a:pt x="49285" y="22717"/>
                  <a:pt x="49972" y="21951"/>
                  <a:pt x="50823" y="21374"/>
                </a:cubicBezTo>
                <a:cubicBezTo>
                  <a:pt x="51673" y="20797"/>
                  <a:pt x="52630" y="20360"/>
                  <a:pt x="53695" y="20064"/>
                </a:cubicBezTo>
                <a:cubicBezTo>
                  <a:pt x="54479" y="19857"/>
                  <a:pt x="55662" y="19657"/>
                  <a:pt x="57244" y="19465"/>
                </a:cubicBezTo>
                <a:cubicBezTo>
                  <a:pt x="60467" y="19083"/>
                  <a:pt x="62841" y="18628"/>
                  <a:pt x="64364" y="18099"/>
                </a:cubicBezTo>
                <a:cubicBezTo>
                  <a:pt x="64379" y="17554"/>
                  <a:pt x="64386" y="17208"/>
                  <a:pt x="64386" y="17061"/>
                </a:cubicBezTo>
                <a:cubicBezTo>
                  <a:pt x="64386" y="15440"/>
                  <a:pt x="64009" y="14299"/>
                  <a:pt x="63255" y="13636"/>
                </a:cubicBezTo>
                <a:cubicBezTo>
                  <a:pt x="62234" y="12737"/>
                  <a:pt x="60719" y="12288"/>
                  <a:pt x="58708" y="12288"/>
                </a:cubicBezTo>
                <a:cubicBezTo>
                  <a:pt x="56830" y="12288"/>
                  <a:pt x="55443" y="12617"/>
                  <a:pt x="54549" y="13275"/>
                </a:cubicBezTo>
                <a:cubicBezTo>
                  <a:pt x="53654" y="13933"/>
                  <a:pt x="52993" y="15098"/>
                  <a:pt x="52564" y="16768"/>
                </a:cubicBezTo>
                <a:lnTo>
                  <a:pt x="48660" y="16236"/>
                </a:lnTo>
                <a:cubicBezTo>
                  <a:pt x="49015" y="14560"/>
                  <a:pt x="49599" y="13207"/>
                  <a:pt x="50412" y="12176"/>
                </a:cubicBezTo>
                <a:cubicBezTo>
                  <a:pt x="51225" y="11145"/>
                  <a:pt x="52401" y="10351"/>
                  <a:pt x="53939" y="9795"/>
                </a:cubicBezTo>
                <a:cubicBezTo>
                  <a:pt x="55477" y="9239"/>
                  <a:pt x="57259" y="8961"/>
                  <a:pt x="59284" y="8961"/>
                </a:cubicBezTo>
                <a:cubicBezTo>
                  <a:pt x="61295" y="8961"/>
                  <a:pt x="62929" y="9198"/>
                  <a:pt x="64186" y="9671"/>
                </a:cubicBezTo>
                <a:cubicBezTo>
                  <a:pt x="65443" y="10144"/>
                  <a:pt x="66367" y="10739"/>
                  <a:pt x="66959" y="11456"/>
                </a:cubicBezTo>
                <a:cubicBezTo>
                  <a:pt x="67550" y="12173"/>
                  <a:pt x="67964" y="13079"/>
                  <a:pt x="68201" y="14173"/>
                </a:cubicBezTo>
                <a:cubicBezTo>
                  <a:pt x="68334" y="14854"/>
                  <a:pt x="68401" y="16081"/>
                  <a:pt x="68401" y="17855"/>
                </a:cubicBezTo>
                <a:lnTo>
                  <a:pt x="68401" y="23179"/>
                </a:lnTo>
                <a:cubicBezTo>
                  <a:pt x="68401" y="26890"/>
                  <a:pt x="68486" y="29238"/>
                  <a:pt x="68656" y="30221"/>
                </a:cubicBezTo>
                <a:cubicBezTo>
                  <a:pt x="68826" y="31204"/>
                  <a:pt x="69162" y="32147"/>
                  <a:pt x="69665" y="33049"/>
                </a:cubicBezTo>
                <a:lnTo>
                  <a:pt x="65495" y="33049"/>
                </a:lnTo>
                <a:cubicBezTo>
                  <a:pt x="65081" y="32220"/>
                  <a:pt x="64815" y="31250"/>
                  <a:pt x="64696" y="30141"/>
                </a:cubicBezTo>
                <a:moveTo>
                  <a:pt x="64364" y="21205"/>
                </a:moveTo>
                <a:cubicBezTo>
                  <a:pt x="62915" y="21801"/>
                  <a:pt x="60741" y="22308"/>
                  <a:pt x="57843" y="22725"/>
                </a:cubicBezTo>
                <a:cubicBezTo>
                  <a:pt x="56201" y="22963"/>
                  <a:pt x="55041" y="23230"/>
                  <a:pt x="54360" y="23527"/>
                </a:cubicBezTo>
                <a:cubicBezTo>
                  <a:pt x="53680" y="23824"/>
                  <a:pt x="53155" y="24258"/>
                  <a:pt x="52786" y="24830"/>
                </a:cubicBezTo>
                <a:cubicBezTo>
                  <a:pt x="52416" y="25402"/>
                  <a:pt x="52231" y="26037"/>
                  <a:pt x="52231" y="26734"/>
                </a:cubicBezTo>
                <a:cubicBezTo>
                  <a:pt x="52231" y="27803"/>
                  <a:pt x="52634" y="28694"/>
                  <a:pt x="53440" y="29407"/>
                </a:cubicBezTo>
                <a:cubicBezTo>
                  <a:pt x="54246" y="30120"/>
                  <a:pt x="55425" y="30476"/>
                  <a:pt x="56978" y="30476"/>
                </a:cubicBezTo>
                <a:cubicBezTo>
                  <a:pt x="58515" y="30476"/>
                  <a:pt x="59883" y="30138"/>
                  <a:pt x="61081" y="29462"/>
                </a:cubicBezTo>
                <a:cubicBezTo>
                  <a:pt x="62279" y="28786"/>
                  <a:pt x="63159" y="27861"/>
                  <a:pt x="63721" y="26687"/>
                </a:cubicBezTo>
                <a:cubicBezTo>
                  <a:pt x="64149" y="25781"/>
                  <a:pt x="64364" y="24443"/>
                  <a:pt x="64364" y="22675"/>
                </a:cubicBezTo>
                <a:lnTo>
                  <a:pt x="64364" y="21205"/>
                </a:lnTo>
                <a:close/>
                <a:moveTo>
                  <a:pt x="74674" y="33049"/>
                </a:moveTo>
                <a:lnTo>
                  <a:pt x="74674" y="9493"/>
                </a:lnTo>
                <a:lnTo>
                  <a:pt x="78267" y="9493"/>
                </a:lnTo>
                <a:lnTo>
                  <a:pt x="78267" y="13042"/>
                </a:lnTo>
                <a:cubicBezTo>
                  <a:pt x="79184" y="11380"/>
                  <a:pt x="80030" y="10285"/>
                  <a:pt x="80807" y="9755"/>
                </a:cubicBezTo>
                <a:cubicBezTo>
                  <a:pt x="81583" y="9226"/>
                  <a:pt x="82437" y="8961"/>
                  <a:pt x="83369" y="8961"/>
                </a:cubicBezTo>
                <a:cubicBezTo>
                  <a:pt x="84714" y="8961"/>
                  <a:pt x="86082" y="9388"/>
                  <a:pt x="87472" y="10242"/>
                </a:cubicBezTo>
                <a:lnTo>
                  <a:pt x="86097" y="13929"/>
                </a:lnTo>
                <a:cubicBezTo>
                  <a:pt x="85121" y="13353"/>
                  <a:pt x="84145" y="13064"/>
                  <a:pt x="83169" y="13064"/>
                </a:cubicBezTo>
                <a:cubicBezTo>
                  <a:pt x="82297" y="13064"/>
                  <a:pt x="81513" y="13327"/>
                  <a:pt x="80818" y="13853"/>
                </a:cubicBezTo>
                <a:cubicBezTo>
                  <a:pt x="80123" y="14379"/>
                  <a:pt x="79628" y="15107"/>
                  <a:pt x="79332" y="16040"/>
                </a:cubicBezTo>
                <a:cubicBezTo>
                  <a:pt x="78888" y="17461"/>
                  <a:pt x="78666" y="19015"/>
                  <a:pt x="78666" y="20703"/>
                </a:cubicBezTo>
                <a:lnTo>
                  <a:pt x="78666" y="33049"/>
                </a:lnTo>
                <a:lnTo>
                  <a:pt x="74674" y="33049"/>
                </a:lnTo>
                <a:close/>
                <a:moveTo>
                  <a:pt x="98835" y="29522"/>
                </a:moveTo>
                <a:lnTo>
                  <a:pt x="99411" y="33049"/>
                </a:lnTo>
                <a:cubicBezTo>
                  <a:pt x="98287" y="33256"/>
                  <a:pt x="97282" y="33359"/>
                  <a:pt x="96395" y="33359"/>
                </a:cubicBezTo>
                <a:cubicBezTo>
                  <a:pt x="94946" y="33359"/>
                  <a:pt x="93822" y="33130"/>
                  <a:pt x="93023" y="32672"/>
                </a:cubicBezTo>
                <a:cubicBezTo>
                  <a:pt x="92225" y="32213"/>
                  <a:pt x="91663" y="31611"/>
                  <a:pt x="91338" y="30864"/>
                </a:cubicBezTo>
                <a:cubicBezTo>
                  <a:pt x="91012" y="30117"/>
                  <a:pt x="90850" y="28546"/>
                  <a:pt x="90850" y="26151"/>
                </a:cubicBezTo>
                <a:lnTo>
                  <a:pt x="90850" y="12599"/>
                </a:lnTo>
                <a:lnTo>
                  <a:pt x="87922" y="12599"/>
                </a:lnTo>
                <a:lnTo>
                  <a:pt x="87922" y="9493"/>
                </a:lnTo>
                <a:lnTo>
                  <a:pt x="90850" y="9493"/>
                </a:lnTo>
                <a:lnTo>
                  <a:pt x="90850" y="3644"/>
                </a:lnTo>
                <a:lnTo>
                  <a:pt x="94820" y="1242"/>
                </a:lnTo>
                <a:lnTo>
                  <a:pt x="94820" y="9493"/>
                </a:lnTo>
                <a:lnTo>
                  <a:pt x="98835" y="9493"/>
                </a:lnTo>
                <a:lnTo>
                  <a:pt x="98835" y="12599"/>
                </a:lnTo>
                <a:lnTo>
                  <a:pt x="94820" y="12599"/>
                </a:lnTo>
                <a:lnTo>
                  <a:pt x="94820" y="26373"/>
                </a:lnTo>
                <a:cubicBezTo>
                  <a:pt x="94820" y="27511"/>
                  <a:pt x="94890" y="28243"/>
                  <a:pt x="95031" y="28568"/>
                </a:cubicBezTo>
                <a:cubicBezTo>
                  <a:pt x="95171" y="28894"/>
                  <a:pt x="95400" y="29153"/>
                  <a:pt x="95718" y="29345"/>
                </a:cubicBezTo>
                <a:cubicBezTo>
                  <a:pt x="96036" y="29537"/>
                  <a:pt x="96491" y="29633"/>
                  <a:pt x="97082" y="29633"/>
                </a:cubicBezTo>
                <a:cubicBezTo>
                  <a:pt x="97526" y="29633"/>
                  <a:pt x="98110" y="29596"/>
                  <a:pt x="98835" y="29522"/>
                </a:cubicBezTo>
                <a:close/>
                <a:moveTo>
                  <a:pt x="101150" y="25996"/>
                </a:moveTo>
                <a:lnTo>
                  <a:pt x="105098" y="25375"/>
                </a:lnTo>
                <a:cubicBezTo>
                  <a:pt x="105320" y="26950"/>
                  <a:pt x="105937" y="28157"/>
                  <a:pt x="106950" y="28996"/>
                </a:cubicBezTo>
                <a:cubicBezTo>
                  <a:pt x="107963" y="29835"/>
                  <a:pt x="109379" y="30254"/>
                  <a:pt x="111197" y="30254"/>
                </a:cubicBezTo>
                <a:cubicBezTo>
                  <a:pt x="113031" y="30254"/>
                  <a:pt x="114391" y="29884"/>
                  <a:pt x="115279" y="29143"/>
                </a:cubicBezTo>
                <a:cubicBezTo>
                  <a:pt x="116166" y="28402"/>
                  <a:pt x="116609" y="27533"/>
                  <a:pt x="116609" y="26536"/>
                </a:cubicBezTo>
                <a:cubicBezTo>
                  <a:pt x="116609" y="25640"/>
                  <a:pt x="116218" y="24936"/>
                  <a:pt x="115434" y="24423"/>
                </a:cubicBezTo>
                <a:cubicBezTo>
                  <a:pt x="114887" y="24071"/>
                  <a:pt x="113526" y="23623"/>
                  <a:pt x="111353" y="23080"/>
                </a:cubicBezTo>
                <a:cubicBezTo>
                  <a:pt x="108425" y="22340"/>
                  <a:pt x="106395" y="21700"/>
                  <a:pt x="105264" y="21160"/>
                </a:cubicBezTo>
                <a:cubicBezTo>
                  <a:pt x="104133" y="20620"/>
                  <a:pt x="103275" y="19873"/>
                  <a:pt x="102691" y="18918"/>
                </a:cubicBezTo>
                <a:cubicBezTo>
                  <a:pt x="102107" y="17963"/>
                  <a:pt x="101815" y="16909"/>
                  <a:pt x="101815" y="15754"/>
                </a:cubicBezTo>
                <a:cubicBezTo>
                  <a:pt x="101815" y="14704"/>
                  <a:pt x="102055" y="13730"/>
                  <a:pt x="102536" y="12835"/>
                </a:cubicBezTo>
                <a:cubicBezTo>
                  <a:pt x="103016" y="11939"/>
                  <a:pt x="103671" y="11196"/>
                  <a:pt x="104499" y="10604"/>
                </a:cubicBezTo>
                <a:cubicBezTo>
                  <a:pt x="105120" y="10145"/>
                  <a:pt x="105966" y="9756"/>
                  <a:pt x="107039" y="9438"/>
                </a:cubicBezTo>
                <a:cubicBezTo>
                  <a:pt x="108111" y="9120"/>
                  <a:pt x="109260" y="8961"/>
                  <a:pt x="110488" y="8961"/>
                </a:cubicBezTo>
                <a:cubicBezTo>
                  <a:pt x="112336" y="8961"/>
                  <a:pt x="113959" y="9229"/>
                  <a:pt x="115356" y="9765"/>
                </a:cubicBezTo>
                <a:cubicBezTo>
                  <a:pt x="116754" y="10301"/>
                  <a:pt x="117785" y="11026"/>
                  <a:pt x="118450" y="11942"/>
                </a:cubicBezTo>
                <a:cubicBezTo>
                  <a:pt x="119116" y="12858"/>
                  <a:pt x="119574" y="14082"/>
                  <a:pt x="119826" y="15615"/>
                </a:cubicBezTo>
                <a:lnTo>
                  <a:pt x="115922" y="16147"/>
                </a:lnTo>
                <a:cubicBezTo>
                  <a:pt x="115744" y="14935"/>
                  <a:pt x="115231" y="13989"/>
                  <a:pt x="114380" y="13308"/>
                </a:cubicBezTo>
                <a:cubicBezTo>
                  <a:pt x="113530" y="12628"/>
                  <a:pt x="112329" y="12288"/>
                  <a:pt x="110776" y="12288"/>
                </a:cubicBezTo>
                <a:cubicBezTo>
                  <a:pt x="108942" y="12288"/>
                  <a:pt x="107634" y="12590"/>
                  <a:pt x="106850" y="13193"/>
                </a:cubicBezTo>
                <a:cubicBezTo>
                  <a:pt x="106066" y="13796"/>
                  <a:pt x="105674" y="14503"/>
                  <a:pt x="105674" y="15312"/>
                </a:cubicBezTo>
                <a:cubicBezTo>
                  <a:pt x="105674" y="15827"/>
                  <a:pt x="105837" y="16290"/>
                  <a:pt x="106162" y="16703"/>
                </a:cubicBezTo>
                <a:cubicBezTo>
                  <a:pt x="106488" y="17129"/>
                  <a:pt x="106998" y="17482"/>
                  <a:pt x="107693" y="17762"/>
                </a:cubicBezTo>
                <a:cubicBezTo>
                  <a:pt x="108092" y="17909"/>
                  <a:pt x="109268" y="18248"/>
                  <a:pt x="111220" y="18777"/>
                </a:cubicBezTo>
                <a:cubicBezTo>
                  <a:pt x="114044" y="19531"/>
                  <a:pt x="116014" y="20148"/>
                  <a:pt x="117131" y="20628"/>
                </a:cubicBezTo>
                <a:cubicBezTo>
                  <a:pt x="118247" y="21108"/>
                  <a:pt x="119123" y="21806"/>
                  <a:pt x="119759" y="22723"/>
                </a:cubicBezTo>
                <a:cubicBezTo>
                  <a:pt x="120395" y="23638"/>
                  <a:pt x="120713" y="24776"/>
                  <a:pt x="120713" y="26135"/>
                </a:cubicBezTo>
                <a:cubicBezTo>
                  <a:pt x="120713" y="27465"/>
                  <a:pt x="120325" y="28717"/>
                  <a:pt x="119548" y="29892"/>
                </a:cubicBezTo>
                <a:cubicBezTo>
                  <a:pt x="118772" y="31066"/>
                  <a:pt x="117652" y="31974"/>
                  <a:pt x="116188" y="32617"/>
                </a:cubicBezTo>
                <a:cubicBezTo>
                  <a:pt x="114724" y="33260"/>
                  <a:pt x="113068" y="33581"/>
                  <a:pt x="111220" y="33581"/>
                </a:cubicBezTo>
                <a:cubicBezTo>
                  <a:pt x="108159" y="33581"/>
                  <a:pt x="105826" y="32944"/>
                  <a:pt x="104222" y="31668"/>
                </a:cubicBezTo>
                <a:cubicBezTo>
                  <a:pt x="102617" y="30393"/>
                  <a:pt x="101593" y="28502"/>
                  <a:pt x="101150" y="25996"/>
                </a:cubicBezTo>
                <a:close/>
                <a:moveTo>
                  <a:pt x="122465" y="33581"/>
                </a:moveTo>
                <a:lnTo>
                  <a:pt x="131892" y="0"/>
                </a:lnTo>
                <a:lnTo>
                  <a:pt x="135086" y="0"/>
                </a:lnTo>
                <a:lnTo>
                  <a:pt x="125681" y="33581"/>
                </a:lnTo>
                <a:lnTo>
                  <a:pt x="122465" y="33581"/>
                </a:lnTo>
                <a:close/>
                <a:moveTo>
                  <a:pt x="138135" y="33049"/>
                </a:moveTo>
                <a:lnTo>
                  <a:pt x="138135" y="532"/>
                </a:lnTo>
                <a:lnTo>
                  <a:pt x="142128" y="532"/>
                </a:lnTo>
                <a:lnTo>
                  <a:pt x="142128" y="33049"/>
                </a:lnTo>
                <a:lnTo>
                  <a:pt x="138135" y="33049"/>
                </a:lnTo>
                <a:close/>
                <a:moveTo>
                  <a:pt x="149103" y="5146"/>
                </a:moveTo>
                <a:lnTo>
                  <a:pt x="149103" y="532"/>
                </a:lnTo>
                <a:lnTo>
                  <a:pt x="153095" y="532"/>
                </a:lnTo>
                <a:lnTo>
                  <a:pt x="153095" y="5146"/>
                </a:lnTo>
                <a:lnTo>
                  <a:pt x="149103" y="5146"/>
                </a:lnTo>
                <a:moveTo>
                  <a:pt x="149103" y="33049"/>
                </a:moveTo>
                <a:lnTo>
                  <a:pt x="149103" y="9493"/>
                </a:lnTo>
                <a:lnTo>
                  <a:pt x="153095" y="9493"/>
                </a:lnTo>
                <a:lnTo>
                  <a:pt x="153095" y="33049"/>
                </a:lnTo>
                <a:lnTo>
                  <a:pt x="149103" y="33049"/>
                </a:lnTo>
                <a:close/>
                <a:moveTo>
                  <a:pt x="159937" y="33049"/>
                </a:moveTo>
                <a:lnTo>
                  <a:pt x="159937" y="9493"/>
                </a:lnTo>
                <a:lnTo>
                  <a:pt x="163530" y="9493"/>
                </a:lnTo>
                <a:lnTo>
                  <a:pt x="163530" y="12820"/>
                </a:lnTo>
                <a:cubicBezTo>
                  <a:pt x="165260" y="10247"/>
                  <a:pt x="167759" y="8961"/>
                  <a:pt x="171027" y="8961"/>
                </a:cubicBezTo>
                <a:cubicBezTo>
                  <a:pt x="172446" y="8961"/>
                  <a:pt x="173751" y="9216"/>
                  <a:pt x="174942" y="9726"/>
                </a:cubicBezTo>
                <a:cubicBezTo>
                  <a:pt x="176132" y="10236"/>
                  <a:pt x="177023" y="10905"/>
                  <a:pt x="177614" y="11733"/>
                </a:cubicBezTo>
                <a:cubicBezTo>
                  <a:pt x="178206" y="12562"/>
                  <a:pt x="178620" y="13545"/>
                  <a:pt x="178857" y="14683"/>
                </a:cubicBezTo>
                <a:cubicBezTo>
                  <a:pt x="179004" y="15423"/>
                  <a:pt x="179078" y="16717"/>
                  <a:pt x="179078" y="18565"/>
                </a:cubicBezTo>
                <a:lnTo>
                  <a:pt x="179078" y="33049"/>
                </a:lnTo>
                <a:lnTo>
                  <a:pt x="175086" y="33049"/>
                </a:lnTo>
                <a:lnTo>
                  <a:pt x="175086" y="18705"/>
                </a:lnTo>
                <a:cubicBezTo>
                  <a:pt x="175086" y="17077"/>
                  <a:pt x="174931" y="15859"/>
                  <a:pt x="174620" y="15052"/>
                </a:cubicBezTo>
                <a:cubicBezTo>
                  <a:pt x="174310" y="14245"/>
                  <a:pt x="173759" y="13602"/>
                  <a:pt x="172968" y="13120"/>
                </a:cubicBezTo>
                <a:cubicBezTo>
                  <a:pt x="172177" y="12639"/>
                  <a:pt x="171249" y="12399"/>
                  <a:pt x="170184" y="12399"/>
                </a:cubicBezTo>
                <a:cubicBezTo>
                  <a:pt x="168484" y="12399"/>
                  <a:pt x="167016" y="12939"/>
                  <a:pt x="165781" y="14020"/>
                </a:cubicBezTo>
                <a:cubicBezTo>
                  <a:pt x="164546" y="15101"/>
                  <a:pt x="163929" y="17151"/>
                  <a:pt x="163929" y="20170"/>
                </a:cubicBezTo>
                <a:lnTo>
                  <a:pt x="163929" y="33049"/>
                </a:lnTo>
                <a:lnTo>
                  <a:pt x="159937" y="33049"/>
                </a:lnTo>
                <a:close/>
                <a:moveTo>
                  <a:pt x="201455" y="25463"/>
                </a:moveTo>
                <a:lnTo>
                  <a:pt x="205581" y="25973"/>
                </a:lnTo>
                <a:cubicBezTo>
                  <a:pt x="204930" y="28384"/>
                  <a:pt x="203725" y="30254"/>
                  <a:pt x="201965" y="31585"/>
                </a:cubicBezTo>
                <a:cubicBezTo>
                  <a:pt x="200206" y="32916"/>
                  <a:pt x="197958" y="33581"/>
                  <a:pt x="195222" y="33581"/>
                </a:cubicBezTo>
                <a:cubicBezTo>
                  <a:pt x="191777" y="33581"/>
                  <a:pt x="189045" y="32520"/>
                  <a:pt x="187027" y="30398"/>
                </a:cubicBezTo>
                <a:cubicBezTo>
                  <a:pt x="185008" y="28276"/>
                  <a:pt x="183999" y="25301"/>
                  <a:pt x="183999" y="21471"/>
                </a:cubicBezTo>
                <a:cubicBezTo>
                  <a:pt x="183999" y="17508"/>
                  <a:pt x="185019" y="14432"/>
                  <a:pt x="187060" y="12244"/>
                </a:cubicBezTo>
                <a:cubicBezTo>
                  <a:pt x="189100" y="10055"/>
                  <a:pt x="191747" y="8961"/>
                  <a:pt x="195000" y="8961"/>
                </a:cubicBezTo>
                <a:cubicBezTo>
                  <a:pt x="198150" y="8961"/>
                  <a:pt x="200723" y="10031"/>
                  <a:pt x="202719" y="12172"/>
                </a:cubicBezTo>
                <a:cubicBezTo>
                  <a:pt x="204716" y="14313"/>
                  <a:pt x="205714" y="17324"/>
                  <a:pt x="205714" y="21207"/>
                </a:cubicBezTo>
                <a:cubicBezTo>
                  <a:pt x="205714" y="21443"/>
                  <a:pt x="205706" y="21797"/>
                  <a:pt x="205692" y="22269"/>
                </a:cubicBezTo>
                <a:lnTo>
                  <a:pt x="188125" y="22269"/>
                </a:lnTo>
                <a:cubicBezTo>
                  <a:pt x="188272" y="24850"/>
                  <a:pt x="189004" y="26825"/>
                  <a:pt x="190320" y="28197"/>
                </a:cubicBezTo>
                <a:cubicBezTo>
                  <a:pt x="191636" y="29568"/>
                  <a:pt x="193278" y="30254"/>
                  <a:pt x="195244" y="30254"/>
                </a:cubicBezTo>
                <a:cubicBezTo>
                  <a:pt x="196708" y="30254"/>
                  <a:pt x="197958" y="29873"/>
                  <a:pt x="198993" y="29112"/>
                </a:cubicBezTo>
                <a:cubicBezTo>
                  <a:pt x="200028" y="28350"/>
                  <a:pt x="200849" y="27134"/>
                  <a:pt x="201455" y="25463"/>
                </a:cubicBezTo>
                <a:moveTo>
                  <a:pt x="188346" y="18942"/>
                </a:moveTo>
                <a:lnTo>
                  <a:pt x="201499" y="18942"/>
                </a:lnTo>
                <a:cubicBezTo>
                  <a:pt x="201322" y="16993"/>
                  <a:pt x="200819" y="15531"/>
                  <a:pt x="199991" y="14557"/>
                </a:cubicBezTo>
                <a:cubicBezTo>
                  <a:pt x="198719" y="13044"/>
                  <a:pt x="197071" y="12288"/>
                  <a:pt x="195045" y="12288"/>
                </a:cubicBezTo>
                <a:cubicBezTo>
                  <a:pt x="193211" y="12288"/>
                  <a:pt x="191670" y="12892"/>
                  <a:pt x="190420" y="14099"/>
                </a:cubicBezTo>
                <a:cubicBezTo>
                  <a:pt x="189171" y="15306"/>
                  <a:pt x="188479" y="16920"/>
                  <a:pt x="188346" y="18942"/>
                </a:cubicBezTo>
                <a:close/>
                <a:moveTo>
                  <a:pt x="211854" y="33049"/>
                </a:moveTo>
                <a:lnTo>
                  <a:pt x="211854" y="28480"/>
                </a:lnTo>
                <a:lnTo>
                  <a:pt x="216401" y="28480"/>
                </a:lnTo>
                <a:lnTo>
                  <a:pt x="216401" y="33049"/>
                </a:lnTo>
                <a:lnTo>
                  <a:pt x="211854" y="33049"/>
                </a:lnTo>
                <a:close/>
                <a:moveTo>
                  <a:pt x="223351" y="33049"/>
                </a:moveTo>
                <a:lnTo>
                  <a:pt x="223351" y="9493"/>
                </a:lnTo>
                <a:lnTo>
                  <a:pt x="226922" y="9493"/>
                </a:lnTo>
                <a:lnTo>
                  <a:pt x="226922" y="12776"/>
                </a:lnTo>
                <a:cubicBezTo>
                  <a:pt x="227662" y="11629"/>
                  <a:pt x="228645" y="10706"/>
                  <a:pt x="229872" y="10008"/>
                </a:cubicBezTo>
                <a:cubicBezTo>
                  <a:pt x="231100" y="9310"/>
                  <a:pt x="232497" y="8961"/>
                  <a:pt x="234065" y="8961"/>
                </a:cubicBezTo>
                <a:cubicBezTo>
                  <a:pt x="235809" y="8961"/>
                  <a:pt x="237240" y="9321"/>
                  <a:pt x="238357" y="10042"/>
                </a:cubicBezTo>
                <a:cubicBezTo>
                  <a:pt x="239473" y="10763"/>
                  <a:pt x="240260" y="11770"/>
                  <a:pt x="240719" y="13064"/>
                </a:cubicBezTo>
                <a:cubicBezTo>
                  <a:pt x="242582" y="10329"/>
                  <a:pt x="245007" y="8961"/>
                  <a:pt x="247994" y="8961"/>
                </a:cubicBezTo>
                <a:cubicBezTo>
                  <a:pt x="250330" y="8961"/>
                  <a:pt x="252127" y="9608"/>
                  <a:pt x="253384" y="10902"/>
                </a:cubicBezTo>
                <a:cubicBezTo>
                  <a:pt x="254641" y="12196"/>
                  <a:pt x="255269" y="14188"/>
                  <a:pt x="255269" y="16879"/>
                </a:cubicBezTo>
                <a:lnTo>
                  <a:pt x="255269" y="33049"/>
                </a:lnTo>
                <a:lnTo>
                  <a:pt x="251299" y="33049"/>
                </a:lnTo>
                <a:lnTo>
                  <a:pt x="251299" y="18194"/>
                </a:lnTo>
                <a:cubicBezTo>
                  <a:pt x="251299" y="16595"/>
                  <a:pt x="251169" y="15445"/>
                  <a:pt x="250911" y="14742"/>
                </a:cubicBezTo>
                <a:cubicBezTo>
                  <a:pt x="250652" y="14038"/>
                  <a:pt x="250182" y="13472"/>
                  <a:pt x="249502" y="13043"/>
                </a:cubicBezTo>
                <a:cubicBezTo>
                  <a:pt x="248822" y="12614"/>
                  <a:pt x="248024" y="12399"/>
                  <a:pt x="247107" y="12399"/>
                </a:cubicBezTo>
                <a:cubicBezTo>
                  <a:pt x="245451" y="12399"/>
                  <a:pt x="244075" y="12950"/>
                  <a:pt x="242981" y="14053"/>
                </a:cubicBezTo>
                <a:cubicBezTo>
                  <a:pt x="241887" y="15156"/>
                  <a:pt x="241340" y="16921"/>
                  <a:pt x="241340" y="19349"/>
                </a:cubicBezTo>
                <a:lnTo>
                  <a:pt x="241340" y="33049"/>
                </a:lnTo>
                <a:lnTo>
                  <a:pt x="237347" y="33049"/>
                </a:lnTo>
                <a:lnTo>
                  <a:pt x="237347" y="17728"/>
                </a:lnTo>
                <a:cubicBezTo>
                  <a:pt x="237347" y="15951"/>
                  <a:pt x="237022" y="14619"/>
                  <a:pt x="236371" y="13731"/>
                </a:cubicBezTo>
                <a:cubicBezTo>
                  <a:pt x="235721" y="12843"/>
                  <a:pt x="234656" y="12399"/>
                  <a:pt x="233177" y="12399"/>
                </a:cubicBezTo>
                <a:cubicBezTo>
                  <a:pt x="232054" y="12399"/>
                  <a:pt x="231015" y="12695"/>
                  <a:pt x="230061" y="13288"/>
                </a:cubicBezTo>
                <a:cubicBezTo>
                  <a:pt x="229107" y="13879"/>
                  <a:pt x="228416" y="14745"/>
                  <a:pt x="227987" y="15885"/>
                </a:cubicBezTo>
                <a:cubicBezTo>
                  <a:pt x="227558" y="17025"/>
                  <a:pt x="227344" y="18668"/>
                  <a:pt x="227344" y="20814"/>
                </a:cubicBezTo>
                <a:lnTo>
                  <a:pt x="227344" y="33049"/>
                </a:lnTo>
                <a:lnTo>
                  <a:pt x="223351" y="33049"/>
                </a:lnTo>
                <a:close/>
                <a:moveTo>
                  <a:pt x="275065" y="33049"/>
                </a:moveTo>
                <a:lnTo>
                  <a:pt x="275065" y="30077"/>
                </a:lnTo>
                <a:cubicBezTo>
                  <a:pt x="273571" y="32413"/>
                  <a:pt x="271376" y="33581"/>
                  <a:pt x="268477" y="33581"/>
                </a:cubicBezTo>
                <a:cubicBezTo>
                  <a:pt x="266599" y="33581"/>
                  <a:pt x="264873" y="33064"/>
                  <a:pt x="263298" y="32029"/>
                </a:cubicBezTo>
                <a:cubicBezTo>
                  <a:pt x="261723" y="30994"/>
                  <a:pt x="260503" y="29548"/>
                  <a:pt x="259638" y="27692"/>
                </a:cubicBezTo>
                <a:cubicBezTo>
                  <a:pt x="258773" y="25837"/>
                  <a:pt x="258341" y="23704"/>
                  <a:pt x="258341" y="21293"/>
                </a:cubicBezTo>
                <a:cubicBezTo>
                  <a:pt x="258341" y="18942"/>
                  <a:pt x="258733" y="16809"/>
                  <a:pt x="259516" y="14894"/>
                </a:cubicBezTo>
                <a:cubicBezTo>
                  <a:pt x="260300" y="12979"/>
                  <a:pt x="261476" y="11512"/>
                  <a:pt x="263043" y="10491"/>
                </a:cubicBezTo>
                <a:cubicBezTo>
                  <a:pt x="264610" y="9471"/>
                  <a:pt x="266363" y="8961"/>
                  <a:pt x="268300" y="8961"/>
                </a:cubicBezTo>
                <a:cubicBezTo>
                  <a:pt x="269719" y="8961"/>
                  <a:pt x="270984" y="9260"/>
                  <a:pt x="272093" y="9859"/>
                </a:cubicBezTo>
                <a:cubicBezTo>
                  <a:pt x="273202" y="10458"/>
                  <a:pt x="274104" y="11238"/>
                  <a:pt x="274799" y="12199"/>
                </a:cubicBezTo>
                <a:lnTo>
                  <a:pt x="274799" y="532"/>
                </a:lnTo>
                <a:lnTo>
                  <a:pt x="278769" y="532"/>
                </a:lnTo>
                <a:lnTo>
                  <a:pt x="278769" y="33049"/>
                </a:lnTo>
                <a:lnTo>
                  <a:pt x="275065" y="33049"/>
                </a:lnTo>
                <a:moveTo>
                  <a:pt x="262444" y="21282"/>
                </a:moveTo>
                <a:cubicBezTo>
                  <a:pt x="262444" y="24288"/>
                  <a:pt x="263080" y="26534"/>
                  <a:pt x="264352" y="28022"/>
                </a:cubicBezTo>
                <a:cubicBezTo>
                  <a:pt x="265623" y="29510"/>
                  <a:pt x="267124" y="30254"/>
                  <a:pt x="268854" y="30254"/>
                </a:cubicBezTo>
                <a:cubicBezTo>
                  <a:pt x="270599" y="30254"/>
                  <a:pt x="272082" y="29544"/>
                  <a:pt x="273302" y="28122"/>
                </a:cubicBezTo>
                <a:cubicBezTo>
                  <a:pt x="274521" y="26700"/>
                  <a:pt x="275131" y="24531"/>
                  <a:pt x="275131" y="21614"/>
                </a:cubicBezTo>
                <a:cubicBezTo>
                  <a:pt x="275131" y="18402"/>
                  <a:pt x="274510" y="16045"/>
                  <a:pt x="273268" y="14542"/>
                </a:cubicBezTo>
                <a:cubicBezTo>
                  <a:pt x="272026" y="13039"/>
                  <a:pt x="270496" y="12288"/>
                  <a:pt x="268677" y="12288"/>
                </a:cubicBezTo>
                <a:cubicBezTo>
                  <a:pt x="266902" y="12288"/>
                  <a:pt x="265420" y="13010"/>
                  <a:pt x="264230" y="14454"/>
                </a:cubicBezTo>
                <a:cubicBezTo>
                  <a:pt x="263039" y="15898"/>
                  <a:pt x="262444" y="18174"/>
                  <a:pt x="262444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B3DBF-0367-43BB-BDA1-7822919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484990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3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Text configuration/locale.md">
            <a:extLst xmlns:a="http://schemas.openxmlformats.org/drawingml/2006/main">
              <a:ext uri="{FF2B5EF4-FFF2-40B4-BE49-F238E27FC236}">
                <a16:creationId xmlns:a16="http://schemas.microsoft.com/office/drawing/2014/main" id="{A025615B-BBE5-4535-814F-E18A554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680" y="1490725"/>
            <a:ext cx="465606" cy="42631"/>
          </a:xfrm>
          <a:custGeom xmlns:a="http://schemas.openxmlformats.org/drawingml/2006/main">
            <a:pathLst>
              <a:path w="465606" h="42631">
                <a:moveTo>
                  <a:pt x="16591" y="24399"/>
                </a:moveTo>
                <a:lnTo>
                  <a:pt x="20517" y="24909"/>
                </a:lnTo>
                <a:cubicBezTo>
                  <a:pt x="20088" y="27622"/>
                  <a:pt x="18990" y="29745"/>
                  <a:pt x="17223" y="31280"/>
                </a:cubicBezTo>
                <a:cubicBezTo>
                  <a:pt x="15456" y="32814"/>
                  <a:pt x="13286" y="33581"/>
                  <a:pt x="10713" y="33581"/>
                </a:cubicBezTo>
                <a:cubicBezTo>
                  <a:pt x="7490" y="33581"/>
                  <a:pt x="4898" y="32528"/>
                  <a:pt x="2939" y="30421"/>
                </a:cubicBezTo>
                <a:cubicBezTo>
                  <a:pt x="980" y="28313"/>
                  <a:pt x="0" y="25293"/>
                  <a:pt x="0" y="21360"/>
                </a:cubicBezTo>
                <a:cubicBezTo>
                  <a:pt x="0" y="18816"/>
                  <a:pt x="421" y="16591"/>
                  <a:pt x="1264" y="14683"/>
                </a:cubicBezTo>
                <a:cubicBezTo>
                  <a:pt x="2107" y="12776"/>
                  <a:pt x="3390" y="11345"/>
                  <a:pt x="5113" y="10392"/>
                </a:cubicBezTo>
                <a:cubicBezTo>
                  <a:pt x="6835" y="9438"/>
                  <a:pt x="8710" y="8961"/>
                  <a:pt x="10735" y="8961"/>
                </a:cubicBezTo>
                <a:cubicBezTo>
                  <a:pt x="13294" y="8961"/>
                  <a:pt x="15386" y="9610"/>
                  <a:pt x="17012" y="10908"/>
                </a:cubicBezTo>
                <a:cubicBezTo>
                  <a:pt x="18639" y="12206"/>
                  <a:pt x="19682" y="14048"/>
                  <a:pt x="20140" y="16436"/>
                </a:cubicBezTo>
                <a:lnTo>
                  <a:pt x="16258" y="17035"/>
                </a:lnTo>
                <a:cubicBezTo>
                  <a:pt x="15889" y="15460"/>
                  <a:pt x="15234" y="14275"/>
                  <a:pt x="14295" y="13480"/>
                </a:cubicBezTo>
                <a:cubicBezTo>
                  <a:pt x="13356" y="12685"/>
                  <a:pt x="12221" y="12288"/>
                  <a:pt x="10891" y="12288"/>
                </a:cubicBezTo>
                <a:cubicBezTo>
                  <a:pt x="8880" y="12288"/>
                  <a:pt x="7246" y="13005"/>
                  <a:pt x="5989" y="14440"/>
                </a:cubicBezTo>
                <a:cubicBezTo>
                  <a:pt x="4732" y="15875"/>
                  <a:pt x="4103" y="18144"/>
                  <a:pt x="4103" y="21249"/>
                </a:cubicBezTo>
                <a:cubicBezTo>
                  <a:pt x="4103" y="24398"/>
                  <a:pt x="4710" y="26686"/>
                  <a:pt x="5922" y="28114"/>
                </a:cubicBezTo>
                <a:cubicBezTo>
                  <a:pt x="7135" y="29541"/>
                  <a:pt x="8717" y="30254"/>
                  <a:pt x="10669" y="30254"/>
                </a:cubicBezTo>
                <a:cubicBezTo>
                  <a:pt x="12236" y="30254"/>
                  <a:pt x="13545" y="29775"/>
                  <a:pt x="14595" y="28818"/>
                </a:cubicBezTo>
                <a:cubicBezTo>
                  <a:pt x="15645" y="27861"/>
                  <a:pt x="16310" y="26387"/>
                  <a:pt x="16591" y="24399"/>
                </a:cubicBezTo>
                <a:close/>
                <a:moveTo>
                  <a:pt x="22446" y="21271"/>
                </a:moveTo>
                <a:cubicBezTo>
                  <a:pt x="22446" y="16909"/>
                  <a:pt x="23659" y="13678"/>
                  <a:pt x="26084" y="11578"/>
                </a:cubicBezTo>
                <a:cubicBezTo>
                  <a:pt x="28110" y="9833"/>
                  <a:pt x="30579" y="8961"/>
                  <a:pt x="33492" y="8961"/>
                </a:cubicBezTo>
                <a:cubicBezTo>
                  <a:pt x="36731" y="8961"/>
                  <a:pt x="39378" y="10022"/>
                  <a:pt x="41433" y="12144"/>
                </a:cubicBezTo>
                <a:cubicBezTo>
                  <a:pt x="43488" y="14266"/>
                  <a:pt x="44516" y="17197"/>
                  <a:pt x="44516" y="20938"/>
                </a:cubicBezTo>
                <a:cubicBezTo>
                  <a:pt x="44516" y="23970"/>
                  <a:pt x="44061" y="26354"/>
                  <a:pt x="43152" y="28092"/>
                </a:cubicBezTo>
                <a:cubicBezTo>
                  <a:pt x="42242" y="29829"/>
                  <a:pt x="40919" y="31178"/>
                  <a:pt x="39182" y="32140"/>
                </a:cubicBezTo>
                <a:cubicBezTo>
                  <a:pt x="37444" y="33101"/>
                  <a:pt x="35548" y="33581"/>
                  <a:pt x="33492" y="33581"/>
                </a:cubicBezTo>
                <a:cubicBezTo>
                  <a:pt x="30195" y="33581"/>
                  <a:pt x="27529" y="32524"/>
                  <a:pt x="25496" y="30409"/>
                </a:cubicBezTo>
                <a:cubicBezTo>
                  <a:pt x="23463" y="28295"/>
                  <a:pt x="22446" y="25249"/>
                  <a:pt x="22446" y="21271"/>
                </a:cubicBezTo>
                <a:moveTo>
                  <a:pt x="26550" y="21260"/>
                </a:moveTo>
                <a:cubicBezTo>
                  <a:pt x="26550" y="24265"/>
                  <a:pt x="27208" y="26516"/>
                  <a:pt x="28524" y="28011"/>
                </a:cubicBezTo>
                <a:cubicBezTo>
                  <a:pt x="29840" y="29507"/>
                  <a:pt x="31496" y="30254"/>
                  <a:pt x="33492" y="30254"/>
                </a:cubicBezTo>
                <a:cubicBezTo>
                  <a:pt x="35474" y="30254"/>
                  <a:pt x="37122" y="29503"/>
                  <a:pt x="38439" y="28000"/>
                </a:cubicBezTo>
                <a:cubicBezTo>
                  <a:pt x="39755" y="26497"/>
                  <a:pt x="40413" y="24207"/>
                  <a:pt x="40413" y="21128"/>
                </a:cubicBezTo>
                <a:cubicBezTo>
                  <a:pt x="40413" y="18225"/>
                  <a:pt x="39751" y="16026"/>
                  <a:pt x="38427" y="14531"/>
                </a:cubicBezTo>
                <a:cubicBezTo>
                  <a:pt x="37104" y="13036"/>
                  <a:pt x="35459" y="12288"/>
                  <a:pt x="33492" y="12288"/>
                </a:cubicBezTo>
                <a:cubicBezTo>
                  <a:pt x="31496" y="12288"/>
                  <a:pt x="29840" y="13032"/>
                  <a:pt x="28524" y="14520"/>
                </a:cubicBezTo>
                <a:cubicBezTo>
                  <a:pt x="27208" y="16008"/>
                  <a:pt x="26550" y="18255"/>
                  <a:pt x="26550" y="21260"/>
                </a:cubicBezTo>
                <a:close/>
                <a:moveTo>
                  <a:pt x="49325" y="33049"/>
                </a:moveTo>
                <a:lnTo>
                  <a:pt x="49325" y="9493"/>
                </a:lnTo>
                <a:lnTo>
                  <a:pt x="52919" y="9493"/>
                </a:lnTo>
                <a:lnTo>
                  <a:pt x="52919" y="12820"/>
                </a:lnTo>
                <a:cubicBezTo>
                  <a:pt x="54649" y="10247"/>
                  <a:pt x="57148" y="8961"/>
                  <a:pt x="60416" y="8961"/>
                </a:cubicBezTo>
                <a:cubicBezTo>
                  <a:pt x="61835" y="8961"/>
                  <a:pt x="63140" y="9216"/>
                  <a:pt x="64330" y="9726"/>
                </a:cubicBezTo>
                <a:cubicBezTo>
                  <a:pt x="65521" y="10236"/>
                  <a:pt x="66412" y="10905"/>
                  <a:pt x="67003" y="11733"/>
                </a:cubicBezTo>
                <a:cubicBezTo>
                  <a:pt x="67595" y="12562"/>
                  <a:pt x="68009" y="13545"/>
                  <a:pt x="68245" y="14683"/>
                </a:cubicBezTo>
                <a:cubicBezTo>
                  <a:pt x="68393" y="15423"/>
                  <a:pt x="68467" y="16717"/>
                  <a:pt x="68467" y="18565"/>
                </a:cubicBezTo>
                <a:lnTo>
                  <a:pt x="68467" y="33049"/>
                </a:lnTo>
                <a:lnTo>
                  <a:pt x="64475" y="33049"/>
                </a:lnTo>
                <a:lnTo>
                  <a:pt x="64475" y="18705"/>
                </a:lnTo>
                <a:cubicBezTo>
                  <a:pt x="64475" y="17077"/>
                  <a:pt x="64319" y="15859"/>
                  <a:pt x="64009" y="15052"/>
                </a:cubicBezTo>
                <a:cubicBezTo>
                  <a:pt x="63698" y="14245"/>
                  <a:pt x="63148" y="13602"/>
                  <a:pt x="62356" y="13120"/>
                </a:cubicBezTo>
                <a:cubicBezTo>
                  <a:pt x="61565" y="12639"/>
                  <a:pt x="60637" y="12399"/>
                  <a:pt x="59573" y="12399"/>
                </a:cubicBezTo>
                <a:cubicBezTo>
                  <a:pt x="57872" y="12399"/>
                  <a:pt x="56405" y="12939"/>
                  <a:pt x="55170" y="14020"/>
                </a:cubicBezTo>
                <a:cubicBezTo>
                  <a:pt x="53935" y="15101"/>
                  <a:pt x="53318" y="17151"/>
                  <a:pt x="53318" y="20170"/>
                </a:cubicBezTo>
                <a:lnTo>
                  <a:pt x="53318" y="33049"/>
                </a:lnTo>
                <a:lnTo>
                  <a:pt x="49325" y="33049"/>
                </a:lnTo>
                <a:close/>
                <a:moveTo>
                  <a:pt x="75672" y="33049"/>
                </a:moveTo>
                <a:lnTo>
                  <a:pt x="75672" y="12599"/>
                </a:lnTo>
                <a:lnTo>
                  <a:pt x="72145" y="12599"/>
                </a:lnTo>
                <a:lnTo>
                  <a:pt x="72145" y="9493"/>
                </a:lnTo>
                <a:lnTo>
                  <a:pt x="75672" y="9493"/>
                </a:lnTo>
                <a:lnTo>
                  <a:pt x="75672" y="6992"/>
                </a:lnTo>
                <a:cubicBezTo>
                  <a:pt x="75672" y="5414"/>
                  <a:pt x="75812" y="4241"/>
                  <a:pt x="76093" y="3474"/>
                </a:cubicBezTo>
                <a:cubicBezTo>
                  <a:pt x="76478" y="2442"/>
                  <a:pt x="77154" y="1605"/>
                  <a:pt x="78123" y="963"/>
                </a:cubicBezTo>
                <a:cubicBezTo>
                  <a:pt x="79092" y="321"/>
                  <a:pt x="80448" y="0"/>
                  <a:pt x="82193" y="0"/>
                </a:cubicBezTo>
                <a:cubicBezTo>
                  <a:pt x="83317" y="0"/>
                  <a:pt x="84559" y="133"/>
                  <a:pt x="85919" y="399"/>
                </a:cubicBezTo>
                <a:lnTo>
                  <a:pt x="85321" y="3882"/>
                </a:lnTo>
                <a:cubicBezTo>
                  <a:pt x="84492" y="3734"/>
                  <a:pt x="83709" y="3660"/>
                  <a:pt x="82969" y="3660"/>
                </a:cubicBezTo>
                <a:cubicBezTo>
                  <a:pt x="81757" y="3660"/>
                  <a:pt x="80899" y="3918"/>
                  <a:pt x="80396" y="4433"/>
                </a:cubicBezTo>
                <a:cubicBezTo>
                  <a:pt x="79894" y="4949"/>
                  <a:pt x="79642" y="5914"/>
                  <a:pt x="79642" y="7328"/>
                </a:cubicBezTo>
                <a:lnTo>
                  <a:pt x="79642" y="9493"/>
                </a:lnTo>
                <a:lnTo>
                  <a:pt x="84234" y="9493"/>
                </a:lnTo>
                <a:lnTo>
                  <a:pt x="84234" y="12599"/>
                </a:lnTo>
                <a:lnTo>
                  <a:pt x="79642" y="12599"/>
                </a:lnTo>
                <a:lnTo>
                  <a:pt x="79642" y="33049"/>
                </a:lnTo>
                <a:lnTo>
                  <a:pt x="75672" y="33049"/>
                </a:lnTo>
                <a:close/>
                <a:moveTo>
                  <a:pt x="87369" y="5146"/>
                </a:moveTo>
                <a:lnTo>
                  <a:pt x="87369" y="532"/>
                </a:lnTo>
                <a:lnTo>
                  <a:pt x="91362" y="532"/>
                </a:lnTo>
                <a:lnTo>
                  <a:pt x="91362" y="5146"/>
                </a:lnTo>
                <a:lnTo>
                  <a:pt x="87369" y="5146"/>
                </a:lnTo>
                <a:moveTo>
                  <a:pt x="87369" y="33049"/>
                </a:moveTo>
                <a:lnTo>
                  <a:pt x="87369" y="9493"/>
                </a:lnTo>
                <a:lnTo>
                  <a:pt x="91362" y="9493"/>
                </a:lnTo>
                <a:lnTo>
                  <a:pt x="91362" y="33049"/>
                </a:lnTo>
                <a:lnTo>
                  <a:pt x="87369" y="33049"/>
                </a:lnTo>
                <a:close/>
                <a:moveTo>
                  <a:pt x="97562" y="35001"/>
                </a:moveTo>
                <a:lnTo>
                  <a:pt x="101444" y="35578"/>
                </a:lnTo>
                <a:cubicBezTo>
                  <a:pt x="101607" y="36775"/>
                  <a:pt x="102058" y="37648"/>
                  <a:pt x="102797" y="38195"/>
                </a:cubicBezTo>
                <a:cubicBezTo>
                  <a:pt x="103788" y="38934"/>
                  <a:pt x="105141" y="39304"/>
                  <a:pt x="106856" y="39304"/>
                </a:cubicBezTo>
                <a:cubicBezTo>
                  <a:pt x="108704" y="39304"/>
                  <a:pt x="110131" y="38933"/>
                  <a:pt x="111137" y="38192"/>
                </a:cubicBezTo>
                <a:cubicBezTo>
                  <a:pt x="112142" y="37451"/>
                  <a:pt x="112823" y="36414"/>
                  <a:pt x="113177" y="35080"/>
                </a:cubicBezTo>
                <a:cubicBezTo>
                  <a:pt x="113384" y="34265"/>
                  <a:pt x="113481" y="32554"/>
                  <a:pt x="113466" y="29945"/>
                </a:cubicBezTo>
                <a:cubicBezTo>
                  <a:pt x="111721" y="32014"/>
                  <a:pt x="109547" y="33049"/>
                  <a:pt x="106945" y="33049"/>
                </a:cubicBezTo>
                <a:cubicBezTo>
                  <a:pt x="103706" y="33049"/>
                  <a:pt x="101200" y="31881"/>
                  <a:pt x="99426" y="29544"/>
                </a:cubicBezTo>
                <a:cubicBezTo>
                  <a:pt x="97651" y="27208"/>
                  <a:pt x="96764" y="24406"/>
                  <a:pt x="96764" y="21138"/>
                </a:cubicBezTo>
                <a:cubicBezTo>
                  <a:pt x="96764" y="18890"/>
                  <a:pt x="97171" y="16817"/>
                  <a:pt x="97984" y="14916"/>
                </a:cubicBezTo>
                <a:cubicBezTo>
                  <a:pt x="98797" y="13016"/>
                  <a:pt x="99976" y="11549"/>
                  <a:pt x="101522" y="10514"/>
                </a:cubicBezTo>
                <a:cubicBezTo>
                  <a:pt x="103067" y="9478"/>
                  <a:pt x="104882" y="8961"/>
                  <a:pt x="106967" y="8961"/>
                </a:cubicBezTo>
                <a:cubicBezTo>
                  <a:pt x="109747" y="8961"/>
                  <a:pt x="112039" y="10092"/>
                  <a:pt x="113843" y="12355"/>
                </a:cubicBezTo>
                <a:lnTo>
                  <a:pt x="113843" y="9493"/>
                </a:lnTo>
                <a:lnTo>
                  <a:pt x="117525" y="9493"/>
                </a:lnTo>
                <a:lnTo>
                  <a:pt x="117525" y="29869"/>
                </a:lnTo>
                <a:cubicBezTo>
                  <a:pt x="117525" y="33538"/>
                  <a:pt x="117151" y="36139"/>
                  <a:pt x="116405" y="37670"/>
                </a:cubicBezTo>
                <a:cubicBezTo>
                  <a:pt x="115658" y="39202"/>
                  <a:pt x="114475" y="40411"/>
                  <a:pt x="112856" y="41299"/>
                </a:cubicBezTo>
                <a:cubicBezTo>
                  <a:pt x="111237" y="42187"/>
                  <a:pt x="109244" y="42631"/>
                  <a:pt x="106878" y="42631"/>
                </a:cubicBezTo>
                <a:cubicBezTo>
                  <a:pt x="104069" y="42631"/>
                  <a:pt x="101799" y="41997"/>
                  <a:pt x="100069" y="40729"/>
                </a:cubicBezTo>
                <a:cubicBezTo>
                  <a:pt x="98339" y="39461"/>
                  <a:pt x="97503" y="37552"/>
                  <a:pt x="97562" y="35001"/>
                </a:cubicBezTo>
                <a:moveTo>
                  <a:pt x="100867" y="20850"/>
                </a:moveTo>
                <a:cubicBezTo>
                  <a:pt x="100867" y="23933"/>
                  <a:pt x="101481" y="26182"/>
                  <a:pt x="102708" y="27598"/>
                </a:cubicBezTo>
                <a:cubicBezTo>
                  <a:pt x="103936" y="29014"/>
                  <a:pt x="105473" y="29722"/>
                  <a:pt x="107322" y="29722"/>
                </a:cubicBezTo>
                <a:cubicBezTo>
                  <a:pt x="109155" y="29722"/>
                  <a:pt x="110693" y="29018"/>
                  <a:pt x="111935" y="27609"/>
                </a:cubicBezTo>
                <a:cubicBezTo>
                  <a:pt x="113177" y="26201"/>
                  <a:pt x="113799" y="23992"/>
                  <a:pt x="113799" y="20983"/>
                </a:cubicBezTo>
                <a:cubicBezTo>
                  <a:pt x="113799" y="18107"/>
                  <a:pt x="113159" y="15939"/>
                  <a:pt x="111880" y="14478"/>
                </a:cubicBezTo>
                <a:cubicBezTo>
                  <a:pt x="110601" y="13018"/>
                  <a:pt x="109059" y="12288"/>
                  <a:pt x="107255" y="12288"/>
                </a:cubicBezTo>
                <a:cubicBezTo>
                  <a:pt x="105481" y="12288"/>
                  <a:pt x="103973" y="13007"/>
                  <a:pt x="102730" y="14445"/>
                </a:cubicBezTo>
                <a:cubicBezTo>
                  <a:pt x="101488" y="15883"/>
                  <a:pt x="100867" y="18018"/>
                  <a:pt x="100867" y="20850"/>
                </a:cubicBezTo>
                <a:close/>
                <a:moveTo>
                  <a:pt x="139125" y="33049"/>
                </a:moveTo>
                <a:lnTo>
                  <a:pt x="139125" y="29589"/>
                </a:lnTo>
                <a:cubicBezTo>
                  <a:pt x="137292" y="32250"/>
                  <a:pt x="134800" y="33581"/>
                  <a:pt x="131651" y="33581"/>
                </a:cubicBezTo>
                <a:cubicBezTo>
                  <a:pt x="130261" y="33581"/>
                  <a:pt x="128963" y="33315"/>
                  <a:pt x="127758" y="32783"/>
                </a:cubicBezTo>
                <a:cubicBezTo>
                  <a:pt x="126553" y="32250"/>
                  <a:pt x="125658" y="31581"/>
                  <a:pt x="125074" y="30775"/>
                </a:cubicBezTo>
                <a:cubicBezTo>
                  <a:pt x="124490" y="29970"/>
                  <a:pt x="124080" y="28983"/>
                  <a:pt x="123843" y="27814"/>
                </a:cubicBezTo>
                <a:cubicBezTo>
                  <a:pt x="123680" y="27031"/>
                  <a:pt x="123599" y="25789"/>
                  <a:pt x="123599" y="24088"/>
                </a:cubicBezTo>
                <a:lnTo>
                  <a:pt x="123599" y="9493"/>
                </a:lnTo>
                <a:lnTo>
                  <a:pt x="127592" y="9493"/>
                </a:lnTo>
                <a:lnTo>
                  <a:pt x="127592" y="22558"/>
                </a:lnTo>
                <a:cubicBezTo>
                  <a:pt x="127592" y="24643"/>
                  <a:pt x="127673" y="26047"/>
                  <a:pt x="127836" y="26772"/>
                </a:cubicBezTo>
                <a:cubicBezTo>
                  <a:pt x="128087" y="27822"/>
                  <a:pt x="128619" y="28646"/>
                  <a:pt x="129433" y="29245"/>
                </a:cubicBezTo>
                <a:cubicBezTo>
                  <a:pt x="130246" y="29844"/>
                  <a:pt x="131251" y="30143"/>
                  <a:pt x="132449" y="30143"/>
                </a:cubicBezTo>
                <a:cubicBezTo>
                  <a:pt x="133647" y="30143"/>
                  <a:pt x="134771" y="29836"/>
                  <a:pt x="135821" y="29223"/>
                </a:cubicBezTo>
                <a:cubicBezTo>
                  <a:pt x="136870" y="28609"/>
                  <a:pt x="137613" y="27774"/>
                  <a:pt x="138050" y="26716"/>
                </a:cubicBezTo>
                <a:cubicBezTo>
                  <a:pt x="138486" y="25659"/>
                  <a:pt x="138704" y="24125"/>
                  <a:pt x="138704" y="22114"/>
                </a:cubicBezTo>
                <a:lnTo>
                  <a:pt x="138704" y="9493"/>
                </a:lnTo>
                <a:lnTo>
                  <a:pt x="142697" y="9493"/>
                </a:lnTo>
                <a:lnTo>
                  <a:pt x="142697" y="33049"/>
                </a:lnTo>
                <a:lnTo>
                  <a:pt x="139125" y="33049"/>
                </a:lnTo>
                <a:close/>
                <a:moveTo>
                  <a:pt x="149036" y="33049"/>
                </a:moveTo>
                <a:lnTo>
                  <a:pt x="149036" y="9493"/>
                </a:lnTo>
                <a:lnTo>
                  <a:pt x="152630" y="9493"/>
                </a:lnTo>
                <a:lnTo>
                  <a:pt x="152630" y="13042"/>
                </a:lnTo>
                <a:cubicBezTo>
                  <a:pt x="153546" y="11380"/>
                  <a:pt x="154393" y="10285"/>
                  <a:pt x="155169" y="9755"/>
                </a:cubicBezTo>
                <a:cubicBezTo>
                  <a:pt x="155946" y="9226"/>
                  <a:pt x="156800" y="8961"/>
                  <a:pt x="157731" y="8961"/>
                </a:cubicBezTo>
                <a:cubicBezTo>
                  <a:pt x="159077" y="8961"/>
                  <a:pt x="160445" y="9388"/>
                  <a:pt x="161834" y="10242"/>
                </a:cubicBezTo>
                <a:lnTo>
                  <a:pt x="160459" y="13929"/>
                </a:lnTo>
                <a:cubicBezTo>
                  <a:pt x="159483" y="13353"/>
                  <a:pt x="158507" y="13064"/>
                  <a:pt x="157531" y="13064"/>
                </a:cubicBezTo>
                <a:cubicBezTo>
                  <a:pt x="156659" y="13064"/>
                  <a:pt x="155875" y="13327"/>
                  <a:pt x="155180" y="13853"/>
                </a:cubicBezTo>
                <a:cubicBezTo>
                  <a:pt x="154485" y="14379"/>
                  <a:pt x="153990" y="15107"/>
                  <a:pt x="153694" y="16040"/>
                </a:cubicBezTo>
                <a:cubicBezTo>
                  <a:pt x="153251" y="17461"/>
                  <a:pt x="153029" y="19015"/>
                  <a:pt x="153029" y="20703"/>
                </a:cubicBezTo>
                <a:lnTo>
                  <a:pt x="153029" y="33049"/>
                </a:lnTo>
                <a:lnTo>
                  <a:pt x="149036" y="33049"/>
                </a:lnTo>
                <a:close/>
                <a:moveTo>
                  <a:pt x="179851" y="30141"/>
                </a:moveTo>
                <a:cubicBezTo>
                  <a:pt x="178372" y="31398"/>
                  <a:pt x="176949" y="32286"/>
                  <a:pt x="175581" y="32804"/>
                </a:cubicBezTo>
                <a:cubicBezTo>
                  <a:pt x="174214" y="33322"/>
                  <a:pt x="172746" y="33581"/>
                  <a:pt x="171179" y="33581"/>
                </a:cubicBezTo>
                <a:cubicBezTo>
                  <a:pt x="168591" y="33581"/>
                  <a:pt x="166602" y="32949"/>
                  <a:pt x="165212" y="31683"/>
                </a:cubicBezTo>
                <a:cubicBezTo>
                  <a:pt x="163822" y="30418"/>
                  <a:pt x="163127" y="28802"/>
                  <a:pt x="163127" y="26834"/>
                </a:cubicBezTo>
                <a:cubicBezTo>
                  <a:pt x="163127" y="25680"/>
                  <a:pt x="163390" y="24626"/>
                  <a:pt x="163914" y="23671"/>
                </a:cubicBezTo>
                <a:cubicBezTo>
                  <a:pt x="164439" y="22717"/>
                  <a:pt x="165127" y="21951"/>
                  <a:pt x="165977" y="21374"/>
                </a:cubicBezTo>
                <a:cubicBezTo>
                  <a:pt x="166827" y="20797"/>
                  <a:pt x="167785" y="20360"/>
                  <a:pt x="168850" y="20064"/>
                </a:cubicBezTo>
                <a:cubicBezTo>
                  <a:pt x="169633" y="19857"/>
                  <a:pt x="170816" y="19657"/>
                  <a:pt x="172398" y="19465"/>
                </a:cubicBezTo>
                <a:cubicBezTo>
                  <a:pt x="175622" y="19083"/>
                  <a:pt x="177995" y="18628"/>
                  <a:pt x="179518" y="18099"/>
                </a:cubicBezTo>
                <a:cubicBezTo>
                  <a:pt x="179533" y="17554"/>
                  <a:pt x="179541" y="17208"/>
                  <a:pt x="179541" y="17061"/>
                </a:cubicBezTo>
                <a:cubicBezTo>
                  <a:pt x="179541" y="15440"/>
                  <a:pt x="179164" y="14299"/>
                  <a:pt x="178409" y="13636"/>
                </a:cubicBezTo>
                <a:cubicBezTo>
                  <a:pt x="177389" y="12737"/>
                  <a:pt x="175873" y="12288"/>
                  <a:pt x="173862" y="12288"/>
                </a:cubicBezTo>
                <a:cubicBezTo>
                  <a:pt x="171984" y="12288"/>
                  <a:pt x="170598" y="12617"/>
                  <a:pt x="169704" y="13275"/>
                </a:cubicBezTo>
                <a:cubicBezTo>
                  <a:pt x="168809" y="13933"/>
                  <a:pt x="168147" y="15098"/>
                  <a:pt x="167718" y="16768"/>
                </a:cubicBezTo>
                <a:lnTo>
                  <a:pt x="163815" y="16236"/>
                </a:lnTo>
                <a:cubicBezTo>
                  <a:pt x="164170" y="14560"/>
                  <a:pt x="164754" y="13207"/>
                  <a:pt x="165567" y="12176"/>
                </a:cubicBezTo>
                <a:cubicBezTo>
                  <a:pt x="166380" y="11145"/>
                  <a:pt x="167556" y="10351"/>
                  <a:pt x="169094" y="9795"/>
                </a:cubicBezTo>
                <a:cubicBezTo>
                  <a:pt x="170631" y="9239"/>
                  <a:pt x="172413" y="8961"/>
                  <a:pt x="174439" y="8961"/>
                </a:cubicBezTo>
                <a:cubicBezTo>
                  <a:pt x="176450" y="8961"/>
                  <a:pt x="178084" y="9198"/>
                  <a:pt x="179341" y="9671"/>
                </a:cubicBezTo>
                <a:cubicBezTo>
                  <a:pt x="180598" y="10144"/>
                  <a:pt x="181522" y="10739"/>
                  <a:pt x="182114" y="11456"/>
                </a:cubicBezTo>
                <a:cubicBezTo>
                  <a:pt x="182705" y="12173"/>
                  <a:pt x="183119" y="13079"/>
                  <a:pt x="183356" y="14173"/>
                </a:cubicBezTo>
                <a:cubicBezTo>
                  <a:pt x="183489" y="14854"/>
                  <a:pt x="183555" y="16081"/>
                  <a:pt x="183555" y="17855"/>
                </a:cubicBezTo>
                <a:lnTo>
                  <a:pt x="183555" y="23179"/>
                </a:lnTo>
                <a:cubicBezTo>
                  <a:pt x="183555" y="26890"/>
                  <a:pt x="183640" y="29238"/>
                  <a:pt x="183810" y="30221"/>
                </a:cubicBezTo>
                <a:cubicBezTo>
                  <a:pt x="183980" y="31204"/>
                  <a:pt x="184317" y="32147"/>
                  <a:pt x="184820" y="33049"/>
                </a:cubicBezTo>
                <a:lnTo>
                  <a:pt x="180650" y="33049"/>
                </a:lnTo>
                <a:cubicBezTo>
                  <a:pt x="180236" y="32220"/>
                  <a:pt x="179969" y="31250"/>
                  <a:pt x="179851" y="30141"/>
                </a:cubicBezTo>
                <a:moveTo>
                  <a:pt x="179518" y="21205"/>
                </a:moveTo>
                <a:cubicBezTo>
                  <a:pt x="178069" y="21801"/>
                  <a:pt x="175896" y="22308"/>
                  <a:pt x="172997" y="22725"/>
                </a:cubicBezTo>
                <a:cubicBezTo>
                  <a:pt x="171356" y="22963"/>
                  <a:pt x="170195" y="23230"/>
                  <a:pt x="169515" y="23527"/>
                </a:cubicBezTo>
                <a:cubicBezTo>
                  <a:pt x="168835" y="23824"/>
                  <a:pt x="168310" y="24258"/>
                  <a:pt x="167940" y="24830"/>
                </a:cubicBezTo>
                <a:cubicBezTo>
                  <a:pt x="167571" y="25402"/>
                  <a:pt x="167386" y="26037"/>
                  <a:pt x="167386" y="26734"/>
                </a:cubicBezTo>
                <a:cubicBezTo>
                  <a:pt x="167386" y="27803"/>
                  <a:pt x="167789" y="28694"/>
                  <a:pt x="168595" y="29407"/>
                </a:cubicBezTo>
                <a:cubicBezTo>
                  <a:pt x="169400" y="30120"/>
                  <a:pt x="170580" y="30476"/>
                  <a:pt x="172132" y="30476"/>
                </a:cubicBezTo>
                <a:cubicBezTo>
                  <a:pt x="173670" y="30476"/>
                  <a:pt x="175038" y="30138"/>
                  <a:pt x="176236" y="29462"/>
                </a:cubicBezTo>
                <a:cubicBezTo>
                  <a:pt x="177433" y="28786"/>
                  <a:pt x="178313" y="27861"/>
                  <a:pt x="178875" y="26687"/>
                </a:cubicBezTo>
                <a:cubicBezTo>
                  <a:pt x="179304" y="25781"/>
                  <a:pt x="179518" y="24443"/>
                  <a:pt x="179518" y="22675"/>
                </a:cubicBezTo>
                <a:lnTo>
                  <a:pt x="179518" y="21205"/>
                </a:lnTo>
                <a:close/>
                <a:moveTo>
                  <a:pt x="198590" y="29522"/>
                </a:moveTo>
                <a:lnTo>
                  <a:pt x="199167" y="33049"/>
                </a:lnTo>
                <a:cubicBezTo>
                  <a:pt x="198043" y="33256"/>
                  <a:pt x="197037" y="33359"/>
                  <a:pt x="196150" y="33359"/>
                </a:cubicBezTo>
                <a:cubicBezTo>
                  <a:pt x="194701" y="33359"/>
                  <a:pt x="193577" y="33130"/>
                  <a:pt x="192779" y="32672"/>
                </a:cubicBezTo>
                <a:cubicBezTo>
                  <a:pt x="191980" y="32213"/>
                  <a:pt x="191418" y="31611"/>
                  <a:pt x="191093" y="30864"/>
                </a:cubicBezTo>
                <a:cubicBezTo>
                  <a:pt x="190768" y="30117"/>
                  <a:pt x="190605" y="28546"/>
                  <a:pt x="190605" y="26151"/>
                </a:cubicBezTo>
                <a:lnTo>
                  <a:pt x="190605" y="12599"/>
                </a:lnTo>
                <a:lnTo>
                  <a:pt x="187677" y="12599"/>
                </a:lnTo>
                <a:lnTo>
                  <a:pt x="187677" y="9493"/>
                </a:lnTo>
                <a:lnTo>
                  <a:pt x="190605" y="9493"/>
                </a:lnTo>
                <a:lnTo>
                  <a:pt x="190605" y="3644"/>
                </a:lnTo>
                <a:lnTo>
                  <a:pt x="194575" y="1242"/>
                </a:lnTo>
                <a:lnTo>
                  <a:pt x="194575" y="9493"/>
                </a:lnTo>
                <a:lnTo>
                  <a:pt x="198590" y="9493"/>
                </a:lnTo>
                <a:lnTo>
                  <a:pt x="198590" y="12599"/>
                </a:lnTo>
                <a:lnTo>
                  <a:pt x="194575" y="12599"/>
                </a:lnTo>
                <a:lnTo>
                  <a:pt x="194575" y="26373"/>
                </a:lnTo>
                <a:cubicBezTo>
                  <a:pt x="194575" y="27511"/>
                  <a:pt x="194645" y="28243"/>
                  <a:pt x="194786" y="28568"/>
                </a:cubicBezTo>
                <a:cubicBezTo>
                  <a:pt x="194926" y="28894"/>
                  <a:pt x="195156" y="29153"/>
                  <a:pt x="195474" y="29345"/>
                </a:cubicBezTo>
                <a:cubicBezTo>
                  <a:pt x="195791" y="29537"/>
                  <a:pt x="196246" y="29633"/>
                  <a:pt x="196838" y="29633"/>
                </a:cubicBezTo>
                <a:cubicBezTo>
                  <a:pt x="197281" y="29633"/>
                  <a:pt x="197865" y="29596"/>
                  <a:pt x="198590" y="29522"/>
                </a:cubicBezTo>
                <a:close/>
                <a:moveTo>
                  <a:pt x="202523" y="5146"/>
                </a:moveTo>
                <a:lnTo>
                  <a:pt x="202523" y="532"/>
                </a:lnTo>
                <a:lnTo>
                  <a:pt x="206516" y="532"/>
                </a:lnTo>
                <a:lnTo>
                  <a:pt x="206516" y="5146"/>
                </a:lnTo>
                <a:lnTo>
                  <a:pt x="202523" y="5146"/>
                </a:lnTo>
                <a:moveTo>
                  <a:pt x="202523" y="33049"/>
                </a:moveTo>
                <a:lnTo>
                  <a:pt x="202523" y="9493"/>
                </a:lnTo>
                <a:lnTo>
                  <a:pt x="206516" y="9493"/>
                </a:lnTo>
                <a:lnTo>
                  <a:pt x="206516" y="33049"/>
                </a:lnTo>
                <a:lnTo>
                  <a:pt x="202523" y="33049"/>
                </a:lnTo>
                <a:close/>
                <a:moveTo>
                  <a:pt x="211962" y="21271"/>
                </a:moveTo>
                <a:cubicBezTo>
                  <a:pt x="211962" y="16909"/>
                  <a:pt x="213175" y="13678"/>
                  <a:pt x="215600" y="11578"/>
                </a:cubicBezTo>
                <a:cubicBezTo>
                  <a:pt x="217626" y="9833"/>
                  <a:pt x="220095" y="8961"/>
                  <a:pt x="223008" y="8961"/>
                </a:cubicBezTo>
                <a:cubicBezTo>
                  <a:pt x="226247" y="8961"/>
                  <a:pt x="228893" y="10022"/>
                  <a:pt x="230949" y="12144"/>
                </a:cubicBezTo>
                <a:cubicBezTo>
                  <a:pt x="233004" y="14266"/>
                  <a:pt x="234032" y="17197"/>
                  <a:pt x="234032" y="20938"/>
                </a:cubicBezTo>
                <a:cubicBezTo>
                  <a:pt x="234032" y="23970"/>
                  <a:pt x="233577" y="26354"/>
                  <a:pt x="232668" y="28092"/>
                </a:cubicBezTo>
                <a:cubicBezTo>
                  <a:pt x="231758" y="29829"/>
                  <a:pt x="230435" y="31178"/>
                  <a:pt x="228698" y="32140"/>
                </a:cubicBezTo>
                <a:cubicBezTo>
                  <a:pt x="226960" y="33101"/>
                  <a:pt x="225064" y="33581"/>
                  <a:pt x="223008" y="33581"/>
                </a:cubicBezTo>
                <a:cubicBezTo>
                  <a:pt x="219711" y="33581"/>
                  <a:pt x="217045" y="32524"/>
                  <a:pt x="215012" y="30409"/>
                </a:cubicBezTo>
                <a:cubicBezTo>
                  <a:pt x="212979" y="28295"/>
                  <a:pt x="211962" y="25249"/>
                  <a:pt x="211962" y="21271"/>
                </a:cubicBezTo>
                <a:moveTo>
                  <a:pt x="216066" y="21260"/>
                </a:moveTo>
                <a:cubicBezTo>
                  <a:pt x="216066" y="24265"/>
                  <a:pt x="216724" y="26516"/>
                  <a:pt x="218040" y="28011"/>
                </a:cubicBezTo>
                <a:cubicBezTo>
                  <a:pt x="219356" y="29507"/>
                  <a:pt x="221012" y="30254"/>
                  <a:pt x="223008" y="30254"/>
                </a:cubicBezTo>
                <a:cubicBezTo>
                  <a:pt x="224990" y="30254"/>
                  <a:pt x="226638" y="29503"/>
                  <a:pt x="227955" y="28000"/>
                </a:cubicBezTo>
                <a:cubicBezTo>
                  <a:pt x="229271" y="26497"/>
                  <a:pt x="229929" y="24207"/>
                  <a:pt x="229929" y="21128"/>
                </a:cubicBezTo>
                <a:cubicBezTo>
                  <a:pt x="229929" y="18225"/>
                  <a:pt x="229267" y="16026"/>
                  <a:pt x="227943" y="14531"/>
                </a:cubicBezTo>
                <a:cubicBezTo>
                  <a:pt x="226620" y="13036"/>
                  <a:pt x="224975" y="12288"/>
                  <a:pt x="223008" y="12288"/>
                </a:cubicBezTo>
                <a:cubicBezTo>
                  <a:pt x="221012" y="12288"/>
                  <a:pt x="219356" y="13032"/>
                  <a:pt x="218040" y="14520"/>
                </a:cubicBezTo>
                <a:cubicBezTo>
                  <a:pt x="216724" y="16008"/>
                  <a:pt x="216066" y="18255"/>
                  <a:pt x="216066" y="21260"/>
                </a:cubicBezTo>
                <a:close/>
                <a:moveTo>
                  <a:pt x="238842" y="33049"/>
                </a:moveTo>
                <a:lnTo>
                  <a:pt x="238842" y="9493"/>
                </a:lnTo>
                <a:lnTo>
                  <a:pt x="242435" y="9493"/>
                </a:lnTo>
                <a:lnTo>
                  <a:pt x="242435" y="12820"/>
                </a:lnTo>
                <a:cubicBezTo>
                  <a:pt x="244165" y="10247"/>
                  <a:pt x="246664" y="8961"/>
                  <a:pt x="249932" y="8961"/>
                </a:cubicBezTo>
                <a:cubicBezTo>
                  <a:pt x="251351" y="8961"/>
                  <a:pt x="252656" y="9216"/>
                  <a:pt x="253847" y="9726"/>
                </a:cubicBezTo>
                <a:cubicBezTo>
                  <a:pt x="255037" y="10236"/>
                  <a:pt x="255928" y="10905"/>
                  <a:pt x="256519" y="11733"/>
                </a:cubicBezTo>
                <a:cubicBezTo>
                  <a:pt x="257111" y="12562"/>
                  <a:pt x="257525" y="13545"/>
                  <a:pt x="257762" y="14683"/>
                </a:cubicBezTo>
                <a:cubicBezTo>
                  <a:pt x="257909" y="15423"/>
                  <a:pt x="257983" y="16717"/>
                  <a:pt x="257983" y="18565"/>
                </a:cubicBezTo>
                <a:lnTo>
                  <a:pt x="257983" y="33049"/>
                </a:lnTo>
                <a:lnTo>
                  <a:pt x="253991" y="33049"/>
                </a:lnTo>
                <a:lnTo>
                  <a:pt x="253991" y="18705"/>
                </a:lnTo>
                <a:cubicBezTo>
                  <a:pt x="253991" y="17077"/>
                  <a:pt x="253836" y="15859"/>
                  <a:pt x="253525" y="15052"/>
                </a:cubicBezTo>
                <a:cubicBezTo>
                  <a:pt x="253215" y="14245"/>
                  <a:pt x="252664" y="13602"/>
                  <a:pt x="251873" y="13120"/>
                </a:cubicBezTo>
                <a:cubicBezTo>
                  <a:pt x="251082" y="12639"/>
                  <a:pt x="250154" y="12399"/>
                  <a:pt x="249089" y="12399"/>
                </a:cubicBezTo>
                <a:cubicBezTo>
                  <a:pt x="247389" y="12399"/>
                  <a:pt x="245921" y="12939"/>
                  <a:pt x="244686" y="14020"/>
                </a:cubicBezTo>
                <a:cubicBezTo>
                  <a:pt x="243451" y="15101"/>
                  <a:pt x="242834" y="17151"/>
                  <a:pt x="242834" y="20170"/>
                </a:cubicBezTo>
                <a:lnTo>
                  <a:pt x="242834" y="33049"/>
                </a:lnTo>
                <a:lnTo>
                  <a:pt x="238842" y="33049"/>
                </a:lnTo>
                <a:close/>
                <a:moveTo>
                  <a:pt x="261240" y="33581"/>
                </a:moveTo>
                <a:lnTo>
                  <a:pt x="270667" y="0"/>
                </a:lnTo>
                <a:lnTo>
                  <a:pt x="273861" y="0"/>
                </a:lnTo>
                <a:lnTo>
                  <a:pt x="264456" y="33581"/>
                </a:lnTo>
                <a:lnTo>
                  <a:pt x="261240" y="33581"/>
                </a:lnTo>
                <a:close/>
                <a:moveTo>
                  <a:pt x="276775" y="33049"/>
                </a:moveTo>
                <a:lnTo>
                  <a:pt x="276775" y="532"/>
                </a:lnTo>
                <a:lnTo>
                  <a:pt x="280767" y="532"/>
                </a:lnTo>
                <a:lnTo>
                  <a:pt x="280767" y="33049"/>
                </a:lnTo>
                <a:lnTo>
                  <a:pt x="276775" y="33049"/>
                </a:lnTo>
                <a:close/>
                <a:moveTo>
                  <a:pt x="286325" y="21271"/>
                </a:moveTo>
                <a:cubicBezTo>
                  <a:pt x="286325" y="16909"/>
                  <a:pt x="287537" y="13678"/>
                  <a:pt x="289962" y="11578"/>
                </a:cubicBezTo>
                <a:cubicBezTo>
                  <a:pt x="291988" y="9833"/>
                  <a:pt x="294458" y="8961"/>
                  <a:pt x="297371" y="8961"/>
                </a:cubicBezTo>
                <a:cubicBezTo>
                  <a:pt x="300609" y="8961"/>
                  <a:pt x="303256" y="10022"/>
                  <a:pt x="305311" y="12144"/>
                </a:cubicBezTo>
                <a:cubicBezTo>
                  <a:pt x="307367" y="14266"/>
                  <a:pt x="308394" y="17197"/>
                  <a:pt x="308394" y="20938"/>
                </a:cubicBezTo>
                <a:cubicBezTo>
                  <a:pt x="308394" y="23970"/>
                  <a:pt x="307940" y="26354"/>
                  <a:pt x="307030" y="28092"/>
                </a:cubicBezTo>
                <a:cubicBezTo>
                  <a:pt x="306121" y="29829"/>
                  <a:pt x="304797" y="31178"/>
                  <a:pt x="303060" y="32140"/>
                </a:cubicBezTo>
                <a:cubicBezTo>
                  <a:pt x="301323" y="33101"/>
                  <a:pt x="299426" y="33581"/>
                  <a:pt x="297371" y="33581"/>
                </a:cubicBezTo>
                <a:cubicBezTo>
                  <a:pt x="294073" y="33581"/>
                  <a:pt x="291408" y="32524"/>
                  <a:pt x="289375" y="30409"/>
                </a:cubicBezTo>
                <a:cubicBezTo>
                  <a:pt x="287341" y="28295"/>
                  <a:pt x="286325" y="25249"/>
                  <a:pt x="286325" y="21271"/>
                </a:cubicBezTo>
                <a:moveTo>
                  <a:pt x="290428" y="21260"/>
                </a:moveTo>
                <a:cubicBezTo>
                  <a:pt x="290428" y="24265"/>
                  <a:pt x="291086" y="26516"/>
                  <a:pt x="292402" y="28011"/>
                </a:cubicBezTo>
                <a:cubicBezTo>
                  <a:pt x="293718" y="29507"/>
                  <a:pt x="295374" y="30254"/>
                  <a:pt x="297371" y="30254"/>
                </a:cubicBezTo>
                <a:cubicBezTo>
                  <a:pt x="299352" y="30254"/>
                  <a:pt x="301001" y="29503"/>
                  <a:pt x="302317" y="28000"/>
                </a:cubicBezTo>
                <a:cubicBezTo>
                  <a:pt x="303633" y="26497"/>
                  <a:pt x="304291" y="24207"/>
                  <a:pt x="304291" y="21128"/>
                </a:cubicBezTo>
                <a:cubicBezTo>
                  <a:pt x="304291" y="18225"/>
                  <a:pt x="303629" y="16026"/>
                  <a:pt x="302306" y="14531"/>
                </a:cubicBezTo>
                <a:cubicBezTo>
                  <a:pt x="300982" y="13036"/>
                  <a:pt x="299337" y="12288"/>
                  <a:pt x="297371" y="12288"/>
                </a:cubicBezTo>
                <a:cubicBezTo>
                  <a:pt x="295374" y="12288"/>
                  <a:pt x="293718" y="13032"/>
                  <a:pt x="292402" y="14520"/>
                </a:cubicBezTo>
                <a:cubicBezTo>
                  <a:pt x="291086" y="16008"/>
                  <a:pt x="290428" y="18255"/>
                  <a:pt x="290428" y="21260"/>
                </a:cubicBezTo>
                <a:close/>
                <a:moveTo>
                  <a:pt x="328575" y="24399"/>
                </a:moveTo>
                <a:lnTo>
                  <a:pt x="332501" y="24909"/>
                </a:lnTo>
                <a:cubicBezTo>
                  <a:pt x="332072" y="27622"/>
                  <a:pt x="330974" y="29745"/>
                  <a:pt x="329207" y="31280"/>
                </a:cubicBezTo>
                <a:cubicBezTo>
                  <a:pt x="327440" y="32814"/>
                  <a:pt x="325270" y="33581"/>
                  <a:pt x="322697" y="33581"/>
                </a:cubicBezTo>
                <a:cubicBezTo>
                  <a:pt x="319474" y="33581"/>
                  <a:pt x="316882" y="32528"/>
                  <a:pt x="314923" y="30421"/>
                </a:cubicBezTo>
                <a:cubicBezTo>
                  <a:pt x="312964" y="28313"/>
                  <a:pt x="311984" y="25293"/>
                  <a:pt x="311984" y="21360"/>
                </a:cubicBezTo>
                <a:cubicBezTo>
                  <a:pt x="311984" y="18816"/>
                  <a:pt x="312406" y="16591"/>
                  <a:pt x="313248" y="14683"/>
                </a:cubicBezTo>
                <a:cubicBezTo>
                  <a:pt x="314091" y="12776"/>
                  <a:pt x="315374" y="11345"/>
                  <a:pt x="317097" y="10392"/>
                </a:cubicBezTo>
                <a:cubicBezTo>
                  <a:pt x="318819" y="9438"/>
                  <a:pt x="320694" y="8961"/>
                  <a:pt x="322720" y="8961"/>
                </a:cubicBezTo>
                <a:cubicBezTo>
                  <a:pt x="325278" y="8961"/>
                  <a:pt x="327370" y="9610"/>
                  <a:pt x="328997" y="10908"/>
                </a:cubicBezTo>
                <a:cubicBezTo>
                  <a:pt x="330623" y="12206"/>
                  <a:pt x="331666" y="14048"/>
                  <a:pt x="332124" y="16436"/>
                </a:cubicBezTo>
                <a:lnTo>
                  <a:pt x="328242" y="17035"/>
                </a:lnTo>
                <a:cubicBezTo>
                  <a:pt x="327873" y="15460"/>
                  <a:pt x="327218" y="14275"/>
                  <a:pt x="326279" y="13480"/>
                </a:cubicBezTo>
                <a:cubicBezTo>
                  <a:pt x="325340" y="12685"/>
                  <a:pt x="324206" y="12288"/>
                  <a:pt x="322875" y="12288"/>
                </a:cubicBezTo>
                <a:cubicBezTo>
                  <a:pt x="320864" y="12288"/>
                  <a:pt x="319230" y="13005"/>
                  <a:pt x="317973" y="14440"/>
                </a:cubicBezTo>
                <a:cubicBezTo>
                  <a:pt x="316716" y="15875"/>
                  <a:pt x="316088" y="18144"/>
                  <a:pt x="316088" y="21249"/>
                </a:cubicBezTo>
                <a:cubicBezTo>
                  <a:pt x="316088" y="24398"/>
                  <a:pt x="316694" y="26686"/>
                  <a:pt x="317906" y="28114"/>
                </a:cubicBezTo>
                <a:cubicBezTo>
                  <a:pt x="319119" y="29541"/>
                  <a:pt x="320701" y="30254"/>
                  <a:pt x="322653" y="30254"/>
                </a:cubicBezTo>
                <a:cubicBezTo>
                  <a:pt x="324220" y="30254"/>
                  <a:pt x="325529" y="29775"/>
                  <a:pt x="326579" y="28818"/>
                </a:cubicBezTo>
                <a:cubicBezTo>
                  <a:pt x="327629" y="27861"/>
                  <a:pt x="328294" y="26387"/>
                  <a:pt x="328575" y="24399"/>
                </a:cubicBezTo>
                <a:close/>
                <a:moveTo>
                  <a:pt x="351288" y="30141"/>
                </a:moveTo>
                <a:cubicBezTo>
                  <a:pt x="349809" y="31398"/>
                  <a:pt x="348386" y="32286"/>
                  <a:pt x="347018" y="32804"/>
                </a:cubicBezTo>
                <a:cubicBezTo>
                  <a:pt x="345650" y="33322"/>
                  <a:pt x="344183" y="33581"/>
                  <a:pt x="342615" y="33581"/>
                </a:cubicBezTo>
                <a:cubicBezTo>
                  <a:pt x="340027" y="33581"/>
                  <a:pt x="338039" y="32949"/>
                  <a:pt x="336649" y="31683"/>
                </a:cubicBezTo>
                <a:cubicBezTo>
                  <a:pt x="335259" y="30418"/>
                  <a:pt x="334564" y="28802"/>
                  <a:pt x="334564" y="26834"/>
                </a:cubicBezTo>
                <a:cubicBezTo>
                  <a:pt x="334564" y="25680"/>
                  <a:pt x="334826" y="24626"/>
                  <a:pt x="335351" y="23671"/>
                </a:cubicBezTo>
                <a:cubicBezTo>
                  <a:pt x="335876" y="22717"/>
                  <a:pt x="336564" y="21951"/>
                  <a:pt x="337414" y="21374"/>
                </a:cubicBezTo>
                <a:cubicBezTo>
                  <a:pt x="338264" y="20797"/>
                  <a:pt x="339222" y="20360"/>
                  <a:pt x="340286" y="20064"/>
                </a:cubicBezTo>
                <a:cubicBezTo>
                  <a:pt x="341070" y="19857"/>
                  <a:pt x="342253" y="19657"/>
                  <a:pt x="343835" y="19465"/>
                </a:cubicBezTo>
                <a:cubicBezTo>
                  <a:pt x="347059" y="19083"/>
                  <a:pt x="349432" y="18628"/>
                  <a:pt x="350955" y="18099"/>
                </a:cubicBezTo>
                <a:cubicBezTo>
                  <a:pt x="350970" y="17554"/>
                  <a:pt x="350977" y="17208"/>
                  <a:pt x="350977" y="17061"/>
                </a:cubicBezTo>
                <a:cubicBezTo>
                  <a:pt x="350977" y="15440"/>
                  <a:pt x="350600" y="14299"/>
                  <a:pt x="349846" y="13636"/>
                </a:cubicBezTo>
                <a:cubicBezTo>
                  <a:pt x="348826" y="12737"/>
                  <a:pt x="347310" y="12288"/>
                  <a:pt x="345299" y="12288"/>
                </a:cubicBezTo>
                <a:cubicBezTo>
                  <a:pt x="343421" y="12288"/>
                  <a:pt x="342035" y="12617"/>
                  <a:pt x="341140" y="13275"/>
                </a:cubicBezTo>
                <a:cubicBezTo>
                  <a:pt x="340246" y="13933"/>
                  <a:pt x="339584" y="15098"/>
                  <a:pt x="339155" y="16768"/>
                </a:cubicBezTo>
                <a:lnTo>
                  <a:pt x="335251" y="16236"/>
                </a:lnTo>
                <a:cubicBezTo>
                  <a:pt x="335606" y="14560"/>
                  <a:pt x="336190" y="13207"/>
                  <a:pt x="337003" y="12176"/>
                </a:cubicBezTo>
                <a:cubicBezTo>
                  <a:pt x="337817" y="11145"/>
                  <a:pt x="338992" y="10351"/>
                  <a:pt x="340530" y="9795"/>
                </a:cubicBezTo>
                <a:cubicBezTo>
                  <a:pt x="342068" y="9239"/>
                  <a:pt x="343850" y="8961"/>
                  <a:pt x="345876" y="8961"/>
                </a:cubicBezTo>
                <a:cubicBezTo>
                  <a:pt x="347887" y="8961"/>
                  <a:pt x="349521" y="9198"/>
                  <a:pt x="350778" y="9671"/>
                </a:cubicBezTo>
                <a:cubicBezTo>
                  <a:pt x="352034" y="10144"/>
                  <a:pt x="352959" y="10739"/>
                  <a:pt x="353550" y="11456"/>
                </a:cubicBezTo>
                <a:cubicBezTo>
                  <a:pt x="354142" y="12173"/>
                  <a:pt x="354556" y="13079"/>
                  <a:pt x="354792" y="14173"/>
                </a:cubicBezTo>
                <a:cubicBezTo>
                  <a:pt x="354925" y="14854"/>
                  <a:pt x="354992" y="16081"/>
                  <a:pt x="354992" y="17855"/>
                </a:cubicBezTo>
                <a:lnTo>
                  <a:pt x="354992" y="23179"/>
                </a:lnTo>
                <a:cubicBezTo>
                  <a:pt x="354992" y="26890"/>
                  <a:pt x="355077" y="29238"/>
                  <a:pt x="355247" y="30221"/>
                </a:cubicBezTo>
                <a:cubicBezTo>
                  <a:pt x="355417" y="31204"/>
                  <a:pt x="355753" y="32147"/>
                  <a:pt x="356256" y="33049"/>
                </a:cubicBezTo>
                <a:lnTo>
                  <a:pt x="352086" y="33049"/>
                </a:lnTo>
                <a:cubicBezTo>
                  <a:pt x="351672" y="32220"/>
                  <a:pt x="351406" y="31250"/>
                  <a:pt x="351288" y="30141"/>
                </a:cubicBezTo>
                <a:moveTo>
                  <a:pt x="350955" y="21205"/>
                </a:moveTo>
                <a:cubicBezTo>
                  <a:pt x="349506" y="21801"/>
                  <a:pt x="347332" y="22308"/>
                  <a:pt x="344434" y="22725"/>
                </a:cubicBezTo>
                <a:cubicBezTo>
                  <a:pt x="342793" y="22963"/>
                  <a:pt x="341632" y="23230"/>
                  <a:pt x="340952" y="23527"/>
                </a:cubicBezTo>
                <a:cubicBezTo>
                  <a:pt x="340271" y="23824"/>
                  <a:pt x="339746" y="24258"/>
                  <a:pt x="339377" y="24830"/>
                </a:cubicBezTo>
                <a:cubicBezTo>
                  <a:pt x="339007" y="25402"/>
                  <a:pt x="338822" y="26037"/>
                  <a:pt x="338822" y="26734"/>
                </a:cubicBezTo>
                <a:cubicBezTo>
                  <a:pt x="338822" y="27803"/>
                  <a:pt x="339225" y="28694"/>
                  <a:pt x="340031" y="29407"/>
                </a:cubicBezTo>
                <a:cubicBezTo>
                  <a:pt x="340837" y="30120"/>
                  <a:pt x="342016" y="30476"/>
                  <a:pt x="343569" y="30476"/>
                </a:cubicBezTo>
                <a:cubicBezTo>
                  <a:pt x="345107" y="30476"/>
                  <a:pt x="346475" y="30138"/>
                  <a:pt x="347672" y="29462"/>
                </a:cubicBezTo>
                <a:cubicBezTo>
                  <a:pt x="348870" y="28786"/>
                  <a:pt x="349750" y="27861"/>
                  <a:pt x="350312" y="26687"/>
                </a:cubicBezTo>
                <a:cubicBezTo>
                  <a:pt x="350741" y="25781"/>
                  <a:pt x="350955" y="24443"/>
                  <a:pt x="350955" y="22675"/>
                </a:cubicBezTo>
                <a:lnTo>
                  <a:pt x="350955" y="21205"/>
                </a:lnTo>
                <a:close/>
                <a:moveTo>
                  <a:pt x="361221" y="33049"/>
                </a:moveTo>
                <a:lnTo>
                  <a:pt x="361221" y="532"/>
                </a:lnTo>
                <a:lnTo>
                  <a:pt x="365214" y="532"/>
                </a:lnTo>
                <a:lnTo>
                  <a:pt x="365214" y="33049"/>
                </a:lnTo>
                <a:lnTo>
                  <a:pt x="361221" y="33049"/>
                </a:lnTo>
                <a:close/>
                <a:moveTo>
                  <a:pt x="388291" y="25463"/>
                </a:moveTo>
                <a:lnTo>
                  <a:pt x="392417" y="25973"/>
                </a:lnTo>
                <a:cubicBezTo>
                  <a:pt x="391766" y="28384"/>
                  <a:pt x="390561" y="30254"/>
                  <a:pt x="388801" y="31585"/>
                </a:cubicBezTo>
                <a:cubicBezTo>
                  <a:pt x="387042" y="32916"/>
                  <a:pt x="384794" y="33581"/>
                  <a:pt x="382059" y="33581"/>
                </a:cubicBezTo>
                <a:cubicBezTo>
                  <a:pt x="378613" y="33581"/>
                  <a:pt x="375881" y="32520"/>
                  <a:pt x="373863" y="30398"/>
                </a:cubicBezTo>
                <a:cubicBezTo>
                  <a:pt x="371844" y="28276"/>
                  <a:pt x="370835" y="25301"/>
                  <a:pt x="370835" y="21471"/>
                </a:cubicBezTo>
                <a:cubicBezTo>
                  <a:pt x="370835" y="17508"/>
                  <a:pt x="371855" y="14432"/>
                  <a:pt x="373896" y="12244"/>
                </a:cubicBezTo>
                <a:cubicBezTo>
                  <a:pt x="375937" y="10055"/>
                  <a:pt x="378584" y="8961"/>
                  <a:pt x="381837" y="8961"/>
                </a:cubicBezTo>
                <a:cubicBezTo>
                  <a:pt x="384986" y="8961"/>
                  <a:pt x="387559" y="10031"/>
                  <a:pt x="389556" y="12172"/>
                </a:cubicBezTo>
                <a:cubicBezTo>
                  <a:pt x="391552" y="14313"/>
                  <a:pt x="392550" y="17324"/>
                  <a:pt x="392550" y="21207"/>
                </a:cubicBezTo>
                <a:cubicBezTo>
                  <a:pt x="392550" y="21443"/>
                  <a:pt x="392542" y="21797"/>
                  <a:pt x="392528" y="22269"/>
                </a:cubicBezTo>
                <a:lnTo>
                  <a:pt x="374961" y="22269"/>
                </a:lnTo>
                <a:cubicBezTo>
                  <a:pt x="375109" y="24850"/>
                  <a:pt x="375841" y="26825"/>
                  <a:pt x="377157" y="28197"/>
                </a:cubicBezTo>
                <a:cubicBezTo>
                  <a:pt x="378473" y="29568"/>
                  <a:pt x="380114" y="30254"/>
                  <a:pt x="382081" y="30254"/>
                </a:cubicBezTo>
                <a:cubicBezTo>
                  <a:pt x="383545" y="30254"/>
                  <a:pt x="384794" y="29873"/>
                  <a:pt x="385829" y="29112"/>
                </a:cubicBezTo>
                <a:cubicBezTo>
                  <a:pt x="386864" y="28350"/>
                  <a:pt x="387685" y="27134"/>
                  <a:pt x="388291" y="25463"/>
                </a:cubicBezTo>
                <a:moveTo>
                  <a:pt x="375183" y="18942"/>
                </a:moveTo>
                <a:lnTo>
                  <a:pt x="388336" y="18942"/>
                </a:lnTo>
                <a:cubicBezTo>
                  <a:pt x="388158" y="16993"/>
                  <a:pt x="387655" y="15531"/>
                  <a:pt x="386827" y="14557"/>
                </a:cubicBezTo>
                <a:cubicBezTo>
                  <a:pt x="385556" y="13044"/>
                  <a:pt x="383907" y="12288"/>
                  <a:pt x="381881" y="12288"/>
                </a:cubicBezTo>
                <a:cubicBezTo>
                  <a:pt x="380047" y="12288"/>
                  <a:pt x="378506" y="12892"/>
                  <a:pt x="377256" y="14099"/>
                </a:cubicBezTo>
                <a:cubicBezTo>
                  <a:pt x="376007" y="15306"/>
                  <a:pt x="375316" y="16920"/>
                  <a:pt x="375183" y="18942"/>
                </a:cubicBezTo>
                <a:close/>
                <a:moveTo>
                  <a:pt x="398690" y="33049"/>
                </a:moveTo>
                <a:lnTo>
                  <a:pt x="398690" y="28480"/>
                </a:lnTo>
                <a:lnTo>
                  <a:pt x="403237" y="28480"/>
                </a:lnTo>
                <a:lnTo>
                  <a:pt x="403237" y="33049"/>
                </a:lnTo>
                <a:lnTo>
                  <a:pt x="398690" y="33049"/>
                </a:lnTo>
                <a:close/>
                <a:moveTo>
                  <a:pt x="410188" y="33049"/>
                </a:moveTo>
                <a:lnTo>
                  <a:pt x="410188" y="9493"/>
                </a:lnTo>
                <a:lnTo>
                  <a:pt x="413759" y="9493"/>
                </a:lnTo>
                <a:lnTo>
                  <a:pt x="413759" y="12776"/>
                </a:lnTo>
                <a:cubicBezTo>
                  <a:pt x="414498" y="11629"/>
                  <a:pt x="415482" y="10706"/>
                  <a:pt x="416709" y="10008"/>
                </a:cubicBezTo>
                <a:cubicBezTo>
                  <a:pt x="417936" y="9310"/>
                  <a:pt x="419334" y="8961"/>
                  <a:pt x="420901" y="8961"/>
                </a:cubicBezTo>
                <a:cubicBezTo>
                  <a:pt x="422646" y="8961"/>
                  <a:pt x="424077" y="9321"/>
                  <a:pt x="425193" y="10042"/>
                </a:cubicBezTo>
                <a:cubicBezTo>
                  <a:pt x="426309" y="10763"/>
                  <a:pt x="427097" y="11770"/>
                  <a:pt x="427555" y="13064"/>
                </a:cubicBezTo>
                <a:cubicBezTo>
                  <a:pt x="429418" y="10329"/>
                  <a:pt x="431843" y="8961"/>
                  <a:pt x="434830" y="8961"/>
                </a:cubicBezTo>
                <a:cubicBezTo>
                  <a:pt x="437167" y="8961"/>
                  <a:pt x="438963" y="9608"/>
                  <a:pt x="440220" y="10902"/>
                </a:cubicBezTo>
                <a:cubicBezTo>
                  <a:pt x="441477" y="12196"/>
                  <a:pt x="442106" y="14188"/>
                  <a:pt x="442106" y="16879"/>
                </a:cubicBezTo>
                <a:lnTo>
                  <a:pt x="442106" y="33049"/>
                </a:lnTo>
                <a:lnTo>
                  <a:pt x="438135" y="33049"/>
                </a:lnTo>
                <a:lnTo>
                  <a:pt x="438135" y="18194"/>
                </a:lnTo>
                <a:cubicBezTo>
                  <a:pt x="438135" y="16595"/>
                  <a:pt x="438006" y="15445"/>
                  <a:pt x="437747" y="14742"/>
                </a:cubicBezTo>
                <a:cubicBezTo>
                  <a:pt x="437488" y="14038"/>
                  <a:pt x="437019" y="13472"/>
                  <a:pt x="436339" y="13043"/>
                </a:cubicBezTo>
                <a:cubicBezTo>
                  <a:pt x="435659" y="12614"/>
                  <a:pt x="434860" y="12399"/>
                  <a:pt x="433943" y="12399"/>
                </a:cubicBezTo>
                <a:cubicBezTo>
                  <a:pt x="432287" y="12399"/>
                  <a:pt x="430912" y="12950"/>
                  <a:pt x="429818" y="14053"/>
                </a:cubicBezTo>
                <a:cubicBezTo>
                  <a:pt x="428723" y="15156"/>
                  <a:pt x="428176" y="16921"/>
                  <a:pt x="428176" y="19349"/>
                </a:cubicBezTo>
                <a:lnTo>
                  <a:pt x="428176" y="33049"/>
                </a:lnTo>
                <a:lnTo>
                  <a:pt x="424184" y="33049"/>
                </a:lnTo>
                <a:lnTo>
                  <a:pt x="424184" y="17728"/>
                </a:lnTo>
                <a:cubicBezTo>
                  <a:pt x="424184" y="15951"/>
                  <a:pt x="423858" y="14619"/>
                  <a:pt x="423208" y="13731"/>
                </a:cubicBezTo>
                <a:cubicBezTo>
                  <a:pt x="422557" y="12843"/>
                  <a:pt x="421493" y="12399"/>
                  <a:pt x="420014" y="12399"/>
                </a:cubicBezTo>
                <a:cubicBezTo>
                  <a:pt x="418890" y="12399"/>
                  <a:pt x="417851" y="12695"/>
                  <a:pt x="416898" y="13288"/>
                </a:cubicBezTo>
                <a:cubicBezTo>
                  <a:pt x="415944" y="13879"/>
                  <a:pt x="415252" y="14745"/>
                  <a:pt x="414824" y="15885"/>
                </a:cubicBezTo>
                <a:cubicBezTo>
                  <a:pt x="414395" y="17025"/>
                  <a:pt x="414180" y="18668"/>
                  <a:pt x="414180" y="20814"/>
                </a:cubicBezTo>
                <a:lnTo>
                  <a:pt x="414180" y="33049"/>
                </a:lnTo>
                <a:lnTo>
                  <a:pt x="410188" y="33049"/>
                </a:lnTo>
                <a:close/>
                <a:moveTo>
                  <a:pt x="461901" y="33049"/>
                </a:moveTo>
                <a:lnTo>
                  <a:pt x="461901" y="30077"/>
                </a:lnTo>
                <a:cubicBezTo>
                  <a:pt x="460408" y="32413"/>
                  <a:pt x="458212" y="33581"/>
                  <a:pt x="455314" y="33581"/>
                </a:cubicBezTo>
                <a:cubicBezTo>
                  <a:pt x="453436" y="33581"/>
                  <a:pt x="451709" y="33064"/>
                  <a:pt x="450135" y="32029"/>
                </a:cubicBezTo>
                <a:cubicBezTo>
                  <a:pt x="448560" y="30994"/>
                  <a:pt x="447340" y="29548"/>
                  <a:pt x="446475" y="27692"/>
                </a:cubicBezTo>
                <a:cubicBezTo>
                  <a:pt x="445610" y="25837"/>
                  <a:pt x="445177" y="23704"/>
                  <a:pt x="445177" y="21293"/>
                </a:cubicBezTo>
                <a:cubicBezTo>
                  <a:pt x="445177" y="18942"/>
                  <a:pt x="445569" y="16809"/>
                  <a:pt x="446353" y="14894"/>
                </a:cubicBezTo>
                <a:cubicBezTo>
                  <a:pt x="447137" y="12979"/>
                  <a:pt x="448312" y="11512"/>
                  <a:pt x="449880" y="10491"/>
                </a:cubicBezTo>
                <a:cubicBezTo>
                  <a:pt x="451447" y="9471"/>
                  <a:pt x="453199" y="8961"/>
                  <a:pt x="455136" y="8961"/>
                </a:cubicBezTo>
                <a:cubicBezTo>
                  <a:pt x="456556" y="8961"/>
                  <a:pt x="457820" y="9260"/>
                  <a:pt x="458929" y="9859"/>
                </a:cubicBezTo>
                <a:cubicBezTo>
                  <a:pt x="460038" y="10458"/>
                  <a:pt x="460940" y="11238"/>
                  <a:pt x="461635" y="12199"/>
                </a:cubicBezTo>
                <a:lnTo>
                  <a:pt x="461635" y="532"/>
                </a:lnTo>
                <a:lnTo>
                  <a:pt x="465606" y="532"/>
                </a:lnTo>
                <a:lnTo>
                  <a:pt x="465606" y="33049"/>
                </a:lnTo>
                <a:lnTo>
                  <a:pt x="461901" y="33049"/>
                </a:lnTo>
                <a:moveTo>
                  <a:pt x="449281" y="21282"/>
                </a:moveTo>
                <a:cubicBezTo>
                  <a:pt x="449281" y="24288"/>
                  <a:pt x="449917" y="26534"/>
                  <a:pt x="451188" y="28022"/>
                </a:cubicBezTo>
                <a:cubicBezTo>
                  <a:pt x="452460" y="29510"/>
                  <a:pt x="453961" y="30254"/>
                  <a:pt x="455691" y="30254"/>
                </a:cubicBezTo>
                <a:cubicBezTo>
                  <a:pt x="457436" y="30254"/>
                  <a:pt x="458918" y="29544"/>
                  <a:pt x="460138" y="28122"/>
                </a:cubicBezTo>
                <a:cubicBezTo>
                  <a:pt x="461358" y="26700"/>
                  <a:pt x="461968" y="24531"/>
                  <a:pt x="461968" y="21614"/>
                </a:cubicBezTo>
                <a:cubicBezTo>
                  <a:pt x="461968" y="18402"/>
                  <a:pt x="461347" y="16045"/>
                  <a:pt x="460105" y="14542"/>
                </a:cubicBezTo>
                <a:cubicBezTo>
                  <a:pt x="458863" y="13039"/>
                  <a:pt x="457332" y="12288"/>
                  <a:pt x="455513" y="12288"/>
                </a:cubicBezTo>
                <a:cubicBezTo>
                  <a:pt x="453739" y="12288"/>
                  <a:pt x="452257" y="13010"/>
                  <a:pt x="451066" y="14454"/>
                </a:cubicBezTo>
                <a:cubicBezTo>
                  <a:pt x="449876" y="15898"/>
                  <a:pt x="449281" y="18174"/>
                  <a:pt x="449281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4B4A6-A7FB-438A-BBF3-E7D520D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578491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2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Text developers/api.md">
            <a:extLst xmlns:a="http://schemas.openxmlformats.org/drawingml/2006/main">
              <a:ext uri="{FF2B5EF4-FFF2-40B4-BE49-F238E27FC236}">
                <a16:creationId xmlns:a16="http://schemas.microsoft.com/office/drawing/2014/main" id="{D97F7B28-EB47-4715-A04F-4B093C6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458" y="1584302"/>
            <a:ext cx="367889" cy="42099"/>
          </a:xfrm>
          <a:custGeom xmlns:a="http://schemas.openxmlformats.org/drawingml/2006/main">
            <a:pathLst>
              <a:path w="367889" h="42099">
                <a:moveTo>
                  <a:pt x="16724" y="33049"/>
                </a:moveTo>
                <a:lnTo>
                  <a:pt x="16724" y="30077"/>
                </a:lnTo>
                <a:cubicBezTo>
                  <a:pt x="15231" y="32413"/>
                  <a:pt x="13035" y="33581"/>
                  <a:pt x="10136" y="33581"/>
                </a:cubicBezTo>
                <a:cubicBezTo>
                  <a:pt x="8259" y="33581"/>
                  <a:pt x="6532" y="33064"/>
                  <a:pt x="4957" y="32029"/>
                </a:cubicBezTo>
                <a:cubicBezTo>
                  <a:pt x="3383" y="30994"/>
                  <a:pt x="2163" y="29548"/>
                  <a:pt x="1298" y="27692"/>
                </a:cubicBezTo>
                <a:cubicBezTo>
                  <a:pt x="433" y="25837"/>
                  <a:pt x="0" y="23704"/>
                  <a:pt x="0" y="21293"/>
                </a:cubicBezTo>
                <a:cubicBezTo>
                  <a:pt x="0" y="18942"/>
                  <a:pt x="392" y="16809"/>
                  <a:pt x="1176" y="14894"/>
                </a:cubicBezTo>
                <a:cubicBezTo>
                  <a:pt x="1959" y="12979"/>
                  <a:pt x="3135" y="11512"/>
                  <a:pt x="4702" y="10491"/>
                </a:cubicBezTo>
                <a:cubicBezTo>
                  <a:pt x="6270" y="9471"/>
                  <a:pt x="8022" y="8961"/>
                  <a:pt x="9959" y="8961"/>
                </a:cubicBezTo>
                <a:cubicBezTo>
                  <a:pt x="11379" y="8961"/>
                  <a:pt x="12643" y="9260"/>
                  <a:pt x="13752" y="9859"/>
                </a:cubicBezTo>
                <a:cubicBezTo>
                  <a:pt x="14861" y="10458"/>
                  <a:pt x="15763" y="11238"/>
                  <a:pt x="16458" y="12199"/>
                </a:cubicBezTo>
                <a:lnTo>
                  <a:pt x="16458" y="532"/>
                </a:lnTo>
                <a:lnTo>
                  <a:pt x="20428" y="532"/>
                </a:lnTo>
                <a:lnTo>
                  <a:pt x="20428" y="33049"/>
                </a:lnTo>
                <a:lnTo>
                  <a:pt x="16724" y="33049"/>
                </a:lnTo>
                <a:moveTo>
                  <a:pt x="4103" y="21282"/>
                </a:moveTo>
                <a:cubicBezTo>
                  <a:pt x="4103" y="24288"/>
                  <a:pt x="4739" y="26534"/>
                  <a:pt x="6011" y="28022"/>
                </a:cubicBezTo>
                <a:cubicBezTo>
                  <a:pt x="7283" y="29510"/>
                  <a:pt x="8783" y="30254"/>
                  <a:pt x="10514" y="30254"/>
                </a:cubicBezTo>
                <a:cubicBezTo>
                  <a:pt x="12258" y="30254"/>
                  <a:pt x="13741" y="29544"/>
                  <a:pt x="14961" y="28122"/>
                </a:cubicBezTo>
                <a:cubicBezTo>
                  <a:pt x="16181" y="26700"/>
                  <a:pt x="16791" y="24531"/>
                  <a:pt x="16791" y="21614"/>
                </a:cubicBezTo>
                <a:cubicBezTo>
                  <a:pt x="16791" y="18402"/>
                  <a:pt x="16170" y="16045"/>
                  <a:pt x="14927" y="14542"/>
                </a:cubicBezTo>
                <a:cubicBezTo>
                  <a:pt x="13685" y="13039"/>
                  <a:pt x="12155" y="12288"/>
                  <a:pt x="10336" y="12288"/>
                </a:cubicBezTo>
                <a:cubicBezTo>
                  <a:pt x="8562" y="12288"/>
                  <a:pt x="7079" y="13010"/>
                  <a:pt x="5889" y="14454"/>
                </a:cubicBezTo>
                <a:cubicBezTo>
                  <a:pt x="4699" y="15898"/>
                  <a:pt x="4103" y="18174"/>
                  <a:pt x="4103" y="21282"/>
                </a:cubicBezTo>
                <a:close/>
                <a:moveTo>
                  <a:pt x="42960" y="25463"/>
                </a:moveTo>
                <a:lnTo>
                  <a:pt x="47085" y="25973"/>
                </a:lnTo>
                <a:cubicBezTo>
                  <a:pt x="46435" y="28384"/>
                  <a:pt x="45230" y="30254"/>
                  <a:pt x="43470" y="31585"/>
                </a:cubicBezTo>
                <a:cubicBezTo>
                  <a:pt x="41710" y="32916"/>
                  <a:pt x="39463" y="33581"/>
                  <a:pt x="36727" y="33581"/>
                </a:cubicBezTo>
                <a:cubicBezTo>
                  <a:pt x="33282" y="33581"/>
                  <a:pt x="30550" y="32520"/>
                  <a:pt x="28531" y="30398"/>
                </a:cubicBezTo>
                <a:cubicBezTo>
                  <a:pt x="26513" y="28276"/>
                  <a:pt x="25504" y="25301"/>
                  <a:pt x="25504" y="21471"/>
                </a:cubicBezTo>
                <a:cubicBezTo>
                  <a:pt x="25504" y="17508"/>
                  <a:pt x="26524" y="14432"/>
                  <a:pt x="28565" y="12244"/>
                </a:cubicBezTo>
                <a:cubicBezTo>
                  <a:pt x="30605" y="10055"/>
                  <a:pt x="33252" y="8961"/>
                  <a:pt x="36505" y="8961"/>
                </a:cubicBezTo>
                <a:cubicBezTo>
                  <a:pt x="39655" y="8961"/>
                  <a:pt x="42228" y="10031"/>
                  <a:pt x="44224" y="12172"/>
                </a:cubicBezTo>
                <a:cubicBezTo>
                  <a:pt x="46220" y="14313"/>
                  <a:pt x="47219" y="17324"/>
                  <a:pt x="47219" y="21207"/>
                </a:cubicBezTo>
                <a:cubicBezTo>
                  <a:pt x="47219" y="21443"/>
                  <a:pt x="47211" y="21797"/>
                  <a:pt x="47196" y="22269"/>
                </a:cubicBezTo>
                <a:lnTo>
                  <a:pt x="29629" y="22269"/>
                </a:lnTo>
                <a:cubicBezTo>
                  <a:pt x="29777" y="24850"/>
                  <a:pt x="30509" y="26825"/>
                  <a:pt x="31825" y="28197"/>
                </a:cubicBezTo>
                <a:cubicBezTo>
                  <a:pt x="33141" y="29568"/>
                  <a:pt x="34783" y="30254"/>
                  <a:pt x="36749" y="30254"/>
                </a:cubicBezTo>
                <a:cubicBezTo>
                  <a:pt x="38213" y="30254"/>
                  <a:pt x="39463" y="29873"/>
                  <a:pt x="40498" y="29112"/>
                </a:cubicBezTo>
                <a:cubicBezTo>
                  <a:pt x="41533" y="28350"/>
                  <a:pt x="42354" y="27134"/>
                  <a:pt x="42960" y="25463"/>
                </a:cubicBezTo>
                <a:moveTo>
                  <a:pt x="29851" y="18942"/>
                </a:moveTo>
                <a:lnTo>
                  <a:pt x="43004" y="18942"/>
                </a:lnTo>
                <a:cubicBezTo>
                  <a:pt x="42827" y="16993"/>
                  <a:pt x="42324" y="15531"/>
                  <a:pt x="41496" y="14557"/>
                </a:cubicBezTo>
                <a:cubicBezTo>
                  <a:pt x="40224" y="13044"/>
                  <a:pt x="38576" y="12288"/>
                  <a:pt x="36550" y="12288"/>
                </a:cubicBezTo>
                <a:cubicBezTo>
                  <a:pt x="34716" y="12288"/>
                  <a:pt x="33175" y="12892"/>
                  <a:pt x="31925" y="14099"/>
                </a:cubicBezTo>
                <a:cubicBezTo>
                  <a:pt x="30676" y="15306"/>
                  <a:pt x="29984" y="16920"/>
                  <a:pt x="29851" y="18942"/>
                </a:cubicBezTo>
                <a:close/>
                <a:moveTo>
                  <a:pt x="58771" y="33049"/>
                </a:moveTo>
                <a:lnTo>
                  <a:pt x="49810" y="9493"/>
                </a:lnTo>
                <a:lnTo>
                  <a:pt x="54024" y="9493"/>
                </a:lnTo>
                <a:lnTo>
                  <a:pt x="59081" y="23600"/>
                </a:lnTo>
                <a:cubicBezTo>
                  <a:pt x="59628" y="25123"/>
                  <a:pt x="60131" y="26705"/>
                  <a:pt x="60590" y="28347"/>
                </a:cubicBezTo>
                <a:cubicBezTo>
                  <a:pt x="60944" y="27105"/>
                  <a:pt x="61440" y="25611"/>
                  <a:pt x="62076" y="23866"/>
                </a:cubicBezTo>
                <a:lnTo>
                  <a:pt x="67310" y="9493"/>
                </a:lnTo>
                <a:lnTo>
                  <a:pt x="71414" y="9493"/>
                </a:lnTo>
                <a:lnTo>
                  <a:pt x="62497" y="33049"/>
                </a:lnTo>
                <a:lnTo>
                  <a:pt x="58771" y="33049"/>
                </a:lnTo>
                <a:close/>
                <a:moveTo>
                  <a:pt x="91065" y="25463"/>
                </a:moveTo>
                <a:lnTo>
                  <a:pt x="95191" y="25973"/>
                </a:lnTo>
                <a:cubicBezTo>
                  <a:pt x="94540" y="28384"/>
                  <a:pt x="93335" y="30254"/>
                  <a:pt x="91575" y="31585"/>
                </a:cubicBezTo>
                <a:cubicBezTo>
                  <a:pt x="89816" y="32916"/>
                  <a:pt x="87568" y="33581"/>
                  <a:pt x="84833" y="33581"/>
                </a:cubicBezTo>
                <a:cubicBezTo>
                  <a:pt x="81387" y="33581"/>
                  <a:pt x="78655" y="32520"/>
                  <a:pt x="76637" y="30398"/>
                </a:cubicBezTo>
                <a:cubicBezTo>
                  <a:pt x="74618" y="28276"/>
                  <a:pt x="73609" y="25301"/>
                  <a:pt x="73609" y="21471"/>
                </a:cubicBezTo>
                <a:cubicBezTo>
                  <a:pt x="73609" y="17508"/>
                  <a:pt x="74630" y="14432"/>
                  <a:pt x="76670" y="12244"/>
                </a:cubicBezTo>
                <a:cubicBezTo>
                  <a:pt x="78711" y="10055"/>
                  <a:pt x="81358" y="8961"/>
                  <a:pt x="84611" y="8961"/>
                </a:cubicBezTo>
                <a:cubicBezTo>
                  <a:pt x="87760" y="8961"/>
                  <a:pt x="90333" y="10031"/>
                  <a:pt x="92330" y="12172"/>
                </a:cubicBezTo>
                <a:cubicBezTo>
                  <a:pt x="94326" y="14313"/>
                  <a:pt x="95324" y="17324"/>
                  <a:pt x="95324" y="21207"/>
                </a:cubicBezTo>
                <a:cubicBezTo>
                  <a:pt x="95324" y="21443"/>
                  <a:pt x="95317" y="21797"/>
                  <a:pt x="95302" y="22269"/>
                </a:cubicBezTo>
                <a:lnTo>
                  <a:pt x="77735" y="22269"/>
                </a:lnTo>
                <a:cubicBezTo>
                  <a:pt x="77883" y="24850"/>
                  <a:pt x="78615" y="26825"/>
                  <a:pt x="79931" y="28197"/>
                </a:cubicBezTo>
                <a:cubicBezTo>
                  <a:pt x="81247" y="29568"/>
                  <a:pt x="82888" y="30254"/>
                  <a:pt x="84855" y="30254"/>
                </a:cubicBezTo>
                <a:cubicBezTo>
                  <a:pt x="86319" y="30254"/>
                  <a:pt x="87568" y="29873"/>
                  <a:pt x="88603" y="29112"/>
                </a:cubicBezTo>
                <a:cubicBezTo>
                  <a:pt x="89638" y="28350"/>
                  <a:pt x="90459" y="27134"/>
                  <a:pt x="91065" y="25463"/>
                </a:cubicBezTo>
                <a:moveTo>
                  <a:pt x="77957" y="18942"/>
                </a:moveTo>
                <a:lnTo>
                  <a:pt x="91110" y="18942"/>
                </a:lnTo>
                <a:cubicBezTo>
                  <a:pt x="90932" y="16993"/>
                  <a:pt x="90429" y="15531"/>
                  <a:pt x="89601" y="14557"/>
                </a:cubicBezTo>
                <a:cubicBezTo>
                  <a:pt x="88330" y="13044"/>
                  <a:pt x="86681" y="12288"/>
                  <a:pt x="84655" y="12288"/>
                </a:cubicBezTo>
                <a:cubicBezTo>
                  <a:pt x="82822" y="12288"/>
                  <a:pt x="81280" y="12892"/>
                  <a:pt x="80030" y="14099"/>
                </a:cubicBezTo>
                <a:cubicBezTo>
                  <a:pt x="78781" y="15306"/>
                  <a:pt x="78090" y="16920"/>
                  <a:pt x="77957" y="18942"/>
                </a:cubicBezTo>
                <a:close/>
                <a:moveTo>
                  <a:pt x="100245" y="33049"/>
                </a:moveTo>
                <a:lnTo>
                  <a:pt x="100245" y="532"/>
                </a:lnTo>
                <a:lnTo>
                  <a:pt x="104237" y="532"/>
                </a:lnTo>
                <a:lnTo>
                  <a:pt x="104237" y="33049"/>
                </a:lnTo>
                <a:lnTo>
                  <a:pt x="100245" y="33049"/>
                </a:lnTo>
                <a:close/>
                <a:moveTo>
                  <a:pt x="109703" y="21271"/>
                </a:moveTo>
                <a:cubicBezTo>
                  <a:pt x="109703" y="16909"/>
                  <a:pt x="110916" y="13678"/>
                  <a:pt x="113341" y="11578"/>
                </a:cubicBezTo>
                <a:cubicBezTo>
                  <a:pt x="115367" y="9833"/>
                  <a:pt x="117836" y="8961"/>
                  <a:pt x="120749" y="8961"/>
                </a:cubicBezTo>
                <a:cubicBezTo>
                  <a:pt x="123988" y="8961"/>
                  <a:pt x="126634" y="10022"/>
                  <a:pt x="128690" y="12144"/>
                </a:cubicBezTo>
                <a:cubicBezTo>
                  <a:pt x="130745" y="14266"/>
                  <a:pt x="131773" y="17197"/>
                  <a:pt x="131773" y="20938"/>
                </a:cubicBezTo>
                <a:cubicBezTo>
                  <a:pt x="131773" y="23970"/>
                  <a:pt x="131318" y="26354"/>
                  <a:pt x="130409" y="28092"/>
                </a:cubicBezTo>
                <a:cubicBezTo>
                  <a:pt x="129499" y="29829"/>
                  <a:pt x="128176" y="31178"/>
                  <a:pt x="126439" y="32140"/>
                </a:cubicBezTo>
                <a:cubicBezTo>
                  <a:pt x="124701" y="33101"/>
                  <a:pt x="122805" y="33581"/>
                  <a:pt x="120749" y="33581"/>
                </a:cubicBezTo>
                <a:cubicBezTo>
                  <a:pt x="117452" y="33581"/>
                  <a:pt x="114786" y="32524"/>
                  <a:pt x="112753" y="30409"/>
                </a:cubicBezTo>
                <a:cubicBezTo>
                  <a:pt x="110720" y="28295"/>
                  <a:pt x="109703" y="25249"/>
                  <a:pt x="109703" y="21271"/>
                </a:cubicBezTo>
                <a:moveTo>
                  <a:pt x="113807" y="21260"/>
                </a:moveTo>
                <a:cubicBezTo>
                  <a:pt x="113807" y="24265"/>
                  <a:pt x="114465" y="26516"/>
                  <a:pt x="115781" y="28011"/>
                </a:cubicBezTo>
                <a:cubicBezTo>
                  <a:pt x="117097" y="29507"/>
                  <a:pt x="118753" y="30254"/>
                  <a:pt x="120749" y="30254"/>
                </a:cubicBezTo>
                <a:cubicBezTo>
                  <a:pt x="122731" y="30254"/>
                  <a:pt x="124379" y="29503"/>
                  <a:pt x="125696" y="28000"/>
                </a:cubicBezTo>
                <a:cubicBezTo>
                  <a:pt x="127012" y="26497"/>
                  <a:pt x="127670" y="24207"/>
                  <a:pt x="127670" y="21128"/>
                </a:cubicBezTo>
                <a:cubicBezTo>
                  <a:pt x="127670" y="18225"/>
                  <a:pt x="127008" y="16026"/>
                  <a:pt x="125684" y="14531"/>
                </a:cubicBezTo>
                <a:cubicBezTo>
                  <a:pt x="124361" y="13036"/>
                  <a:pt x="122716" y="12288"/>
                  <a:pt x="120749" y="12288"/>
                </a:cubicBezTo>
                <a:cubicBezTo>
                  <a:pt x="118753" y="12288"/>
                  <a:pt x="117097" y="13032"/>
                  <a:pt x="115781" y="14520"/>
                </a:cubicBezTo>
                <a:cubicBezTo>
                  <a:pt x="114465" y="16008"/>
                  <a:pt x="113807" y="18255"/>
                  <a:pt x="113807" y="21260"/>
                </a:cubicBezTo>
                <a:close/>
                <a:moveTo>
                  <a:pt x="136583" y="42099"/>
                </a:moveTo>
                <a:lnTo>
                  <a:pt x="136583" y="9493"/>
                </a:lnTo>
                <a:lnTo>
                  <a:pt x="140221" y="9493"/>
                </a:lnTo>
                <a:lnTo>
                  <a:pt x="140221" y="12532"/>
                </a:lnTo>
                <a:cubicBezTo>
                  <a:pt x="141078" y="11342"/>
                  <a:pt x="142047" y="10449"/>
                  <a:pt x="143126" y="9854"/>
                </a:cubicBezTo>
                <a:cubicBezTo>
                  <a:pt x="144206" y="9259"/>
                  <a:pt x="145514" y="8961"/>
                  <a:pt x="147052" y="8961"/>
                </a:cubicBezTo>
                <a:cubicBezTo>
                  <a:pt x="149063" y="8961"/>
                  <a:pt x="150838" y="9478"/>
                  <a:pt x="152375" y="10514"/>
                </a:cubicBezTo>
                <a:cubicBezTo>
                  <a:pt x="153913" y="11549"/>
                  <a:pt x="155074" y="13009"/>
                  <a:pt x="155858" y="14894"/>
                </a:cubicBezTo>
                <a:cubicBezTo>
                  <a:pt x="156641" y="16780"/>
                  <a:pt x="157033" y="18846"/>
                  <a:pt x="157033" y="21094"/>
                </a:cubicBezTo>
                <a:cubicBezTo>
                  <a:pt x="157033" y="23504"/>
                  <a:pt x="156601" y="25674"/>
                  <a:pt x="155736" y="27604"/>
                </a:cubicBezTo>
                <a:cubicBezTo>
                  <a:pt x="154871" y="29533"/>
                  <a:pt x="153614" y="31012"/>
                  <a:pt x="151965" y="32040"/>
                </a:cubicBezTo>
                <a:cubicBezTo>
                  <a:pt x="150316" y="33067"/>
                  <a:pt x="148583" y="33581"/>
                  <a:pt x="146764" y="33581"/>
                </a:cubicBezTo>
                <a:cubicBezTo>
                  <a:pt x="145433" y="33581"/>
                  <a:pt x="144239" y="33297"/>
                  <a:pt x="143182" y="32727"/>
                </a:cubicBezTo>
                <a:cubicBezTo>
                  <a:pt x="142124" y="32158"/>
                  <a:pt x="141256" y="31438"/>
                  <a:pt x="140575" y="30569"/>
                </a:cubicBezTo>
                <a:lnTo>
                  <a:pt x="140575" y="42099"/>
                </a:lnTo>
                <a:lnTo>
                  <a:pt x="136583" y="42099"/>
                </a:lnTo>
                <a:moveTo>
                  <a:pt x="140198" y="21371"/>
                </a:moveTo>
                <a:cubicBezTo>
                  <a:pt x="140198" y="24399"/>
                  <a:pt x="140812" y="26636"/>
                  <a:pt x="142039" y="28083"/>
                </a:cubicBezTo>
                <a:cubicBezTo>
                  <a:pt x="143267" y="29531"/>
                  <a:pt x="144753" y="30254"/>
                  <a:pt x="146498" y="30254"/>
                </a:cubicBezTo>
                <a:cubicBezTo>
                  <a:pt x="148272" y="30254"/>
                  <a:pt x="149791" y="29505"/>
                  <a:pt x="151056" y="28006"/>
                </a:cubicBezTo>
                <a:cubicBezTo>
                  <a:pt x="152320" y="26507"/>
                  <a:pt x="152952" y="24184"/>
                  <a:pt x="152952" y="21038"/>
                </a:cubicBezTo>
                <a:cubicBezTo>
                  <a:pt x="152952" y="18040"/>
                  <a:pt x="152335" y="15795"/>
                  <a:pt x="151100" y="14304"/>
                </a:cubicBezTo>
                <a:cubicBezTo>
                  <a:pt x="149865" y="12812"/>
                  <a:pt x="148390" y="12066"/>
                  <a:pt x="146675" y="12066"/>
                </a:cubicBezTo>
                <a:cubicBezTo>
                  <a:pt x="144975" y="12066"/>
                  <a:pt x="143470" y="12860"/>
                  <a:pt x="142161" y="14448"/>
                </a:cubicBezTo>
                <a:cubicBezTo>
                  <a:pt x="140853" y="16036"/>
                  <a:pt x="140198" y="18343"/>
                  <a:pt x="140198" y="21371"/>
                </a:cubicBezTo>
                <a:close/>
                <a:moveTo>
                  <a:pt x="178101" y="25463"/>
                </a:moveTo>
                <a:lnTo>
                  <a:pt x="182227" y="25973"/>
                </a:lnTo>
                <a:cubicBezTo>
                  <a:pt x="181576" y="28384"/>
                  <a:pt x="180371" y="30254"/>
                  <a:pt x="178611" y="31585"/>
                </a:cubicBezTo>
                <a:cubicBezTo>
                  <a:pt x="176852" y="32916"/>
                  <a:pt x="174604" y="33581"/>
                  <a:pt x="171868" y="33581"/>
                </a:cubicBezTo>
                <a:cubicBezTo>
                  <a:pt x="168423" y="33581"/>
                  <a:pt x="165691" y="32520"/>
                  <a:pt x="163673" y="30398"/>
                </a:cubicBezTo>
                <a:cubicBezTo>
                  <a:pt x="161654" y="28276"/>
                  <a:pt x="160645" y="25301"/>
                  <a:pt x="160645" y="21471"/>
                </a:cubicBezTo>
                <a:cubicBezTo>
                  <a:pt x="160645" y="17508"/>
                  <a:pt x="161665" y="14432"/>
                  <a:pt x="163706" y="12244"/>
                </a:cubicBezTo>
                <a:cubicBezTo>
                  <a:pt x="165746" y="10055"/>
                  <a:pt x="168393" y="8961"/>
                  <a:pt x="171646" y="8961"/>
                </a:cubicBezTo>
                <a:cubicBezTo>
                  <a:pt x="174796" y="8961"/>
                  <a:pt x="177369" y="10031"/>
                  <a:pt x="179365" y="12172"/>
                </a:cubicBezTo>
                <a:cubicBezTo>
                  <a:pt x="181362" y="14313"/>
                  <a:pt x="182360" y="17324"/>
                  <a:pt x="182360" y="21207"/>
                </a:cubicBezTo>
                <a:cubicBezTo>
                  <a:pt x="182360" y="21443"/>
                  <a:pt x="182352" y="21797"/>
                  <a:pt x="182338" y="22269"/>
                </a:cubicBezTo>
                <a:lnTo>
                  <a:pt x="164771" y="22269"/>
                </a:lnTo>
                <a:cubicBezTo>
                  <a:pt x="164918" y="24850"/>
                  <a:pt x="165650" y="26825"/>
                  <a:pt x="166966" y="28197"/>
                </a:cubicBezTo>
                <a:cubicBezTo>
                  <a:pt x="168282" y="29568"/>
                  <a:pt x="169924" y="30254"/>
                  <a:pt x="171890" y="30254"/>
                </a:cubicBezTo>
                <a:cubicBezTo>
                  <a:pt x="173354" y="30254"/>
                  <a:pt x="174604" y="29873"/>
                  <a:pt x="175639" y="29112"/>
                </a:cubicBezTo>
                <a:cubicBezTo>
                  <a:pt x="176674" y="28350"/>
                  <a:pt x="177495" y="27134"/>
                  <a:pt x="178101" y="25463"/>
                </a:cubicBezTo>
                <a:moveTo>
                  <a:pt x="164992" y="18942"/>
                </a:moveTo>
                <a:lnTo>
                  <a:pt x="178145" y="18942"/>
                </a:lnTo>
                <a:cubicBezTo>
                  <a:pt x="177968" y="16993"/>
                  <a:pt x="177465" y="15531"/>
                  <a:pt x="176637" y="14557"/>
                </a:cubicBezTo>
                <a:cubicBezTo>
                  <a:pt x="175365" y="13044"/>
                  <a:pt x="173717" y="12288"/>
                  <a:pt x="171691" y="12288"/>
                </a:cubicBezTo>
                <a:cubicBezTo>
                  <a:pt x="169857" y="12288"/>
                  <a:pt x="168316" y="12892"/>
                  <a:pt x="167066" y="14099"/>
                </a:cubicBezTo>
                <a:cubicBezTo>
                  <a:pt x="165817" y="15306"/>
                  <a:pt x="165125" y="16920"/>
                  <a:pt x="164992" y="18942"/>
                </a:cubicBezTo>
                <a:close/>
                <a:moveTo>
                  <a:pt x="187324" y="33049"/>
                </a:moveTo>
                <a:lnTo>
                  <a:pt x="187324" y="9493"/>
                </a:lnTo>
                <a:lnTo>
                  <a:pt x="190918" y="9493"/>
                </a:lnTo>
                <a:lnTo>
                  <a:pt x="190918" y="13042"/>
                </a:lnTo>
                <a:cubicBezTo>
                  <a:pt x="191834" y="11380"/>
                  <a:pt x="192681" y="10285"/>
                  <a:pt x="193457" y="9755"/>
                </a:cubicBezTo>
                <a:cubicBezTo>
                  <a:pt x="194234" y="9226"/>
                  <a:pt x="195088" y="8961"/>
                  <a:pt x="196019" y="8961"/>
                </a:cubicBezTo>
                <a:cubicBezTo>
                  <a:pt x="197365" y="8961"/>
                  <a:pt x="198732" y="9388"/>
                  <a:pt x="200122" y="10242"/>
                </a:cubicBezTo>
                <a:lnTo>
                  <a:pt x="198747" y="13929"/>
                </a:lnTo>
                <a:cubicBezTo>
                  <a:pt x="197771" y="13353"/>
                  <a:pt x="196795" y="13064"/>
                  <a:pt x="195819" y="13064"/>
                </a:cubicBezTo>
                <a:cubicBezTo>
                  <a:pt x="194947" y="13064"/>
                  <a:pt x="194163" y="13327"/>
                  <a:pt x="193468" y="13853"/>
                </a:cubicBezTo>
                <a:cubicBezTo>
                  <a:pt x="192773" y="14379"/>
                  <a:pt x="192278" y="15107"/>
                  <a:pt x="191982" y="16040"/>
                </a:cubicBezTo>
                <a:cubicBezTo>
                  <a:pt x="191539" y="17461"/>
                  <a:pt x="191317" y="19015"/>
                  <a:pt x="191317" y="20703"/>
                </a:cubicBezTo>
                <a:lnTo>
                  <a:pt x="191317" y="33049"/>
                </a:lnTo>
                <a:lnTo>
                  <a:pt x="187324" y="33049"/>
                </a:lnTo>
                <a:close/>
                <a:moveTo>
                  <a:pt x="201171" y="25996"/>
                </a:moveTo>
                <a:lnTo>
                  <a:pt x="205119" y="25375"/>
                </a:lnTo>
                <a:cubicBezTo>
                  <a:pt x="205341" y="26950"/>
                  <a:pt x="205958" y="28157"/>
                  <a:pt x="206971" y="28996"/>
                </a:cubicBezTo>
                <a:cubicBezTo>
                  <a:pt x="207984" y="29835"/>
                  <a:pt x="209400" y="30254"/>
                  <a:pt x="211219" y="30254"/>
                </a:cubicBezTo>
                <a:cubicBezTo>
                  <a:pt x="213052" y="30254"/>
                  <a:pt x="214413" y="29884"/>
                  <a:pt x="215300" y="29143"/>
                </a:cubicBezTo>
                <a:cubicBezTo>
                  <a:pt x="216187" y="28402"/>
                  <a:pt x="216631" y="27533"/>
                  <a:pt x="216631" y="26536"/>
                </a:cubicBezTo>
                <a:cubicBezTo>
                  <a:pt x="216631" y="25640"/>
                  <a:pt x="216239" y="24936"/>
                  <a:pt x="215455" y="24423"/>
                </a:cubicBezTo>
                <a:cubicBezTo>
                  <a:pt x="214908" y="24071"/>
                  <a:pt x="213548" y="23623"/>
                  <a:pt x="211374" y="23080"/>
                </a:cubicBezTo>
                <a:cubicBezTo>
                  <a:pt x="208446" y="22340"/>
                  <a:pt x="206417" y="21700"/>
                  <a:pt x="205286" y="21160"/>
                </a:cubicBezTo>
                <a:cubicBezTo>
                  <a:pt x="204154" y="20620"/>
                  <a:pt x="203297" y="19873"/>
                  <a:pt x="202713" y="18918"/>
                </a:cubicBezTo>
                <a:cubicBezTo>
                  <a:pt x="202129" y="17963"/>
                  <a:pt x="201836" y="16909"/>
                  <a:pt x="201836" y="15754"/>
                </a:cubicBezTo>
                <a:cubicBezTo>
                  <a:pt x="201836" y="14704"/>
                  <a:pt x="202077" y="13730"/>
                  <a:pt x="202557" y="12835"/>
                </a:cubicBezTo>
                <a:cubicBezTo>
                  <a:pt x="203038" y="11939"/>
                  <a:pt x="203692" y="11196"/>
                  <a:pt x="204520" y="10604"/>
                </a:cubicBezTo>
                <a:cubicBezTo>
                  <a:pt x="205141" y="10145"/>
                  <a:pt x="205988" y="9756"/>
                  <a:pt x="207060" y="9438"/>
                </a:cubicBezTo>
                <a:cubicBezTo>
                  <a:pt x="208132" y="9120"/>
                  <a:pt x="209282" y="8961"/>
                  <a:pt x="210509" y="8961"/>
                </a:cubicBezTo>
                <a:cubicBezTo>
                  <a:pt x="212357" y="8961"/>
                  <a:pt x="213980" y="9229"/>
                  <a:pt x="215378" y="9765"/>
                </a:cubicBezTo>
                <a:cubicBezTo>
                  <a:pt x="216775" y="10301"/>
                  <a:pt x="217806" y="11026"/>
                  <a:pt x="218472" y="11942"/>
                </a:cubicBezTo>
                <a:cubicBezTo>
                  <a:pt x="219137" y="12858"/>
                  <a:pt x="219596" y="14082"/>
                  <a:pt x="219847" y="15615"/>
                </a:cubicBezTo>
                <a:lnTo>
                  <a:pt x="215943" y="16147"/>
                </a:lnTo>
                <a:cubicBezTo>
                  <a:pt x="215766" y="14935"/>
                  <a:pt x="215252" y="13989"/>
                  <a:pt x="214402" y="13308"/>
                </a:cubicBezTo>
                <a:cubicBezTo>
                  <a:pt x="213551" y="12628"/>
                  <a:pt x="212350" y="12288"/>
                  <a:pt x="210797" y="12288"/>
                </a:cubicBezTo>
                <a:cubicBezTo>
                  <a:pt x="208964" y="12288"/>
                  <a:pt x="207655" y="12590"/>
                  <a:pt x="206871" y="13193"/>
                </a:cubicBezTo>
                <a:cubicBezTo>
                  <a:pt x="206088" y="13796"/>
                  <a:pt x="205696" y="14503"/>
                  <a:pt x="205696" y="15312"/>
                </a:cubicBezTo>
                <a:cubicBezTo>
                  <a:pt x="205696" y="15827"/>
                  <a:pt x="205859" y="16290"/>
                  <a:pt x="206184" y="16703"/>
                </a:cubicBezTo>
                <a:cubicBezTo>
                  <a:pt x="206509" y="17129"/>
                  <a:pt x="207019" y="17482"/>
                  <a:pt x="207714" y="17762"/>
                </a:cubicBezTo>
                <a:cubicBezTo>
                  <a:pt x="208114" y="17909"/>
                  <a:pt x="209289" y="18248"/>
                  <a:pt x="211241" y="18777"/>
                </a:cubicBezTo>
                <a:cubicBezTo>
                  <a:pt x="214065" y="19531"/>
                  <a:pt x="216036" y="20148"/>
                  <a:pt x="217152" y="20628"/>
                </a:cubicBezTo>
                <a:cubicBezTo>
                  <a:pt x="218269" y="21108"/>
                  <a:pt x="219145" y="21806"/>
                  <a:pt x="219780" y="22723"/>
                </a:cubicBezTo>
                <a:cubicBezTo>
                  <a:pt x="220416" y="23638"/>
                  <a:pt x="220734" y="24776"/>
                  <a:pt x="220734" y="26135"/>
                </a:cubicBezTo>
                <a:cubicBezTo>
                  <a:pt x="220734" y="27465"/>
                  <a:pt x="220346" y="28717"/>
                  <a:pt x="219570" y="29892"/>
                </a:cubicBezTo>
                <a:cubicBezTo>
                  <a:pt x="218793" y="31066"/>
                  <a:pt x="217673" y="31974"/>
                  <a:pt x="216209" y="32617"/>
                </a:cubicBezTo>
                <a:cubicBezTo>
                  <a:pt x="214746" y="33260"/>
                  <a:pt x="213089" y="33581"/>
                  <a:pt x="211241" y="33581"/>
                </a:cubicBezTo>
                <a:cubicBezTo>
                  <a:pt x="208180" y="33581"/>
                  <a:pt x="205847" y="32944"/>
                  <a:pt x="204243" y="31668"/>
                </a:cubicBezTo>
                <a:cubicBezTo>
                  <a:pt x="202639" y="30393"/>
                  <a:pt x="201615" y="28502"/>
                  <a:pt x="201171" y="25996"/>
                </a:cubicBezTo>
                <a:close/>
                <a:moveTo>
                  <a:pt x="222486" y="33581"/>
                </a:moveTo>
                <a:lnTo>
                  <a:pt x="231913" y="0"/>
                </a:lnTo>
                <a:lnTo>
                  <a:pt x="235107" y="0"/>
                </a:lnTo>
                <a:lnTo>
                  <a:pt x="225702" y="33581"/>
                </a:lnTo>
                <a:lnTo>
                  <a:pt x="222486" y="33581"/>
                </a:lnTo>
                <a:close/>
                <a:moveTo>
                  <a:pt x="253480" y="30141"/>
                </a:moveTo>
                <a:cubicBezTo>
                  <a:pt x="252001" y="31398"/>
                  <a:pt x="250578" y="32286"/>
                  <a:pt x="249210" y="32804"/>
                </a:cubicBezTo>
                <a:cubicBezTo>
                  <a:pt x="247843" y="33322"/>
                  <a:pt x="246375" y="33581"/>
                  <a:pt x="244808" y="33581"/>
                </a:cubicBezTo>
                <a:cubicBezTo>
                  <a:pt x="242220" y="33581"/>
                  <a:pt x="240231" y="32949"/>
                  <a:pt x="238841" y="31683"/>
                </a:cubicBezTo>
                <a:cubicBezTo>
                  <a:pt x="237451" y="30418"/>
                  <a:pt x="236756" y="28802"/>
                  <a:pt x="236756" y="26834"/>
                </a:cubicBezTo>
                <a:cubicBezTo>
                  <a:pt x="236756" y="25680"/>
                  <a:pt x="237018" y="24626"/>
                  <a:pt x="237543" y="23671"/>
                </a:cubicBezTo>
                <a:cubicBezTo>
                  <a:pt x="238068" y="22717"/>
                  <a:pt x="238756" y="21951"/>
                  <a:pt x="239606" y="21374"/>
                </a:cubicBezTo>
                <a:cubicBezTo>
                  <a:pt x="240456" y="20797"/>
                  <a:pt x="241414" y="20360"/>
                  <a:pt x="242479" y="20064"/>
                </a:cubicBezTo>
                <a:cubicBezTo>
                  <a:pt x="243262" y="19857"/>
                  <a:pt x="244445" y="19657"/>
                  <a:pt x="246027" y="19465"/>
                </a:cubicBezTo>
                <a:cubicBezTo>
                  <a:pt x="249251" y="19083"/>
                  <a:pt x="251624" y="18628"/>
                  <a:pt x="253147" y="18099"/>
                </a:cubicBezTo>
                <a:cubicBezTo>
                  <a:pt x="253162" y="17554"/>
                  <a:pt x="253170" y="17208"/>
                  <a:pt x="253170" y="17061"/>
                </a:cubicBezTo>
                <a:cubicBezTo>
                  <a:pt x="253170" y="15440"/>
                  <a:pt x="252793" y="14299"/>
                  <a:pt x="252038" y="13636"/>
                </a:cubicBezTo>
                <a:cubicBezTo>
                  <a:pt x="251018" y="12737"/>
                  <a:pt x="249502" y="12288"/>
                  <a:pt x="247491" y="12288"/>
                </a:cubicBezTo>
                <a:cubicBezTo>
                  <a:pt x="245613" y="12288"/>
                  <a:pt x="244227" y="12617"/>
                  <a:pt x="243333" y="13275"/>
                </a:cubicBezTo>
                <a:cubicBezTo>
                  <a:pt x="242438" y="13933"/>
                  <a:pt x="241776" y="15098"/>
                  <a:pt x="241347" y="16768"/>
                </a:cubicBezTo>
                <a:lnTo>
                  <a:pt x="237444" y="16236"/>
                </a:lnTo>
                <a:cubicBezTo>
                  <a:pt x="237798" y="14560"/>
                  <a:pt x="238383" y="13207"/>
                  <a:pt x="239196" y="12176"/>
                </a:cubicBezTo>
                <a:cubicBezTo>
                  <a:pt x="240009" y="11145"/>
                  <a:pt x="241185" y="10351"/>
                  <a:pt x="242723" y="9795"/>
                </a:cubicBezTo>
                <a:cubicBezTo>
                  <a:pt x="244260" y="9239"/>
                  <a:pt x="246042" y="8961"/>
                  <a:pt x="248068" y="8961"/>
                </a:cubicBezTo>
                <a:cubicBezTo>
                  <a:pt x="250079" y="8961"/>
                  <a:pt x="251713" y="9198"/>
                  <a:pt x="252970" y="9671"/>
                </a:cubicBezTo>
                <a:cubicBezTo>
                  <a:pt x="254227" y="10144"/>
                  <a:pt x="255151" y="10739"/>
                  <a:pt x="255743" y="11456"/>
                </a:cubicBezTo>
                <a:cubicBezTo>
                  <a:pt x="256334" y="12173"/>
                  <a:pt x="256748" y="13079"/>
                  <a:pt x="256985" y="14173"/>
                </a:cubicBezTo>
                <a:cubicBezTo>
                  <a:pt x="257118" y="14854"/>
                  <a:pt x="257184" y="16081"/>
                  <a:pt x="257184" y="17855"/>
                </a:cubicBezTo>
                <a:lnTo>
                  <a:pt x="257184" y="23179"/>
                </a:lnTo>
                <a:cubicBezTo>
                  <a:pt x="257184" y="26890"/>
                  <a:pt x="257269" y="29238"/>
                  <a:pt x="257439" y="30221"/>
                </a:cubicBezTo>
                <a:cubicBezTo>
                  <a:pt x="257609" y="31204"/>
                  <a:pt x="257946" y="32147"/>
                  <a:pt x="258449" y="33049"/>
                </a:cubicBezTo>
                <a:lnTo>
                  <a:pt x="254279" y="33049"/>
                </a:lnTo>
                <a:cubicBezTo>
                  <a:pt x="253865" y="32220"/>
                  <a:pt x="253598" y="31250"/>
                  <a:pt x="253480" y="30141"/>
                </a:cubicBezTo>
                <a:moveTo>
                  <a:pt x="253147" y="21205"/>
                </a:moveTo>
                <a:cubicBezTo>
                  <a:pt x="251698" y="21801"/>
                  <a:pt x="249525" y="22308"/>
                  <a:pt x="246626" y="22725"/>
                </a:cubicBezTo>
                <a:cubicBezTo>
                  <a:pt x="244985" y="22963"/>
                  <a:pt x="243824" y="23230"/>
                  <a:pt x="243144" y="23527"/>
                </a:cubicBezTo>
                <a:cubicBezTo>
                  <a:pt x="242464" y="23824"/>
                  <a:pt x="241939" y="24258"/>
                  <a:pt x="241569" y="24830"/>
                </a:cubicBezTo>
                <a:cubicBezTo>
                  <a:pt x="241200" y="25402"/>
                  <a:pt x="241015" y="26037"/>
                  <a:pt x="241015" y="26734"/>
                </a:cubicBezTo>
                <a:cubicBezTo>
                  <a:pt x="241015" y="27803"/>
                  <a:pt x="241418" y="28694"/>
                  <a:pt x="242224" y="29407"/>
                </a:cubicBezTo>
                <a:cubicBezTo>
                  <a:pt x="243029" y="30120"/>
                  <a:pt x="244209" y="30476"/>
                  <a:pt x="245761" y="30476"/>
                </a:cubicBezTo>
                <a:cubicBezTo>
                  <a:pt x="247299" y="30476"/>
                  <a:pt x="248667" y="30138"/>
                  <a:pt x="249865" y="29462"/>
                </a:cubicBezTo>
                <a:cubicBezTo>
                  <a:pt x="251062" y="28786"/>
                  <a:pt x="251942" y="27861"/>
                  <a:pt x="252504" y="26687"/>
                </a:cubicBezTo>
                <a:cubicBezTo>
                  <a:pt x="252933" y="25781"/>
                  <a:pt x="253147" y="24443"/>
                  <a:pt x="253147" y="22675"/>
                </a:cubicBezTo>
                <a:lnTo>
                  <a:pt x="253147" y="21205"/>
                </a:lnTo>
                <a:close/>
                <a:moveTo>
                  <a:pt x="263594" y="42099"/>
                </a:moveTo>
                <a:lnTo>
                  <a:pt x="263594" y="9493"/>
                </a:lnTo>
                <a:lnTo>
                  <a:pt x="267232" y="9493"/>
                </a:lnTo>
                <a:lnTo>
                  <a:pt x="267232" y="12532"/>
                </a:lnTo>
                <a:cubicBezTo>
                  <a:pt x="268089" y="11342"/>
                  <a:pt x="269058" y="10449"/>
                  <a:pt x="270137" y="9854"/>
                </a:cubicBezTo>
                <a:cubicBezTo>
                  <a:pt x="271217" y="9259"/>
                  <a:pt x="272525" y="8961"/>
                  <a:pt x="274063" y="8961"/>
                </a:cubicBezTo>
                <a:cubicBezTo>
                  <a:pt x="276074" y="8961"/>
                  <a:pt x="277849" y="9478"/>
                  <a:pt x="279386" y="10514"/>
                </a:cubicBezTo>
                <a:cubicBezTo>
                  <a:pt x="280924" y="11549"/>
                  <a:pt x="282085" y="13009"/>
                  <a:pt x="282869" y="14894"/>
                </a:cubicBezTo>
                <a:cubicBezTo>
                  <a:pt x="283652" y="16780"/>
                  <a:pt x="284044" y="18846"/>
                  <a:pt x="284044" y="21094"/>
                </a:cubicBezTo>
                <a:cubicBezTo>
                  <a:pt x="284044" y="23504"/>
                  <a:pt x="283612" y="25674"/>
                  <a:pt x="282747" y="27604"/>
                </a:cubicBezTo>
                <a:cubicBezTo>
                  <a:pt x="281882" y="29533"/>
                  <a:pt x="280625" y="31012"/>
                  <a:pt x="278976" y="32040"/>
                </a:cubicBezTo>
                <a:cubicBezTo>
                  <a:pt x="277327" y="33067"/>
                  <a:pt x="275594" y="33581"/>
                  <a:pt x="273775" y="33581"/>
                </a:cubicBezTo>
                <a:cubicBezTo>
                  <a:pt x="272444" y="33581"/>
                  <a:pt x="271250" y="33297"/>
                  <a:pt x="270193" y="32727"/>
                </a:cubicBezTo>
                <a:cubicBezTo>
                  <a:pt x="269135" y="32158"/>
                  <a:pt x="268267" y="31438"/>
                  <a:pt x="267586" y="30569"/>
                </a:cubicBezTo>
                <a:lnTo>
                  <a:pt x="267586" y="42099"/>
                </a:lnTo>
                <a:lnTo>
                  <a:pt x="263594" y="42099"/>
                </a:lnTo>
                <a:moveTo>
                  <a:pt x="267209" y="21371"/>
                </a:moveTo>
                <a:cubicBezTo>
                  <a:pt x="267209" y="24399"/>
                  <a:pt x="267823" y="26636"/>
                  <a:pt x="269050" y="28083"/>
                </a:cubicBezTo>
                <a:cubicBezTo>
                  <a:pt x="270278" y="29531"/>
                  <a:pt x="271764" y="30254"/>
                  <a:pt x="273509" y="30254"/>
                </a:cubicBezTo>
                <a:cubicBezTo>
                  <a:pt x="275283" y="30254"/>
                  <a:pt x="276802" y="29505"/>
                  <a:pt x="278067" y="28006"/>
                </a:cubicBezTo>
                <a:cubicBezTo>
                  <a:pt x="279331" y="26507"/>
                  <a:pt x="279963" y="24184"/>
                  <a:pt x="279963" y="21038"/>
                </a:cubicBezTo>
                <a:cubicBezTo>
                  <a:pt x="279963" y="18040"/>
                  <a:pt x="279346" y="15795"/>
                  <a:pt x="278111" y="14304"/>
                </a:cubicBezTo>
                <a:cubicBezTo>
                  <a:pt x="276876" y="12812"/>
                  <a:pt x="275401" y="12066"/>
                  <a:pt x="273686" y="12066"/>
                </a:cubicBezTo>
                <a:cubicBezTo>
                  <a:pt x="271986" y="12066"/>
                  <a:pt x="270481" y="12860"/>
                  <a:pt x="269172" y="14448"/>
                </a:cubicBezTo>
                <a:cubicBezTo>
                  <a:pt x="267864" y="16036"/>
                  <a:pt x="267209" y="18343"/>
                  <a:pt x="267209" y="21371"/>
                </a:cubicBezTo>
                <a:close/>
                <a:moveTo>
                  <a:pt x="289009" y="5146"/>
                </a:moveTo>
                <a:lnTo>
                  <a:pt x="289009" y="532"/>
                </a:lnTo>
                <a:lnTo>
                  <a:pt x="293001" y="532"/>
                </a:lnTo>
                <a:lnTo>
                  <a:pt x="293001" y="5146"/>
                </a:lnTo>
                <a:lnTo>
                  <a:pt x="289009" y="5146"/>
                </a:lnTo>
                <a:moveTo>
                  <a:pt x="289009" y="33049"/>
                </a:moveTo>
                <a:lnTo>
                  <a:pt x="289009" y="9493"/>
                </a:lnTo>
                <a:lnTo>
                  <a:pt x="293001" y="9493"/>
                </a:lnTo>
                <a:lnTo>
                  <a:pt x="293001" y="33049"/>
                </a:lnTo>
                <a:lnTo>
                  <a:pt x="289009" y="33049"/>
                </a:lnTo>
                <a:close/>
                <a:moveTo>
                  <a:pt x="300974" y="33049"/>
                </a:moveTo>
                <a:lnTo>
                  <a:pt x="300974" y="28480"/>
                </a:lnTo>
                <a:lnTo>
                  <a:pt x="305521" y="28480"/>
                </a:lnTo>
                <a:lnTo>
                  <a:pt x="305521" y="33049"/>
                </a:lnTo>
                <a:lnTo>
                  <a:pt x="300974" y="33049"/>
                </a:lnTo>
                <a:close/>
                <a:moveTo>
                  <a:pt x="312472" y="33049"/>
                </a:moveTo>
                <a:lnTo>
                  <a:pt x="312472" y="9493"/>
                </a:lnTo>
                <a:lnTo>
                  <a:pt x="316043" y="9493"/>
                </a:lnTo>
                <a:lnTo>
                  <a:pt x="316043" y="12776"/>
                </a:lnTo>
                <a:cubicBezTo>
                  <a:pt x="316782" y="11629"/>
                  <a:pt x="317765" y="10706"/>
                  <a:pt x="318993" y="10008"/>
                </a:cubicBezTo>
                <a:cubicBezTo>
                  <a:pt x="320220" y="9310"/>
                  <a:pt x="321618" y="8961"/>
                  <a:pt x="323185" y="8961"/>
                </a:cubicBezTo>
                <a:cubicBezTo>
                  <a:pt x="324930" y="8961"/>
                  <a:pt x="326360" y="9321"/>
                  <a:pt x="327477" y="10042"/>
                </a:cubicBezTo>
                <a:cubicBezTo>
                  <a:pt x="328593" y="10763"/>
                  <a:pt x="329381" y="11770"/>
                  <a:pt x="329839" y="13064"/>
                </a:cubicBezTo>
                <a:cubicBezTo>
                  <a:pt x="331702" y="10329"/>
                  <a:pt x="334127" y="8961"/>
                  <a:pt x="337114" y="8961"/>
                </a:cubicBezTo>
                <a:cubicBezTo>
                  <a:pt x="339451" y="8961"/>
                  <a:pt x="341247" y="9608"/>
                  <a:pt x="342504" y="10902"/>
                </a:cubicBezTo>
                <a:cubicBezTo>
                  <a:pt x="343761" y="12196"/>
                  <a:pt x="344389" y="14188"/>
                  <a:pt x="344389" y="16879"/>
                </a:cubicBezTo>
                <a:lnTo>
                  <a:pt x="344389" y="33049"/>
                </a:lnTo>
                <a:lnTo>
                  <a:pt x="340419" y="33049"/>
                </a:lnTo>
                <a:lnTo>
                  <a:pt x="340419" y="18194"/>
                </a:lnTo>
                <a:cubicBezTo>
                  <a:pt x="340419" y="16595"/>
                  <a:pt x="340290" y="15445"/>
                  <a:pt x="340031" y="14742"/>
                </a:cubicBezTo>
                <a:cubicBezTo>
                  <a:pt x="339772" y="14038"/>
                  <a:pt x="339303" y="13472"/>
                  <a:pt x="338623" y="13043"/>
                </a:cubicBezTo>
                <a:cubicBezTo>
                  <a:pt x="337942" y="12614"/>
                  <a:pt x="337144" y="12399"/>
                  <a:pt x="336227" y="12399"/>
                </a:cubicBezTo>
                <a:cubicBezTo>
                  <a:pt x="334571" y="12399"/>
                  <a:pt x="333196" y="12950"/>
                  <a:pt x="332101" y="14053"/>
                </a:cubicBezTo>
                <a:cubicBezTo>
                  <a:pt x="331007" y="15156"/>
                  <a:pt x="330460" y="16921"/>
                  <a:pt x="330460" y="19349"/>
                </a:cubicBezTo>
                <a:lnTo>
                  <a:pt x="330460" y="33049"/>
                </a:lnTo>
                <a:lnTo>
                  <a:pt x="326468" y="33049"/>
                </a:lnTo>
                <a:lnTo>
                  <a:pt x="326468" y="17728"/>
                </a:lnTo>
                <a:cubicBezTo>
                  <a:pt x="326468" y="15951"/>
                  <a:pt x="326142" y="14619"/>
                  <a:pt x="325492" y="13731"/>
                </a:cubicBezTo>
                <a:cubicBezTo>
                  <a:pt x="324841" y="12843"/>
                  <a:pt x="323776" y="12399"/>
                  <a:pt x="322298" y="12399"/>
                </a:cubicBezTo>
                <a:cubicBezTo>
                  <a:pt x="321174" y="12399"/>
                  <a:pt x="320135" y="12695"/>
                  <a:pt x="319181" y="13288"/>
                </a:cubicBezTo>
                <a:cubicBezTo>
                  <a:pt x="318228" y="13879"/>
                  <a:pt x="317536" y="14745"/>
                  <a:pt x="317107" y="15885"/>
                </a:cubicBezTo>
                <a:cubicBezTo>
                  <a:pt x="316679" y="17025"/>
                  <a:pt x="316464" y="18668"/>
                  <a:pt x="316464" y="20814"/>
                </a:cubicBezTo>
                <a:lnTo>
                  <a:pt x="316464" y="33049"/>
                </a:lnTo>
                <a:lnTo>
                  <a:pt x="312472" y="33049"/>
                </a:lnTo>
                <a:close/>
                <a:moveTo>
                  <a:pt x="364185" y="33049"/>
                </a:moveTo>
                <a:lnTo>
                  <a:pt x="364185" y="30077"/>
                </a:lnTo>
                <a:cubicBezTo>
                  <a:pt x="362692" y="32413"/>
                  <a:pt x="360496" y="33581"/>
                  <a:pt x="357598" y="33581"/>
                </a:cubicBezTo>
                <a:cubicBezTo>
                  <a:pt x="355720" y="33581"/>
                  <a:pt x="353993" y="33064"/>
                  <a:pt x="352418" y="32029"/>
                </a:cubicBezTo>
                <a:cubicBezTo>
                  <a:pt x="350844" y="30994"/>
                  <a:pt x="349624" y="29548"/>
                  <a:pt x="348759" y="27692"/>
                </a:cubicBezTo>
                <a:cubicBezTo>
                  <a:pt x="347894" y="25837"/>
                  <a:pt x="347461" y="23704"/>
                  <a:pt x="347461" y="21293"/>
                </a:cubicBezTo>
                <a:cubicBezTo>
                  <a:pt x="347461" y="18942"/>
                  <a:pt x="347853" y="16809"/>
                  <a:pt x="348637" y="14894"/>
                </a:cubicBezTo>
                <a:cubicBezTo>
                  <a:pt x="349420" y="12979"/>
                  <a:pt x="350596" y="11512"/>
                  <a:pt x="352163" y="10491"/>
                </a:cubicBezTo>
                <a:cubicBezTo>
                  <a:pt x="353731" y="9471"/>
                  <a:pt x="355483" y="8961"/>
                  <a:pt x="357420" y="8961"/>
                </a:cubicBezTo>
                <a:cubicBezTo>
                  <a:pt x="358840" y="8961"/>
                  <a:pt x="360104" y="9260"/>
                  <a:pt x="361213" y="9859"/>
                </a:cubicBezTo>
                <a:cubicBezTo>
                  <a:pt x="362322" y="10458"/>
                  <a:pt x="363224" y="11238"/>
                  <a:pt x="363919" y="12199"/>
                </a:cubicBezTo>
                <a:lnTo>
                  <a:pt x="363919" y="532"/>
                </a:lnTo>
                <a:lnTo>
                  <a:pt x="367889" y="532"/>
                </a:lnTo>
                <a:lnTo>
                  <a:pt x="367889" y="33049"/>
                </a:lnTo>
                <a:lnTo>
                  <a:pt x="364185" y="33049"/>
                </a:lnTo>
                <a:moveTo>
                  <a:pt x="351565" y="21282"/>
                </a:moveTo>
                <a:cubicBezTo>
                  <a:pt x="351565" y="24288"/>
                  <a:pt x="352200" y="26534"/>
                  <a:pt x="353472" y="28022"/>
                </a:cubicBezTo>
                <a:cubicBezTo>
                  <a:pt x="354744" y="29510"/>
                  <a:pt x="356245" y="30254"/>
                  <a:pt x="357975" y="30254"/>
                </a:cubicBezTo>
                <a:cubicBezTo>
                  <a:pt x="359720" y="30254"/>
                  <a:pt x="361202" y="29544"/>
                  <a:pt x="362422" y="28122"/>
                </a:cubicBezTo>
                <a:cubicBezTo>
                  <a:pt x="363642" y="26700"/>
                  <a:pt x="364252" y="24531"/>
                  <a:pt x="364252" y="21614"/>
                </a:cubicBezTo>
                <a:cubicBezTo>
                  <a:pt x="364252" y="18402"/>
                  <a:pt x="363631" y="16045"/>
                  <a:pt x="362389" y="14542"/>
                </a:cubicBezTo>
                <a:cubicBezTo>
                  <a:pt x="361147" y="13039"/>
                  <a:pt x="359616" y="12288"/>
                  <a:pt x="357797" y="12288"/>
                </a:cubicBezTo>
                <a:cubicBezTo>
                  <a:pt x="356023" y="12288"/>
                  <a:pt x="354540" y="13010"/>
                  <a:pt x="353350" y="14454"/>
                </a:cubicBezTo>
                <a:cubicBezTo>
                  <a:pt x="352160" y="15898"/>
                  <a:pt x="351565" y="18174"/>
                  <a:pt x="351565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645E4-2F16-4B5D-9663-291B12F3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671917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3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Text samples/line/segments.md">
            <a:extLst xmlns:a="http://schemas.openxmlformats.org/drawingml/2006/main">
              <a:ext uri="{FF2B5EF4-FFF2-40B4-BE49-F238E27FC236}">
                <a16:creationId xmlns:a16="http://schemas.microsoft.com/office/drawing/2014/main" id="{5E38622D-2935-48BE-9FFB-74ECE741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303" y="1677652"/>
            <a:ext cx="532395" cy="42631"/>
          </a:xfrm>
          <a:custGeom xmlns:a="http://schemas.openxmlformats.org/drawingml/2006/main">
            <a:pathLst>
              <a:path w="532395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39681" y="30141"/>
                </a:moveTo>
                <a:cubicBezTo>
                  <a:pt x="38202" y="31398"/>
                  <a:pt x="36779" y="32286"/>
                  <a:pt x="35411" y="32804"/>
                </a:cubicBezTo>
                <a:cubicBezTo>
                  <a:pt x="34043" y="33322"/>
                  <a:pt x="32575" y="33581"/>
                  <a:pt x="31008" y="33581"/>
                </a:cubicBezTo>
                <a:cubicBezTo>
                  <a:pt x="28420" y="33581"/>
                  <a:pt x="26431" y="32949"/>
                  <a:pt x="25042" y="31683"/>
                </a:cubicBezTo>
                <a:cubicBezTo>
                  <a:pt x="23652" y="30418"/>
                  <a:pt x="22957" y="28802"/>
                  <a:pt x="22957" y="26834"/>
                </a:cubicBezTo>
                <a:cubicBezTo>
                  <a:pt x="22957" y="25680"/>
                  <a:pt x="23219" y="24626"/>
                  <a:pt x="23744" y="23671"/>
                </a:cubicBezTo>
                <a:cubicBezTo>
                  <a:pt x="24269" y="22717"/>
                  <a:pt x="24956" y="21951"/>
                  <a:pt x="25807" y="21374"/>
                </a:cubicBezTo>
                <a:cubicBezTo>
                  <a:pt x="26657" y="20797"/>
                  <a:pt x="27614" y="20360"/>
                  <a:pt x="28679" y="20064"/>
                </a:cubicBezTo>
                <a:cubicBezTo>
                  <a:pt x="29463" y="19857"/>
                  <a:pt x="30646" y="19657"/>
                  <a:pt x="32228" y="19465"/>
                </a:cubicBezTo>
                <a:cubicBezTo>
                  <a:pt x="35452" y="19083"/>
                  <a:pt x="37825" y="18628"/>
                  <a:pt x="39348" y="18099"/>
                </a:cubicBezTo>
                <a:cubicBezTo>
                  <a:pt x="39363" y="17554"/>
                  <a:pt x="39370" y="17208"/>
                  <a:pt x="39370" y="17061"/>
                </a:cubicBezTo>
                <a:cubicBezTo>
                  <a:pt x="39370" y="15440"/>
                  <a:pt x="38993" y="14299"/>
                  <a:pt x="38239" y="13636"/>
                </a:cubicBezTo>
                <a:cubicBezTo>
                  <a:pt x="37219" y="12737"/>
                  <a:pt x="35703" y="12288"/>
                  <a:pt x="33692" y="12288"/>
                </a:cubicBezTo>
                <a:cubicBezTo>
                  <a:pt x="31814" y="12288"/>
                  <a:pt x="30428" y="12617"/>
                  <a:pt x="29533" y="13275"/>
                </a:cubicBezTo>
                <a:cubicBezTo>
                  <a:pt x="28638" y="13933"/>
                  <a:pt x="27977" y="15098"/>
                  <a:pt x="27548" y="16768"/>
                </a:cubicBezTo>
                <a:lnTo>
                  <a:pt x="23644" y="16236"/>
                </a:lnTo>
                <a:cubicBezTo>
                  <a:pt x="23999" y="14560"/>
                  <a:pt x="24583" y="13207"/>
                  <a:pt x="25396" y="12176"/>
                </a:cubicBezTo>
                <a:cubicBezTo>
                  <a:pt x="26210" y="11145"/>
                  <a:pt x="27385" y="10351"/>
                  <a:pt x="28923" y="9795"/>
                </a:cubicBezTo>
                <a:cubicBezTo>
                  <a:pt x="30461" y="9239"/>
                  <a:pt x="32243" y="8961"/>
                  <a:pt x="34269" y="8961"/>
                </a:cubicBezTo>
                <a:cubicBezTo>
                  <a:pt x="36280" y="8961"/>
                  <a:pt x="37914" y="9198"/>
                  <a:pt x="39170" y="9671"/>
                </a:cubicBezTo>
                <a:cubicBezTo>
                  <a:pt x="40427" y="10144"/>
                  <a:pt x="41352" y="10739"/>
                  <a:pt x="41943" y="11456"/>
                </a:cubicBezTo>
                <a:cubicBezTo>
                  <a:pt x="42535" y="12173"/>
                  <a:pt x="42949" y="13079"/>
                  <a:pt x="43185" y="14173"/>
                </a:cubicBezTo>
                <a:cubicBezTo>
                  <a:pt x="43318" y="14854"/>
                  <a:pt x="43385" y="16081"/>
                  <a:pt x="43385" y="17855"/>
                </a:cubicBezTo>
                <a:lnTo>
                  <a:pt x="43385" y="23179"/>
                </a:lnTo>
                <a:cubicBezTo>
                  <a:pt x="43385" y="26890"/>
                  <a:pt x="43470" y="29238"/>
                  <a:pt x="43640" y="30221"/>
                </a:cubicBezTo>
                <a:cubicBezTo>
                  <a:pt x="43810" y="31204"/>
                  <a:pt x="44146" y="32147"/>
                  <a:pt x="44649" y="33049"/>
                </a:cubicBezTo>
                <a:lnTo>
                  <a:pt x="40479" y="33049"/>
                </a:lnTo>
                <a:cubicBezTo>
                  <a:pt x="40065" y="32220"/>
                  <a:pt x="39799" y="31250"/>
                  <a:pt x="39681" y="30141"/>
                </a:cubicBezTo>
                <a:moveTo>
                  <a:pt x="39348" y="21205"/>
                </a:moveTo>
                <a:cubicBezTo>
                  <a:pt x="37899" y="21801"/>
                  <a:pt x="35725" y="22308"/>
                  <a:pt x="32827" y="22725"/>
                </a:cubicBezTo>
                <a:cubicBezTo>
                  <a:pt x="31186" y="22963"/>
                  <a:pt x="30025" y="23230"/>
                  <a:pt x="29345" y="23527"/>
                </a:cubicBezTo>
                <a:cubicBezTo>
                  <a:pt x="28664" y="23824"/>
                  <a:pt x="28139" y="24258"/>
                  <a:pt x="27770" y="24830"/>
                </a:cubicBezTo>
                <a:cubicBezTo>
                  <a:pt x="27400" y="25402"/>
                  <a:pt x="27215" y="26037"/>
                  <a:pt x="27215" y="26734"/>
                </a:cubicBezTo>
                <a:cubicBezTo>
                  <a:pt x="27215" y="27803"/>
                  <a:pt x="27618" y="28694"/>
                  <a:pt x="28424" y="29407"/>
                </a:cubicBezTo>
                <a:cubicBezTo>
                  <a:pt x="29230" y="30120"/>
                  <a:pt x="30409" y="30476"/>
                  <a:pt x="31962" y="30476"/>
                </a:cubicBezTo>
                <a:cubicBezTo>
                  <a:pt x="33500" y="30476"/>
                  <a:pt x="34867" y="30138"/>
                  <a:pt x="36065" y="29462"/>
                </a:cubicBezTo>
                <a:cubicBezTo>
                  <a:pt x="37263" y="28786"/>
                  <a:pt x="38143" y="27861"/>
                  <a:pt x="38705" y="26687"/>
                </a:cubicBezTo>
                <a:cubicBezTo>
                  <a:pt x="39134" y="25781"/>
                  <a:pt x="39348" y="24443"/>
                  <a:pt x="39348" y="22675"/>
                </a:cubicBezTo>
                <a:lnTo>
                  <a:pt x="39348" y="21205"/>
                </a:lnTo>
                <a:close/>
                <a:moveTo>
                  <a:pt x="49702" y="33049"/>
                </a:moveTo>
                <a:lnTo>
                  <a:pt x="49702" y="9493"/>
                </a:lnTo>
                <a:lnTo>
                  <a:pt x="53273" y="9493"/>
                </a:lnTo>
                <a:lnTo>
                  <a:pt x="53273" y="12776"/>
                </a:lnTo>
                <a:cubicBezTo>
                  <a:pt x="54013" y="11629"/>
                  <a:pt x="54996" y="10706"/>
                  <a:pt x="56224" y="10008"/>
                </a:cubicBezTo>
                <a:cubicBezTo>
                  <a:pt x="57451" y="9310"/>
                  <a:pt x="58848" y="8961"/>
                  <a:pt x="60416" y="8961"/>
                </a:cubicBezTo>
                <a:cubicBezTo>
                  <a:pt x="62160" y="8961"/>
                  <a:pt x="63591" y="9321"/>
                  <a:pt x="64708" y="10042"/>
                </a:cubicBezTo>
                <a:cubicBezTo>
                  <a:pt x="65824" y="10763"/>
                  <a:pt x="66611" y="11770"/>
                  <a:pt x="67070" y="13064"/>
                </a:cubicBezTo>
                <a:cubicBezTo>
                  <a:pt x="68933" y="10329"/>
                  <a:pt x="71358" y="8961"/>
                  <a:pt x="74345" y="8961"/>
                </a:cubicBezTo>
                <a:cubicBezTo>
                  <a:pt x="76681" y="8961"/>
                  <a:pt x="78478" y="9608"/>
                  <a:pt x="79735" y="10902"/>
                </a:cubicBezTo>
                <a:cubicBezTo>
                  <a:pt x="80992" y="12196"/>
                  <a:pt x="81620" y="14188"/>
                  <a:pt x="81620" y="16879"/>
                </a:cubicBezTo>
                <a:lnTo>
                  <a:pt x="81620" y="33049"/>
                </a:lnTo>
                <a:lnTo>
                  <a:pt x="77650" y="33049"/>
                </a:lnTo>
                <a:lnTo>
                  <a:pt x="77650" y="18194"/>
                </a:lnTo>
                <a:cubicBezTo>
                  <a:pt x="77650" y="16595"/>
                  <a:pt x="77520" y="15445"/>
                  <a:pt x="77262" y="14742"/>
                </a:cubicBezTo>
                <a:cubicBezTo>
                  <a:pt x="77003" y="14038"/>
                  <a:pt x="76533" y="13472"/>
                  <a:pt x="75853" y="13043"/>
                </a:cubicBezTo>
                <a:cubicBezTo>
                  <a:pt x="75173" y="12614"/>
                  <a:pt x="74375" y="12399"/>
                  <a:pt x="73458" y="12399"/>
                </a:cubicBezTo>
                <a:cubicBezTo>
                  <a:pt x="71802" y="12399"/>
                  <a:pt x="70426" y="12950"/>
                  <a:pt x="69332" y="14053"/>
                </a:cubicBezTo>
                <a:cubicBezTo>
                  <a:pt x="68238" y="15156"/>
                  <a:pt x="67691" y="16921"/>
                  <a:pt x="67691" y="19349"/>
                </a:cubicBezTo>
                <a:lnTo>
                  <a:pt x="67691" y="33049"/>
                </a:lnTo>
                <a:lnTo>
                  <a:pt x="63698" y="33049"/>
                </a:lnTo>
                <a:lnTo>
                  <a:pt x="63698" y="17728"/>
                </a:lnTo>
                <a:cubicBezTo>
                  <a:pt x="63698" y="15951"/>
                  <a:pt x="63373" y="14619"/>
                  <a:pt x="62722" y="13731"/>
                </a:cubicBezTo>
                <a:cubicBezTo>
                  <a:pt x="62072" y="12843"/>
                  <a:pt x="61007" y="12399"/>
                  <a:pt x="59528" y="12399"/>
                </a:cubicBezTo>
                <a:cubicBezTo>
                  <a:pt x="58405" y="12399"/>
                  <a:pt x="57366" y="12695"/>
                  <a:pt x="56412" y="13288"/>
                </a:cubicBezTo>
                <a:cubicBezTo>
                  <a:pt x="55458" y="13879"/>
                  <a:pt x="54767" y="14745"/>
                  <a:pt x="54338" y="15885"/>
                </a:cubicBezTo>
                <a:cubicBezTo>
                  <a:pt x="53909" y="17025"/>
                  <a:pt x="53695" y="18668"/>
                  <a:pt x="53695" y="20814"/>
                </a:cubicBezTo>
                <a:lnTo>
                  <a:pt x="53695" y="33049"/>
                </a:lnTo>
                <a:lnTo>
                  <a:pt x="49702" y="33049"/>
                </a:lnTo>
                <a:close/>
                <a:moveTo>
                  <a:pt x="86043" y="42099"/>
                </a:moveTo>
                <a:lnTo>
                  <a:pt x="86043" y="9493"/>
                </a:lnTo>
                <a:lnTo>
                  <a:pt x="89681" y="9493"/>
                </a:lnTo>
                <a:lnTo>
                  <a:pt x="89681" y="12532"/>
                </a:lnTo>
                <a:cubicBezTo>
                  <a:pt x="90538" y="11342"/>
                  <a:pt x="91507" y="10449"/>
                  <a:pt x="92586" y="9854"/>
                </a:cubicBezTo>
                <a:cubicBezTo>
                  <a:pt x="93666" y="9259"/>
                  <a:pt x="94974" y="8961"/>
                  <a:pt x="96512" y="8961"/>
                </a:cubicBezTo>
                <a:cubicBezTo>
                  <a:pt x="98523" y="8961"/>
                  <a:pt x="100298" y="9478"/>
                  <a:pt x="101836" y="10514"/>
                </a:cubicBezTo>
                <a:cubicBezTo>
                  <a:pt x="103373" y="11549"/>
                  <a:pt x="104534" y="13009"/>
                  <a:pt x="105318" y="14894"/>
                </a:cubicBezTo>
                <a:cubicBezTo>
                  <a:pt x="106102" y="16780"/>
                  <a:pt x="106493" y="18846"/>
                  <a:pt x="106493" y="21094"/>
                </a:cubicBezTo>
                <a:cubicBezTo>
                  <a:pt x="106493" y="23504"/>
                  <a:pt x="106061" y="25674"/>
                  <a:pt x="105196" y="27604"/>
                </a:cubicBezTo>
                <a:cubicBezTo>
                  <a:pt x="104331" y="29533"/>
                  <a:pt x="103074" y="31012"/>
                  <a:pt x="101425" y="32040"/>
                </a:cubicBezTo>
                <a:cubicBezTo>
                  <a:pt x="99776" y="33067"/>
                  <a:pt x="98043" y="33581"/>
                  <a:pt x="96224" y="33581"/>
                </a:cubicBezTo>
                <a:cubicBezTo>
                  <a:pt x="94893" y="33581"/>
                  <a:pt x="93699" y="33297"/>
                  <a:pt x="92642" y="32727"/>
                </a:cubicBezTo>
                <a:cubicBezTo>
                  <a:pt x="91584" y="32158"/>
                  <a:pt x="90716" y="31438"/>
                  <a:pt x="90035" y="30569"/>
                </a:cubicBezTo>
                <a:lnTo>
                  <a:pt x="90035" y="42099"/>
                </a:lnTo>
                <a:lnTo>
                  <a:pt x="86043" y="42099"/>
                </a:lnTo>
                <a:moveTo>
                  <a:pt x="89658" y="21371"/>
                </a:moveTo>
                <a:cubicBezTo>
                  <a:pt x="89658" y="24399"/>
                  <a:pt x="90272" y="26636"/>
                  <a:pt x="91499" y="28083"/>
                </a:cubicBezTo>
                <a:cubicBezTo>
                  <a:pt x="92727" y="29531"/>
                  <a:pt x="94213" y="30254"/>
                  <a:pt x="95958" y="30254"/>
                </a:cubicBezTo>
                <a:cubicBezTo>
                  <a:pt x="97732" y="30254"/>
                  <a:pt x="99251" y="29505"/>
                  <a:pt x="100516" y="28006"/>
                </a:cubicBezTo>
                <a:cubicBezTo>
                  <a:pt x="101780" y="26507"/>
                  <a:pt x="102412" y="24184"/>
                  <a:pt x="102412" y="21038"/>
                </a:cubicBezTo>
                <a:cubicBezTo>
                  <a:pt x="102412" y="18040"/>
                  <a:pt x="101795" y="15795"/>
                  <a:pt x="100560" y="14304"/>
                </a:cubicBezTo>
                <a:cubicBezTo>
                  <a:pt x="99325" y="12812"/>
                  <a:pt x="97850" y="12066"/>
                  <a:pt x="96135" y="12066"/>
                </a:cubicBezTo>
                <a:cubicBezTo>
                  <a:pt x="94435" y="12066"/>
                  <a:pt x="92930" y="12860"/>
                  <a:pt x="91621" y="14448"/>
                </a:cubicBezTo>
                <a:cubicBezTo>
                  <a:pt x="90313" y="16036"/>
                  <a:pt x="89658" y="18343"/>
                  <a:pt x="89658" y="21371"/>
                </a:cubicBezTo>
                <a:close/>
                <a:moveTo>
                  <a:pt x="111347" y="33049"/>
                </a:moveTo>
                <a:lnTo>
                  <a:pt x="111347" y="532"/>
                </a:lnTo>
                <a:lnTo>
                  <a:pt x="115340" y="532"/>
                </a:lnTo>
                <a:lnTo>
                  <a:pt x="115340" y="33049"/>
                </a:lnTo>
                <a:lnTo>
                  <a:pt x="111347" y="33049"/>
                </a:lnTo>
                <a:close/>
                <a:moveTo>
                  <a:pt x="138418" y="25463"/>
                </a:moveTo>
                <a:lnTo>
                  <a:pt x="142543" y="25973"/>
                </a:lnTo>
                <a:cubicBezTo>
                  <a:pt x="141893" y="28384"/>
                  <a:pt x="140687" y="30254"/>
                  <a:pt x="138928" y="31585"/>
                </a:cubicBezTo>
                <a:cubicBezTo>
                  <a:pt x="137168" y="32916"/>
                  <a:pt x="134920" y="33581"/>
                  <a:pt x="132185" y="33581"/>
                </a:cubicBezTo>
                <a:cubicBezTo>
                  <a:pt x="128740" y="33581"/>
                  <a:pt x="126008" y="32520"/>
                  <a:pt x="123989" y="30398"/>
                </a:cubicBezTo>
                <a:cubicBezTo>
                  <a:pt x="121971" y="28276"/>
                  <a:pt x="120962" y="25301"/>
                  <a:pt x="120962" y="21471"/>
                </a:cubicBezTo>
                <a:cubicBezTo>
                  <a:pt x="120962" y="17508"/>
                  <a:pt x="121982" y="14432"/>
                  <a:pt x="124022" y="12244"/>
                </a:cubicBezTo>
                <a:cubicBezTo>
                  <a:pt x="126063" y="10055"/>
                  <a:pt x="128710" y="8961"/>
                  <a:pt x="131963" y="8961"/>
                </a:cubicBezTo>
                <a:cubicBezTo>
                  <a:pt x="135113" y="8961"/>
                  <a:pt x="137686" y="10031"/>
                  <a:pt x="139682" y="12172"/>
                </a:cubicBezTo>
                <a:cubicBezTo>
                  <a:pt x="141678" y="14313"/>
                  <a:pt x="142676" y="17324"/>
                  <a:pt x="142676" y="21207"/>
                </a:cubicBezTo>
                <a:cubicBezTo>
                  <a:pt x="142676" y="21443"/>
                  <a:pt x="142669" y="21797"/>
                  <a:pt x="142654" y="22269"/>
                </a:cubicBezTo>
                <a:lnTo>
                  <a:pt x="125087" y="22269"/>
                </a:lnTo>
                <a:cubicBezTo>
                  <a:pt x="125235" y="24850"/>
                  <a:pt x="125967" y="26825"/>
                  <a:pt x="127283" y="28197"/>
                </a:cubicBezTo>
                <a:cubicBezTo>
                  <a:pt x="128599" y="29568"/>
                  <a:pt x="130240" y="30254"/>
                  <a:pt x="132207" y="30254"/>
                </a:cubicBezTo>
                <a:cubicBezTo>
                  <a:pt x="133671" y="30254"/>
                  <a:pt x="134920" y="29873"/>
                  <a:pt x="135956" y="29112"/>
                </a:cubicBezTo>
                <a:cubicBezTo>
                  <a:pt x="136991" y="28350"/>
                  <a:pt x="137811" y="27134"/>
                  <a:pt x="138418" y="25463"/>
                </a:cubicBezTo>
                <a:moveTo>
                  <a:pt x="125309" y="18942"/>
                </a:moveTo>
                <a:lnTo>
                  <a:pt x="138462" y="18942"/>
                </a:lnTo>
                <a:cubicBezTo>
                  <a:pt x="138285" y="16993"/>
                  <a:pt x="137782" y="15531"/>
                  <a:pt x="136954" y="14557"/>
                </a:cubicBezTo>
                <a:cubicBezTo>
                  <a:pt x="135682" y="13044"/>
                  <a:pt x="134033" y="12288"/>
                  <a:pt x="132007" y="12288"/>
                </a:cubicBezTo>
                <a:cubicBezTo>
                  <a:pt x="130174" y="12288"/>
                  <a:pt x="128632" y="12892"/>
                  <a:pt x="127383" y="14099"/>
                </a:cubicBezTo>
                <a:cubicBezTo>
                  <a:pt x="126133" y="15306"/>
                  <a:pt x="125442" y="16920"/>
                  <a:pt x="125309" y="18942"/>
                </a:cubicBezTo>
                <a:close/>
                <a:moveTo>
                  <a:pt x="146089" y="25996"/>
                </a:moveTo>
                <a:lnTo>
                  <a:pt x="150037" y="25375"/>
                </a:lnTo>
                <a:cubicBezTo>
                  <a:pt x="150259" y="26950"/>
                  <a:pt x="150876" y="28157"/>
                  <a:pt x="151889" y="28996"/>
                </a:cubicBezTo>
                <a:cubicBezTo>
                  <a:pt x="152902" y="29835"/>
                  <a:pt x="154318" y="30254"/>
                  <a:pt x="156137" y="30254"/>
                </a:cubicBezTo>
                <a:cubicBezTo>
                  <a:pt x="157970" y="30254"/>
                  <a:pt x="159331" y="29884"/>
                  <a:pt x="160218" y="29143"/>
                </a:cubicBezTo>
                <a:cubicBezTo>
                  <a:pt x="161105" y="28402"/>
                  <a:pt x="161549" y="27533"/>
                  <a:pt x="161549" y="26536"/>
                </a:cubicBezTo>
                <a:cubicBezTo>
                  <a:pt x="161549" y="25640"/>
                  <a:pt x="161157" y="24936"/>
                  <a:pt x="160373" y="24423"/>
                </a:cubicBezTo>
                <a:cubicBezTo>
                  <a:pt x="159826" y="24071"/>
                  <a:pt x="158466" y="23623"/>
                  <a:pt x="156292" y="23080"/>
                </a:cubicBezTo>
                <a:cubicBezTo>
                  <a:pt x="153364" y="22340"/>
                  <a:pt x="151335" y="21700"/>
                  <a:pt x="150203" y="21160"/>
                </a:cubicBezTo>
                <a:cubicBezTo>
                  <a:pt x="149072" y="20620"/>
                  <a:pt x="148214" y="19873"/>
                  <a:pt x="147630" y="18918"/>
                </a:cubicBezTo>
                <a:cubicBezTo>
                  <a:pt x="147046" y="17963"/>
                  <a:pt x="146754" y="16909"/>
                  <a:pt x="146754" y="15754"/>
                </a:cubicBezTo>
                <a:cubicBezTo>
                  <a:pt x="146754" y="14704"/>
                  <a:pt x="146995" y="13730"/>
                  <a:pt x="147475" y="12835"/>
                </a:cubicBezTo>
                <a:cubicBezTo>
                  <a:pt x="147956" y="11939"/>
                  <a:pt x="148610" y="11196"/>
                  <a:pt x="149438" y="10604"/>
                </a:cubicBezTo>
                <a:cubicBezTo>
                  <a:pt x="150059" y="10145"/>
                  <a:pt x="150906" y="9756"/>
                  <a:pt x="151978" y="9438"/>
                </a:cubicBezTo>
                <a:cubicBezTo>
                  <a:pt x="153050" y="9120"/>
                  <a:pt x="154200" y="8961"/>
                  <a:pt x="155427" y="8961"/>
                </a:cubicBezTo>
                <a:cubicBezTo>
                  <a:pt x="157275" y="8961"/>
                  <a:pt x="158898" y="9229"/>
                  <a:pt x="160295" y="9765"/>
                </a:cubicBezTo>
                <a:cubicBezTo>
                  <a:pt x="161693" y="10301"/>
                  <a:pt x="162724" y="11026"/>
                  <a:pt x="163390" y="11942"/>
                </a:cubicBezTo>
                <a:cubicBezTo>
                  <a:pt x="164055" y="12858"/>
                  <a:pt x="164513" y="14082"/>
                  <a:pt x="164765" y="15615"/>
                </a:cubicBezTo>
                <a:lnTo>
                  <a:pt x="160861" y="16147"/>
                </a:lnTo>
                <a:cubicBezTo>
                  <a:pt x="160684" y="14935"/>
                  <a:pt x="160170" y="13989"/>
                  <a:pt x="159320" y="13308"/>
                </a:cubicBezTo>
                <a:cubicBezTo>
                  <a:pt x="158469" y="12628"/>
                  <a:pt x="157268" y="12288"/>
                  <a:pt x="155715" y="12288"/>
                </a:cubicBezTo>
                <a:cubicBezTo>
                  <a:pt x="153882" y="12288"/>
                  <a:pt x="152573" y="12590"/>
                  <a:pt x="151789" y="13193"/>
                </a:cubicBezTo>
                <a:cubicBezTo>
                  <a:pt x="151006" y="13796"/>
                  <a:pt x="150614" y="14503"/>
                  <a:pt x="150614" y="15312"/>
                </a:cubicBezTo>
                <a:cubicBezTo>
                  <a:pt x="150614" y="15827"/>
                  <a:pt x="150776" y="16290"/>
                  <a:pt x="151102" y="16703"/>
                </a:cubicBezTo>
                <a:cubicBezTo>
                  <a:pt x="151427" y="17129"/>
                  <a:pt x="151937" y="17482"/>
                  <a:pt x="152632" y="17762"/>
                </a:cubicBezTo>
                <a:cubicBezTo>
                  <a:pt x="153031" y="17909"/>
                  <a:pt x="154207" y="18248"/>
                  <a:pt x="156159" y="18777"/>
                </a:cubicBezTo>
                <a:cubicBezTo>
                  <a:pt x="158983" y="19531"/>
                  <a:pt x="160953" y="20148"/>
                  <a:pt x="162070" y="20628"/>
                </a:cubicBezTo>
                <a:cubicBezTo>
                  <a:pt x="163186" y="21108"/>
                  <a:pt x="164062" y="21806"/>
                  <a:pt x="164698" y="22723"/>
                </a:cubicBezTo>
                <a:cubicBezTo>
                  <a:pt x="165334" y="23638"/>
                  <a:pt x="165652" y="24776"/>
                  <a:pt x="165652" y="26135"/>
                </a:cubicBezTo>
                <a:cubicBezTo>
                  <a:pt x="165652" y="27465"/>
                  <a:pt x="165264" y="28717"/>
                  <a:pt x="164488" y="29892"/>
                </a:cubicBezTo>
                <a:cubicBezTo>
                  <a:pt x="163711" y="31066"/>
                  <a:pt x="162591" y="31974"/>
                  <a:pt x="161127" y="32617"/>
                </a:cubicBezTo>
                <a:cubicBezTo>
                  <a:pt x="159663" y="33260"/>
                  <a:pt x="158007" y="33581"/>
                  <a:pt x="156159" y="33581"/>
                </a:cubicBezTo>
                <a:cubicBezTo>
                  <a:pt x="153098" y="33581"/>
                  <a:pt x="150765" y="32944"/>
                  <a:pt x="149161" y="31668"/>
                </a:cubicBezTo>
                <a:cubicBezTo>
                  <a:pt x="147556" y="30393"/>
                  <a:pt x="146532" y="28502"/>
                  <a:pt x="146089" y="25996"/>
                </a:cubicBezTo>
                <a:close/>
                <a:moveTo>
                  <a:pt x="167404" y="33581"/>
                </a:moveTo>
                <a:lnTo>
                  <a:pt x="176830" y="0"/>
                </a:lnTo>
                <a:lnTo>
                  <a:pt x="180024" y="0"/>
                </a:lnTo>
                <a:lnTo>
                  <a:pt x="170620" y="33581"/>
                </a:lnTo>
                <a:lnTo>
                  <a:pt x="167404" y="33581"/>
                </a:lnTo>
                <a:close/>
                <a:moveTo>
                  <a:pt x="182938" y="33049"/>
                </a:moveTo>
                <a:lnTo>
                  <a:pt x="182938" y="532"/>
                </a:lnTo>
                <a:lnTo>
                  <a:pt x="186931" y="532"/>
                </a:lnTo>
                <a:lnTo>
                  <a:pt x="186931" y="33049"/>
                </a:lnTo>
                <a:lnTo>
                  <a:pt x="182938" y="33049"/>
                </a:lnTo>
                <a:close/>
                <a:moveTo>
                  <a:pt x="193997" y="5146"/>
                </a:moveTo>
                <a:lnTo>
                  <a:pt x="193997" y="532"/>
                </a:lnTo>
                <a:lnTo>
                  <a:pt x="197989" y="532"/>
                </a:lnTo>
                <a:lnTo>
                  <a:pt x="197989" y="5146"/>
                </a:lnTo>
                <a:lnTo>
                  <a:pt x="193997" y="5146"/>
                </a:lnTo>
                <a:moveTo>
                  <a:pt x="193997" y="33049"/>
                </a:moveTo>
                <a:lnTo>
                  <a:pt x="193997" y="9493"/>
                </a:lnTo>
                <a:lnTo>
                  <a:pt x="197989" y="9493"/>
                </a:lnTo>
                <a:lnTo>
                  <a:pt x="197989" y="33049"/>
                </a:lnTo>
                <a:lnTo>
                  <a:pt x="193997" y="33049"/>
                </a:lnTo>
                <a:close/>
                <a:moveTo>
                  <a:pt x="204831" y="33049"/>
                </a:moveTo>
                <a:lnTo>
                  <a:pt x="204831" y="9493"/>
                </a:lnTo>
                <a:lnTo>
                  <a:pt x="208424" y="9493"/>
                </a:lnTo>
                <a:lnTo>
                  <a:pt x="208424" y="12820"/>
                </a:lnTo>
                <a:cubicBezTo>
                  <a:pt x="210154" y="10247"/>
                  <a:pt x="212653" y="8961"/>
                  <a:pt x="215921" y="8961"/>
                </a:cubicBezTo>
                <a:cubicBezTo>
                  <a:pt x="217340" y="8961"/>
                  <a:pt x="218645" y="9216"/>
                  <a:pt x="219836" y="9726"/>
                </a:cubicBezTo>
                <a:cubicBezTo>
                  <a:pt x="221026" y="10236"/>
                  <a:pt x="221917" y="10905"/>
                  <a:pt x="222509" y="11733"/>
                </a:cubicBezTo>
                <a:cubicBezTo>
                  <a:pt x="223100" y="12562"/>
                  <a:pt x="223514" y="13545"/>
                  <a:pt x="223751" y="14683"/>
                </a:cubicBezTo>
                <a:cubicBezTo>
                  <a:pt x="223899" y="15423"/>
                  <a:pt x="223972" y="16717"/>
                  <a:pt x="223972" y="18565"/>
                </a:cubicBezTo>
                <a:lnTo>
                  <a:pt x="223972" y="33049"/>
                </a:lnTo>
                <a:lnTo>
                  <a:pt x="219980" y="33049"/>
                </a:lnTo>
                <a:lnTo>
                  <a:pt x="219980" y="18705"/>
                </a:lnTo>
                <a:cubicBezTo>
                  <a:pt x="219980" y="17077"/>
                  <a:pt x="219825" y="15859"/>
                  <a:pt x="219514" y="15052"/>
                </a:cubicBezTo>
                <a:cubicBezTo>
                  <a:pt x="219204" y="14245"/>
                  <a:pt x="218653" y="13602"/>
                  <a:pt x="217862" y="13120"/>
                </a:cubicBezTo>
                <a:cubicBezTo>
                  <a:pt x="217071" y="12639"/>
                  <a:pt x="216143" y="12399"/>
                  <a:pt x="215078" y="12399"/>
                </a:cubicBezTo>
                <a:cubicBezTo>
                  <a:pt x="213378" y="12399"/>
                  <a:pt x="211910" y="12939"/>
                  <a:pt x="210675" y="14020"/>
                </a:cubicBezTo>
                <a:cubicBezTo>
                  <a:pt x="209441" y="15101"/>
                  <a:pt x="208823" y="17151"/>
                  <a:pt x="208823" y="20170"/>
                </a:cubicBezTo>
                <a:lnTo>
                  <a:pt x="208823" y="33049"/>
                </a:lnTo>
                <a:lnTo>
                  <a:pt x="204831" y="33049"/>
                </a:lnTo>
                <a:close/>
                <a:moveTo>
                  <a:pt x="246349" y="25463"/>
                </a:moveTo>
                <a:lnTo>
                  <a:pt x="250474" y="25973"/>
                </a:lnTo>
                <a:cubicBezTo>
                  <a:pt x="249823" y="28384"/>
                  <a:pt x="248618" y="30254"/>
                  <a:pt x="246859" y="31585"/>
                </a:cubicBezTo>
                <a:cubicBezTo>
                  <a:pt x="245099" y="32916"/>
                  <a:pt x="242851" y="33581"/>
                  <a:pt x="240116" y="33581"/>
                </a:cubicBezTo>
                <a:cubicBezTo>
                  <a:pt x="236670" y="33581"/>
                  <a:pt x="233939" y="32520"/>
                  <a:pt x="231920" y="30398"/>
                </a:cubicBezTo>
                <a:cubicBezTo>
                  <a:pt x="229902" y="28276"/>
                  <a:pt x="228892" y="25301"/>
                  <a:pt x="228892" y="21471"/>
                </a:cubicBezTo>
                <a:cubicBezTo>
                  <a:pt x="228892" y="17508"/>
                  <a:pt x="229913" y="14432"/>
                  <a:pt x="231953" y="12244"/>
                </a:cubicBezTo>
                <a:cubicBezTo>
                  <a:pt x="233994" y="10055"/>
                  <a:pt x="236641" y="8961"/>
                  <a:pt x="239894" y="8961"/>
                </a:cubicBezTo>
                <a:cubicBezTo>
                  <a:pt x="243044" y="8961"/>
                  <a:pt x="245617" y="10031"/>
                  <a:pt x="247613" y="12172"/>
                </a:cubicBezTo>
                <a:cubicBezTo>
                  <a:pt x="249609" y="14313"/>
                  <a:pt x="250607" y="17324"/>
                  <a:pt x="250607" y="21207"/>
                </a:cubicBezTo>
                <a:cubicBezTo>
                  <a:pt x="250607" y="21443"/>
                  <a:pt x="250600" y="21797"/>
                  <a:pt x="250585" y="22269"/>
                </a:cubicBezTo>
                <a:lnTo>
                  <a:pt x="233018" y="22269"/>
                </a:lnTo>
                <a:cubicBezTo>
                  <a:pt x="233166" y="24850"/>
                  <a:pt x="233898" y="26825"/>
                  <a:pt x="235214" y="28197"/>
                </a:cubicBezTo>
                <a:cubicBezTo>
                  <a:pt x="236530" y="29568"/>
                  <a:pt x="238171" y="30254"/>
                  <a:pt x="240138" y="30254"/>
                </a:cubicBezTo>
                <a:cubicBezTo>
                  <a:pt x="241602" y="30254"/>
                  <a:pt x="242851" y="29873"/>
                  <a:pt x="243886" y="29112"/>
                </a:cubicBezTo>
                <a:cubicBezTo>
                  <a:pt x="244922" y="28350"/>
                  <a:pt x="245742" y="27134"/>
                  <a:pt x="246349" y="25463"/>
                </a:cubicBezTo>
                <a:moveTo>
                  <a:pt x="233240" y="18942"/>
                </a:moveTo>
                <a:lnTo>
                  <a:pt x="246393" y="18942"/>
                </a:lnTo>
                <a:cubicBezTo>
                  <a:pt x="246215" y="16993"/>
                  <a:pt x="245713" y="15531"/>
                  <a:pt x="244885" y="14557"/>
                </a:cubicBezTo>
                <a:cubicBezTo>
                  <a:pt x="243613" y="13044"/>
                  <a:pt x="241964" y="12288"/>
                  <a:pt x="239938" y="12288"/>
                </a:cubicBezTo>
                <a:cubicBezTo>
                  <a:pt x="238105" y="12288"/>
                  <a:pt x="236563" y="12892"/>
                  <a:pt x="235314" y="14099"/>
                </a:cubicBezTo>
                <a:cubicBezTo>
                  <a:pt x="234064" y="15306"/>
                  <a:pt x="233373" y="16920"/>
                  <a:pt x="233240" y="18942"/>
                </a:cubicBezTo>
                <a:close/>
                <a:moveTo>
                  <a:pt x="252622" y="33581"/>
                </a:moveTo>
                <a:lnTo>
                  <a:pt x="262049" y="0"/>
                </a:lnTo>
                <a:lnTo>
                  <a:pt x="265243" y="0"/>
                </a:lnTo>
                <a:lnTo>
                  <a:pt x="255838" y="33581"/>
                </a:lnTo>
                <a:lnTo>
                  <a:pt x="252622" y="33581"/>
                </a:lnTo>
                <a:close/>
                <a:moveTo>
                  <a:pt x="266648" y="25996"/>
                </a:moveTo>
                <a:lnTo>
                  <a:pt x="270596" y="25375"/>
                </a:lnTo>
                <a:cubicBezTo>
                  <a:pt x="270818" y="26950"/>
                  <a:pt x="271435" y="28157"/>
                  <a:pt x="272448" y="28996"/>
                </a:cubicBezTo>
                <a:cubicBezTo>
                  <a:pt x="273461" y="29835"/>
                  <a:pt x="274877" y="30254"/>
                  <a:pt x="276696" y="30254"/>
                </a:cubicBezTo>
                <a:cubicBezTo>
                  <a:pt x="278530" y="30254"/>
                  <a:pt x="279890" y="29884"/>
                  <a:pt x="280777" y="29143"/>
                </a:cubicBezTo>
                <a:cubicBezTo>
                  <a:pt x="281664" y="28402"/>
                  <a:pt x="282108" y="27533"/>
                  <a:pt x="282108" y="26536"/>
                </a:cubicBezTo>
                <a:cubicBezTo>
                  <a:pt x="282108" y="25640"/>
                  <a:pt x="281716" y="24936"/>
                  <a:pt x="280932" y="24423"/>
                </a:cubicBezTo>
                <a:cubicBezTo>
                  <a:pt x="280385" y="24071"/>
                  <a:pt x="279025" y="23623"/>
                  <a:pt x="276851" y="23080"/>
                </a:cubicBezTo>
                <a:cubicBezTo>
                  <a:pt x="273923" y="22340"/>
                  <a:pt x="271894" y="21700"/>
                  <a:pt x="270763" y="21160"/>
                </a:cubicBezTo>
                <a:cubicBezTo>
                  <a:pt x="269631" y="20620"/>
                  <a:pt x="268774" y="19873"/>
                  <a:pt x="268190" y="18918"/>
                </a:cubicBezTo>
                <a:cubicBezTo>
                  <a:pt x="267606" y="17963"/>
                  <a:pt x="267314" y="16909"/>
                  <a:pt x="267314" y="15754"/>
                </a:cubicBezTo>
                <a:cubicBezTo>
                  <a:pt x="267314" y="14704"/>
                  <a:pt x="267554" y="13730"/>
                  <a:pt x="268034" y="12835"/>
                </a:cubicBezTo>
                <a:cubicBezTo>
                  <a:pt x="268515" y="11939"/>
                  <a:pt x="269169" y="11196"/>
                  <a:pt x="269997" y="10604"/>
                </a:cubicBezTo>
                <a:cubicBezTo>
                  <a:pt x="270618" y="10145"/>
                  <a:pt x="271465" y="9756"/>
                  <a:pt x="272537" y="9438"/>
                </a:cubicBezTo>
                <a:cubicBezTo>
                  <a:pt x="273609" y="9120"/>
                  <a:pt x="274759" y="8961"/>
                  <a:pt x="275986" y="8961"/>
                </a:cubicBezTo>
                <a:cubicBezTo>
                  <a:pt x="277835" y="8961"/>
                  <a:pt x="279457" y="9229"/>
                  <a:pt x="280855" y="9765"/>
                </a:cubicBezTo>
                <a:cubicBezTo>
                  <a:pt x="282252" y="10301"/>
                  <a:pt x="283284" y="11026"/>
                  <a:pt x="283949" y="11942"/>
                </a:cubicBezTo>
                <a:cubicBezTo>
                  <a:pt x="284614" y="12858"/>
                  <a:pt x="285073" y="14082"/>
                  <a:pt x="285324" y="15615"/>
                </a:cubicBezTo>
                <a:lnTo>
                  <a:pt x="281420" y="16147"/>
                </a:lnTo>
                <a:cubicBezTo>
                  <a:pt x="281243" y="14935"/>
                  <a:pt x="280729" y="13989"/>
                  <a:pt x="279879" y="13308"/>
                </a:cubicBezTo>
                <a:cubicBezTo>
                  <a:pt x="279029" y="12628"/>
                  <a:pt x="277827" y="12288"/>
                  <a:pt x="276275" y="12288"/>
                </a:cubicBezTo>
                <a:cubicBezTo>
                  <a:pt x="274441" y="12288"/>
                  <a:pt x="273132" y="12590"/>
                  <a:pt x="272349" y="13193"/>
                </a:cubicBezTo>
                <a:cubicBezTo>
                  <a:pt x="271565" y="13796"/>
                  <a:pt x="271173" y="14503"/>
                  <a:pt x="271173" y="15312"/>
                </a:cubicBezTo>
                <a:cubicBezTo>
                  <a:pt x="271173" y="15827"/>
                  <a:pt x="271336" y="16290"/>
                  <a:pt x="271661" y="16703"/>
                </a:cubicBezTo>
                <a:cubicBezTo>
                  <a:pt x="271986" y="17129"/>
                  <a:pt x="272496" y="17482"/>
                  <a:pt x="273191" y="17762"/>
                </a:cubicBezTo>
                <a:cubicBezTo>
                  <a:pt x="273591" y="17909"/>
                  <a:pt x="274766" y="18248"/>
                  <a:pt x="276718" y="18777"/>
                </a:cubicBezTo>
                <a:cubicBezTo>
                  <a:pt x="279542" y="19531"/>
                  <a:pt x="281513" y="20148"/>
                  <a:pt x="282629" y="20628"/>
                </a:cubicBezTo>
                <a:cubicBezTo>
                  <a:pt x="283746" y="21108"/>
                  <a:pt x="284622" y="21806"/>
                  <a:pt x="285258" y="22723"/>
                </a:cubicBezTo>
                <a:cubicBezTo>
                  <a:pt x="285893" y="23638"/>
                  <a:pt x="286211" y="24776"/>
                  <a:pt x="286211" y="26135"/>
                </a:cubicBezTo>
                <a:cubicBezTo>
                  <a:pt x="286211" y="27465"/>
                  <a:pt x="285823" y="28717"/>
                  <a:pt x="285047" y="29892"/>
                </a:cubicBezTo>
                <a:cubicBezTo>
                  <a:pt x="284271" y="31066"/>
                  <a:pt x="283150" y="31974"/>
                  <a:pt x="281687" y="32617"/>
                </a:cubicBezTo>
                <a:cubicBezTo>
                  <a:pt x="280223" y="33260"/>
                  <a:pt x="278567" y="33581"/>
                  <a:pt x="276718" y="33581"/>
                </a:cubicBezTo>
                <a:cubicBezTo>
                  <a:pt x="273657" y="33581"/>
                  <a:pt x="271325" y="32944"/>
                  <a:pt x="269720" y="31668"/>
                </a:cubicBezTo>
                <a:cubicBezTo>
                  <a:pt x="268116" y="30393"/>
                  <a:pt x="267092" y="28502"/>
                  <a:pt x="266648" y="25996"/>
                </a:cubicBezTo>
                <a:close/>
                <a:moveTo>
                  <a:pt x="307084" y="25463"/>
                </a:moveTo>
                <a:lnTo>
                  <a:pt x="311209" y="25973"/>
                </a:lnTo>
                <a:cubicBezTo>
                  <a:pt x="310558" y="28384"/>
                  <a:pt x="309353" y="30254"/>
                  <a:pt x="307594" y="31585"/>
                </a:cubicBezTo>
                <a:cubicBezTo>
                  <a:pt x="305834" y="32916"/>
                  <a:pt x="303586" y="33581"/>
                  <a:pt x="300851" y="33581"/>
                </a:cubicBezTo>
                <a:cubicBezTo>
                  <a:pt x="297405" y="33581"/>
                  <a:pt x="294674" y="32520"/>
                  <a:pt x="292655" y="30398"/>
                </a:cubicBezTo>
                <a:cubicBezTo>
                  <a:pt x="290637" y="28276"/>
                  <a:pt x="289627" y="25301"/>
                  <a:pt x="289627" y="21471"/>
                </a:cubicBezTo>
                <a:cubicBezTo>
                  <a:pt x="289627" y="17508"/>
                  <a:pt x="290648" y="14432"/>
                  <a:pt x="292688" y="12244"/>
                </a:cubicBezTo>
                <a:cubicBezTo>
                  <a:pt x="294729" y="10055"/>
                  <a:pt x="297376" y="8961"/>
                  <a:pt x="300629" y="8961"/>
                </a:cubicBezTo>
                <a:cubicBezTo>
                  <a:pt x="303779" y="8961"/>
                  <a:pt x="306352" y="10031"/>
                  <a:pt x="308348" y="12172"/>
                </a:cubicBezTo>
                <a:cubicBezTo>
                  <a:pt x="310344" y="14313"/>
                  <a:pt x="311342" y="17324"/>
                  <a:pt x="311342" y="21207"/>
                </a:cubicBezTo>
                <a:cubicBezTo>
                  <a:pt x="311342" y="21443"/>
                  <a:pt x="311335" y="21797"/>
                  <a:pt x="311320" y="22269"/>
                </a:cubicBezTo>
                <a:lnTo>
                  <a:pt x="293753" y="22269"/>
                </a:lnTo>
                <a:cubicBezTo>
                  <a:pt x="293901" y="24850"/>
                  <a:pt x="294633" y="26825"/>
                  <a:pt x="295949" y="28197"/>
                </a:cubicBezTo>
                <a:cubicBezTo>
                  <a:pt x="297265" y="29568"/>
                  <a:pt x="298906" y="30254"/>
                  <a:pt x="300873" y="30254"/>
                </a:cubicBezTo>
                <a:cubicBezTo>
                  <a:pt x="302337" y="30254"/>
                  <a:pt x="303586" y="29873"/>
                  <a:pt x="304621" y="29112"/>
                </a:cubicBezTo>
                <a:cubicBezTo>
                  <a:pt x="305657" y="28350"/>
                  <a:pt x="306477" y="27134"/>
                  <a:pt x="307084" y="25463"/>
                </a:cubicBezTo>
                <a:moveTo>
                  <a:pt x="293975" y="18942"/>
                </a:moveTo>
                <a:lnTo>
                  <a:pt x="307128" y="18942"/>
                </a:lnTo>
                <a:cubicBezTo>
                  <a:pt x="306950" y="16993"/>
                  <a:pt x="306448" y="15531"/>
                  <a:pt x="305620" y="14557"/>
                </a:cubicBezTo>
                <a:cubicBezTo>
                  <a:pt x="304348" y="13044"/>
                  <a:pt x="302699" y="12288"/>
                  <a:pt x="300673" y="12288"/>
                </a:cubicBezTo>
                <a:cubicBezTo>
                  <a:pt x="298840" y="12288"/>
                  <a:pt x="297298" y="12892"/>
                  <a:pt x="296049" y="14099"/>
                </a:cubicBezTo>
                <a:cubicBezTo>
                  <a:pt x="294799" y="15306"/>
                  <a:pt x="294108" y="16920"/>
                  <a:pt x="293975" y="18942"/>
                </a:cubicBezTo>
                <a:close/>
                <a:moveTo>
                  <a:pt x="315710" y="35001"/>
                </a:moveTo>
                <a:lnTo>
                  <a:pt x="319592" y="35578"/>
                </a:lnTo>
                <a:cubicBezTo>
                  <a:pt x="319755" y="36775"/>
                  <a:pt x="320206" y="37648"/>
                  <a:pt x="320945" y="38195"/>
                </a:cubicBezTo>
                <a:cubicBezTo>
                  <a:pt x="321936" y="38934"/>
                  <a:pt x="323289" y="39304"/>
                  <a:pt x="325004" y="39304"/>
                </a:cubicBezTo>
                <a:cubicBezTo>
                  <a:pt x="326852" y="39304"/>
                  <a:pt x="328279" y="38933"/>
                  <a:pt x="329285" y="38192"/>
                </a:cubicBezTo>
                <a:cubicBezTo>
                  <a:pt x="330290" y="37451"/>
                  <a:pt x="330971" y="36414"/>
                  <a:pt x="331325" y="35080"/>
                </a:cubicBezTo>
                <a:cubicBezTo>
                  <a:pt x="331532" y="34265"/>
                  <a:pt x="331629" y="32554"/>
                  <a:pt x="331614" y="29945"/>
                </a:cubicBezTo>
                <a:cubicBezTo>
                  <a:pt x="329869" y="32014"/>
                  <a:pt x="327695" y="33049"/>
                  <a:pt x="325093" y="33049"/>
                </a:cubicBezTo>
                <a:cubicBezTo>
                  <a:pt x="321854" y="33049"/>
                  <a:pt x="319348" y="31881"/>
                  <a:pt x="317574" y="29544"/>
                </a:cubicBezTo>
                <a:cubicBezTo>
                  <a:pt x="315799" y="27208"/>
                  <a:pt x="314912" y="24406"/>
                  <a:pt x="314912" y="21138"/>
                </a:cubicBezTo>
                <a:cubicBezTo>
                  <a:pt x="314912" y="18890"/>
                  <a:pt x="315319" y="16817"/>
                  <a:pt x="316132" y="14916"/>
                </a:cubicBezTo>
                <a:cubicBezTo>
                  <a:pt x="316945" y="13016"/>
                  <a:pt x="318124" y="11549"/>
                  <a:pt x="319670" y="10514"/>
                </a:cubicBezTo>
                <a:cubicBezTo>
                  <a:pt x="321215" y="9478"/>
                  <a:pt x="323030" y="8961"/>
                  <a:pt x="325115" y="8961"/>
                </a:cubicBezTo>
                <a:cubicBezTo>
                  <a:pt x="327895" y="8961"/>
                  <a:pt x="330187" y="10092"/>
                  <a:pt x="331991" y="12355"/>
                </a:cubicBezTo>
                <a:lnTo>
                  <a:pt x="331991" y="9493"/>
                </a:lnTo>
                <a:lnTo>
                  <a:pt x="335673" y="9493"/>
                </a:lnTo>
                <a:lnTo>
                  <a:pt x="335673" y="29869"/>
                </a:lnTo>
                <a:cubicBezTo>
                  <a:pt x="335673" y="33538"/>
                  <a:pt x="335299" y="36139"/>
                  <a:pt x="334553" y="37670"/>
                </a:cubicBezTo>
                <a:cubicBezTo>
                  <a:pt x="333806" y="39202"/>
                  <a:pt x="332623" y="40411"/>
                  <a:pt x="331004" y="41299"/>
                </a:cubicBezTo>
                <a:cubicBezTo>
                  <a:pt x="329385" y="42187"/>
                  <a:pt x="327392" y="42631"/>
                  <a:pt x="325026" y="42631"/>
                </a:cubicBezTo>
                <a:cubicBezTo>
                  <a:pt x="322217" y="42631"/>
                  <a:pt x="319947" y="41997"/>
                  <a:pt x="318217" y="40729"/>
                </a:cubicBezTo>
                <a:cubicBezTo>
                  <a:pt x="316487" y="39461"/>
                  <a:pt x="315651" y="37552"/>
                  <a:pt x="315710" y="35001"/>
                </a:cubicBezTo>
                <a:moveTo>
                  <a:pt x="319015" y="20850"/>
                </a:moveTo>
                <a:cubicBezTo>
                  <a:pt x="319015" y="23933"/>
                  <a:pt x="319629" y="26182"/>
                  <a:pt x="320856" y="27598"/>
                </a:cubicBezTo>
                <a:cubicBezTo>
                  <a:pt x="322084" y="29014"/>
                  <a:pt x="323621" y="29722"/>
                  <a:pt x="325470" y="29722"/>
                </a:cubicBezTo>
                <a:cubicBezTo>
                  <a:pt x="327303" y="29722"/>
                  <a:pt x="328841" y="29018"/>
                  <a:pt x="330083" y="27609"/>
                </a:cubicBezTo>
                <a:cubicBezTo>
                  <a:pt x="331325" y="26201"/>
                  <a:pt x="331947" y="23992"/>
                  <a:pt x="331947" y="20983"/>
                </a:cubicBezTo>
                <a:cubicBezTo>
                  <a:pt x="331947" y="18107"/>
                  <a:pt x="331307" y="15939"/>
                  <a:pt x="330028" y="14478"/>
                </a:cubicBezTo>
                <a:cubicBezTo>
                  <a:pt x="328749" y="13018"/>
                  <a:pt x="327207" y="12288"/>
                  <a:pt x="325403" y="12288"/>
                </a:cubicBezTo>
                <a:cubicBezTo>
                  <a:pt x="323629" y="12288"/>
                  <a:pt x="322121" y="13007"/>
                  <a:pt x="320878" y="14445"/>
                </a:cubicBezTo>
                <a:cubicBezTo>
                  <a:pt x="319636" y="15883"/>
                  <a:pt x="319015" y="18018"/>
                  <a:pt x="319015" y="20850"/>
                </a:cubicBezTo>
                <a:close/>
                <a:moveTo>
                  <a:pt x="341835" y="33049"/>
                </a:moveTo>
                <a:lnTo>
                  <a:pt x="341835" y="9493"/>
                </a:lnTo>
                <a:lnTo>
                  <a:pt x="345406" y="9493"/>
                </a:lnTo>
                <a:lnTo>
                  <a:pt x="345406" y="12776"/>
                </a:lnTo>
                <a:cubicBezTo>
                  <a:pt x="346146" y="11629"/>
                  <a:pt x="347129" y="10706"/>
                  <a:pt x="348356" y="10008"/>
                </a:cubicBezTo>
                <a:cubicBezTo>
                  <a:pt x="349584" y="9310"/>
                  <a:pt x="350981" y="8961"/>
                  <a:pt x="352548" y="8961"/>
                </a:cubicBezTo>
                <a:cubicBezTo>
                  <a:pt x="354293" y="8961"/>
                  <a:pt x="355724" y="9321"/>
                  <a:pt x="356840" y="10042"/>
                </a:cubicBezTo>
                <a:cubicBezTo>
                  <a:pt x="357957" y="10763"/>
                  <a:pt x="358744" y="11770"/>
                  <a:pt x="359203" y="13064"/>
                </a:cubicBezTo>
                <a:cubicBezTo>
                  <a:pt x="361066" y="10329"/>
                  <a:pt x="363491" y="8961"/>
                  <a:pt x="366478" y="8961"/>
                </a:cubicBezTo>
                <a:cubicBezTo>
                  <a:pt x="368814" y="8961"/>
                  <a:pt x="370611" y="9608"/>
                  <a:pt x="371868" y="10902"/>
                </a:cubicBezTo>
                <a:cubicBezTo>
                  <a:pt x="373125" y="12196"/>
                  <a:pt x="373753" y="14188"/>
                  <a:pt x="373753" y="16879"/>
                </a:cubicBezTo>
                <a:lnTo>
                  <a:pt x="373753" y="33049"/>
                </a:lnTo>
                <a:lnTo>
                  <a:pt x="369783" y="33049"/>
                </a:lnTo>
                <a:lnTo>
                  <a:pt x="369783" y="18194"/>
                </a:lnTo>
                <a:cubicBezTo>
                  <a:pt x="369783" y="16595"/>
                  <a:pt x="369653" y="15445"/>
                  <a:pt x="369395" y="14742"/>
                </a:cubicBezTo>
                <a:cubicBezTo>
                  <a:pt x="369136" y="14038"/>
                  <a:pt x="368666" y="13472"/>
                  <a:pt x="367986" y="13043"/>
                </a:cubicBezTo>
                <a:cubicBezTo>
                  <a:pt x="367306" y="12614"/>
                  <a:pt x="366507" y="12399"/>
                  <a:pt x="365591" y="12399"/>
                </a:cubicBezTo>
                <a:cubicBezTo>
                  <a:pt x="363934" y="12399"/>
                  <a:pt x="362559" y="12950"/>
                  <a:pt x="361465" y="14053"/>
                </a:cubicBezTo>
                <a:cubicBezTo>
                  <a:pt x="360371" y="15156"/>
                  <a:pt x="359824" y="16921"/>
                  <a:pt x="359824" y="19349"/>
                </a:cubicBezTo>
                <a:lnTo>
                  <a:pt x="359824" y="33049"/>
                </a:lnTo>
                <a:lnTo>
                  <a:pt x="355831" y="33049"/>
                </a:lnTo>
                <a:lnTo>
                  <a:pt x="355831" y="17728"/>
                </a:lnTo>
                <a:cubicBezTo>
                  <a:pt x="355831" y="15951"/>
                  <a:pt x="355506" y="14619"/>
                  <a:pt x="354855" y="13731"/>
                </a:cubicBezTo>
                <a:cubicBezTo>
                  <a:pt x="354205" y="12843"/>
                  <a:pt x="353140" y="12399"/>
                  <a:pt x="351661" y="12399"/>
                </a:cubicBezTo>
                <a:cubicBezTo>
                  <a:pt x="350537" y="12399"/>
                  <a:pt x="349499" y="12695"/>
                  <a:pt x="348545" y="13288"/>
                </a:cubicBezTo>
                <a:cubicBezTo>
                  <a:pt x="347591" y="13879"/>
                  <a:pt x="346900" y="14745"/>
                  <a:pt x="346471" y="15885"/>
                </a:cubicBezTo>
                <a:cubicBezTo>
                  <a:pt x="346042" y="17025"/>
                  <a:pt x="345828" y="18668"/>
                  <a:pt x="345828" y="20814"/>
                </a:cubicBezTo>
                <a:lnTo>
                  <a:pt x="345828" y="33049"/>
                </a:lnTo>
                <a:lnTo>
                  <a:pt x="341835" y="33049"/>
                </a:lnTo>
                <a:close/>
                <a:moveTo>
                  <a:pt x="394301" y="25463"/>
                </a:moveTo>
                <a:lnTo>
                  <a:pt x="398427" y="25973"/>
                </a:lnTo>
                <a:cubicBezTo>
                  <a:pt x="397776" y="28384"/>
                  <a:pt x="396571" y="30254"/>
                  <a:pt x="394811" y="31585"/>
                </a:cubicBezTo>
                <a:cubicBezTo>
                  <a:pt x="393052" y="32916"/>
                  <a:pt x="390804" y="33581"/>
                  <a:pt x="388068" y="33581"/>
                </a:cubicBezTo>
                <a:cubicBezTo>
                  <a:pt x="384623" y="33581"/>
                  <a:pt x="381891" y="32520"/>
                  <a:pt x="379873" y="30398"/>
                </a:cubicBezTo>
                <a:cubicBezTo>
                  <a:pt x="377854" y="28276"/>
                  <a:pt x="376845" y="25301"/>
                  <a:pt x="376845" y="21471"/>
                </a:cubicBezTo>
                <a:cubicBezTo>
                  <a:pt x="376845" y="17508"/>
                  <a:pt x="377865" y="14432"/>
                  <a:pt x="379906" y="12244"/>
                </a:cubicBezTo>
                <a:cubicBezTo>
                  <a:pt x="381946" y="10055"/>
                  <a:pt x="384593" y="8961"/>
                  <a:pt x="387846" y="8961"/>
                </a:cubicBezTo>
                <a:cubicBezTo>
                  <a:pt x="390996" y="8961"/>
                  <a:pt x="393569" y="10031"/>
                  <a:pt x="395565" y="12172"/>
                </a:cubicBezTo>
                <a:cubicBezTo>
                  <a:pt x="397562" y="14313"/>
                  <a:pt x="398560" y="17324"/>
                  <a:pt x="398560" y="21207"/>
                </a:cubicBezTo>
                <a:cubicBezTo>
                  <a:pt x="398560" y="21443"/>
                  <a:pt x="398552" y="21797"/>
                  <a:pt x="398537" y="22269"/>
                </a:cubicBezTo>
                <a:lnTo>
                  <a:pt x="380971" y="22269"/>
                </a:lnTo>
                <a:cubicBezTo>
                  <a:pt x="381118" y="24850"/>
                  <a:pt x="381850" y="26825"/>
                  <a:pt x="383166" y="28197"/>
                </a:cubicBezTo>
                <a:cubicBezTo>
                  <a:pt x="384482" y="29568"/>
                  <a:pt x="386124" y="30254"/>
                  <a:pt x="388090" y="30254"/>
                </a:cubicBezTo>
                <a:cubicBezTo>
                  <a:pt x="389554" y="30254"/>
                  <a:pt x="390804" y="29873"/>
                  <a:pt x="391839" y="29112"/>
                </a:cubicBezTo>
                <a:cubicBezTo>
                  <a:pt x="392874" y="28350"/>
                  <a:pt x="393695" y="27134"/>
                  <a:pt x="394301" y="25463"/>
                </a:cubicBezTo>
                <a:moveTo>
                  <a:pt x="381192" y="18942"/>
                </a:moveTo>
                <a:lnTo>
                  <a:pt x="394345" y="18942"/>
                </a:lnTo>
                <a:cubicBezTo>
                  <a:pt x="394168" y="16993"/>
                  <a:pt x="393665" y="15531"/>
                  <a:pt x="392837" y="14557"/>
                </a:cubicBezTo>
                <a:cubicBezTo>
                  <a:pt x="391565" y="13044"/>
                  <a:pt x="389917" y="12288"/>
                  <a:pt x="387891" y="12288"/>
                </a:cubicBezTo>
                <a:cubicBezTo>
                  <a:pt x="386057" y="12288"/>
                  <a:pt x="384516" y="12892"/>
                  <a:pt x="383266" y="14099"/>
                </a:cubicBezTo>
                <a:cubicBezTo>
                  <a:pt x="382017" y="15306"/>
                  <a:pt x="381325" y="16920"/>
                  <a:pt x="381192" y="18942"/>
                </a:cubicBezTo>
                <a:close/>
                <a:moveTo>
                  <a:pt x="403569" y="33049"/>
                </a:moveTo>
                <a:lnTo>
                  <a:pt x="403569" y="9493"/>
                </a:lnTo>
                <a:lnTo>
                  <a:pt x="407162" y="9493"/>
                </a:lnTo>
                <a:lnTo>
                  <a:pt x="407162" y="12820"/>
                </a:lnTo>
                <a:cubicBezTo>
                  <a:pt x="408892" y="10247"/>
                  <a:pt x="411391" y="8961"/>
                  <a:pt x="414659" y="8961"/>
                </a:cubicBezTo>
                <a:cubicBezTo>
                  <a:pt x="416078" y="8961"/>
                  <a:pt x="417383" y="9216"/>
                  <a:pt x="418574" y="9726"/>
                </a:cubicBezTo>
                <a:cubicBezTo>
                  <a:pt x="419764" y="10236"/>
                  <a:pt x="420655" y="10905"/>
                  <a:pt x="421247" y="11733"/>
                </a:cubicBezTo>
                <a:cubicBezTo>
                  <a:pt x="421838" y="12562"/>
                  <a:pt x="422252" y="13545"/>
                  <a:pt x="422489" y="14683"/>
                </a:cubicBezTo>
                <a:cubicBezTo>
                  <a:pt x="422637" y="15423"/>
                  <a:pt x="422710" y="16717"/>
                  <a:pt x="422710" y="18565"/>
                </a:cubicBezTo>
                <a:lnTo>
                  <a:pt x="422710" y="33049"/>
                </a:lnTo>
                <a:lnTo>
                  <a:pt x="418718" y="33049"/>
                </a:lnTo>
                <a:lnTo>
                  <a:pt x="418718" y="18705"/>
                </a:lnTo>
                <a:cubicBezTo>
                  <a:pt x="418718" y="17077"/>
                  <a:pt x="418563" y="15859"/>
                  <a:pt x="418252" y="15052"/>
                </a:cubicBezTo>
                <a:cubicBezTo>
                  <a:pt x="417942" y="14245"/>
                  <a:pt x="417391" y="13602"/>
                  <a:pt x="416600" y="13120"/>
                </a:cubicBezTo>
                <a:cubicBezTo>
                  <a:pt x="415809" y="12639"/>
                  <a:pt x="414881" y="12399"/>
                  <a:pt x="413816" y="12399"/>
                </a:cubicBezTo>
                <a:cubicBezTo>
                  <a:pt x="412116" y="12399"/>
                  <a:pt x="410648" y="12939"/>
                  <a:pt x="409413" y="14020"/>
                </a:cubicBezTo>
                <a:cubicBezTo>
                  <a:pt x="408179" y="15101"/>
                  <a:pt x="407561" y="17151"/>
                  <a:pt x="407561" y="20170"/>
                </a:cubicBezTo>
                <a:lnTo>
                  <a:pt x="407561" y="33049"/>
                </a:lnTo>
                <a:lnTo>
                  <a:pt x="403569" y="33049"/>
                </a:lnTo>
                <a:close/>
                <a:moveTo>
                  <a:pt x="437678" y="29522"/>
                </a:moveTo>
                <a:lnTo>
                  <a:pt x="438255" y="33049"/>
                </a:lnTo>
                <a:cubicBezTo>
                  <a:pt x="437131" y="33256"/>
                  <a:pt x="436126" y="33359"/>
                  <a:pt x="435239" y="33359"/>
                </a:cubicBezTo>
                <a:cubicBezTo>
                  <a:pt x="433790" y="33359"/>
                  <a:pt x="432666" y="33130"/>
                  <a:pt x="431867" y="32672"/>
                </a:cubicBezTo>
                <a:cubicBezTo>
                  <a:pt x="431069" y="32213"/>
                  <a:pt x="430507" y="31611"/>
                  <a:pt x="430181" y="30864"/>
                </a:cubicBezTo>
                <a:cubicBezTo>
                  <a:pt x="429856" y="30117"/>
                  <a:pt x="429694" y="28546"/>
                  <a:pt x="429694" y="26151"/>
                </a:cubicBezTo>
                <a:lnTo>
                  <a:pt x="429694" y="12599"/>
                </a:lnTo>
                <a:lnTo>
                  <a:pt x="426766" y="12599"/>
                </a:lnTo>
                <a:lnTo>
                  <a:pt x="426766" y="9493"/>
                </a:lnTo>
                <a:lnTo>
                  <a:pt x="429694" y="9493"/>
                </a:lnTo>
                <a:lnTo>
                  <a:pt x="429694" y="3644"/>
                </a:lnTo>
                <a:lnTo>
                  <a:pt x="433664" y="1242"/>
                </a:lnTo>
                <a:lnTo>
                  <a:pt x="433664" y="9493"/>
                </a:lnTo>
                <a:lnTo>
                  <a:pt x="437678" y="9493"/>
                </a:lnTo>
                <a:lnTo>
                  <a:pt x="437678" y="12599"/>
                </a:lnTo>
                <a:lnTo>
                  <a:pt x="433664" y="12599"/>
                </a:lnTo>
                <a:lnTo>
                  <a:pt x="433664" y="26373"/>
                </a:lnTo>
                <a:cubicBezTo>
                  <a:pt x="433664" y="27511"/>
                  <a:pt x="433734" y="28243"/>
                  <a:pt x="433875" y="28568"/>
                </a:cubicBezTo>
                <a:cubicBezTo>
                  <a:pt x="434015" y="28894"/>
                  <a:pt x="434244" y="29153"/>
                  <a:pt x="434562" y="29345"/>
                </a:cubicBezTo>
                <a:cubicBezTo>
                  <a:pt x="434880" y="29537"/>
                  <a:pt x="435335" y="29633"/>
                  <a:pt x="435926" y="29633"/>
                </a:cubicBezTo>
                <a:cubicBezTo>
                  <a:pt x="436370" y="29633"/>
                  <a:pt x="436954" y="29596"/>
                  <a:pt x="437678" y="29522"/>
                </a:cubicBezTo>
                <a:close/>
                <a:moveTo>
                  <a:pt x="439994" y="25996"/>
                </a:moveTo>
                <a:lnTo>
                  <a:pt x="443942" y="25375"/>
                </a:lnTo>
                <a:cubicBezTo>
                  <a:pt x="444163" y="26950"/>
                  <a:pt x="444781" y="28157"/>
                  <a:pt x="445794" y="28996"/>
                </a:cubicBezTo>
                <a:cubicBezTo>
                  <a:pt x="446807" y="29835"/>
                  <a:pt x="448223" y="30254"/>
                  <a:pt x="450041" y="30254"/>
                </a:cubicBezTo>
                <a:cubicBezTo>
                  <a:pt x="451875" y="30254"/>
                  <a:pt x="453235" y="29884"/>
                  <a:pt x="454123" y="29143"/>
                </a:cubicBezTo>
                <a:cubicBezTo>
                  <a:pt x="455010" y="28402"/>
                  <a:pt x="455453" y="27533"/>
                  <a:pt x="455453" y="26536"/>
                </a:cubicBezTo>
                <a:cubicBezTo>
                  <a:pt x="455453" y="25640"/>
                  <a:pt x="455062" y="24936"/>
                  <a:pt x="454278" y="24423"/>
                </a:cubicBezTo>
                <a:cubicBezTo>
                  <a:pt x="453731" y="24071"/>
                  <a:pt x="452370" y="23623"/>
                  <a:pt x="450197" y="23080"/>
                </a:cubicBezTo>
                <a:cubicBezTo>
                  <a:pt x="447269" y="22340"/>
                  <a:pt x="445239" y="21700"/>
                  <a:pt x="444108" y="21160"/>
                </a:cubicBezTo>
                <a:cubicBezTo>
                  <a:pt x="442977" y="20620"/>
                  <a:pt x="442119" y="19873"/>
                  <a:pt x="441535" y="18918"/>
                </a:cubicBezTo>
                <a:cubicBezTo>
                  <a:pt x="440951" y="17963"/>
                  <a:pt x="440659" y="16909"/>
                  <a:pt x="440659" y="15754"/>
                </a:cubicBezTo>
                <a:cubicBezTo>
                  <a:pt x="440659" y="14704"/>
                  <a:pt x="440899" y="13730"/>
                  <a:pt x="441380" y="12835"/>
                </a:cubicBezTo>
                <a:cubicBezTo>
                  <a:pt x="441860" y="11939"/>
                  <a:pt x="442515" y="11196"/>
                  <a:pt x="443343" y="10604"/>
                </a:cubicBezTo>
                <a:cubicBezTo>
                  <a:pt x="443964" y="10145"/>
                  <a:pt x="444810" y="9756"/>
                  <a:pt x="445882" y="9438"/>
                </a:cubicBezTo>
                <a:cubicBezTo>
                  <a:pt x="446955" y="9120"/>
                  <a:pt x="448104" y="8961"/>
                  <a:pt x="449332" y="8961"/>
                </a:cubicBezTo>
                <a:cubicBezTo>
                  <a:pt x="451180" y="8961"/>
                  <a:pt x="452803" y="9229"/>
                  <a:pt x="454200" y="9765"/>
                </a:cubicBezTo>
                <a:cubicBezTo>
                  <a:pt x="455598" y="10301"/>
                  <a:pt x="456629" y="11026"/>
                  <a:pt x="457294" y="11942"/>
                </a:cubicBezTo>
                <a:cubicBezTo>
                  <a:pt x="457960" y="12858"/>
                  <a:pt x="458418" y="14082"/>
                  <a:pt x="458670" y="15615"/>
                </a:cubicBezTo>
                <a:lnTo>
                  <a:pt x="454766" y="16147"/>
                </a:lnTo>
                <a:cubicBezTo>
                  <a:pt x="454588" y="14935"/>
                  <a:pt x="454074" y="13989"/>
                  <a:pt x="453224" y="13308"/>
                </a:cubicBezTo>
                <a:cubicBezTo>
                  <a:pt x="452374" y="12628"/>
                  <a:pt x="451173" y="12288"/>
                  <a:pt x="449620" y="12288"/>
                </a:cubicBezTo>
                <a:cubicBezTo>
                  <a:pt x="447786" y="12288"/>
                  <a:pt x="446478" y="12590"/>
                  <a:pt x="445694" y="13193"/>
                </a:cubicBezTo>
                <a:cubicBezTo>
                  <a:pt x="444910" y="13796"/>
                  <a:pt x="444518" y="14503"/>
                  <a:pt x="444518" y="15312"/>
                </a:cubicBezTo>
                <a:cubicBezTo>
                  <a:pt x="444518" y="15827"/>
                  <a:pt x="444681" y="16290"/>
                  <a:pt x="445006" y="16703"/>
                </a:cubicBezTo>
                <a:cubicBezTo>
                  <a:pt x="445332" y="17129"/>
                  <a:pt x="445842" y="17482"/>
                  <a:pt x="446537" y="17762"/>
                </a:cubicBezTo>
                <a:cubicBezTo>
                  <a:pt x="446936" y="17909"/>
                  <a:pt x="448112" y="18248"/>
                  <a:pt x="450064" y="18777"/>
                </a:cubicBezTo>
                <a:cubicBezTo>
                  <a:pt x="452888" y="19531"/>
                  <a:pt x="454858" y="20148"/>
                  <a:pt x="455975" y="20628"/>
                </a:cubicBezTo>
                <a:cubicBezTo>
                  <a:pt x="457091" y="21108"/>
                  <a:pt x="457967" y="21806"/>
                  <a:pt x="458603" y="22723"/>
                </a:cubicBezTo>
                <a:cubicBezTo>
                  <a:pt x="459239" y="23638"/>
                  <a:pt x="459557" y="24776"/>
                  <a:pt x="459557" y="26135"/>
                </a:cubicBezTo>
                <a:cubicBezTo>
                  <a:pt x="459557" y="27465"/>
                  <a:pt x="459169" y="28717"/>
                  <a:pt x="458392" y="29892"/>
                </a:cubicBezTo>
                <a:cubicBezTo>
                  <a:pt x="457616" y="31066"/>
                  <a:pt x="456496" y="31974"/>
                  <a:pt x="455032" y="32617"/>
                </a:cubicBezTo>
                <a:cubicBezTo>
                  <a:pt x="453568" y="33260"/>
                  <a:pt x="451912" y="33581"/>
                  <a:pt x="450064" y="33581"/>
                </a:cubicBezTo>
                <a:cubicBezTo>
                  <a:pt x="447003" y="33581"/>
                  <a:pt x="444670" y="32944"/>
                  <a:pt x="443066" y="31668"/>
                </a:cubicBezTo>
                <a:cubicBezTo>
                  <a:pt x="441461" y="30393"/>
                  <a:pt x="440437" y="28502"/>
                  <a:pt x="439994" y="25996"/>
                </a:cubicBezTo>
                <a:close/>
                <a:moveTo>
                  <a:pt x="465435" y="33049"/>
                </a:moveTo>
                <a:lnTo>
                  <a:pt x="465435" y="28480"/>
                </a:lnTo>
                <a:lnTo>
                  <a:pt x="469982" y="28480"/>
                </a:lnTo>
                <a:lnTo>
                  <a:pt x="469982" y="33049"/>
                </a:lnTo>
                <a:lnTo>
                  <a:pt x="465435" y="33049"/>
                </a:lnTo>
                <a:close/>
                <a:moveTo>
                  <a:pt x="477068" y="33049"/>
                </a:moveTo>
                <a:lnTo>
                  <a:pt x="477068" y="9493"/>
                </a:lnTo>
                <a:lnTo>
                  <a:pt x="480639" y="9493"/>
                </a:lnTo>
                <a:lnTo>
                  <a:pt x="480639" y="12776"/>
                </a:lnTo>
                <a:cubicBezTo>
                  <a:pt x="481379" y="11629"/>
                  <a:pt x="482362" y="10706"/>
                  <a:pt x="483589" y="10008"/>
                </a:cubicBezTo>
                <a:cubicBezTo>
                  <a:pt x="484817" y="9310"/>
                  <a:pt x="486214" y="8961"/>
                  <a:pt x="487782" y="8961"/>
                </a:cubicBezTo>
                <a:cubicBezTo>
                  <a:pt x="489526" y="8961"/>
                  <a:pt x="490957" y="9321"/>
                  <a:pt x="492074" y="10042"/>
                </a:cubicBezTo>
                <a:cubicBezTo>
                  <a:pt x="493190" y="10763"/>
                  <a:pt x="493977" y="11770"/>
                  <a:pt x="494436" y="13064"/>
                </a:cubicBezTo>
                <a:cubicBezTo>
                  <a:pt x="496299" y="10329"/>
                  <a:pt x="498724" y="8961"/>
                  <a:pt x="501711" y="8961"/>
                </a:cubicBezTo>
                <a:cubicBezTo>
                  <a:pt x="504047" y="8961"/>
                  <a:pt x="505844" y="9608"/>
                  <a:pt x="507101" y="10902"/>
                </a:cubicBezTo>
                <a:cubicBezTo>
                  <a:pt x="508358" y="12196"/>
                  <a:pt x="508986" y="14188"/>
                  <a:pt x="508986" y="16879"/>
                </a:cubicBezTo>
                <a:lnTo>
                  <a:pt x="508986" y="33049"/>
                </a:lnTo>
                <a:lnTo>
                  <a:pt x="505016" y="33049"/>
                </a:lnTo>
                <a:lnTo>
                  <a:pt x="505016" y="18194"/>
                </a:lnTo>
                <a:cubicBezTo>
                  <a:pt x="505016" y="16595"/>
                  <a:pt x="504886" y="15445"/>
                  <a:pt x="504628" y="14742"/>
                </a:cubicBezTo>
                <a:cubicBezTo>
                  <a:pt x="504369" y="14038"/>
                  <a:pt x="503899" y="13472"/>
                  <a:pt x="503219" y="13043"/>
                </a:cubicBezTo>
                <a:cubicBezTo>
                  <a:pt x="502539" y="12614"/>
                  <a:pt x="501741" y="12399"/>
                  <a:pt x="500824" y="12399"/>
                </a:cubicBezTo>
                <a:cubicBezTo>
                  <a:pt x="499168" y="12399"/>
                  <a:pt x="497792" y="12950"/>
                  <a:pt x="496698" y="14053"/>
                </a:cubicBezTo>
                <a:cubicBezTo>
                  <a:pt x="495604" y="15156"/>
                  <a:pt x="495057" y="16921"/>
                  <a:pt x="495057" y="19349"/>
                </a:cubicBezTo>
                <a:lnTo>
                  <a:pt x="495057" y="33049"/>
                </a:lnTo>
                <a:lnTo>
                  <a:pt x="491064" y="33049"/>
                </a:lnTo>
                <a:lnTo>
                  <a:pt x="491064" y="17728"/>
                </a:lnTo>
                <a:cubicBezTo>
                  <a:pt x="491064" y="15951"/>
                  <a:pt x="490739" y="14619"/>
                  <a:pt x="490088" y="13731"/>
                </a:cubicBezTo>
                <a:cubicBezTo>
                  <a:pt x="489438" y="12843"/>
                  <a:pt x="488373" y="12399"/>
                  <a:pt x="486894" y="12399"/>
                </a:cubicBezTo>
                <a:cubicBezTo>
                  <a:pt x="485771" y="12399"/>
                  <a:pt x="484732" y="12695"/>
                  <a:pt x="483778" y="13288"/>
                </a:cubicBezTo>
                <a:cubicBezTo>
                  <a:pt x="482824" y="13879"/>
                  <a:pt x="482133" y="14745"/>
                  <a:pt x="481704" y="15885"/>
                </a:cubicBezTo>
                <a:cubicBezTo>
                  <a:pt x="481275" y="17025"/>
                  <a:pt x="481061" y="18668"/>
                  <a:pt x="481061" y="20814"/>
                </a:cubicBezTo>
                <a:lnTo>
                  <a:pt x="481061" y="33049"/>
                </a:lnTo>
                <a:lnTo>
                  <a:pt x="477068" y="33049"/>
                </a:lnTo>
                <a:close/>
                <a:moveTo>
                  <a:pt x="528690" y="33049"/>
                </a:moveTo>
                <a:lnTo>
                  <a:pt x="528690" y="30077"/>
                </a:lnTo>
                <a:cubicBezTo>
                  <a:pt x="527197" y="32413"/>
                  <a:pt x="525001" y="33581"/>
                  <a:pt x="522103" y="33581"/>
                </a:cubicBezTo>
                <a:cubicBezTo>
                  <a:pt x="520225" y="33581"/>
                  <a:pt x="518499" y="33064"/>
                  <a:pt x="516924" y="32029"/>
                </a:cubicBezTo>
                <a:cubicBezTo>
                  <a:pt x="515349" y="30994"/>
                  <a:pt x="514129" y="29548"/>
                  <a:pt x="513264" y="27692"/>
                </a:cubicBezTo>
                <a:cubicBezTo>
                  <a:pt x="512399" y="25837"/>
                  <a:pt x="511966" y="23704"/>
                  <a:pt x="511966" y="21293"/>
                </a:cubicBezTo>
                <a:cubicBezTo>
                  <a:pt x="511966" y="18942"/>
                  <a:pt x="512358" y="16809"/>
                  <a:pt x="513142" y="14894"/>
                </a:cubicBezTo>
                <a:cubicBezTo>
                  <a:pt x="513926" y="12979"/>
                  <a:pt x="515101" y="11512"/>
                  <a:pt x="516669" y="10491"/>
                </a:cubicBezTo>
                <a:cubicBezTo>
                  <a:pt x="518236" y="9471"/>
                  <a:pt x="519988" y="8961"/>
                  <a:pt x="521925" y="8961"/>
                </a:cubicBezTo>
                <a:cubicBezTo>
                  <a:pt x="523345" y="8961"/>
                  <a:pt x="524609" y="9260"/>
                  <a:pt x="525718" y="9859"/>
                </a:cubicBezTo>
                <a:cubicBezTo>
                  <a:pt x="526827" y="10458"/>
                  <a:pt x="527729" y="11238"/>
                  <a:pt x="528424" y="12199"/>
                </a:cubicBezTo>
                <a:lnTo>
                  <a:pt x="528424" y="532"/>
                </a:lnTo>
                <a:lnTo>
                  <a:pt x="532395" y="532"/>
                </a:lnTo>
                <a:lnTo>
                  <a:pt x="532395" y="33049"/>
                </a:lnTo>
                <a:lnTo>
                  <a:pt x="528690" y="33049"/>
                </a:lnTo>
                <a:moveTo>
                  <a:pt x="516070" y="21282"/>
                </a:moveTo>
                <a:cubicBezTo>
                  <a:pt x="516070" y="24288"/>
                  <a:pt x="516706" y="26534"/>
                  <a:pt x="517977" y="28022"/>
                </a:cubicBezTo>
                <a:cubicBezTo>
                  <a:pt x="519249" y="29510"/>
                  <a:pt x="520750" y="30254"/>
                  <a:pt x="522480" y="30254"/>
                </a:cubicBezTo>
                <a:cubicBezTo>
                  <a:pt x="524225" y="30254"/>
                  <a:pt x="525707" y="29544"/>
                  <a:pt x="526927" y="28122"/>
                </a:cubicBezTo>
                <a:cubicBezTo>
                  <a:pt x="528147" y="26700"/>
                  <a:pt x="528757" y="24531"/>
                  <a:pt x="528757" y="21614"/>
                </a:cubicBezTo>
                <a:cubicBezTo>
                  <a:pt x="528757" y="18402"/>
                  <a:pt x="528136" y="16045"/>
                  <a:pt x="526894" y="14542"/>
                </a:cubicBezTo>
                <a:cubicBezTo>
                  <a:pt x="525652" y="13039"/>
                  <a:pt x="524121" y="12288"/>
                  <a:pt x="522302" y="12288"/>
                </a:cubicBezTo>
                <a:cubicBezTo>
                  <a:pt x="520528" y="12288"/>
                  <a:pt x="519046" y="13010"/>
                  <a:pt x="517855" y="14454"/>
                </a:cubicBezTo>
                <a:cubicBezTo>
                  <a:pt x="516665" y="15898"/>
                  <a:pt x="516070" y="18174"/>
                  <a:pt x="516070" y="212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D5E14-7D37-414A-9CF2-4BE2DF02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11" y="1765418"/>
            <a:ext cx="34669" cy="49763"/>
          </a:xfrm>
          <a:custGeom xmlns:a="http://schemas.openxmlformats.org/drawingml/2006/main">
            <a:pathLst>
              <a:path w="34669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9" y="47673"/>
                </a:lnTo>
                <a:cubicBezTo>
                  <a:pt x="34669" y="48698"/>
                  <a:pt x="33837" y="49530"/>
                  <a:pt x="32812" y="49530"/>
                </a:cubicBezTo>
                <a:cubicBezTo>
                  <a:pt x="32391" y="49530"/>
                  <a:pt x="31982" y="49386"/>
                  <a:pt x="31654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9" y="49763"/>
                  <a:pt x="1050" y="49634"/>
                  <a:pt x="408" y="48833"/>
                </a:cubicBezTo>
                <a:cubicBezTo>
                  <a:pt x="144" y="48504"/>
                  <a:pt x="1" y="48094"/>
                  <a:pt x="1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6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Text scripts/helpers.js">
            <a:extLst xmlns:a="http://schemas.openxmlformats.org/drawingml/2006/main">
              <a:ext uri="{FF2B5EF4-FFF2-40B4-BE49-F238E27FC236}">
                <a16:creationId xmlns:a16="http://schemas.microsoft.com/office/drawing/2014/main" id="{611C8E5C-1F5F-4BC1-823C-1BD04EEE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303" y="1771229"/>
            <a:ext cx="337089" cy="42631"/>
          </a:xfrm>
          <a:custGeom xmlns:a="http://schemas.openxmlformats.org/drawingml/2006/main">
            <a:pathLst>
              <a:path w="337089" h="42631">
                <a:moveTo>
                  <a:pt x="0" y="25996"/>
                </a:moveTo>
                <a:lnTo>
                  <a:pt x="3948" y="25375"/>
                </a:lnTo>
                <a:cubicBezTo>
                  <a:pt x="4170" y="26950"/>
                  <a:pt x="4787" y="28157"/>
                  <a:pt x="5800" y="28996"/>
                </a:cubicBezTo>
                <a:cubicBezTo>
                  <a:pt x="6813" y="29835"/>
                  <a:pt x="8229" y="30254"/>
                  <a:pt x="10048" y="30254"/>
                </a:cubicBezTo>
                <a:cubicBezTo>
                  <a:pt x="11881" y="30254"/>
                  <a:pt x="13242" y="29884"/>
                  <a:pt x="14129" y="29143"/>
                </a:cubicBezTo>
                <a:cubicBezTo>
                  <a:pt x="15016" y="28402"/>
                  <a:pt x="15460" y="27533"/>
                  <a:pt x="15460" y="26536"/>
                </a:cubicBezTo>
                <a:cubicBezTo>
                  <a:pt x="15460" y="25640"/>
                  <a:pt x="15068" y="24936"/>
                  <a:pt x="14284" y="24423"/>
                </a:cubicBezTo>
                <a:cubicBezTo>
                  <a:pt x="13737" y="24071"/>
                  <a:pt x="12377" y="23623"/>
                  <a:pt x="10203" y="23080"/>
                </a:cubicBezTo>
                <a:cubicBezTo>
                  <a:pt x="7275" y="22340"/>
                  <a:pt x="5246" y="21700"/>
                  <a:pt x="4114" y="21160"/>
                </a:cubicBezTo>
                <a:cubicBezTo>
                  <a:pt x="2983" y="20620"/>
                  <a:pt x="2126" y="19873"/>
                  <a:pt x="1542" y="18918"/>
                </a:cubicBezTo>
                <a:cubicBezTo>
                  <a:pt x="957" y="17963"/>
                  <a:pt x="665" y="16909"/>
                  <a:pt x="665" y="15754"/>
                </a:cubicBezTo>
                <a:cubicBezTo>
                  <a:pt x="665" y="14704"/>
                  <a:pt x="906" y="13730"/>
                  <a:pt x="1386" y="12835"/>
                </a:cubicBezTo>
                <a:cubicBezTo>
                  <a:pt x="1867" y="11939"/>
                  <a:pt x="2521" y="11196"/>
                  <a:pt x="3349" y="10604"/>
                </a:cubicBezTo>
                <a:cubicBezTo>
                  <a:pt x="3970" y="10145"/>
                  <a:pt x="4817" y="9756"/>
                  <a:pt x="5889" y="9438"/>
                </a:cubicBezTo>
                <a:cubicBezTo>
                  <a:pt x="6961" y="9120"/>
                  <a:pt x="8111" y="8961"/>
                  <a:pt x="9338" y="8961"/>
                </a:cubicBezTo>
                <a:cubicBezTo>
                  <a:pt x="11186" y="8961"/>
                  <a:pt x="12809" y="9229"/>
                  <a:pt x="14207" y="9765"/>
                </a:cubicBezTo>
                <a:cubicBezTo>
                  <a:pt x="15604" y="10301"/>
                  <a:pt x="16635" y="11026"/>
                  <a:pt x="17301" y="11942"/>
                </a:cubicBezTo>
                <a:cubicBezTo>
                  <a:pt x="17966" y="12858"/>
                  <a:pt x="18425" y="14082"/>
                  <a:pt x="18676" y="15615"/>
                </a:cubicBezTo>
                <a:lnTo>
                  <a:pt x="14772" y="16147"/>
                </a:lnTo>
                <a:cubicBezTo>
                  <a:pt x="14595" y="14935"/>
                  <a:pt x="14081" y="13989"/>
                  <a:pt x="13231" y="13308"/>
                </a:cubicBezTo>
                <a:cubicBezTo>
                  <a:pt x="12380" y="12628"/>
                  <a:pt x="11179" y="12288"/>
                  <a:pt x="9626" y="12288"/>
                </a:cubicBezTo>
                <a:cubicBezTo>
                  <a:pt x="7793" y="12288"/>
                  <a:pt x="6484" y="12590"/>
                  <a:pt x="5700" y="13193"/>
                </a:cubicBezTo>
                <a:cubicBezTo>
                  <a:pt x="4917" y="13796"/>
                  <a:pt x="4525" y="14503"/>
                  <a:pt x="4525" y="15312"/>
                </a:cubicBezTo>
                <a:cubicBezTo>
                  <a:pt x="4525" y="15827"/>
                  <a:pt x="4687" y="16290"/>
                  <a:pt x="5013" y="16703"/>
                </a:cubicBezTo>
                <a:cubicBezTo>
                  <a:pt x="5338" y="17129"/>
                  <a:pt x="5848" y="17482"/>
                  <a:pt x="6543" y="17762"/>
                </a:cubicBezTo>
                <a:cubicBezTo>
                  <a:pt x="6942" y="17909"/>
                  <a:pt x="8118" y="18248"/>
                  <a:pt x="10070" y="18777"/>
                </a:cubicBezTo>
                <a:cubicBezTo>
                  <a:pt x="12894" y="19531"/>
                  <a:pt x="14865" y="20148"/>
                  <a:pt x="15981" y="20628"/>
                </a:cubicBezTo>
                <a:cubicBezTo>
                  <a:pt x="17097" y="21108"/>
                  <a:pt x="17974" y="21806"/>
                  <a:pt x="18609" y="22723"/>
                </a:cubicBezTo>
                <a:cubicBezTo>
                  <a:pt x="19245" y="23638"/>
                  <a:pt x="19563" y="24776"/>
                  <a:pt x="19563" y="26135"/>
                </a:cubicBezTo>
                <a:cubicBezTo>
                  <a:pt x="19563" y="27465"/>
                  <a:pt x="19175" y="28717"/>
                  <a:pt x="18399" y="29892"/>
                </a:cubicBezTo>
                <a:cubicBezTo>
                  <a:pt x="17622" y="31066"/>
                  <a:pt x="16502" y="31974"/>
                  <a:pt x="15038" y="32617"/>
                </a:cubicBezTo>
                <a:cubicBezTo>
                  <a:pt x="13574" y="33260"/>
                  <a:pt x="11918" y="33581"/>
                  <a:pt x="10070" y="33581"/>
                </a:cubicBezTo>
                <a:cubicBezTo>
                  <a:pt x="7009" y="33581"/>
                  <a:pt x="4676" y="32944"/>
                  <a:pt x="3072" y="31668"/>
                </a:cubicBezTo>
                <a:cubicBezTo>
                  <a:pt x="1468" y="30393"/>
                  <a:pt x="444" y="28502"/>
                  <a:pt x="0" y="25996"/>
                </a:cubicBezTo>
                <a:close/>
                <a:moveTo>
                  <a:pt x="39681" y="24399"/>
                </a:moveTo>
                <a:lnTo>
                  <a:pt x="43607" y="24909"/>
                </a:lnTo>
                <a:cubicBezTo>
                  <a:pt x="43178" y="27622"/>
                  <a:pt x="42080" y="29745"/>
                  <a:pt x="40313" y="31280"/>
                </a:cubicBezTo>
                <a:cubicBezTo>
                  <a:pt x="38546" y="32814"/>
                  <a:pt x="36376" y="33581"/>
                  <a:pt x="33803" y="33581"/>
                </a:cubicBezTo>
                <a:cubicBezTo>
                  <a:pt x="30579" y="33581"/>
                  <a:pt x="27988" y="32528"/>
                  <a:pt x="26029" y="30421"/>
                </a:cubicBezTo>
                <a:cubicBezTo>
                  <a:pt x="24069" y="28313"/>
                  <a:pt x="23090" y="25293"/>
                  <a:pt x="23090" y="21360"/>
                </a:cubicBezTo>
                <a:cubicBezTo>
                  <a:pt x="23090" y="18816"/>
                  <a:pt x="23511" y="16591"/>
                  <a:pt x="24354" y="14683"/>
                </a:cubicBezTo>
                <a:cubicBezTo>
                  <a:pt x="25197" y="12776"/>
                  <a:pt x="26480" y="11345"/>
                  <a:pt x="28202" y="10392"/>
                </a:cubicBezTo>
                <a:cubicBezTo>
                  <a:pt x="29925" y="9438"/>
                  <a:pt x="31799" y="8961"/>
                  <a:pt x="33825" y="8961"/>
                </a:cubicBezTo>
                <a:cubicBezTo>
                  <a:pt x="36383" y="8961"/>
                  <a:pt x="38476" y="9610"/>
                  <a:pt x="40102" y="10908"/>
                </a:cubicBezTo>
                <a:cubicBezTo>
                  <a:pt x="41729" y="12206"/>
                  <a:pt x="42771" y="14048"/>
                  <a:pt x="43230" y="16436"/>
                </a:cubicBezTo>
                <a:lnTo>
                  <a:pt x="39348" y="17035"/>
                </a:lnTo>
                <a:cubicBezTo>
                  <a:pt x="38978" y="15460"/>
                  <a:pt x="38324" y="14275"/>
                  <a:pt x="37385" y="13480"/>
                </a:cubicBezTo>
                <a:cubicBezTo>
                  <a:pt x="36446" y="12685"/>
                  <a:pt x="35311" y="12288"/>
                  <a:pt x="33980" y="12288"/>
                </a:cubicBezTo>
                <a:cubicBezTo>
                  <a:pt x="31969" y="12288"/>
                  <a:pt x="30335" y="13005"/>
                  <a:pt x="29078" y="14440"/>
                </a:cubicBezTo>
                <a:cubicBezTo>
                  <a:pt x="27821" y="15875"/>
                  <a:pt x="27193" y="18144"/>
                  <a:pt x="27193" y="21249"/>
                </a:cubicBezTo>
                <a:cubicBezTo>
                  <a:pt x="27193" y="24398"/>
                  <a:pt x="27799" y="26686"/>
                  <a:pt x="29012" y="28114"/>
                </a:cubicBezTo>
                <a:cubicBezTo>
                  <a:pt x="30224" y="29541"/>
                  <a:pt x="31807" y="30254"/>
                  <a:pt x="33758" y="30254"/>
                </a:cubicBezTo>
                <a:cubicBezTo>
                  <a:pt x="35326" y="30254"/>
                  <a:pt x="36635" y="29775"/>
                  <a:pt x="37684" y="28818"/>
                </a:cubicBezTo>
                <a:cubicBezTo>
                  <a:pt x="38734" y="27861"/>
                  <a:pt x="39400" y="26387"/>
                  <a:pt x="39681" y="24399"/>
                </a:cubicBezTo>
                <a:close/>
                <a:moveTo>
                  <a:pt x="46978" y="33049"/>
                </a:moveTo>
                <a:lnTo>
                  <a:pt x="46978" y="9493"/>
                </a:lnTo>
                <a:lnTo>
                  <a:pt x="50571" y="9493"/>
                </a:lnTo>
                <a:lnTo>
                  <a:pt x="50571" y="13042"/>
                </a:lnTo>
                <a:cubicBezTo>
                  <a:pt x="51488" y="11380"/>
                  <a:pt x="52335" y="10285"/>
                  <a:pt x="53111" y="9755"/>
                </a:cubicBezTo>
                <a:cubicBezTo>
                  <a:pt x="53887" y="9226"/>
                  <a:pt x="54741" y="8961"/>
                  <a:pt x="55673" y="8961"/>
                </a:cubicBezTo>
                <a:cubicBezTo>
                  <a:pt x="57018" y="8961"/>
                  <a:pt x="58386" y="9388"/>
                  <a:pt x="59776" y="10242"/>
                </a:cubicBezTo>
                <a:lnTo>
                  <a:pt x="58401" y="13929"/>
                </a:lnTo>
                <a:cubicBezTo>
                  <a:pt x="57425" y="13353"/>
                  <a:pt x="56449" y="13064"/>
                  <a:pt x="55473" y="13064"/>
                </a:cubicBezTo>
                <a:cubicBezTo>
                  <a:pt x="54601" y="13064"/>
                  <a:pt x="53817" y="13327"/>
                  <a:pt x="53122" y="13853"/>
                </a:cubicBezTo>
                <a:cubicBezTo>
                  <a:pt x="52427" y="14379"/>
                  <a:pt x="51932" y="15107"/>
                  <a:pt x="51636" y="16040"/>
                </a:cubicBezTo>
                <a:cubicBezTo>
                  <a:pt x="51192" y="17461"/>
                  <a:pt x="50971" y="19015"/>
                  <a:pt x="50971" y="20703"/>
                </a:cubicBezTo>
                <a:lnTo>
                  <a:pt x="50971" y="33049"/>
                </a:lnTo>
                <a:lnTo>
                  <a:pt x="46978" y="33049"/>
                </a:lnTo>
                <a:close/>
                <a:moveTo>
                  <a:pt x="62444" y="5146"/>
                </a:moveTo>
                <a:lnTo>
                  <a:pt x="62444" y="532"/>
                </a:lnTo>
                <a:lnTo>
                  <a:pt x="66436" y="532"/>
                </a:lnTo>
                <a:lnTo>
                  <a:pt x="66436" y="5146"/>
                </a:lnTo>
                <a:lnTo>
                  <a:pt x="62444" y="5146"/>
                </a:lnTo>
                <a:moveTo>
                  <a:pt x="62444" y="33049"/>
                </a:moveTo>
                <a:lnTo>
                  <a:pt x="62444" y="9493"/>
                </a:lnTo>
                <a:lnTo>
                  <a:pt x="66436" y="9493"/>
                </a:lnTo>
                <a:lnTo>
                  <a:pt x="66436" y="33049"/>
                </a:lnTo>
                <a:lnTo>
                  <a:pt x="62444" y="33049"/>
                </a:lnTo>
                <a:close/>
                <a:moveTo>
                  <a:pt x="73278" y="42099"/>
                </a:moveTo>
                <a:lnTo>
                  <a:pt x="73278" y="9493"/>
                </a:lnTo>
                <a:lnTo>
                  <a:pt x="76916" y="9493"/>
                </a:lnTo>
                <a:lnTo>
                  <a:pt x="76916" y="12532"/>
                </a:lnTo>
                <a:cubicBezTo>
                  <a:pt x="77773" y="11342"/>
                  <a:pt x="78742" y="10449"/>
                  <a:pt x="79821" y="9854"/>
                </a:cubicBezTo>
                <a:cubicBezTo>
                  <a:pt x="80901" y="9259"/>
                  <a:pt x="82209" y="8961"/>
                  <a:pt x="83747" y="8961"/>
                </a:cubicBezTo>
                <a:cubicBezTo>
                  <a:pt x="85758" y="8961"/>
                  <a:pt x="87533" y="9478"/>
                  <a:pt x="89070" y="10514"/>
                </a:cubicBezTo>
                <a:cubicBezTo>
                  <a:pt x="90608" y="11549"/>
                  <a:pt x="91769" y="13009"/>
                  <a:pt x="92553" y="14894"/>
                </a:cubicBezTo>
                <a:cubicBezTo>
                  <a:pt x="93337" y="16780"/>
                  <a:pt x="93728" y="18846"/>
                  <a:pt x="93728" y="21094"/>
                </a:cubicBezTo>
                <a:cubicBezTo>
                  <a:pt x="93728" y="23504"/>
                  <a:pt x="93296" y="25674"/>
                  <a:pt x="92431" y="27604"/>
                </a:cubicBezTo>
                <a:cubicBezTo>
                  <a:pt x="91566" y="29533"/>
                  <a:pt x="90309" y="31012"/>
                  <a:pt x="88660" y="32040"/>
                </a:cubicBezTo>
                <a:cubicBezTo>
                  <a:pt x="87011" y="33067"/>
                  <a:pt x="85278" y="33581"/>
                  <a:pt x="83459" y="33581"/>
                </a:cubicBezTo>
                <a:cubicBezTo>
                  <a:pt x="82128" y="33581"/>
                  <a:pt x="80934" y="33297"/>
                  <a:pt x="79877" y="32727"/>
                </a:cubicBezTo>
                <a:cubicBezTo>
                  <a:pt x="78819" y="32158"/>
                  <a:pt x="77951" y="31438"/>
                  <a:pt x="77270" y="30569"/>
                </a:cubicBezTo>
                <a:lnTo>
                  <a:pt x="77270" y="42099"/>
                </a:lnTo>
                <a:lnTo>
                  <a:pt x="73278" y="42099"/>
                </a:lnTo>
                <a:moveTo>
                  <a:pt x="76893" y="21371"/>
                </a:moveTo>
                <a:cubicBezTo>
                  <a:pt x="76893" y="24399"/>
                  <a:pt x="77507" y="26636"/>
                  <a:pt x="78734" y="28083"/>
                </a:cubicBezTo>
                <a:cubicBezTo>
                  <a:pt x="79962" y="29531"/>
                  <a:pt x="81448" y="30254"/>
                  <a:pt x="83193" y="30254"/>
                </a:cubicBezTo>
                <a:cubicBezTo>
                  <a:pt x="84967" y="30254"/>
                  <a:pt x="86486" y="29505"/>
                  <a:pt x="87751" y="28006"/>
                </a:cubicBezTo>
                <a:cubicBezTo>
                  <a:pt x="89015" y="26507"/>
                  <a:pt x="89647" y="24184"/>
                  <a:pt x="89647" y="21038"/>
                </a:cubicBezTo>
                <a:cubicBezTo>
                  <a:pt x="89647" y="18040"/>
                  <a:pt x="89030" y="15795"/>
                  <a:pt x="87795" y="14304"/>
                </a:cubicBezTo>
                <a:cubicBezTo>
                  <a:pt x="86560" y="12812"/>
                  <a:pt x="85085" y="12066"/>
                  <a:pt x="83370" y="12066"/>
                </a:cubicBezTo>
                <a:cubicBezTo>
                  <a:pt x="81670" y="12066"/>
                  <a:pt x="80165" y="12860"/>
                  <a:pt x="78856" y="14448"/>
                </a:cubicBezTo>
                <a:cubicBezTo>
                  <a:pt x="77548" y="16036"/>
                  <a:pt x="76893" y="18343"/>
                  <a:pt x="76893" y="21371"/>
                </a:cubicBezTo>
                <a:close/>
                <a:moveTo>
                  <a:pt x="107388" y="29522"/>
                </a:moveTo>
                <a:lnTo>
                  <a:pt x="107965" y="33049"/>
                </a:lnTo>
                <a:cubicBezTo>
                  <a:pt x="106841" y="33256"/>
                  <a:pt x="105835" y="33359"/>
                  <a:pt x="104948" y="33359"/>
                </a:cubicBezTo>
                <a:cubicBezTo>
                  <a:pt x="103499" y="33359"/>
                  <a:pt x="102375" y="33130"/>
                  <a:pt x="101577" y="32672"/>
                </a:cubicBezTo>
                <a:cubicBezTo>
                  <a:pt x="100778" y="32213"/>
                  <a:pt x="100216" y="31611"/>
                  <a:pt x="99891" y="30864"/>
                </a:cubicBezTo>
                <a:cubicBezTo>
                  <a:pt x="99566" y="30117"/>
                  <a:pt x="99403" y="28546"/>
                  <a:pt x="99403" y="26151"/>
                </a:cubicBezTo>
                <a:lnTo>
                  <a:pt x="99403" y="12599"/>
                </a:lnTo>
                <a:lnTo>
                  <a:pt x="96475" y="12599"/>
                </a:lnTo>
                <a:lnTo>
                  <a:pt x="96475" y="9493"/>
                </a:lnTo>
                <a:lnTo>
                  <a:pt x="99403" y="9493"/>
                </a:lnTo>
                <a:lnTo>
                  <a:pt x="99403" y="3644"/>
                </a:lnTo>
                <a:lnTo>
                  <a:pt x="103373" y="1242"/>
                </a:lnTo>
                <a:lnTo>
                  <a:pt x="103373" y="9493"/>
                </a:lnTo>
                <a:lnTo>
                  <a:pt x="107388" y="9493"/>
                </a:lnTo>
                <a:lnTo>
                  <a:pt x="107388" y="12599"/>
                </a:lnTo>
                <a:lnTo>
                  <a:pt x="103373" y="12599"/>
                </a:lnTo>
                <a:lnTo>
                  <a:pt x="103373" y="26373"/>
                </a:lnTo>
                <a:cubicBezTo>
                  <a:pt x="103373" y="27511"/>
                  <a:pt x="103444" y="28243"/>
                  <a:pt x="103584" y="28568"/>
                </a:cubicBezTo>
                <a:cubicBezTo>
                  <a:pt x="103725" y="28894"/>
                  <a:pt x="103954" y="29153"/>
                  <a:pt x="104272" y="29345"/>
                </a:cubicBezTo>
                <a:cubicBezTo>
                  <a:pt x="104590" y="29537"/>
                  <a:pt x="105044" y="29633"/>
                  <a:pt x="105636" y="29633"/>
                </a:cubicBezTo>
                <a:cubicBezTo>
                  <a:pt x="106079" y="29633"/>
                  <a:pt x="106664" y="29596"/>
                  <a:pt x="107388" y="29522"/>
                </a:cubicBezTo>
                <a:close/>
                <a:moveTo>
                  <a:pt x="109703" y="25996"/>
                </a:moveTo>
                <a:lnTo>
                  <a:pt x="113651" y="25375"/>
                </a:lnTo>
                <a:cubicBezTo>
                  <a:pt x="113873" y="26950"/>
                  <a:pt x="114490" y="28157"/>
                  <a:pt x="115503" y="28996"/>
                </a:cubicBezTo>
                <a:cubicBezTo>
                  <a:pt x="116516" y="29835"/>
                  <a:pt x="117932" y="30254"/>
                  <a:pt x="119751" y="30254"/>
                </a:cubicBezTo>
                <a:cubicBezTo>
                  <a:pt x="121584" y="30254"/>
                  <a:pt x="122945" y="29884"/>
                  <a:pt x="123832" y="29143"/>
                </a:cubicBezTo>
                <a:cubicBezTo>
                  <a:pt x="124719" y="28402"/>
                  <a:pt x="125163" y="27533"/>
                  <a:pt x="125163" y="26536"/>
                </a:cubicBezTo>
                <a:cubicBezTo>
                  <a:pt x="125163" y="25640"/>
                  <a:pt x="124771" y="24936"/>
                  <a:pt x="123987" y="24423"/>
                </a:cubicBezTo>
                <a:cubicBezTo>
                  <a:pt x="123440" y="24071"/>
                  <a:pt x="122080" y="23623"/>
                  <a:pt x="119906" y="23080"/>
                </a:cubicBezTo>
                <a:cubicBezTo>
                  <a:pt x="116978" y="22340"/>
                  <a:pt x="114949" y="21700"/>
                  <a:pt x="113817" y="21160"/>
                </a:cubicBezTo>
                <a:cubicBezTo>
                  <a:pt x="112686" y="20620"/>
                  <a:pt x="111828" y="19873"/>
                  <a:pt x="111244" y="18918"/>
                </a:cubicBezTo>
                <a:cubicBezTo>
                  <a:pt x="110660" y="17963"/>
                  <a:pt x="110368" y="16909"/>
                  <a:pt x="110368" y="15754"/>
                </a:cubicBezTo>
                <a:cubicBezTo>
                  <a:pt x="110368" y="14704"/>
                  <a:pt x="110609" y="13730"/>
                  <a:pt x="111089" y="12835"/>
                </a:cubicBezTo>
                <a:cubicBezTo>
                  <a:pt x="111570" y="11939"/>
                  <a:pt x="112224" y="11196"/>
                  <a:pt x="113052" y="10604"/>
                </a:cubicBezTo>
                <a:cubicBezTo>
                  <a:pt x="113673" y="10145"/>
                  <a:pt x="114520" y="9756"/>
                  <a:pt x="115592" y="9438"/>
                </a:cubicBezTo>
                <a:cubicBezTo>
                  <a:pt x="116664" y="9120"/>
                  <a:pt x="117814" y="8961"/>
                  <a:pt x="119041" y="8961"/>
                </a:cubicBezTo>
                <a:cubicBezTo>
                  <a:pt x="120889" y="8961"/>
                  <a:pt x="122512" y="9229"/>
                  <a:pt x="123909" y="9765"/>
                </a:cubicBezTo>
                <a:cubicBezTo>
                  <a:pt x="125307" y="10301"/>
                  <a:pt x="126338" y="11026"/>
                  <a:pt x="127004" y="11942"/>
                </a:cubicBezTo>
                <a:cubicBezTo>
                  <a:pt x="127669" y="12858"/>
                  <a:pt x="128127" y="14082"/>
                  <a:pt x="128379" y="15615"/>
                </a:cubicBezTo>
                <a:lnTo>
                  <a:pt x="124475" y="16147"/>
                </a:lnTo>
                <a:cubicBezTo>
                  <a:pt x="124298" y="14935"/>
                  <a:pt x="123784" y="13989"/>
                  <a:pt x="122934" y="13308"/>
                </a:cubicBezTo>
                <a:cubicBezTo>
                  <a:pt x="122083" y="12628"/>
                  <a:pt x="120882" y="12288"/>
                  <a:pt x="119329" y="12288"/>
                </a:cubicBezTo>
                <a:cubicBezTo>
                  <a:pt x="117496" y="12288"/>
                  <a:pt x="116187" y="12590"/>
                  <a:pt x="115403" y="13193"/>
                </a:cubicBezTo>
                <a:cubicBezTo>
                  <a:pt x="114620" y="13796"/>
                  <a:pt x="114228" y="14503"/>
                  <a:pt x="114228" y="15312"/>
                </a:cubicBezTo>
                <a:cubicBezTo>
                  <a:pt x="114228" y="15827"/>
                  <a:pt x="114390" y="16290"/>
                  <a:pt x="114716" y="16703"/>
                </a:cubicBezTo>
                <a:cubicBezTo>
                  <a:pt x="115041" y="17129"/>
                  <a:pt x="115551" y="17482"/>
                  <a:pt x="116246" y="17762"/>
                </a:cubicBezTo>
                <a:cubicBezTo>
                  <a:pt x="116645" y="17909"/>
                  <a:pt x="117821" y="18248"/>
                  <a:pt x="119773" y="18777"/>
                </a:cubicBezTo>
                <a:cubicBezTo>
                  <a:pt x="122597" y="19531"/>
                  <a:pt x="124567" y="20148"/>
                  <a:pt x="125684" y="20628"/>
                </a:cubicBezTo>
                <a:cubicBezTo>
                  <a:pt x="126800" y="21108"/>
                  <a:pt x="127676" y="21806"/>
                  <a:pt x="128312" y="22723"/>
                </a:cubicBezTo>
                <a:cubicBezTo>
                  <a:pt x="128948" y="23638"/>
                  <a:pt x="129266" y="24776"/>
                  <a:pt x="129266" y="26135"/>
                </a:cubicBezTo>
                <a:cubicBezTo>
                  <a:pt x="129266" y="27465"/>
                  <a:pt x="128878" y="28717"/>
                  <a:pt x="128102" y="29892"/>
                </a:cubicBezTo>
                <a:cubicBezTo>
                  <a:pt x="127325" y="31066"/>
                  <a:pt x="126205" y="31974"/>
                  <a:pt x="124741" y="32617"/>
                </a:cubicBezTo>
                <a:cubicBezTo>
                  <a:pt x="123277" y="33260"/>
                  <a:pt x="121621" y="33581"/>
                  <a:pt x="119773" y="33581"/>
                </a:cubicBezTo>
                <a:cubicBezTo>
                  <a:pt x="116712" y="33581"/>
                  <a:pt x="114379" y="32944"/>
                  <a:pt x="112775" y="31668"/>
                </a:cubicBezTo>
                <a:cubicBezTo>
                  <a:pt x="111170" y="30393"/>
                  <a:pt x="110146" y="28502"/>
                  <a:pt x="109703" y="25996"/>
                </a:cubicBezTo>
                <a:close/>
                <a:moveTo>
                  <a:pt x="131018" y="33581"/>
                </a:moveTo>
                <a:lnTo>
                  <a:pt x="140445" y="0"/>
                </a:lnTo>
                <a:lnTo>
                  <a:pt x="143639" y="0"/>
                </a:lnTo>
                <a:lnTo>
                  <a:pt x="134234" y="33581"/>
                </a:lnTo>
                <a:lnTo>
                  <a:pt x="131018" y="33581"/>
                </a:lnTo>
                <a:close/>
                <a:moveTo>
                  <a:pt x="146777" y="33049"/>
                </a:moveTo>
                <a:lnTo>
                  <a:pt x="146777" y="532"/>
                </a:lnTo>
                <a:lnTo>
                  <a:pt x="150770" y="532"/>
                </a:lnTo>
                <a:lnTo>
                  <a:pt x="150770" y="12199"/>
                </a:lnTo>
                <a:cubicBezTo>
                  <a:pt x="152633" y="10040"/>
                  <a:pt x="154984" y="8961"/>
                  <a:pt x="157823" y="8961"/>
                </a:cubicBezTo>
                <a:cubicBezTo>
                  <a:pt x="159568" y="8961"/>
                  <a:pt x="161084" y="9305"/>
                  <a:pt x="162370" y="9992"/>
                </a:cubicBezTo>
                <a:cubicBezTo>
                  <a:pt x="163657" y="10680"/>
                  <a:pt x="164577" y="11630"/>
                  <a:pt x="165132" y="12843"/>
                </a:cubicBezTo>
                <a:cubicBezTo>
                  <a:pt x="165686" y="14055"/>
                  <a:pt x="165963" y="15815"/>
                  <a:pt x="165963" y="18121"/>
                </a:cubicBezTo>
                <a:lnTo>
                  <a:pt x="165963" y="33049"/>
                </a:lnTo>
                <a:lnTo>
                  <a:pt x="161971" y="33049"/>
                </a:lnTo>
                <a:lnTo>
                  <a:pt x="161971" y="18121"/>
                </a:lnTo>
                <a:cubicBezTo>
                  <a:pt x="161971" y="16125"/>
                  <a:pt x="161538" y="14672"/>
                  <a:pt x="160673" y="13763"/>
                </a:cubicBezTo>
                <a:cubicBezTo>
                  <a:pt x="159808" y="12854"/>
                  <a:pt x="158585" y="12399"/>
                  <a:pt x="157002" y="12399"/>
                </a:cubicBezTo>
                <a:cubicBezTo>
                  <a:pt x="155819" y="12399"/>
                  <a:pt x="154707" y="12706"/>
                  <a:pt x="153664" y="13319"/>
                </a:cubicBezTo>
                <a:cubicBezTo>
                  <a:pt x="152622" y="13933"/>
                  <a:pt x="151879" y="14765"/>
                  <a:pt x="151435" y="15815"/>
                </a:cubicBezTo>
                <a:cubicBezTo>
                  <a:pt x="150991" y="16865"/>
                  <a:pt x="150770" y="18314"/>
                  <a:pt x="150770" y="20162"/>
                </a:cubicBezTo>
                <a:lnTo>
                  <a:pt x="150770" y="33049"/>
                </a:lnTo>
                <a:lnTo>
                  <a:pt x="146777" y="33049"/>
                </a:lnTo>
                <a:close/>
                <a:moveTo>
                  <a:pt x="188295" y="25463"/>
                </a:moveTo>
                <a:lnTo>
                  <a:pt x="192421" y="25973"/>
                </a:lnTo>
                <a:cubicBezTo>
                  <a:pt x="191770" y="28384"/>
                  <a:pt x="190565" y="30254"/>
                  <a:pt x="188805" y="31585"/>
                </a:cubicBezTo>
                <a:cubicBezTo>
                  <a:pt x="187046" y="32916"/>
                  <a:pt x="184798" y="33581"/>
                  <a:pt x="182063" y="33581"/>
                </a:cubicBezTo>
                <a:cubicBezTo>
                  <a:pt x="178617" y="33581"/>
                  <a:pt x="175885" y="32520"/>
                  <a:pt x="173867" y="30398"/>
                </a:cubicBezTo>
                <a:cubicBezTo>
                  <a:pt x="171848" y="28276"/>
                  <a:pt x="170839" y="25301"/>
                  <a:pt x="170839" y="21471"/>
                </a:cubicBezTo>
                <a:cubicBezTo>
                  <a:pt x="170839" y="17508"/>
                  <a:pt x="171860" y="14432"/>
                  <a:pt x="173900" y="12244"/>
                </a:cubicBezTo>
                <a:cubicBezTo>
                  <a:pt x="175941" y="10055"/>
                  <a:pt x="178588" y="8961"/>
                  <a:pt x="181841" y="8961"/>
                </a:cubicBezTo>
                <a:cubicBezTo>
                  <a:pt x="184990" y="8961"/>
                  <a:pt x="187563" y="10031"/>
                  <a:pt x="189560" y="12172"/>
                </a:cubicBezTo>
                <a:cubicBezTo>
                  <a:pt x="191556" y="14313"/>
                  <a:pt x="192554" y="17324"/>
                  <a:pt x="192554" y="21207"/>
                </a:cubicBezTo>
                <a:cubicBezTo>
                  <a:pt x="192554" y="21443"/>
                  <a:pt x="192547" y="21797"/>
                  <a:pt x="192532" y="22269"/>
                </a:cubicBezTo>
                <a:lnTo>
                  <a:pt x="174965" y="22269"/>
                </a:lnTo>
                <a:cubicBezTo>
                  <a:pt x="175113" y="24850"/>
                  <a:pt x="175845" y="26825"/>
                  <a:pt x="177161" y="28197"/>
                </a:cubicBezTo>
                <a:cubicBezTo>
                  <a:pt x="178477" y="29568"/>
                  <a:pt x="180118" y="30254"/>
                  <a:pt x="182085" y="30254"/>
                </a:cubicBezTo>
                <a:cubicBezTo>
                  <a:pt x="183549" y="30254"/>
                  <a:pt x="184798" y="29873"/>
                  <a:pt x="185833" y="29112"/>
                </a:cubicBezTo>
                <a:cubicBezTo>
                  <a:pt x="186868" y="28350"/>
                  <a:pt x="187689" y="27134"/>
                  <a:pt x="188295" y="25463"/>
                </a:cubicBezTo>
                <a:moveTo>
                  <a:pt x="175187" y="18942"/>
                </a:moveTo>
                <a:lnTo>
                  <a:pt x="188340" y="18942"/>
                </a:lnTo>
                <a:cubicBezTo>
                  <a:pt x="188162" y="16993"/>
                  <a:pt x="187659" y="15531"/>
                  <a:pt x="186831" y="14557"/>
                </a:cubicBezTo>
                <a:cubicBezTo>
                  <a:pt x="185560" y="13044"/>
                  <a:pt x="183911" y="12288"/>
                  <a:pt x="181885" y="12288"/>
                </a:cubicBezTo>
                <a:cubicBezTo>
                  <a:pt x="180052" y="12288"/>
                  <a:pt x="178510" y="12892"/>
                  <a:pt x="177260" y="14099"/>
                </a:cubicBezTo>
                <a:cubicBezTo>
                  <a:pt x="176011" y="15306"/>
                  <a:pt x="175320" y="16920"/>
                  <a:pt x="175187" y="18942"/>
                </a:cubicBezTo>
                <a:close/>
                <a:moveTo>
                  <a:pt x="197475" y="33049"/>
                </a:moveTo>
                <a:lnTo>
                  <a:pt x="197475" y="532"/>
                </a:lnTo>
                <a:lnTo>
                  <a:pt x="201468" y="532"/>
                </a:lnTo>
                <a:lnTo>
                  <a:pt x="201468" y="33049"/>
                </a:lnTo>
                <a:lnTo>
                  <a:pt x="197475" y="33049"/>
                </a:lnTo>
                <a:close/>
                <a:moveTo>
                  <a:pt x="208420" y="42099"/>
                </a:moveTo>
                <a:lnTo>
                  <a:pt x="208420" y="9493"/>
                </a:lnTo>
                <a:lnTo>
                  <a:pt x="212058" y="9493"/>
                </a:lnTo>
                <a:lnTo>
                  <a:pt x="212058" y="12532"/>
                </a:lnTo>
                <a:cubicBezTo>
                  <a:pt x="212915" y="11342"/>
                  <a:pt x="213884" y="10449"/>
                  <a:pt x="214963" y="9854"/>
                </a:cubicBezTo>
                <a:cubicBezTo>
                  <a:pt x="216043" y="9259"/>
                  <a:pt x="217351" y="8961"/>
                  <a:pt x="218889" y="8961"/>
                </a:cubicBezTo>
                <a:cubicBezTo>
                  <a:pt x="220900" y="8961"/>
                  <a:pt x="222675" y="9478"/>
                  <a:pt x="224213" y="10514"/>
                </a:cubicBezTo>
                <a:cubicBezTo>
                  <a:pt x="225750" y="11549"/>
                  <a:pt x="226911" y="13009"/>
                  <a:pt x="227695" y="14894"/>
                </a:cubicBezTo>
                <a:cubicBezTo>
                  <a:pt x="228479" y="16780"/>
                  <a:pt x="228870" y="18846"/>
                  <a:pt x="228870" y="21094"/>
                </a:cubicBezTo>
                <a:cubicBezTo>
                  <a:pt x="228870" y="23504"/>
                  <a:pt x="228438" y="25674"/>
                  <a:pt x="227573" y="27604"/>
                </a:cubicBezTo>
                <a:cubicBezTo>
                  <a:pt x="226708" y="29533"/>
                  <a:pt x="225451" y="31012"/>
                  <a:pt x="223802" y="32040"/>
                </a:cubicBezTo>
                <a:cubicBezTo>
                  <a:pt x="222153" y="33067"/>
                  <a:pt x="220420" y="33581"/>
                  <a:pt x="218601" y="33581"/>
                </a:cubicBezTo>
                <a:cubicBezTo>
                  <a:pt x="217270" y="33581"/>
                  <a:pt x="216076" y="33297"/>
                  <a:pt x="215019" y="32727"/>
                </a:cubicBezTo>
                <a:cubicBezTo>
                  <a:pt x="213961" y="32158"/>
                  <a:pt x="213093" y="31438"/>
                  <a:pt x="212412" y="30569"/>
                </a:cubicBezTo>
                <a:lnTo>
                  <a:pt x="212412" y="42099"/>
                </a:lnTo>
                <a:lnTo>
                  <a:pt x="208420" y="42099"/>
                </a:lnTo>
                <a:moveTo>
                  <a:pt x="212035" y="21371"/>
                </a:moveTo>
                <a:cubicBezTo>
                  <a:pt x="212035" y="24399"/>
                  <a:pt x="212649" y="26636"/>
                  <a:pt x="213876" y="28083"/>
                </a:cubicBezTo>
                <a:cubicBezTo>
                  <a:pt x="215104" y="29531"/>
                  <a:pt x="216590" y="30254"/>
                  <a:pt x="218335" y="30254"/>
                </a:cubicBezTo>
                <a:cubicBezTo>
                  <a:pt x="220109" y="30254"/>
                  <a:pt x="221628" y="29505"/>
                  <a:pt x="222893" y="28006"/>
                </a:cubicBezTo>
                <a:cubicBezTo>
                  <a:pt x="224157" y="26507"/>
                  <a:pt x="224789" y="24184"/>
                  <a:pt x="224789" y="21038"/>
                </a:cubicBezTo>
                <a:cubicBezTo>
                  <a:pt x="224789" y="18040"/>
                  <a:pt x="224172" y="15795"/>
                  <a:pt x="222937" y="14304"/>
                </a:cubicBezTo>
                <a:cubicBezTo>
                  <a:pt x="221702" y="12812"/>
                  <a:pt x="220227" y="12066"/>
                  <a:pt x="218512" y="12066"/>
                </a:cubicBezTo>
                <a:cubicBezTo>
                  <a:pt x="216812" y="12066"/>
                  <a:pt x="215307" y="12860"/>
                  <a:pt x="213998" y="14448"/>
                </a:cubicBezTo>
                <a:cubicBezTo>
                  <a:pt x="212690" y="16036"/>
                  <a:pt x="212035" y="18343"/>
                  <a:pt x="212035" y="21371"/>
                </a:cubicBezTo>
                <a:close/>
                <a:moveTo>
                  <a:pt x="249938" y="25463"/>
                </a:moveTo>
                <a:lnTo>
                  <a:pt x="254064" y="25973"/>
                </a:lnTo>
                <a:cubicBezTo>
                  <a:pt x="253413" y="28384"/>
                  <a:pt x="252208" y="30254"/>
                  <a:pt x="250448" y="31585"/>
                </a:cubicBezTo>
                <a:cubicBezTo>
                  <a:pt x="248689" y="32916"/>
                  <a:pt x="246441" y="33581"/>
                  <a:pt x="243705" y="33581"/>
                </a:cubicBezTo>
                <a:cubicBezTo>
                  <a:pt x="240260" y="33581"/>
                  <a:pt x="237528" y="32520"/>
                  <a:pt x="235510" y="30398"/>
                </a:cubicBezTo>
                <a:cubicBezTo>
                  <a:pt x="233491" y="28276"/>
                  <a:pt x="232482" y="25301"/>
                  <a:pt x="232482" y="21471"/>
                </a:cubicBezTo>
                <a:cubicBezTo>
                  <a:pt x="232482" y="17508"/>
                  <a:pt x="233502" y="14432"/>
                  <a:pt x="235543" y="12244"/>
                </a:cubicBezTo>
                <a:cubicBezTo>
                  <a:pt x="237584" y="10055"/>
                  <a:pt x="240230" y="8961"/>
                  <a:pt x="243484" y="8961"/>
                </a:cubicBezTo>
                <a:cubicBezTo>
                  <a:pt x="246633" y="8961"/>
                  <a:pt x="249206" y="10031"/>
                  <a:pt x="251202" y="12172"/>
                </a:cubicBezTo>
                <a:cubicBezTo>
                  <a:pt x="253199" y="14313"/>
                  <a:pt x="254197" y="17324"/>
                  <a:pt x="254197" y="21207"/>
                </a:cubicBezTo>
                <a:cubicBezTo>
                  <a:pt x="254197" y="21443"/>
                  <a:pt x="254189" y="21797"/>
                  <a:pt x="254175" y="22269"/>
                </a:cubicBezTo>
                <a:lnTo>
                  <a:pt x="236608" y="22269"/>
                </a:lnTo>
                <a:cubicBezTo>
                  <a:pt x="236755" y="24850"/>
                  <a:pt x="237487" y="26825"/>
                  <a:pt x="238803" y="28197"/>
                </a:cubicBezTo>
                <a:cubicBezTo>
                  <a:pt x="240120" y="29568"/>
                  <a:pt x="241761" y="30254"/>
                  <a:pt x="243728" y="30254"/>
                </a:cubicBezTo>
                <a:cubicBezTo>
                  <a:pt x="245191" y="30254"/>
                  <a:pt x="246441" y="29873"/>
                  <a:pt x="247476" y="29112"/>
                </a:cubicBezTo>
                <a:cubicBezTo>
                  <a:pt x="248511" y="28350"/>
                  <a:pt x="249332" y="27134"/>
                  <a:pt x="249938" y="25463"/>
                </a:cubicBezTo>
                <a:moveTo>
                  <a:pt x="236829" y="18942"/>
                </a:moveTo>
                <a:lnTo>
                  <a:pt x="249982" y="18942"/>
                </a:lnTo>
                <a:cubicBezTo>
                  <a:pt x="249805" y="16993"/>
                  <a:pt x="249302" y="15531"/>
                  <a:pt x="248474" y="14557"/>
                </a:cubicBezTo>
                <a:cubicBezTo>
                  <a:pt x="247203" y="13044"/>
                  <a:pt x="245554" y="12288"/>
                  <a:pt x="243528" y="12288"/>
                </a:cubicBezTo>
                <a:cubicBezTo>
                  <a:pt x="241694" y="12288"/>
                  <a:pt x="240153" y="12892"/>
                  <a:pt x="238903" y="14099"/>
                </a:cubicBezTo>
                <a:cubicBezTo>
                  <a:pt x="237654" y="15306"/>
                  <a:pt x="236963" y="16920"/>
                  <a:pt x="236829" y="18942"/>
                </a:cubicBezTo>
                <a:close/>
                <a:moveTo>
                  <a:pt x="259161" y="33049"/>
                </a:moveTo>
                <a:lnTo>
                  <a:pt x="259161" y="9493"/>
                </a:lnTo>
                <a:lnTo>
                  <a:pt x="262755" y="9493"/>
                </a:lnTo>
                <a:lnTo>
                  <a:pt x="262755" y="13042"/>
                </a:lnTo>
                <a:cubicBezTo>
                  <a:pt x="263671" y="11380"/>
                  <a:pt x="264518" y="10285"/>
                  <a:pt x="265294" y="9755"/>
                </a:cubicBezTo>
                <a:cubicBezTo>
                  <a:pt x="266071" y="9226"/>
                  <a:pt x="266925" y="8961"/>
                  <a:pt x="267856" y="8961"/>
                </a:cubicBezTo>
                <a:cubicBezTo>
                  <a:pt x="269202" y="8961"/>
                  <a:pt x="270570" y="9388"/>
                  <a:pt x="271960" y="10242"/>
                </a:cubicBezTo>
                <a:lnTo>
                  <a:pt x="270584" y="13929"/>
                </a:lnTo>
                <a:cubicBezTo>
                  <a:pt x="269608" y="13353"/>
                  <a:pt x="268632" y="13064"/>
                  <a:pt x="267657" y="13064"/>
                </a:cubicBezTo>
                <a:cubicBezTo>
                  <a:pt x="266784" y="13064"/>
                  <a:pt x="266000" y="13327"/>
                  <a:pt x="265305" y="13853"/>
                </a:cubicBezTo>
                <a:cubicBezTo>
                  <a:pt x="264610" y="14379"/>
                  <a:pt x="264115" y="15107"/>
                  <a:pt x="263819" y="16040"/>
                </a:cubicBezTo>
                <a:cubicBezTo>
                  <a:pt x="263376" y="17461"/>
                  <a:pt x="263154" y="19015"/>
                  <a:pt x="263154" y="20703"/>
                </a:cubicBezTo>
                <a:lnTo>
                  <a:pt x="263154" y="33049"/>
                </a:lnTo>
                <a:lnTo>
                  <a:pt x="259161" y="33049"/>
                </a:lnTo>
                <a:close/>
                <a:moveTo>
                  <a:pt x="273008" y="25996"/>
                </a:moveTo>
                <a:lnTo>
                  <a:pt x="276956" y="25375"/>
                </a:lnTo>
                <a:cubicBezTo>
                  <a:pt x="277178" y="26950"/>
                  <a:pt x="277795" y="28157"/>
                  <a:pt x="278808" y="28996"/>
                </a:cubicBezTo>
                <a:cubicBezTo>
                  <a:pt x="279821" y="29835"/>
                  <a:pt x="281237" y="30254"/>
                  <a:pt x="283056" y="30254"/>
                </a:cubicBezTo>
                <a:cubicBezTo>
                  <a:pt x="284889" y="30254"/>
                  <a:pt x="286250" y="29884"/>
                  <a:pt x="287137" y="29143"/>
                </a:cubicBezTo>
                <a:cubicBezTo>
                  <a:pt x="288024" y="28402"/>
                  <a:pt x="288468" y="27533"/>
                  <a:pt x="288468" y="26536"/>
                </a:cubicBezTo>
                <a:cubicBezTo>
                  <a:pt x="288468" y="25640"/>
                  <a:pt x="288076" y="24936"/>
                  <a:pt x="287292" y="24423"/>
                </a:cubicBezTo>
                <a:cubicBezTo>
                  <a:pt x="286745" y="24071"/>
                  <a:pt x="285385" y="23623"/>
                  <a:pt x="283211" y="23080"/>
                </a:cubicBezTo>
                <a:cubicBezTo>
                  <a:pt x="280283" y="22340"/>
                  <a:pt x="278254" y="21700"/>
                  <a:pt x="277123" y="21160"/>
                </a:cubicBezTo>
                <a:cubicBezTo>
                  <a:pt x="275991" y="20620"/>
                  <a:pt x="275134" y="19873"/>
                  <a:pt x="274550" y="18918"/>
                </a:cubicBezTo>
                <a:cubicBezTo>
                  <a:pt x="273966" y="17963"/>
                  <a:pt x="273674" y="16909"/>
                  <a:pt x="273674" y="15754"/>
                </a:cubicBezTo>
                <a:cubicBezTo>
                  <a:pt x="273674" y="14704"/>
                  <a:pt x="273914" y="13730"/>
                  <a:pt x="274394" y="12835"/>
                </a:cubicBezTo>
                <a:cubicBezTo>
                  <a:pt x="274875" y="11939"/>
                  <a:pt x="275529" y="11196"/>
                  <a:pt x="276357" y="10604"/>
                </a:cubicBezTo>
                <a:cubicBezTo>
                  <a:pt x="276978" y="10145"/>
                  <a:pt x="277825" y="9756"/>
                  <a:pt x="278897" y="9438"/>
                </a:cubicBezTo>
                <a:cubicBezTo>
                  <a:pt x="279969" y="9120"/>
                  <a:pt x="281119" y="8961"/>
                  <a:pt x="282346" y="8961"/>
                </a:cubicBezTo>
                <a:cubicBezTo>
                  <a:pt x="284194" y="8961"/>
                  <a:pt x="285817" y="9229"/>
                  <a:pt x="287215" y="9765"/>
                </a:cubicBezTo>
                <a:cubicBezTo>
                  <a:pt x="288612" y="10301"/>
                  <a:pt x="289644" y="11026"/>
                  <a:pt x="290309" y="11942"/>
                </a:cubicBezTo>
                <a:cubicBezTo>
                  <a:pt x="290974" y="12858"/>
                  <a:pt x="291433" y="14082"/>
                  <a:pt x="291684" y="15615"/>
                </a:cubicBezTo>
                <a:lnTo>
                  <a:pt x="287780" y="16147"/>
                </a:lnTo>
                <a:cubicBezTo>
                  <a:pt x="287603" y="14935"/>
                  <a:pt x="287089" y="13989"/>
                  <a:pt x="286239" y="13308"/>
                </a:cubicBezTo>
                <a:cubicBezTo>
                  <a:pt x="285389" y="12628"/>
                  <a:pt x="284187" y="12288"/>
                  <a:pt x="282634" y="12288"/>
                </a:cubicBezTo>
                <a:cubicBezTo>
                  <a:pt x="280801" y="12288"/>
                  <a:pt x="279492" y="12590"/>
                  <a:pt x="278709" y="13193"/>
                </a:cubicBezTo>
                <a:cubicBezTo>
                  <a:pt x="277925" y="13796"/>
                  <a:pt x="277533" y="14503"/>
                  <a:pt x="277533" y="15312"/>
                </a:cubicBezTo>
                <a:cubicBezTo>
                  <a:pt x="277533" y="15827"/>
                  <a:pt x="277696" y="16290"/>
                  <a:pt x="278021" y="16703"/>
                </a:cubicBezTo>
                <a:cubicBezTo>
                  <a:pt x="278346" y="17129"/>
                  <a:pt x="278856" y="17482"/>
                  <a:pt x="279551" y="17762"/>
                </a:cubicBezTo>
                <a:cubicBezTo>
                  <a:pt x="279951" y="17909"/>
                  <a:pt x="281126" y="18248"/>
                  <a:pt x="283078" y="18777"/>
                </a:cubicBezTo>
                <a:cubicBezTo>
                  <a:pt x="285902" y="19531"/>
                  <a:pt x="287873" y="20148"/>
                  <a:pt x="288989" y="20628"/>
                </a:cubicBezTo>
                <a:cubicBezTo>
                  <a:pt x="290106" y="21108"/>
                  <a:pt x="290982" y="21806"/>
                  <a:pt x="291618" y="22723"/>
                </a:cubicBezTo>
                <a:cubicBezTo>
                  <a:pt x="292253" y="23638"/>
                  <a:pt x="292571" y="24776"/>
                  <a:pt x="292571" y="26135"/>
                </a:cubicBezTo>
                <a:cubicBezTo>
                  <a:pt x="292571" y="27465"/>
                  <a:pt x="292183" y="28717"/>
                  <a:pt x="291407" y="29892"/>
                </a:cubicBezTo>
                <a:cubicBezTo>
                  <a:pt x="290631" y="31066"/>
                  <a:pt x="289510" y="31974"/>
                  <a:pt x="288047" y="32617"/>
                </a:cubicBezTo>
                <a:cubicBezTo>
                  <a:pt x="286583" y="33260"/>
                  <a:pt x="284926" y="33581"/>
                  <a:pt x="283078" y="33581"/>
                </a:cubicBezTo>
                <a:cubicBezTo>
                  <a:pt x="280017" y="33581"/>
                  <a:pt x="277685" y="32944"/>
                  <a:pt x="276080" y="31668"/>
                </a:cubicBezTo>
                <a:cubicBezTo>
                  <a:pt x="274476" y="30393"/>
                  <a:pt x="273452" y="28502"/>
                  <a:pt x="273008" y="25996"/>
                </a:cubicBezTo>
                <a:close/>
                <a:moveTo>
                  <a:pt x="298450" y="33049"/>
                </a:moveTo>
                <a:lnTo>
                  <a:pt x="298450" y="28480"/>
                </a:lnTo>
                <a:lnTo>
                  <a:pt x="302997" y="28480"/>
                </a:lnTo>
                <a:lnTo>
                  <a:pt x="302997" y="33049"/>
                </a:lnTo>
                <a:lnTo>
                  <a:pt x="298450" y="33049"/>
                </a:lnTo>
                <a:close/>
                <a:moveTo>
                  <a:pt x="309924" y="5190"/>
                </a:moveTo>
                <a:lnTo>
                  <a:pt x="309924" y="532"/>
                </a:lnTo>
                <a:lnTo>
                  <a:pt x="313917" y="532"/>
                </a:lnTo>
                <a:lnTo>
                  <a:pt x="313917" y="5190"/>
                </a:lnTo>
                <a:lnTo>
                  <a:pt x="309924" y="5190"/>
                </a:lnTo>
                <a:moveTo>
                  <a:pt x="304867" y="42210"/>
                </a:moveTo>
                <a:lnTo>
                  <a:pt x="305621" y="38816"/>
                </a:lnTo>
                <a:cubicBezTo>
                  <a:pt x="306420" y="39023"/>
                  <a:pt x="307048" y="39126"/>
                  <a:pt x="307507" y="39126"/>
                </a:cubicBezTo>
                <a:cubicBezTo>
                  <a:pt x="308320" y="39126"/>
                  <a:pt x="308926" y="38856"/>
                  <a:pt x="309325" y="38316"/>
                </a:cubicBezTo>
                <a:cubicBezTo>
                  <a:pt x="309725" y="37776"/>
                  <a:pt x="309924" y="36426"/>
                  <a:pt x="309924" y="34265"/>
                </a:cubicBezTo>
                <a:lnTo>
                  <a:pt x="309924" y="9493"/>
                </a:lnTo>
                <a:lnTo>
                  <a:pt x="313917" y="9493"/>
                </a:lnTo>
                <a:lnTo>
                  <a:pt x="313917" y="34352"/>
                </a:lnTo>
                <a:cubicBezTo>
                  <a:pt x="313917" y="37252"/>
                  <a:pt x="313540" y="39272"/>
                  <a:pt x="312785" y="40411"/>
                </a:cubicBezTo>
                <a:cubicBezTo>
                  <a:pt x="311824" y="41891"/>
                  <a:pt x="310227" y="42631"/>
                  <a:pt x="307995" y="42631"/>
                </a:cubicBezTo>
                <a:cubicBezTo>
                  <a:pt x="306915" y="42631"/>
                  <a:pt x="305873" y="42490"/>
                  <a:pt x="304867" y="42210"/>
                </a:cubicBezTo>
                <a:close/>
                <a:moveTo>
                  <a:pt x="317526" y="25996"/>
                </a:moveTo>
                <a:lnTo>
                  <a:pt x="321474" y="25375"/>
                </a:lnTo>
                <a:cubicBezTo>
                  <a:pt x="321696" y="26950"/>
                  <a:pt x="322313" y="28157"/>
                  <a:pt x="323326" y="28996"/>
                </a:cubicBezTo>
                <a:cubicBezTo>
                  <a:pt x="324339" y="29835"/>
                  <a:pt x="325755" y="30254"/>
                  <a:pt x="327574" y="30254"/>
                </a:cubicBezTo>
                <a:cubicBezTo>
                  <a:pt x="329407" y="30254"/>
                  <a:pt x="330768" y="29884"/>
                  <a:pt x="331655" y="29143"/>
                </a:cubicBezTo>
                <a:cubicBezTo>
                  <a:pt x="332542" y="28402"/>
                  <a:pt x="332986" y="27533"/>
                  <a:pt x="332986" y="26536"/>
                </a:cubicBezTo>
                <a:cubicBezTo>
                  <a:pt x="332986" y="25640"/>
                  <a:pt x="332594" y="24936"/>
                  <a:pt x="331810" y="24423"/>
                </a:cubicBezTo>
                <a:cubicBezTo>
                  <a:pt x="331263" y="24071"/>
                  <a:pt x="329903" y="23623"/>
                  <a:pt x="327729" y="23080"/>
                </a:cubicBezTo>
                <a:cubicBezTo>
                  <a:pt x="324801" y="22340"/>
                  <a:pt x="322772" y="21700"/>
                  <a:pt x="321640" y="21160"/>
                </a:cubicBezTo>
                <a:cubicBezTo>
                  <a:pt x="320509" y="20620"/>
                  <a:pt x="319652" y="19873"/>
                  <a:pt x="319068" y="18918"/>
                </a:cubicBezTo>
                <a:cubicBezTo>
                  <a:pt x="318483" y="17963"/>
                  <a:pt x="318191" y="16909"/>
                  <a:pt x="318191" y="15754"/>
                </a:cubicBezTo>
                <a:cubicBezTo>
                  <a:pt x="318191" y="14704"/>
                  <a:pt x="318432" y="13730"/>
                  <a:pt x="318912" y="12835"/>
                </a:cubicBezTo>
                <a:cubicBezTo>
                  <a:pt x="319393" y="11939"/>
                  <a:pt x="320047" y="11196"/>
                  <a:pt x="320875" y="10604"/>
                </a:cubicBezTo>
                <a:cubicBezTo>
                  <a:pt x="321496" y="10145"/>
                  <a:pt x="322343" y="9756"/>
                  <a:pt x="323415" y="9438"/>
                </a:cubicBezTo>
                <a:cubicBezTo>
                  <a:pt x="324487" y="9120"/>
                  <a:pt x="325637" y="8961"/>
                  <a:pt x="326864" y="8961"/>
                </a:cubicBezTo>
                <a:cubicBezTo>
                  <a:pt x="328712" y="8961"/>
                  <a:pt x="330335" y="9229"/>
                  <a:pt x="331733" y="9765"/>
                </a:cubicBezTo>
                <a:cubicBezTo>
                  <a:pt x="333130" y="10301"/>
                  <a:pt x="334161" y="11026"/>
                  <a:pt x="334827" y="11942"/>
                </a:cubicBezTo>
                <a:cubicBezTo>
                  <a:pt x="335492" y="12858"/>
                  <a:pt x="335951" y="14082"/>
                  <a:pt x="336202" y="15615"/>
                </a:cubicBezTo>
                <a:lnTo>
                  <a:pt x="332298" y="16147"/>
                </a:lnTo>
                <a:cubicBezTo>
                  <a:pt x="332121" y="14935"/>
                  <a:pt x="331607" y="13989"/>
                  <a:pt x="330757" y="13308"/>
                </a:cubicBezTo>
                <a:cubicBezTo>
                  <a:pt x="329906" y="12628"/>
                  <a:pt x="328705" y="12288"/>
                  <a:pt x="327152" y="12288"/>
                </a:cubicBezTo>
                <a:cubicBezTo>
                  <a:pt x="325319" y="12288"/>
                  <a:pt x="324010" y="12590"/>
                  <a:pt x="323226" y="13193"/>
                </a:cubicBezTo>
                <a:cubicBezTo>
                  <a:pt x="322443" y="13796"/>
                  <a:pt x="322051" y="14503"/>
                  <a:pt x="322051" y="15312"/>
                </a:cubicBezTo>
                <a:cubicBezTo>
                  <a:pt x="322051" y="15827"/>
                  <a:pt x="322213" y="16290"/>
                  <a:pt x="322539" y="16703"/>
                </a:cubicBezTo>
                <a:cubicBezTo>
                  <a:pt x="322864" y="17129"/>
                  <a:pt x="323374" y="17482"/>
                  <a:pt x="324069" y="17762"/>
                </a:cubicBezTo>
                <a:cubicBezTo>
                  <a:pt x="324468" y="17909"/>
                  <a:pt x="325644" y="18248"/>
                  <a:pt x="327596" y="18777"/>
                </a:cubicBezTo>
                <a:cubicBezTo>
                  <a:pt x="330420" y="19531"/>
                  <a:pt x="332391" y="20148"/>
                  <a:pt x="333507" y="20628"/>
                </a:cubicBezTo>
                <a:cubicBezTo>
                  <a:pt x="334623" y="21108"/>
                  <a:pt x="335500" y="21806"/>
                  <a:pt x="336135" y="22723"/>
                </a:cubicBezTo>
                <a:cubicBezTo>
                  <a:pt x="336771" y="23638"/>
                  <a:pt x="337089" y="24776"/>
                  <a:pt x="337089" y="26135"/>
                </a:cubicBezTo>
                <a:cubicBezTo>
                  <a:pt x="337089" y="27465"/>
                  <a:pt x="336701" y="28717"/>
                  <a:pt x="335925" y="29892"/>
                </a:cubicBezTo>
                <a:cubicBezTo>
                  <a:pt x="335148" y="31066"/>
                  <a:pt x="334028" y="31974"/>
                  <a:pt x="332564" y="32617"/>
                </a:cubicBezTo>
                <a:cubicBezTo>
                  <a:pt x="331100" y="33260"/>
                  <a:pt x="329444" y="33581"/>
                  <a:pt x="327596" y="33581"/>
                </a:cubicBezTo>
                <a:cubicBezTo>
                  <a:pt x="324535" y="33581"/>
                  <a:pt x="322202" y="32944"/>
                  <a:pt x="320598" y="31668"/>
                </a:cubicBezTo>
                <a:cubicBezTo>
                  <a:pt x="318994" y="30393"/>
                  <a:pt x="317970" y="28502"/>
                  <a:pt x="317526" y="259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668b65a76468b"/>
          <a:stretch xmlns:a="http://schemas.openxmlformats.org/drawingml/2006/main"/>
        </p:blipFill>
        <p:spPr>
          <a:xfrm xmlns:a="http://schemas.openxmlformats.org/drawingml/2006/main">
            <a:off x="6844956" y="1421529"/>
            <a:ext cx="3785" cy="280125"/>
          </a:xfrm>
          <a:prstGeom xmlns:a="http://schemas.openxmlformats.org/drawingml/2006/main" prst="rect">
            <a:avLst/>
          </a:prstGeom>
        </p:spPr>
      </p:pic>
      <p:pic>
        <p:nvPicPr>
          <p:cNvPr id="1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bc7fdbe174dba"/>
          <a:stretch xmlns:a="http://schemas.openxmlformats.org/drawingml/2006/main"/>
        </p:blipFill>
        <p:spPr>
          <a:xfrm xmlns:a="http://schemas.openxmlformats.org/drawingml/2006/main">
            <a:off x="7682606" y="1421529"/>
            <a:ext cx="3785" cy="280125"/>
          </a:xfrm>
          <a:prstGeom xmlns:a="http://schemas.openxmlformats.org/drawingml/2006/main" prst="rect">
            <a:avLst/>
          </a:prstGeom>
        </p:spPr>
      </p:pic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F8E24-87F4-424B-9F5D-8625994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298745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3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B93F3-891F-4C0D-A0F2-2D0CD93C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391489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3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D70D0-10DF-4D78-93F5-4C18109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484990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3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2CE46-9339-4FE5-9E27-D2311A1B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578491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2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C5718-6D02-4A50-9571-9AC593D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671917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3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1A6C7-980B-49E0-8E4B-624FA24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2" y="1765418"/>
            <a:ext cx="34668" cy="49763"/>
          </a:xfrm>
          <a:custGeom xmlns:a="http://schemas.openxmlformats.org/drawingml/2006/main">
            <a:pathLst>
              <a:path w="34668" h="49763">
                <a:moveTo>
                  <a:pt x="0" y="4334"/>
                </a:moveTo>
                <a:cubicBezTo>
                  <a:pt x="0" y="1942"/>
                  <a:pt x="1941" y="0"/>
                  <a:pt x="4334" y="0"/>
                </a:cubicBezTo>
                <a:lnTo>
                  <a:pt x="30335" y="0"/>
                </a:lnTo>
                <a:cubicBezTo>
                  <a:pt x="32728" y="0"/>
                  <a:pt x="34668" y="1942"/>
                  <a:pt x="34668" y="4334"/>
                </a:cubicBezTo>
                <a:lnTo>
                  <a:pt x="34668" y="47673"/>
                </a:lnTo>
                <a:cubicBezTo>
                  <a:pt x="34668" y="48698"/>
                  <a:pt x="33837" y="49530"/>
                  <a:pt x="32811" y="49530"/>
                </a:cubicBezTo>
                <a:cubicBezTo>
                  <a:pt x="32390" y="49530"/>
                  <a:pt x="31981" y="49386"/>
                  <a:pt x="31653" y="49124"/>
                </a:cubicBezTo>
                <a:lnTo>
                  <a:pt x="17334" y="37667"/>
                </a:lnTo>
                <a:lnTo>
                  <a:pt x="3019" y="49121"/>
                </a:lnTo>
                <a:cubicBezTo>
                  <a:pt x="2218" y="49763"/>
                  <a:pt x="1049" y="49634"/>
                  <a:pt x="408" y="48833"/>
                </a:cubicBezTo>
                <a:cubicBezTo>
                  <a:pt x="144" y="48504"/>
                  <a:pt x="0" y="48094"/>
                  <a:pt x="0" y="47672"/>
                </a:cubicBezTo>
                <a:lnTo>
                  <a:pt x="0" y="4334"/>
                </a:lnTo>
                <a:close/>
                <a:moveTo>
                  <a:pt x="4334" y="3715"/>
                </a:moveTo>
                <a:cubicBezTo>
                  <a:pt x="3992" y="3715"/>
                  <a:pt x="3715" y="3991"/>
                  <a:pt x="3715" y="4334"/>
                </a:cubicBezTo>
                <a:lnTo>
                  <a:pt x="3715" y="43809"/>
                </a:lnTo>
                <a:lnTo>
                  <a:pt x="16174" y="33839"/>
                </a:lnTo>
                <a:cubicBezTo>
                  <a:pt x="16851" y="33294"/>
                  <a:pt x="17817" y="33294"/>
                  <a:pt x="18495" y="33839"/>
                </a:cubicBezTo>
                <a:lnTo>
                  <a:pt x="30954" y="43809"/>
                </a:lnTo>
                <a:lnTo>
                  <a:pt x="30954" y="4334"/>
                </a:lnTo>
                <a:cubicBezTo>
                  <a:pt x="30954" y="3991"/>
                  <a:pt x="30677" y="3715"/>
                  <a:pt x="30335" y="3715"/>
                </a:cubicBezTo>
                <a:lnTo>
                  <a:pt x="4334" y="371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Text KnowledgeMining">
            <a:extLst xmlns:a="http://schemas.openxmlformats.org/drawingml/2006/main">
              <a:ext uri="{FF2B5EF4-FFF2-40B4-BE49-F238E27FC236}">
                <a16:creationId xmlns:a16="http://schemas.microsoft.com/office/drawing/2014/main" id="{1904D181-B112-48A2-AC58-0D78507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033" y="1766984"/>
            <a:ext cx="1170421" cy="127804"/>
          </a:xfrm>
          <a:custGeom xmlns:a="http://schemas.openxmlformats.org/drawingml/2006/main">
            <a:pathLst>
              <a:path w="1170421" h="127804">
                <a:moveTo>
                  <a:pt x="1597" y="34622"/>
                </a:moveTo>
                <a:cubicBezTo>
                  <a:pt x="1597" y="24145"/>
                  <a:pt x="1065" y="15044"/>
                  <a:pt x="0" y="7320"/>
                </a:cubicBezTo>
                <a:lnTo>
                  <a:pt x="266" y="6920"/>
                </a:lnTo>
                <a:cubicBezTo>
                  <a:pt x="4614" y="7186"/>
                  <a:pt x="8340" y="7320"/>
                  <a:pt x="11445" y="7320"/>
                </a:cubicBezTo>
                <a:lnTo>
                  <a:pt x="22757" y="6920"/>
                </a:lnTo>
                <a:lnTo>
                  <a:pt x="22890" y="7320"/>
                </a:lnTo>
                <a:cubicBezTo>
                  <a:pt x="21781" y="14512"/>
                  <a:pt x="21227" y="23613"/>
                  <a:pt x="21227" y="34622"/>
                </a:cubicBezTo>
                <a:lnTo>
                  <a:pt x="21227" y="47007"/>
                </a:lnTo>
                <a:cubicBezTo>
                  <a:pt x="22424" y="46874"/>
                  <a:pt x="23423" y="46475"/>
                  <a:pt x="24221" y="45810"/>
                </a:cubicBezTo>
                <a:cubicBezTo>
                  <a:pt x="26484" y="43812"/>
                  <a:pt x="28779" y="41692"/>
                  <a:pt x="31108" y="39451"/>
                </a:cubicBezTo>
                <a:cubicBezTo>
                  <a:pt x="33437" y="37208"/>
                  <a:pt x="36054" y="34478"/>
                  <a:pt x="38960" y="31260"/>
                </a:cubicBezTo>
                <a:cubicBezTo>
                  <a:pt x="41866" y="28041"/>
                  <a:pt x="44039" y="25610"/>
                  <a:pt x="45481" y="23967"/>
                </a:cubicBezTo>
                <a:cubicBezTo>
                  <a:pt x="46923" y="22325"/>
                  <a:pt x="49551" y="19317"/>
                  <a:pt x="53366" y="14945"/>
                </a:cubicBezTo>
                <a:cubicBezTo>
                  <a:pt x="57181" y="10572"/>
                  <a:pt x="59510" y="7898"/>
                  <a:pt x="60353" y="6920"/>
                </a:cubicBezTo>
                <a:cubicBezTo>
                  <a:pt x="61551" y="7186"/>
                  <a:pt x="65144" y="7320"/>
                  <a:pt x="71133" y="7320"/>
                </a:cubicBezTo>
                <a:cubicBezTo>
                  <a:pt x="77964" y="7320"/>
                  <a:pt x="82090" y="7186"/>
                  <a:pt x="83510" y="6920"/>
                </a:cubicBezTo>
                <a:cubicBezTo>
                  <a:pt x="61063" y="26543"/>
                  <a:pt x="46801" y="39906"/>
                  <a:pt x="40723" y="47007"/>
                </a:cubicBezTo>
                <a:lnTo>
                  <a:pt x="40723" y="47276"/>
                </a:lnTo>
                <a:lnTo>
                  <a:pt x="84840" y="95687"/>
                </a:lnTo>
                <a:cubicBezTo>
                  <a:pt x="83110" y="95421"/>
                  <a:pt x="78497" y="95287"/>
                  <a:pt x="71000" y="95287"/>
                </a:cubicBezTo>
                <a:cubicBezTo>
                  <a:pt x="64168" y="95287"/>
                  <a:pt x="59976" y="95421"/>
                  <a:pt x="58423" y="95687"/>
                </a:cubicBezTo>
                <a:cubicBezTo>
                  <a:pt x="55496" y="92046"/>
                  <a:pt x="51292" y="86752"/>
                  <a:pt x="45814" y="79804"/>
                </a:cubicBezTo>
                <a:cubicBezTo>
                  <a:pt x="40335" y="72856"/>
                  <a:pt x="35711" y="67018"/>
                  <a:pt x="31940" y="62291"/>
                </a:cubicBezTo>
                <a:cubicBezTo>
                  <a:pt x="28169" y="57563"/>
                  <a:pt x="25463" y="54377"/>
                  <a:pt x="23822" y="52734"/>
                </a:cubicBezTo>
                <a:cubicBezTo>
                  <a:pt x="23245" y="52291"/>
                  <a:pt x="22380" y="51980"/>
                  <a:pt x="21227" y="51803"/>
                </a:cubicBezTo>
                <a:lnTo>
                  <a:pt x="21227" y="67985"/>
                </a:lnTo>
                <a:cubicBezTo>
                  <a:pt x="21227" y="78329"/>
                  <a:pt x="21781" y="87430"/>
                  <a:pt x="22890" y="95287"/>
                </a:cubicBezTo>
                <a:lnTo>
                  <a:pt x="22558" y="95687"/>
                </a:lnTo>
                <a:cubicBezTo>
                  <a:pt x="18210" y="95421"/>
                  <a:pt x="14506" y="95287"/>
                  <a:pt x="11445" y="95287"/>
                </a:cubicBezTo>
                <a:lnTo>
                  <a:pt x="133" y="95687"/>
                </a:lnTo>
                <a:lnTo>
                  <a:pt x="0" y="95287"/>
                </a:lnTo>
                <a:cubicBezTo>
                  <a:pt x="1109" y="87918"/>
                  <a:pt x="1641" y="78817"/>
                  <a:pt x="1597" y="67985"/>
                </a:cubicBezTo>
                <a:lnTo>
                  <a:pt x="1597" y="34622"/>
                </a:lnTo>
                <a:close/>
                <a:moveTo>
                  <a:pt x="160394" y="70700"/>
                </a:moveTo>
                <a:cubicBezTo>
                  <a:pt x="160394" y="80695"/>
                  <a:pt x="160882" y="88891"/>
                  <a:pt x="161858" y="95287"/>
                </a:cubicBezTo>
                <a:lnTo>
                  <a:pt x="161591" y="95687"/>
                </a:lnTo>
                <a:cubicBezTo>
                  <a:pt x="157599" y="95421"/>
                  <a:pt x="154050" y="95287"/>
                  <a:pt x="150945" y="95287"/>
                </a:cubicBezTo>
                <a:lnTo>
                  <a:pt x="141829" y="95687"/>
                </a:lnTo>
                <a:lnTo>
                  <a:pt x="141562" y="95287"/>
                </a:lnTo>
                <a:cubicBezTo>
                  <a:pt x="142095" y="90445"/>
                  <a:pt x="142361" y="82249"/>
                  <a:pt x="142361" y="70700"/>
                </a:cubicBezTo>
                <a:lnTo>
                  <a:pt x="142361" y="58573"/>
                </a:lnTo>
                <a:cubicBezTo>
                  <a:pt x="142361" y="50133"/>
                  <a:pt x="140010" y="45914"/>
                  <a:pt x="135307" y="45914"/>
                </a:cubicBezTo>
                <a:cubicBezTo>
                  <a:pt x="130295" y="45914"/>
                  <a:pt x="125016" y="49534"/>
                  <a:pt x="119471" y="56774"/>
                </a:cubicBezTo>
                <a:lnTo>
                  <a:pt x="119471" y="70700"/>
                </a:lnTo>
                <a:cubicBezTo>
                  <a:pt x="119471" y="80873"/>
                  <a:pt x="119737" y="89069"/>
                  <a:pt x="120269" y="95287"/>
                </a:cubicBezTo>
                <a:lnTo>
                  <a:pt x="119870" y="95687"/>
                </a:lnTo>
                <a:cubicBezTo>
                  <a:pt x="117341" y="95421"/>
                  <a:pt x="114524" y="95287"/>
                  <a:pt x="111419" y="95287"/>
                </a:cubicBezTo>
                <a:lnTo>
                  <a:pt x="100240" y="95687"/>
                </a:lnTo>
                <a:lnTo>
                  <a:pt x="99974" y="95287"/>
                </a:lnTo>
                <a:cubicBezTo>
                  <a:pt x="100994" y="89026"/>
                  <a:pt x="101504" y="80831"/>
                  <a:pt x="101504" y="70705"/>
                </a:cubicBezTo>
                <a:lnTo>
                  <a:pt x="101504" y="63244"/>
                </a:lnTo>
                <a:cubicBezTo>
                  <a:pt x="101504" y="51165"/>
                  <a:pt x="100994" y="42327"/>
                  <a:pt x="99974" y="36731"/>
                </a:cubicBezTo>
                <a:lnTo>
                  <a:pt x="100240" y="36332"/>
                </a:lnTo>
                <a:cubicBezTo>
                  <a:pt x="108048" y="36687"/>
                  <a:pt x="113970" y="36553"/>
                  <a:pt x="118007" y="35932"/>
                </a:cubicBezTo>
                <a:cubicBezTo>
                  <a:pt x="118628" y="35932"/>
                  <a:pt x="119027" y="36387"/>
                  <a:pt x="119204" y="37297"/>
                </a:cubicBezTo>
                <a:cubicBezTo>
                  <a:pt x="119382" y="38206"/>
                  <a:pt x="119471" y="41523"/>
                  <a:pt x="119471" y="47247"/>
                </a:cubicBezTo>
                <a:lnTo>
                  <a:pt x="120003" y="47646"/>
                </a:lnTo>
                <a:cubicBezTo>
                  <a:pt x="123108" y="43742"/>
                  <a:pt x="126568" y="40725"/>
                  <a:pt x="130383" y="38596"/>
                </a:cubicBezTo>
                <a:cubicBezTo>
                  <a:pt x="134198" y="36465"/>
                  <a:pt x="137880" y="35400"/>
                  <a:pt x="141429" y="35400"/>
                </a:cubicBezTo>
                <a:cubicBezTo>
                  <a:pt x="147684" y="35400"/>
                  <a:pt x="152409" y="37010"/>
                  <a:pt x="155603" y="40229"/>
                </a:cubicBezTo>
                <a:cubicBezTo>
                  <a:pt x="158797" y="43446"/>
                  <a:pt x="160394" y="48561"/>
                  <a:pt x="160394" y="55575"/>
                </a:cubicBezTo>
                <a:lnTo>
                  <a:pt x="160394" y="70700"/>
                </a:lnTo>
                <a:close/>
                <a:moveTo>
                  <a:pt x="177947" y="67309"/>
                </a:moveTo>
                <a:cubicBezTo>
                  <a:pt x="177947" y="57050"/>
                  <a:pt x="180964" y="49146"/>
                  <a:pt x="186997" y="43595"/>
                </a:cubicBezTo>
                <a:cubicBezTo>
                  <a:pt x="193030" y="38043"/>
                  <a:pt x="201104" y="35311"/>
                  <a:pt x="211218" y="35400"/>
                </a:cubicBezTo>
                <a:cubicBezTo>
                  <a:pt x="222220" y="35400"/>
                  <a:pt x="230415" y="38220"/>
                  <a:pt x="235805" y="43861"/>
                </a:cubicBezTo>
                <a:cubicBezTo>
                  <a:pt x="241195" y="49501"/>
                  <a:pt x="243890" y="56917"/>
                  <a:pt x="243890" y="66109"/>
                </a:cubicBezTo>
                <a:cubicBezTo>
                  <a:pt x="243890" y="75568"/>
                  <a:pt x="240984" y="83017"/>
                  <a:pt x="235173" y="88459"/>
                </a:cubicBezTo>
                <a:cubicBezTo>
                  <a:pt x="229362" y="93898"/>
                  <a:pt x="221288" y="96618"/>
                  <a:pt x="210952" y="96618"/>
                </a:cubicBezTo>
                <a:cubicBezTo>
                  <a:pt x="200793" y="96618"/>
                  <a:pt x="192753" y="94009"/>
                  <a:pt x="186831" y="88791"/>
                </a:cubicBezTo>
                <a:cubicBezTo>
                  <a:pt x="180908" y="83573"/>
                  <a:pt x="177947" y="76413"/>
                  <a:pt x="177947" y="67309"/>
                </a:cubicBezTo>
                <a:moveTo>
                  <a:pt x="210220" y="42187"/>
                </a:moveTo>
                <a:cubicBezTo>
                  <a:pt x="206494" y="42187"/>
                  <a:pt x="203632" y="43287"/>
                  <a:pt x="201636" y="45485"/>
                </a:cubicBezTo>
                <a:cubicBezTo>
                  <a:pt x="199640" y="47684"/>
                  <a:pt x="198420" y="50194"/>
                  <a:pt x="197976" y="53015"/>
                </a:cubicBezTo>
                <a:cubicBezTo>
                  <a:pt x="197533" y="55836"/>
                  <a:pt x="197311" y="59557"/>
                  <a:pt x="197311" y="64177"/>
                </a:cubicBezTo>
                <a:cubicBezTo>
                  <a:pt x="197311" y="81280"/>
                  <a:pt x="202479" y="89831"/>
                  <a:pt x="212815" y="89831"/>
                </a:cubicBezTo>
                <a:cubicBezTo>
                  <a:pt x="220623" y="89831"/>
                  <a:pt x="224526" y="83146"/>
                  <a:pt x="224526" y="69775"/>
                </a:cubicBezTo>
                <a:cubicBezTo>
                  <a:pt x="224526" y="59869"/>
                  <a:pt x="223528" y="52794"/>
                  <a:pt x="221532" y="48552"/>
                </a:cubicBezTo>
                <a:cubicBezTo>
                  <a:pt x="219536" y="44309"/>
                  <a:pt x="215765" y="42187"/>
                  <a:pt x="210220" y="42187"/>
                </a:cubicBezTo>
                <a:close/>
                <a:moveTo>
                  <a:pt x="275508" y="95820"/>
                </a:moveTo>
                <a:cubicBezTo>
                  <a:pt x="273423" y="89824"/>
                  <a:pt x="271227" y="83828"/>
                  <a:pt x="268920" y="77833"/>
                </a:cubicBezTo>
                <a:cubicBezTo>
                  <a:pt x="266614" y="71837"/>
                  <a:pt x="263475" y="64088"/>
                  <a:pt x="259505" y="54585"/>
                </a:cubicBezTo>
                <a:cubicBezTo>
                  <a:pt x="255534" y="45080"/>
                  <a:pt x="253017" y="39040"/>
                  <a:pt x="251952" y="36465"/>
                </a:cubicBezTo>
                <a:cubicBezTo>
                  <a:pt x="253239" y="36731"/>
                  <a:pt x="257231" y="36864"/>
                  <a:pt x="263930" y="36864"/>
                </a:cubicBezTo>
                <a:cubicBezTo>
                  <a:pt x="268632" y="36864"/>
                  <a:pt x="271538" y="36731"/>
                  <a:pt x="272647" y="36465"/>
                </a:cubicBezTo>
                <a:cubicBezTo>
                  <a:pt x="273179" y="38375"/>
                  <a:pt x="274244" y="42128"/>
                  <a:pt x="275841" y="47725"/>
                </a:cubicBezTo>
                <a:cubicBezTo>
                  <a:pt x="277438" y="53320"/>
                  <a:pt x="278624" y="57483"/>
                  <a:pt x="279401" y="60214"/>
                </a:cubicBezTo>
                <a:cubicBezTo>
                  <a:pt x="280177" y="62945"/>
                  <a:pt x="281286" y="66542"/>
                  <a:pt x="282728" y="71006"/>
                </a:cubicBezTo>
                <a:cubicBezTo>
                  <a:pt x="284169" y="75468"/>
                  <a:pt x="285622" y="79521"/>
                  <a:pt x="287086" y="83162"/>
                </a:cubicBezTo>
                <a:lnTo>
                  <a:pt x="288484" y="83162"/>
                </a:lnTo>
                <a:cubicBezTo>
                  <a:pt x="291811" y="75213"/>
                  <a:pt x="295515" y="65110"/>
                  <a:pt x="299596" y="52853"/>
                </a:cubicBezTo>
                <a:cubicBezTo>
                  <a:pt x="299152" y="51742"/>
                  <a:pt x="298454" y="50032"/>
                  <a:pt x="297500" y="47723"/>
                </a:cubicBezTo>
                <a:cubicBezTo>
                  <a:pt x="296546" y="45413"/>
                  <a:pt x="295692" y="43359"/>
                  <a:pt x="294938" y="41561"/>
                </a:cubicBezTo>
                <a:cubicBezTo>
                  <a:pt x="294184" y="39762"/>
                  <a:pt x="293474" y="38019"/>
                  <a:pt x="292809" y="36332"/>
                </a:cubicBezTo>
                <a:cubicBezTo>
                  <a:pt x="294095" y="36598"/>
                  <a:pt x="297866" y="36731"/>
                  <a:pt x="304121" y="36731"/>
                </a:cubicBezTo>
                <a:cubicBezTo>
                  <a:pt x="309311" y="36731"/>
                  <a:pt x="312461" y="36598"/>
                  <a:pt x="313570" y="36332"/>
                </a:cubicBezTo>
                <a:cubicBezTo>
                  <a:pt x="314368" y="39040"/>
                  <a:pt x="315633" y="43582"/>
                  <a:pt x="317363" y="49956"/>
                </a:cubicBezTo>
                <a:cubicBezTo>
                  <a:pt x="319093" y="56329"/>
                  <a:pt x="320656" y="61880"/>
                  <a:pt x="322054" y="66610"/>
                </a:cubicBezTo>
                <a:cubicBezTo>
                  <a:pt x="323451" y="71339"/>
                  <a:pt x="324971" y="75902"/>
                  <a:pt x="326612" y="80299"/>
                </a:cubicBezTo>
                <a:lnTo>
                  <a:pt x="327610" y="80299"/>
                </a:lnTo>
                <a:cubicBezTo>
                  <a:pt x="329251" y="76391"/>
                  <a:pt x="330859" y="72072"/>
                  <a:pt x="332434" y="67342"/>
                </a:cubicBezTo>
                <a:cubicBezTo>
                  <a:pt x="334009" y="62612"/>
                  <a:pt x="335817" y="56883"/>
                  <a:pt x="337857" y="50156"/>
                </a:cubicBezTo>
                <a:cubicBezTo>
                  <a:pt x="339898" y="43427"/>
                  <a:pt x="341340" y="38819"/>
                  <a:pt x="342183" y="36332"/>
                </a:cubicBezTo>
                <a:cubicBezTo>
                  <a:pt x="342892" y="36598"/>
                  <a:pt x="344756" y="36731"/>
                  <a:pt x="347772" y="36731"/>
                </a:cubicBezTo>
                <a:cubicBezTo>
                  <a:pt x="351765" y="36731"/>
                  <a:pt x="354116" y="36598"/>
                  <a:pt x="354825" y="36332"/>
                </a:cubicBezTo>
                <a:cubicBezTo>
                  <a:pt x="343647" y="63067"/>
                  <a:pt x="335706" y="82853"/>
                  <a:pt x="331004" y="95687"/>
                </a:cubicBezTo>
                <a:cubicBezTo>
                  <a:pt x="330294" y="95421"/>
                  <a:pt x="328142" y="95287"/>
                  <a:pt x="324549" y="95287"/>
                </a:cubicBezTo>
                <a:cubicBezTo>
                  <a:pt x="319714" y="95287"/>
                  <a:pt x="316897" y="95421"/>
                  <a:pt x="316098" y="95687"/>
                </a:cubicBezTo>
                <a:cubicBezTo>
                  <a:pt x="313037" y="86760"/>
                  <a:pt x="309067" y="76213"/>
                  <a:pt x="304187" y="64044"/>
                </a:cubicBezTo>
                <a:cubicBezTo>
                  <a:pt x="299396" y="75236"/>
                  <a:pt x="295382" y="85827"/>
                  <a:pt x="292143" y="95820"/>
                </a:cubicBezTo>
                <a:cubicBezTo>
                  <a:pt x="291434" y="95554"/>
                  <a:pt x="288617" y="95421"/>
                  <a:pt x="283693" y="95421"/>
                </a:cubicBezTo>
                <a:cubicBezTo>
                  <a:pt x="279035" y="95421"/>
                  <a:pt x="276307" y="95554"/>
                  <a:pt x="275508" y="95820"/>
                </a:cubicBezTo>
                <a:close/>
                <a:moveTo>
                  <a:pt x="369405" y="67966"/>
                </a:moveTo>
                <a:lnTo>
                  <a:pt x="369405" y="30584"/>
                </a:lnTo>
                <a:cubicBezTo>
                  <a:pt x="369405" y="19567"/>
                  <a:pt x="368873" y="11016"/>
                  <a:pt x="367808" y="4930"/>
                </a:cubicBezTo>
                <a:lnTo>
                  <a:pt x="368075" y="4531"/>
                </a:lnTo>
                <a:cubicBezTo>
                  <a:pt x="370603" y="4354"/>
                  <a:pt x="374008" y="3743"/>
                  <a:pt x="378289" y="2699"/>
                </a:cubicBezTo>
                <a:cubicBezTo>
                  <a:pt x="382570" y="1655"/>
                  <a:pt x="385664" y="756"/>
                  <a:pt x="387571" y="0"/>
                </a:cubicBezTo>
                <a:cubicBezTo>
                  <a:pt x="388592" y="0"/>
                  <a:pt x="389080" y="466"/>
                  <a:pt x="389035" y="1399"/>
                </a:cubicBezTo>
                <a:cubicBezTo>
                  <a:pt x="387926" y="10151"/>
                  <a:pt x="387372" y="18702"/>
                  <a:pt x="387372" y="27053"/>
                </a:cubicBezTo>
                <a:lnTo>
                  <a:pt x="387372" y="67966"/>
                </a:lnTo>
                <a:cubicBezTo>
                  <a:pt x="387372" y="78894"/>
                  <a:pt x="387926" y="88001"/>
                  <a:pt x="389035" y="95287"/>
                </a:cubicBezTo>
                <a:lnTo>
                  <a:pt x="388769" y="95687"/>
                </a:lnTo>
                <a:cubicBezTo>
                  <a:pt x="384954" y="95421"/>
                  <a:pt x="381494" y="95287"/>
                  <a:pt x="378388" y="95287"/>
                </a:cubicBezTo>
                <a:lnTo>
                  <a:pt x="367941" y="95687"/>
                </a:lnTo>
                <a:lnTo>
                  <a:pt x="367808" y="95287"/>
                </a:lnTo>
                <a:cubicBezTo>
                  <a:pt x="368873" y="88357"/>
                  <a:pt x="369405" y="79250"/>
                  <a:pt x="369405" y="67966"/>
                </a:cubicBezTo>
                <a:close/>
                <a:moveTo>
                  <a:pt x="422545" y="57093"/>
                </a:moveTo>
                <a:lnTo>
                  <a:pt x="443306" y="57093"/>
                </a:lnTo>
                <a:cubicBezTo>
                  <a:pt x="443483" y="56922"/>
                  <a:pt x="443572" y="56007"/>
                  <a:pt x="443572" y="54348"/>
                </a:cubicBezTo>
                <a:cubicBezTo>
                  <a:pt x="443572" y="49626"/>
                  <a:pt x="442596" y="46308"/>
                  <a:pt x="440644" y="44394"/>
                </a:cubicBezTo>
                <a:cubicBezTo>
                  <a:pt x="438692" y="42479"/>
                  <a:pt x="436518" y="41522"/>
                  <a:pt x="434123" y="41522"/>
                </a:cubicBezTo>
                <a:cubicBezTo>
                  <a:pt x="430929" y="41522"/>
                  <a:pt x="428489" y="42777"/>
                  <a:pt x="426803" y="45288"/>
                </a:cubicBezTo>
                <a:cubicBezTo>
                  <a:pt x="424053" y="49158"/>
                  <a:pt x="422633" y="53093"/>
                  <a:pt x="422545" y="57093"/>
                </a:cubicBezTo>
                <a:moveTo>
                  <a:pt x="459342" y="77654"/>
                </a:moveTo>
                <a:cubicBezTo>
                  <a:pt x="460717" y="77654"/>
                  <a:pt x="461405" y="79051"/>
                  <a:pt x="461405" y="81846"/>
                </a:cubicBezTo>
                <a:cubicBezTo>
                  <a:pt x="454662" y="91694"/>
                  <a:pt x="446167" y="96618"/>
                  <a:pt x="435920" y="96618"/>
                </a:cubicBezTo>
                <a:cubicBezTo>
                  <a:pt x="426116" y="96618"/>
                  <a:pt x="418708" y="94350"/>
                  <a:pt x="413695" y="89814"/>
                </a:cubicBezTo>
                <a:cubicBezTo>
                  <a:pt x="410900" y="87280"/>
                  <a:pt x="408682" y="83980"/>
                  <a:pt x="407041" y="79912"/>
                </a:cubicBezTo>
                <a:cubicBezTo>
                  <a:pt x="405399" y="75843"/>
                  <a:pt x="404579" y="71764"/>
                  <a:pt x="404579" y="67673"/>
                </a:cubicBezTo>
                <a:cubicBezTo>
                  <a:pt x="404579" y="57692"/>
                  <a:pt x="407595" y="49707"/>
                  <a:pt x="413628" y="43718"/>
                </a:cubicBezTo>
                <a:cubicBezTo>
                  <a:pt x="419661" y="37729"/>
                  <a:pt x="426781" y="34735"/>
                  <a:pt x="434988" y="34735"/>
                </a:cubicBezTo>
                <a:cubicBezTo>
                  <a:pt x="444171" y="34735"/>
                  <a:pt x="450781" y="37045"/>
                  <a:pt x="454817" y="41665"/>
                </a:cubicBezTo>
                <a:cubicBezTo>
                  <a:pt x="458854" y="46286"/>
                  <a:pt x="460873" y="51871"/>
                  <a:pt x="460873" y="58421"/>
                </a:cubicBezTo>
                <a:cubicBezTo>
                  <a:pt x="460873" y="62060"/>
                  <a:pt x="459542" y="63880"/>
                  <a:pt x="456880" y="63880"/>
                </a:cubicBezTo>
                <a:lnTo>
                  <a:pt x="422012" y="63880"/>
                </a:lnTo>
                <a:lnTo>
                  <a:pt x="422012" y="66076"/>
                </a:lnTo>
                <a:cubicBezTo>
                  <a:pt x="422012" y="73795"/>
                  <a:pt x="423698" y="79085"/>
                  <a:pt x="427070" y="81946"/>
                </a:cubicBezTo>
                <a:cubicBezTo>
                  <a:pt x="430441" y="84807"/>
                  <a:pt x="435165" y="86238"/>
                  <a:pt x="441243" y="86238"/>
                </a:cubicBezTo>
                <a:cubicBezTo>
                  <a:pt x="443949" y="86238"/>
                  <a:pt x="446988" y="85484"/>
                  <a:pt x="450359" y="83975"/>
                </a:cubicBezTo>
                <a:cubicBezTo>
                  <a:pt x="453731" y="82467"/>
                  <a:pt x="456725" y="80360"/>
                  <a:pt x="459342" y="77654"/>
                </a:cubicBezTo>
                <a:close/>
                <a:moveTo>
                  <a:pt x="518372" y="77172"/>
                </a:moveTo>
                <a:lnTo>
                  <a:pt x="518372" y="53915"/>
                </a:lnTo>
                <a:cubicBezTo>
                  <a:pt x="517662" y="50361"/>
                  <a:pt x="516120" y="47518"/>
                  <a:pt x="513747" y="45385"/>
                </a:cubicBezTo>
                <a:cubicBezTo>
                  <a:pt x="511374" y="43253"/>
                  <a:pt x="508590" y="42187"/>
                  <a:pt x="505396" y="42187"/>
                </a:cubicBezTo>
                <a:cubicBezTo>
                  <a:pt x="497056" y="42187"/>
                  <a:pt x="492886" y="49829"/>
                  <a:pt x="492886" y="65111"/>
                </a:cubicBezTo>
                <a:cubicBezTo>
                  <a:pt x="492886" y="80837"/>
                  <a:pt x="496967" y="88722"/>
                  <a:pt x="505130" y="88766"/>
                </a:cubicBezTo>
                <a:cubicBezTo>
                  <a:pt x="510941" y="88766"/>
                  <a:pt x="515355" y="84901"/>
                  <a:pt x="518372" y="77172"/>
                </a:cubicBezTo>
                <a:moveTo>
                  <a:pt x="518372" y="87899"/>
                </a:moveTo>
                <a:cubicBezTo>
                  <a:pt x="515000" y="93712"/>
                  <a:pt x="508501" y="96618"/>
                  <a:pt x="498875" y="96618"/>
                </a:cubicBezTo>
                <a:cubicBezTo>
                  <a:pt x="491333" y="96618"/>
                  <a:pt x="485223" y="93898"/>
                  <a:pt x="480543" y="88459"/>
                </a:cubicBezTo>
                <a:cubicBezTo>
                  <a:pt x="475863" y="83019"/>
                  <a:pt x="473523" y="76058"/>
                  <a:pt x="473523" y="67575"/>
                </a:cubicBezTo>
                <a:cubicBezTo>
                  <a:pt x="473523" y="56029"/>
                  <a:pt x="477426" y="47413"/>
                  <a:pt x="485234" y="41728"/>
                </a:cubicBezTo>
                <a:cubicBezTo>
                  <a:pt x="488428" y="39374"/>
                  <a:pt x="491500" y="37731"/>
                  <a:pt x="494450" y="36800"/>
                </a:cubicBezTo>
                <a:cubicBezTo>
                  <a:pt x="497400" y="35867"/>
                  <a:pt x="501093" y="35400"/>
                  <a:pt x="505529" y="35400"/>
                </a:cubicBezTo>
                <a:cubicBezTo>
                  <a:pt x="507614" y="35400"/>
                  <a:pt x="509954" y="35988"/>
                  <a:pt x="512549" y="37163"/>
                </a:cubicBezTo>
                <a:cubicBezTo>
                  <a:pt x="515144" y="38339"/>
                  <a:pt x="517085" y="39792"/>
                  <a:pt x="518372" y="41522"/>
                </a:cubicBezTo>
                <a:lnTo>
                  <a:pt x="518372" y="30592"/>
                </a:lnTo>
                <a:cubicBezTo>
                  <a:pt x="518372" y="19573"/>
                  <a:pt x="517817" y="11020"/>
                  <a:pt x="516708" y="4932"/>
                </a:cubicBezTo>
                <a:lnTo>
                  <a:pt x="516974" y="4533"/>
                </a:lnTo>
                <a:cubicBezTo>
                  <a:pt x="519503" y="4354"/>
                  <a:pt x="522907" y="3743"/>
                  <a:pt x="527188" y="2699"/>
                </a:cubicBezTo>
                <a:cubicBezTo>
                  <a:pt x="531469" y="1655"/>
                  <a:pt x="534563" y="756"/>
                  <a:pt x="536471" y="0"/>
                </a:cubicBezTo>
                <a:cubicBezTo>
                  <a:pt x="537491" y="0"/>
                  <a:pt x="538001" y="466"/>
                  <a:pt x="538001" y="1399"/>
                </a:cubicBezTo>
                <a:cubicBezTo>
                  <a:pt x="536892" y="10151"/>
                  <a:pt x="536338" y="18702"/>
                  <a:pt x="536338" y="27053"/>
                </a:cubicBezTo>
                <a:lnTo>
                  <a:pt x="536338" y="69099"/>
                </a:lnTo>
                <a:cubicBezTo>
                  <a:pt x="536338" y="77273"/>
                  <a:pt x="537203" y="86002"/>
                  <a:pt x="538933" y="95287"/>
                </a:cubicBezTo>
                <a:lnTo>
                  <a:pt x="538667" y="95687"/>
                </a:lnTo>
                <a:cubicBezTo>
                  <a:pt x="536848" y="95421"/>
                  <a:pt x="533698" y="95287"/>
                  <a:pt x="529218" y="95287"/>
                </a:cubicBezTo>
                <a:cubicBezTo>
                  <a:pt x="525536" y="95287"/>
                  <a:pt x="522652" y="95421"/>
                  <a:pt x="520567" y="95687"/>
                </a:cubicBezTo>
                <a:cubicBezTo>
                  <a:pt x="519769" y="95687"/>
                  <a:pt x="519347" y="95554"/>
                  <a:pt x="519303" y="95287"/>
                </a:cubicBezTo>
                <a:lnTo>
                  <a:pt x="518638" y="87899"/>
                </a:lnTo>
                <a:lnTo>
                  <a:pt x="518372" y="87899"/>
                </a:lnTo>
                <a:close/>
                <a:moveTo>
                  <a:pt x="608851" y="55722"/>
                </a:moveTo>
                <a:cubicBezTo>
                  <a:pt x="608851" y="61920"/>
                  <a:pt x="606311" y="66848"/>
                  <a:pt x="601232" y="70505"/>
                </a:cubicBezTo>
                <a:cubicBezTo>
                  <a:pt x="596152" y="74162"/>
                  <a:pt x="589554" y="75990"/>
                  <a:pt x="581436" y="75990"/>
                </a:cubicBezTo>
                <a:cubicBezTo>
                  <a:pt x="576955" y="75990"/>
                  <a:pt x="573539" y="75502"/>
                  <a:pt x="571188" y="74527"/>
                </a:cubicBezTo>
                <a:cubicBezTo>
                  <a:pt x="570124" y="76139"/>
                  <a:pt x="569591" y="78199"/>
                  <a:pt x="569591" y="80709"/>
                </a:cubicBezTo>
                <a:cubicBezTo>
                  <a:pt x="569591" y="85105"/>
                  <a:pt x="572231" y="87302"/>
                  <a:pt x="577510" y="87302"/>
                </a:cubicBezTo>
                <a:cubicBezTo>
                  <a:pt x="577687" y="87302"/>
                  <a:pt x="577987" y="87280"/>
                  <a:pt x="578408" y="87236"/>
                </a:cubicBezTo>
                <a:cubicBezTo>
                  <a:pt x="578829" y="87192"/>
                  <a:pt x="579395" y="87125"/>
                  <a:pt x="580105" y="87036"/>
                </a:cubicBezTo>
                <a:cubicBezTo>
                  <a:pt x="583565" y="86593"/>
                  <a:pt x="586426" y="86371"/>
                  <a:pt x="588689" y="86371"/>
                </a:cubicBezTo>
                <a:cubicBezTo>
                  <a:pt x="592326" y="86371"/>
                  <a:pt x="595687" y="86613"/>
                  <a:pt x="598770" y="87097"/>
                </a:cubicBezTo>
                <a:cubicBezTo>
                  <a:pt x="601853" y="87579"/>
                  <a:pt x="604980" y="88413"/>
                  <a:pt x="608152" y="89598"/>
                </a:cubicBezTo>
                <a:cubicBezTo>
                  <a:pt x="611324" y="90782"/>
                  <a:pt x="613841" y="92647"/>
                  <a:pt x="615704" y="95194"/>
                </a:cubicBezTo>
                <a:cubicBezTo>
                  <a:pt x="617568" y="97740"/>
                  <a:pt x="618499" y="100813"/>
                  <a:pt x="618499" y="104412"/>
                </a:cubicBezTo>
                <a:cubicBezTo>
                  <a:pt x="618499" y="107990"/>
                  <a:pt x="617191" y="111400"/>
                  <a:pt x="614573" y="114643"/>
                </a:cubicBezTo>
                <a:cubicBezTo>
                  <a:pt x="611956" y="117885"/>
                  <a:pt x="608562" y="120558"/>
                  <a:pt x="604392" y="122661"/>
                </a:cubicBezTo>
                <a:cubicBezTo>
                  <a:pt x="597472" y="126105"/>
                  <a:pt x="588334" y="127804"/>
                  <a:pt x="576977" y="127760"/>
                </a:cubicBezTo>
                <a:cubicBezTo>
                  <a:pt x="572541" y="127760"/>
                  <a:pt x="568460" y="127327"/>
                  <a:pt x="564734" y="126462"/>
                </a:cubicBezTo>
                <a:cubicBezTo>
                  <a:pt x="561007" y="125597"/>
                  <a:pt x="557736" y="123901"/>
                  <a:pt x="554919" y="121374"/>
                </a:cubicBezTo>
                <a:cubicBezTo>
                  <a:pt x="552102" y="118848"/>
                  <a:pt x="550693" y="115673"/>
                  <a:pt x="550693" y="111850"/>
                </a:cubicBezTo>
                <a:cubicBezTo>
                  <a:pt x="550693" y="107451"/>
                  <a:pt x="551692" y="104002"/>
                  <a:pt x="553688" y="101501"/>
                </a:cubicBezTo>
                <a:cubicBezTo>
                  <a:pt x="554708" y="100894"/>
                  <a:pt x="556616" y="99972"/>
                  <a:pt x="559410" y="98737"/>
                </a:cubicBezTo>
                <a:cubicBezTo>
                  <a:pt x="562205" y="97502"/>
                  <a:pt x="564113" y="96552"/>
                  <a:pt x="565133" y="95886"/>
                </a:cubicBezTo>
                <a:cubicBezTo>
                  <a:pt x="557946" y="94776"/>
                  <a:pt x="554353" y="91222"/>
                  <a:pt x="554353" y="85225"/>
                </a:cubicBezTo>
                <a:cubicBezTo>
                  <a:pt x="554353" y="83029"/>
                  <a:pt x="555551" y="80789"/>
                  <a:pt x="557946" y="78504"/>
                </a:cubicBezTo>
                <a:cubicBezTo>
                  <a:pt x="560342" y="76218"/>
                  <a:pt x="563092" y="74515"/>
                  <a:pt x="566198" y="73395"/>
                </a:cubicBezTo>
                <a:lnTo>
                  <a:pt x="566464" y="72730"/>
                </a:lnTo>
                <a:cubicBezTo>
                  <a:pt x="564201" y="72020"/>
                  <a:pt x="562405" y="71199"/>
                  <a:pt x="561074" y="70268"/>
                </a:cubicBezTo>
                <a:cubicBezTo>
                  <a:pt x="556105" y="66808"/>
                  <a:pt x="553643" y="62172"/>
                  <a:pt x="553688" y="56361"/>
                </a:cubicBezTo>
                <a:cubicBezTo>
                  <a:pt x="553688" y="50017"/>
                  <a:pt x="556250" y="44938"/>
                  <a:pt x="561373" y="41123"/>
                </a:cubicBezTo>
                <a:cubicBezTo>
                  <a:pt x="566497" y="37308"/>
                  <a:pt x="572874" y="35400"/>
                  <a:pt x="580504" y="35400"/>
                </a:cubicBezTo>
                <a:cubicBezTo>
                  <a:pt x="584585" y="35400"/>
                  <a:pt x="587868" y="35777"/>
                  <a:pt x="590352" y="36531"/>
                </a:cubicBezTo>
                <a:cubicBezTo>
                  <a:pt x="592881" y="36398"/>
                  <a:pt x="597117" y="36221"/>
                  <a:pt x="603062" y="35999"/>
                </a:cubicBezTo>
                <a:cubicBezTo>
                  <a:pt x="609006" y="35777"/>
                  <a:pt x="613198" y="35578"/>
                  <a:pt x="615638" y="35400"/>
                </a:cubicBezTo>
                <a:lnTo>
                  <a:pt x="616104" y="35789"/>
                </a:lnTo>
                <a:cubicBezTo>
                  <a:pt x="615838" y="36959"/>
                  <a:pt x="615682" y="38236"/>
                  <a:pt x="615638" y="39621"/>
                </a:cubicBezTo>
                <a:cubicBezTo>
                  <a:pt x="615638" y="40834"/>
                  <a:pt x="615793" y="42047"/>
                  <a:pt x="616104" y="43258"/>
                </a:cubicBezTo>
                <a:lnTo>
                  <a:pt x="615638" y="43660"/>
                </a:lnTo>
                <a:cubicBezTo>
                  <a:pt x="614485" y="43571"/>
                  <a:pt x="612289" y="43359"/>
                  <a:pt x="609050" y="43023"/>
                </a:cubicBezTo>
                <a:cubicBezTo>
                  <a:pt x="605812" y="42688"/>
                  <a:pt x="603416" y="42498"/>
                  <a:pt x="601864" y="42453"/>
                </a:cubicBezTo>
                <a:cubicBezTo>
                  <a:pt x="602884" y="43169"/>
                  <a:pt x="603838" y="44051"/>
                  <a:pt x="604725" y="45101"/>
                </a:cubicBezTo>
                <a:cubicBezTo>
                  <a:pt x="605612" y="46150"/>
                  <a:pt x="606355" y="47256"/>
                  <a:pt x="606954" y="48417"/>
                </a:cubicBezTo>
                <a:cubicBezTo>
                  <a:pt x="607553" y="49579"/>
                  <a:pt x="608019" y="50797"/>
                  <a:pt x="608352" y="52071"/>
                </a:cubicBezTo>
                <a:cubicBezTo>
                  <a:pt x="608684" y="53343"/>
                  <a:pt x="608851" y="54561"/>
                  <a:pt x="608851" y="55722"/>
                </a:cubicBezTo>
                <a:moveTo>
                  <a:pt x="590751" y="55857"/>
                </a:moveTo>
                <a:cubicBezTo>
                  <a:pt x="590751" y="50438"/>
                  <a:pt x="590108" y="46584"/>
                  <a:pt x="588822" y="44294"/>
                </a:cubicBezTo>
                <a:cubicBezTo>
                  <a:pt x="587535" y="42002"/>
                  <a:pt x="584940" y="40856"/>
                  <a:pt x="581036" y="40856"/>
                </a:cubicBezTo>
                <a:cubicBezTo>
                  <a:pt x="574870" y="40856"/>
                  <a:pt x="571787" y="45767"/>
                  <a:pt x="571787" y="55589"/>
                </a:cubicBezTo>
                <a:cubicBezTo>
                  <a:pt x="571787" y="60996"/>
                  <a:pt x="572419" y="64838"/>
                  <a:pt x="573683" y="67118"/>
                </a:cubicBezTo>
                <a:cubicBezTo>
                  <a:pt x="574948" y="69395"/>
                  <a:pt x="577532" y="70534"/>
                  <a:pt x="581436" y="70534"/>
                </a:cubicBezTo>
                <a:cubicBezTo>
                  <a:pt x="587646" y="70534"/>
                  <a:pt x="590751" y="65642"/>
                  <a:pt x="590751" y="55857"/>
                </a:cubicBezTo>
                <a:moveTo>
                  <a:pt x="571255" y="97550"/>
                </a:moveTo>
                <a:cubicBezTo>
                  <a:pt x="568327" y="100485"/>
                  <a:pt x="566863" y="104368"/>
                  <a:pt x="566863" y="109199"/>
                </a:cubicBezTo>
                <a:cubicBezTo>
                  <a:pt x="566863" y="113166"/>
                  <a:pt x="568416" y="116121"/>
                  <a:pt x="571521" y="118061"/>
                </a:cubicBezTo>
                <a:cubicBezTo>
                  <a:pt x="574626" y="120002"/>
                  <a:pt x="577709" y="120972"/>
                  <a:pt x="580770" y="120972"/>
                </a:cubicBezTo>
                <a:cubicBezTo>
                  <a:pt x="586670" y="120972"/>
                  <a:pt x="591483" y="119743"/>
                  <a:pt x="595210" y="117284"/>
                </a:cubicBezTo>
                <a:cubicBezTo>
                  <a:pt x="598936" y="114826"/>
                  <a:pt x="600799" y="111549"/>
                  <a:pt x="600799" y="107452"/>
                </a:cubicBezTo>
                <a:cubicBezTo>
                  <a:pt x="600799" y="105252"/>
                  <a:pt x="600322" y="103473"/>
                  <a:pt x="599369" y="102114"/>
                </a:cubicBezTo>
                <a:cubicBezTo>
                  <a:pt x="598415" y="100756"/>
                  <a:pt x="597006" y="99764"/>
                  <a:pt x="595143" y="99139"/>
                </a:cubicBezTo>
                <a:cubicBezTo>
                  <a:pt x="593280" y="98513"/>
                  <a:pt x="591528" y="98114"/>
                  <a:pt x="589886" y="97941"/>
                </a:cubicBezTo>
                <a:cubicBezTo>
                  <a:pt x="588245" y="97769"/>
                  <a:pt x="586249" y="97683"/>
                  <a:pt x="583898" y="97683"/>
                </a:cubicBezTo>
                <a:cubicBezTo>
                  <a:pt x="583454" y="97683"/>
                  <a:pt x="582145" y="97704"/>
                  <a:pt x="579972" y="97747"/>
                </a:cubicBezTo>
                <a:cubicBezTo>
                  <a:pt x="577798" y="97790"/>
                  <a:pt x="575935" y="97812"/>
                  <a:pt x="574382" y="97812"/>
                </a:cubicBezTo>
                <a:cubicBezTo>
                  <a:pt x="573761" y="97812"/>
                  <a:pt x="572719" y="97725"/>
                  <a:pt x="571255" y="97550"/>
                </a:cubicBezTo>
                <a:close/>
                <a:moveTo>
                  <a:pt x="646176" y="57093"/>
                </a:moveTo>
                <a:lnTo>
                  <a:pt x="666937" y="57093"/>
                </a:lnTo>
                <a:cubicBezTo>
                  <a:pt x="667114" y="56922"/>
                  <a:pt x="667203" y="56007"/>
                  <a:pt x="667203" y="54348"/>
                </a:cubicBezTo>
                <a:cubicBezTo>
                  <a:pt x="667203" y="49626"/>
                  <a:pt x="666227" y="46308"/>
                  <a:pt x="664275" y="44394"/>
                </a:cubicBezTo>
                <a:cubicBezTo>
                  <a:pt x="662323" y="42479"/>
                  <a:pt x="660150" y="41522"/>
                  <a:pt x="657754" y="41522"/>
                </a:cubicBezTo>
                <a:cubicBezTo>
                  <a:pt x="654560" y="41522"/>
                  <a:pt x="652120" y="42777"/>
                  <a:pt x="650434" y="45288"/>
                </a:cubicBezTo>
                <a:cubicBezTo>
                  <a:pt x="647684" y="49158"/>
                  <a:pt x="646265" y="53093"/>
                  <a:pt x="646176" y="57093"/>
                </a:cubicBezTo>
                <a:moveTo>
                  <a:pt x="682973" y="77654"/>
                </a:moveTo>
                <a:cubicBezTo>
                  <a:pt x="684348" y="77654"/>
                  <a:pt x="685036" y="79051"/>
                  <a:pt x="685036" y="81846"/>
                </a:cubicBezTo>
                <a:cubicBezTo>
                  <a:pt x="678293" y="91694"/>
                  <a:pt x="669798" y="96618"/>
                  <a:pt x="659551" y="96618"/>
                </a:cubicBezTo>
                <a:cubicBezTo>
                  <a:pt x="649747" y="96618"/>
                  <a:pt x="642339" y="94350"/>
                  <a:pt x="637326" y="89814"/>
                </a:cubicBezTo>
                <a:cubicBezTo>
                  <a:pt x="634531" y="87280"/>
                  <a:pt x="632313" y="83980"/>
                  <a:pt x="630672" y="79912"/>
                </a:cubicBezTo>
                <a:cubicBezTo>
                  <a:pt x="629030" y="75843"/>
                  <a:pt x="628210" y="71764"/>
                  <a:pt x="628210" y="67673"/>
                </a:cubicBezTo>
                <a:cubicBezTo>
                  <a:pt x="628210" y="57692"/>
                  <a:pt x="631226" y="49707"/>
                  <a:pt x="637259" y="43718"/>
                </a:cubicBezTo>
                <a:cubicBezTo>
                  <a:pt x="643292" y="37729"/>
                  <a:pt x="650412" y="34735"/>
                  <a:pt x="658619" y="34735"/>
                </a:cubicBezTo>
                <a:cubicBezTo>
                  <a:pt x="667802" y="34735"/>
                  <a:pt x="674412" y="37045"/>
                  <a:pt x="678448" y="41665"/>
                </a:cubicBezTo>
                <a:cubicBezTo>
                  <a:pt x="682485" y="46286"/>
                  <a:pt x="684504" y="51871"/>
                  <a:pt x="684504" y="58421"/>
                </a:cubicBezTo>
                <a:cubicBezTo>
                  <a:pt x="684504" y="62060"/>
                  <a:pt x="683173" y="63880"/>
                  <a:pt x="680511" y="63880"/>
                </a:cubicBezTo>
                <a:lnTo>
                  <a:pt x="645643" y="63880"/>
                </a:lnTo>
                <a:lnTo>
                  <a:pt x="645643" y="66076"/>
                </a:lnTo>
                <a:cubicBezTo>
                  <a:pt x="645643" y="73795"/>
                  <a:pt x="647329" y="79085"/>
                  <a:pt x="650701" y="81946"/>
                </a:cubicBezTo>
                <a:cubicBezTo>
                  <a:pt x="654072" y="84807"/>
                  <a:pt x="658797" y="86238"/>
                  <a:pt x="664874" y="86238"/>
                </a:cubicBezTo>
                <a:cubicBezTo>
                  <a:pt x="667580" y="86238"/>
                  <a:pt x="670619" y="85484"/>
                  <a:pt x="673990" y="83975"/>
                </a:cubicBezTo>
                <a:cubicBezTo>
                  <a:pt x="677362" y="82467"/>
                  <a:pt x="680356" y="80360"/>
                  <a:pt x="682973" y="77654"/>
                </a:cubicBezTo>
                <a:close/>
                <a:moveTo>
                  <a:pt x="744698" y="5057"/>
                </a:moveTo>
                <a:lnTo>
                  <a:pt x="755744" y="5057"/>
                </a:lnTo>
                <a:cubicBezTo>
                  <a:pt x="771093" y="36775"/>
                  <a:pt x="781984" y="58645"/>
                  <a:pt x="788416" y="70667"/>
                </a:cubicBezTo>
                <a:lnTo>
                  <a:pt x="823750" y="5057"/>
                </a:lnTo>
                <a:lnTo>
                  <a:pt x="834529" y="5057"/>
                </a:lnTo>
                <a:cubicBezTo>
                  <a:pt x="835328" y="11889"/>
                  <a:pt x="836437" y="21803"/>
                  <a:pt x="837856" y="34801"/>
                </a:cubicBezTo>
                <a:cubicBezTo>
                  <a:pt x="839276" y="47799"/>
                  <a:pt x="840529" y="58989"/>
                  <a:pt x="841616" y="68371"/>
                </a:cubicBezTo>
                <a:cubicBezTo>
                  <a:pt x="842703" y="77754"/>
                  <a:pt x="843889" y="86859"/>
                  <a:pt x="845176" y="95687"/>
                </a:cubicBezTo>
                <a:cubicBezTo>
                  <a:pt x="843801" y="95421"/>
                  <a:pt x="840119" y="95287"/>
                  <a:pt x="834130" y="95287"/>
                </a:cubicBezTo>
                <a:cubicBezTo>
                  <a:pt x="830138" y="95287"/>
                  <a:pt x="827454" y="95421"/>
                  <a:pt x="826078" y="95687"/>
                </a:cubicBezTo>
                <a:cubicBezTo>
                  <a:pt x="823683" y="66808"/>
                  <a:pt x="821620" y="45204"/>
                  <a:pt x="819890" y="30875"/>
                </a:cubicBezTo>
                <a:cubicBezTo>
                  <a:pt x="819269" y="32029"/>
                  <a:pt x="817683" y="34945"/>
                  <a:pt x="815132" y="39625"/>
                </a:cubicBezTo>
                <a:cubicBezTo>
                  <a:pt x="812582" y="44306"/>
                  <a:pt x="810863" y="47466"/>
                  <a:pt x="809975" y="49108"/>
                </a:cubicBezTo>
                <a:cubicBezTo>
                  <a:pt x="809088" y="50749"/>
                  <a:pt x="807558" y="53599"/>
                  <a:pt x="805384" y="57658"/>
                </a:cubicBezTo>
                <a:cubicBezTo>
                  <a:pt x="803210" y="61717"/>
                  <a:pt x="801536" y="64922"/>
                  <a:pt x="800360" y="67273"/>
                </a:cubicBezTo>
                <a:cubicBezTo>
                  <a:pt x="799185" y="69625"/>
                  <a:pt x="797721" y="72541"/>
                  <a:pt x="795968" y="76024"/>
                </a:cubicBezTo>
                <a:cubicBezTo>
                  <a:pt x="794216" y="79506"/>
                  <a:pt x="792619" y="82800"/>
                  <a:pt x="791177" y="85905"/>
                </a:cubicBezTo>
                <a:cubicBezTo>
                  <a:pt x="789736" y="89010"/>
                  <a:pt x="788327" y="92138"/>
                  <a:pt x="786952" y="95287"/>
                </a:cubicBezTo>
                <a:lnTo>
                  <a:pt x="779499" y="95287"/>
                </a:lnTo>
                <a:cubicBezTo>
                  <a:pt x="776039" y="87924"/>
                  <a:pt x="766014" y="68005"/>
                  <a:pt x="749423" y="35533"/>
                </a:cubicBezTo>
                <a:cubicBezTo>
                  <a:pt x="749023" y="38683"/>
                  <a:pt x="748136" y="45426"/>
                  <a:pt x="746761" y="55762"/>
                </a:cubicBezTo>
                <a:cubicBezTo>
                  <a:pt x="745386" y="66098"/>
                  <a:pt x="744365" y="74349"/>
                  <a:pt x="743700" y="80515"/>
                </a:cubicBezTo>
                <a:cubicBezTo>
                  <a:pt x="743035" y="86681"/>
                  <a:pt x="742702" y="91739"/>
                  <a:pt x="742702" y="95687"/>
                </a:cubicBezTo>
                <a:cubicBezTo>
                  <a:pt x="741682" y="95421"/>
                  <a:pt x="739486" y="95287"/>
                  <a:pt x="736114" y="95287"/>
                </a:cubicBezTo>
                <a:cubicBezTo>
                  <a:pt x="732654" y="95287"/>
                  <a:pt x="730436" y="95421"/>
                  <a:pt x="729460" y="95687"/>
                </a:cubicBezTo>
                <a:cubicBezTo>
                  <a:pt x="734695" y="66985"/>
                  <a:pt x="739774" y="36775"/>
                  <a:pt x="744698" y="5057"/>
                </a:cubicBezTo>
                <a:close/>
                <a:moveTo>
                  <a:pt x="864718" y="19422"/>
                </a:moveTo>
                <a:cubicBezTo>
                  <a:pt x="862766" y="17552"/>
                  <a:pt x="861790" y="15248"/>
                  <a:pt x="861790" y="12510"/>
                </a:cubicBezTo>
                <a:cubicBezTo>
                  <a:pt x="861790" y="9772"/>
                  <a:pt x="862766" y="7469"/>
                  <a:pt x="864718" y="5600"/>
                </a:cubicBezTo>
                <a:cubicBezTo>
                  <a:pt x="866670" y="3730"/>
                  <a:pt x="869099" y="2795"/>
                  <a:pt x="872005" y="2795"/>
                </a:cubicBezTo>
                <a:cubicBezTo>
                  <a:pt x="874910" y="2795"/>
                  <a:pt x="877339" y="3730"/>
                  <a:pt x="879291" y="5600"/>
                </a:cubicBezTo>
                <a:cubicBezTo>
                  <a:pt x="881243" y="7469"/>
                  <a:pt x="882219" y="9772"/>
                  <a:pt x="882219" y="12510"/>
                </a:cubicBezTo>
                <a:cubicBezTo>
                  <a:pt x="882219" y="15248"/>
                  <a:pt x="881243" y="17552"/>
                  <a:pt x="879291" y="19422"/>
                </a:cubicBezTo>
                <a:cubicBezTo>
                  <a:pt x="877339" y="21291"/>
                  <a:pt x="874910" y="22225"/>
                  <a:pt x="872005" y="22225"/>
                </a:cubicBezTo>
                <a:cubicBezTo>
                  <a:pt x="869099" y="22225"/>
                  <a:pt x="866670" y="21291"/>
                  <a:pt x="864718" y="19422"/>
                </a:cubicBezTo>
                <a:moveTo>
                  <a:pt x="862988" y="63244"/>
                </a:moveTo>
                <a:cubicBezTo>
                  <a:pt x="862988" y="50587"/>
                  <a:pt x="862545" y="41794"/>
                  <a:pt x="861657" y="36864"/>
                </a:cubicBezTo>
                <a:lnTo>
                  <a:pt x="862057" y="36332"/>
                </a:lnTo>
                <a:cubicBezTo>
                  <a:pt x="862500" y="36332"/>
                  <a:pt x="863887" y="36398"/>
                  <a:pt x="866215" y="36531"/>
                </a:cubicBezTo>
                <a:cubicBezTo>
                  <a:pt x="868544" y="36664"/>
                  <a:pt x="870374" y="36731"/>
                  <a:pt x="871705" y="36731"/>
                </a:cubicBezTo>
                <a:cubicBezTo>
                  <a:pt x="873968" y="36731"/>
                  <a:pt x="877117" y="36509"/>
                  <a:pt x="881154" y="36066"/>
                </a:cubicBezTo>
                <a:cubicBezTo>
                  <a:pt x="881953" y="36066"/>
                  <a:pt x="882352" y="36531"/>
                  <a:pt x="882352" y="37463"/>
                </a:cubicBezTo>
                <a:cubicBezTo>
                  <a:pt x="881465" y="48566"/>
                  <a:pt x="881021" y="56648"/>
                  <a:pt x="881021" y="61711"/>
                </a:cubicBezTo>
                <a:lnTo>
                  <a:pt x="881021" y="70705"/>
                </a:lnTo>
                <a:cubicBezTo>
                  <a:pt x="881021" y="80608"/>
                  <a:pt x="881465" y="88802"/>
                  <a:pt x="882352" y="95287"/>
                </a:cubicBezTo>
                <a:lnTo>
                  <a:pt x="882086" y="95687"/>
                </a:lnTo>
                <a:cubicBezTo>
                  <a:pt x="878004" y="95421"/>
                  <a:pt x="874644" y="95287"/>
                  <a:pt x="872005" y="95287"/>
                </a:cubicBezTo>
                <a:cubicBezTo>
                  <a:pt x="869365" y="95287"/>
                  <a:pt x="866005" y="95421"/>
                  <a:pt x="861924" y="95687"/>
                </a:cubicBezTo>
                <a:lnTo>
                  <a:pt x="861657" y="95287"/>
                </a:lnTo>
                <a:cubicBezTo>
                  <a:pt x="862545" y="89114"/>
                  <a:pt x="862988" y="80920"/>
                  <a:pt x="862988" y="70705"/>
                </a:cubicBezTo>
                <a:lnTo>
                  <a:pt x="862988" y="63244"/>
                </a:lnTo>
                <a:close/>
                <a:moveTo>
                  <a:pt x="962793" y="70700"/>
                </a:moveTo>
                <a:cubicBezTo>
                  <a:pt x="962793" y="80695"/>
                  <a:pt x="963281" y="88891"/>
                  <a:pt x="964257" y="95287"/>
                </a:cubicBezTo>
                <a:lnTo>
                  <a:pt x="963991" y="95687"/>
                </a:lnTo>
                <a:cubicBezTo>
                  <a:pt x="959998" y="95421"/>
                  <a:pt x="956449" y="95287"/>
                  <a:pt x="953344" y="95287"/>
                </a:cubicBezTo>
                <a:lnTo>
                  <a:pt x="944228" y="95687"/>
                </a:lnTo>
                <a:lnTo>
                  <a:pt x="943962" y="95287"/>
                </a:lnTo>
                <a:cubicBezTo>
                  <a:pt x="944494" y="90445"/>
                  <a:pt x="944760" y="82249"/>
                  <a:pt x="944760" y="70700"/>
                </a:cubicBezTo>
                <a:lnTo>
                  <a:pt x="944760" y="58573"/>
                </a:lnTo>
                <a:cubicBezTo>
                  <a:pt x="944760" y="50133"/>
                  <a:pt x="942409" y="45914"/>
                  <a:pt x="937707" y="45914"/>
                </a:cubicBezTo>
                <a:cubicBezTo>
                  <a:pt x="932694" y="45914"/>
                  <a:pt x="927415" y="49534"/>
                  <a:pt x="921870" y="56774"/>
                </a:cubicBezTo>
                <a:lnTo>
                  <a:pt x="921870" y="70700"/>
                </a:lnTo>
                <a:cubicBezTo>
                  <a:pt x="921870" y="80873"/>
                  <a:pt x="922136" y="89069"/>
                  <a:pt x="922668" y="95287"/>
                </a:cubicBezTo>
                <a:lnTo>
                  <a:pt x="922269" y="95687"/>
                </a:lnTo>
                <a:cubicBezTo>
                  <a:pt x="919740" y="95421"/>
                  <a:pt x="916923" y="95287"/>
                  <a:pt x="913818" y="95287"/>
                </a:cubicBezTo>
                <a:lnTo>
                  <a:pt x="902639" y="95687"/>
                </a:lnTo>
                <a:lnTo>
                  <a:pt x="902373" y="95287"/>
                </a:lnTo>
                <a:cubicBezTo>
                  <a:pt x="903393" y="89026"/>
                  <a:pt x="903904" y="80831"/>
                  <a:pt x="903904" y="70705"/>
                </a:cubicBezTo>
                <a:lnTo>
                  <a:pt x="903904" y="63244"/>
                </a:lnTo>
                <a:cubicBezTo>
                  <a:pt x="903904" y="51165"/>
                  <a:pt x="903393" y="42327"/>
                  <a:pt x="902373" y="36731"/>
                </a:cubicBezTo>
                <a:lnTo>
                  <a:pt x="902639" y="36332"/>
                </a:lnTo>
                <a:cubicBezTo>
                  <a:pt x="910447" y="36687"/>
                  <a:pt x="916369" y="36553"/>
                  <a:pt x="920406" y="35932"/>
                </a:cubicBezTo>
                <a:cubicBezTo>
                  <a:pt x="921027" y="35932"/>
                  <a:pt x="921426" y="36387"/>
                  <a:pt x="921604" y="37297"/>
                </a:cubicBezTo>
                <a:cubicBezTo>
                  <a:pt x="921781" y="38206"/>
                  <a:pt x="921870" y="41523"/>
                  <a:pt x="921870" y="47247"/>
                </a:cubicBezTo>
                <a:lnTo>
                  <a:pt x="922402" y="47646"/>
                </a:lnTo>
                <a:cubicBezTo>
                  <a:pt x="925507" y="43742"/>
                  <a:pt x="928967" y="40725"/>
                  <a:pt x="932783" y="38596"/>
                </a:cubicBezTo>
                <a:cubicBezTo>
                  <a:pt x="936598" y="36465"/>
                  <a:pt x="940280" y="35400"/>
                  <a:pt x="943828" y="35400"/>
                </a:cubicBezTo>
                <a:cubicBezTo>
                  <a:pt x="950083" y="35400"/>
                  <a:pt x="954808" y="37010"/>
                  <a:pt x="958002" y="40229"/>
                </a:cubicBezTo>
                <a:cubicBezTo>
                  <a:pt x="961196" y="43446"/>
                  <a:pt x="962793" y="48561"/>
                  <a:pt x="962793" y="55575"/>
                </a:cubicBezTo>
                <a:lnTo>
                  <a:pt x="962793" y="70700"/>
                </a:lnTo>
                <a:close/>
                <a:moveTo>
                  <a:pt x="988731" y="19422"/>
                </a:moveTo>
                <a:cubicBezTo>
                  <a:pt x="986779" y="17552"/>
                  <a:pt x="985803" y="15248"/>
                  <a:pt x="985803" y="12510"/>
                </a:cubicBezTo>
                <a:cubicBezTo>
                  <a:pt x="985803" y="9772"/>
                  <a:pt x="986779" y="7469"/>
                  <a:pt x="988731" y="5600"/>
                </a:cubicBezTo>
                <a:cubicBezTo>
                  <a:pt x="990683" y="3730"/>
                  <a:pt x="993111" y="2795"/>
                  <a:pt x="996017" y="2795"/>
                </a:cubicBezTo>
                <a:cubicBezTo>
                  <a:pt x="998923" y="2795"/>
                  <a:pt x="1001351" y="3730"/>
                  <a:pt x="1003303" y="5600"/>
                </a:cubicBezTo>
                <a:cubicBezTo>
                  <a:pt x="1005255" y="7469"/>
                  <a:pt x="1006231" y="9772"/>
                  <a:pt x="1006231" y="12510"/>
                </a:cubicBezTo>
                <a:cubicBezTo>
                  <a:pt x="1006231" y="15248"/>
                  <a:pt x="1005255" y="17552"/>
                  <a:pt x="1003303" y="19422"/>
                </a:cubicBezTo>
                <a:cubicBezTo>
                  <a:pt x="1001351" y="21291"/>
                  <a:pt x="998923" y="22225"/>
                  <a:pt x="996017" y="22225"/>
                </a:cubicBezTo>
                <a:cubicBezTo>
                  <a:pt x="993111" y="22225"/>
                  <a:pt x="990683" y="21291"/>
                  <a:pt x="988731" y="19422"/>
                </a:cubicBezTo>
                <a:moveTo>
                  <a:pt x="987001" y="63244"/>
                </a:moveTo>
                <a:cubicBezTo>
                  <a:pt x="987001" y="50587"/>
                  <a:pt x="986557" y="41794"/>
                  <a:pt x="985670" y="36864"/>
                </a:cubicBezTo>
                <a:lnTo>
                  <a:pt x="986069" y="36332"/>
                </a:lnTo>
                <a:cubicBezTo>
                  <a:pt x="986513" y="36332"/>
                  <a:pt x="987899" y="36398"/>
                  <a:pt x="990228" y="36531"/>
                </a:cubicBezTo>
                <a:cubicBezTo>
                  <a:pt x="992557" y="36664"/>
                  <a:pt x="994387" y="36731"/>
                  <a:pt x="995718" y="36731"/>
                </a:cubicBezTo>
                <a:cubicBezTo>
                  <a:pt x="997980" y="36731"/>
                  <a:pt x="1001130" y="36509"/>
                  <a:pt x="1005166" y="36066"/>
                </a:cubicBezTo>
                <a:cubicBezTo>
                  <a:pt x="1005965" y="36066"/>
                  <a:pt x="1006364" y="36531"/>
                  <a:pt x="1006364" y="37463"/>
                </a:cubicBezTo>
                <a:cubicBezTo>
                  <a:pt x="1005477" y="48566"/>
                  <a:pt x="1005033" y="56648"/>
                  <a:pt x="1005033" y="61711"/>
                </a:cubicBezTo>
                <a:lnTo>
                  <a:pt x="1005033" y="70705"/>
                </a:lnTo>
                <a:cubicBezTo>
                  <a:pt x="1005033" y="80608"/>
                  <a:pt x="1005477" y="88802"/>
                  <a:pt x="1006364" y="95287"/>
                </a:cubicBezTo>
                <a:lnTo>
                  <a:pt x="1006098" y="95687"/>
                </a:lnTo>
                <a:cubicBezTo>
                  <a:pt x="1002017" y="95421"/>
                  <a:pt x="998656" y="95287"/>
                  <a:pt x="996017" y="95287"/>
                </a:cubicBezTo>
                <a:cubicBezTo>
                  <a:pt x="993377" y="95287"/>
                  <a:pt x="990017" y="95421"/>
                  <a:pt x="985936" y="95687"/>
                </a:cubicBezTo>
                <a:lnTo>
                  <a:pt x="985670" y="95287"/>
                </a:lnTo>
                <a:cubicBezTo>
                  <a:pt x="986557" y="89114"/>
                  <a:pt x="987001" y="80920"/>
                  <a:pt x="987001" y="70705"/>
                </a:cubicBezTo>
                <a:lnTo>
                  <a:pt x="987001" y="63244"/>
                </a:lnTo>
                <a:close/>
                <a:moveTo>
                  <a:pt x="1086260" y="70700"/>
                </a:moveTo>
                <a:cubicBezTo>
                  <a:pt x="1086260" y="80695"/>
                  <a:pt x="1086748" y="88891"/>
                  <a:pt x="1087724" y="95287"/>
                </a:cubicBezTo>
                <a:lnTo>
                  <a:pt x="1087457" y="95687"/>
                </a:lnTo>
                <a:cubicBezTo>
                  <a:pt x="1083465" y="95421"/>
                  <a:pt x="1079916" y="95287"/>
                  <a:pt x="1076811" y="95287"/>
                </a:cubicBezTo>
                <a:lnTo>
                  <a:pt x="1067695" y="95687"/>
                </a:lnTo>
                <a:lnTo>
                  <a:pt x="1067428" y="95287"/>
                </a:lnTo>
                <a:cubicBezTo>
                  <a:pt x="1067961" y="90445"/>
                  <a:pt x="1068227" y="82249"/>
                  <a:pt x="1068227" y="70700"/>
                </a:cubicBezTo>
                <a:lnTo>
                  <a:pt x="1068227" y="58573"/>
                </a:lnTo>
                <a:cubicBezTo>
                  <a:pt x="1068227" y="50133"/>
                  <a:pt x="1065876" y="45914"/>
                  <a:pt x="1061173" y="45914"/>
                </a:cubicBezTo>
                <a:cubicBezTo>
                  <a:pt x="1056161" y="45914"/>
                  <a:pt x="1050882" y="49534"/>
                  <a:pt x="1045337" y="56774"/>
                </a:cubicBezTo>
                <a:lnTo>
                  <a:pt x="1045337" y="70700"/>
                </a:lnTo>
                <a:cubicBezTo>
                  <a:pt x="1045337" y="80873"/>
                  <a:pt x="1045603" y="89069"/>
                  <a:pt x="1046135" y="95287"/>
                </a:cubicBezTo>
                <a:lnTo>
                  <a:pt x="1045736" y="95687"/>
                </a:lnTo>
                <a:cubicBezTo>
                  <a:pt x="1043207" y="95421"/>
                  <a:pt x="1040390" y="95287"/>
                  <a:pt x="1037285" y="95287"/>
                </a:cubicBezTo>
                <a:lnTo>
                  <a:pt x="1026106" y="95687"/>
                </a:lnTo>
                <a:lnTo>
                  <a:pt x="1025840" y="95287"/>
                </a:lnTo>
                <a:cubicBezTo>
                  <a:pt x="1026860" y="89026"/>
                  <a:pt x="1027370" y="80831"/>
                  <a:pt x="1027370" y="70705"/>
                </a:cubicBezTo>
                <a:lnTo>
                  <a:pt x="1027370" y="63244"/>
                </a:lnTo>
                <a:cubicBezTo>
                  <a:pt x="1027370" y="51165"/>
                  <a:pt x="1026860" y="42327"/>
                  <a:pt x="1025840" y="36731"/>
                </a:cubicBezTo>
                <a:lnTo>
                  <a:pt x="1026106" y="36332"/>
                </a:lnTo>
                <a:cubicBezTo>
                  <a:pt x="1033914" y="36687"/>
                  <a:pt x="1039836" y="36553"/>
                  <a:pt x="1043873" y="35932"/>
                </a:cubicBezTo>
                <a:cubicBezTo>
                  <a:pt x="1044494" y="35932"/>
                  <a:pt x="1044893" y="36387"/>
                  <a:pt x="1045070" y="37297"/>
                </a:cubicBezTo>
                <a:cubicBezTo>
                  <a:pt x="1045248" y="38206"/>
                  <a:pt x="1045337" y="41523"/>
                  <a:pt x="1045337" y="47247"/>
                </a:cubicBezTo>
                <a:lnTo>
                  <a:pt x="1045869" y="47646"/>
                </a:lnTo>
                <a:cubicBezTo>
                  <a:pt x="1048974" y="43742"/>
                  <a:pt x="1052434" y="40725"/>
                  <a:pt x="1056249" y="38596"/>
                </a:cubicBezTo>
                <a:cubicBezTo>
                  <a:pt x="1060064" y="36465"/>
                  <a:pt x="1063746" y="35400"/>
                  <a:pt x="1067295" y="35400"/>
                </a:cubicBezTo>
                <a:cubicBezTo>
                  <a:pt x="1073550" y="35400"/>
                  <a:pt x="1078275" y="37010"/>
                  <a:pt x="1081469" y="40229"/>
                </a:cubicBezTo>
                <a:cubicBezTo>
                  <a:pt x="1084663" y="43446"/>
                  <a:pt x="1086260" y="48561"/>
                  <a:pt x="1086260" y="55575"/>
                </a:cubicBezTo>
                <a:lnTo>
                  <a:pt x="1086260" y="70700"/>
                </a:lnTo>
                <a:close/>
                <a:moveTo>
                  <a:pt x="1160773" y="55722"/>
                </a:moveTo>
                <a:cubicBezTo>
                  <a:pt x="1160773" y="61920"/>
                  <a:pt x="1158233" y="66848"/>
                  <a:pt x="1153154" y="70505"/>
                </a:cubicBezTo>
                <a:cubicBezTo>
                  <a:pt x="1148074" y="74162"/>
                  <a:pt x="1141476" y="75990"/>
                  <a:pt x="1133358" y="75990"/>
                </a:cubicBezTo>
                <a:cubicBezTo>
                  <a:pt x="1128877" y="75990"/>
                  <a:pt x="1125461" y="75502"/>
                  <a:pt x="1123110" y="74527"/>
                </a:cubicBezTo>
                <a:cubicBezTo>
                  <a:pt x="1122046" y="76139"/>
                  <a:pt x="1121513" y="78199"/>
                  <a:pt x="1121513" y="80709"/>
                </a:cubicBezTo>
                <a:cubicBezTo>
                  <a:pt x="1121513" y="85105"/>
                  <a:pt x="1124153" y="87302"/>
                  <a:pt x="1129432" y="87302"/>
                </a:cubicBezTo>
                <a:cubicBezTo>
                  <a:pt x="1129609" y="87302"/>
                  <a:pt x="1129909" y="87280"/>
                  <a:pt x="1130330" y="87236"/>
                </a:cubicBezTo>
                <a:cubicBezTo>
                  <a:pt x="1130751" y="87192"/>
                  <a:pt x="1131317" y="87125"/>
                  <a:pt x="1132027" y="87036"/>
                </a:cubicBezTo>
                <a:cubicBezTo>
                  <a:pt x="1135487" y="86593"/>
                  <a:pt x="1138348" y="86371"/>
                  <a:pt x="1140611" y="86371"/>
                </a:cubicBezTo>
                <a:cubicBezTo>
                  <a:pt x="1144248" y="86371"/>
                  <a:pt x="1147609" y="86613"/>
                  <a:pt x="1150692" y="87097"/>
                </a:cubicBezTo>
                <a:cubicBezTo>
                  <a:pt x="1153775" y="87579"/>
                  <a:pt x="1156902" y="88413"/>
                  <a:pt x="1160074" y="89598"/>
                </a:cubicBezTo>
                <a:cubicBezTo>
                  <a:pt x="1163246" y="90782"/>
                  <a:pt x="1165763" y="92647"/>
                  <a:pt x="1167627" y="95194"/>
                </a:cubicBezTo>
                <a:cubicBezTo>
                  <a:pt x="1169490" y="97740"/>
                  <a:pt x="1170421" y="100813"/>
                  <a:pt x="1170421" y="104412"/>
                </a:cubicBezTo>
                <a:cubicBezTo>
                  <a:pt x="1170421" y="107990"/>
                  <a:pt x="1169113" y="111400"/>
                  <a:pt x="1166495" y="114643"/>
                </a:cubicBezTo>
                <a:cubicBezTo>
                  <a:pt x="1163878" y="117885"/>
                  <a:pt x="1160484" y="120558"/>
                  <a:pt x="1156315" y="122661"/>
                </a:cubicBezTo>
                <a:cubicBezTo>
                  <a:pt x="1149394" y="126105"/>
                  <a:pt x="1140256" y="127804"/>
                  <a:pt x="1128899" y="127760"/>
                </a:cubicBezTo>
                <a:cubicBezTo>
                  <a:pt x="1124463" y="127760"/>
                  <a:pt x="1120382" y="127327"/>
                  <a:pt x="1116656" y="126462"/>
                </a:cubicBezTo>
                <a:cubicBezTo>
                  <a:pt x="1112929" y="125597"/>
                  <a:pt x="1109658" y="123901"/>
                  <a:pt x="1106841" y="121374"/>
                </a:cubicBezTo>
                <a:cubicBezTo>
                  <a:pt x="1104024" y="118848"/>
                  <a:pt x="1102616" y="115673"/>
                  <a:pt x="1102616" y="111850"/>
                </a:cubicBezTo>
                <a:cubicBezTo>
                  <a:pt x="1102616" y="107451"/>
                  <a:pt x="1103614" y="104002"/>
                  <a:pt x="1105610" y="101501"/>
                </a:cubicBezTo>
                <a:cubicBezTo>
                  <a:pt x="1106630" y="100894"/>
                  <a:pt x="1108538" y="99972"/>
                  <a:pt x="1111332" y="98737"/>
                </a:cubicBezTo>
                <a:cubicBezTo>
                  <a:pt x="1114127" y="97502"/>
                  <a:pt x="1116035" y="96552"/>
                  <a:pt x="1117055" y="95886"/>
                </a:cubicBezTo>
                <a:cubicBezTo>
                  <a:pt x="1109869" y="94776"/>
                  <a:pt x="1106275" y="91222"/>
                  <a:pt x="1106275" y="85225"/>
                </a:cubicBezTo>
                <a:cubicBezTo>
                  <a:pt x="1106275" y="83029"/>
                  <a:pt x="1107473" y="80789"/>
                  <a:pt x="1109869" y="78504"/>
                </a:cubicBezTo>
                <a:cubicBezTo>
                  <a:pt x="1112264" y="76218"/>
                  <a:pt x="1115014" y="74515"/>
                  <a:pt x="1118120" y="73395"/>
                </a:cubicBezTo>
                <a:lnTo>
                  <a:pt x="1118386" y="72730"/>
                </a:lnTo>
                <a:cubicBezTo>
                  <a:pt x="1116123" y="72020"/>
                  <a:pt x="1114327" y="71199"/>
                  <a:pt x="1112996" y="70268"/>
                </a:cubicBezTo>
                <a:cubicBezTo>
                  <a:pt x="1108028" y="66808"/>
                  <a:pt x="1105566" y="62172"/>
                  <a:pt x="1105610" y="56361"/>
                </a:cubicBezTo>
                <a:cubicBezTo>
                  <a:pt x="1105610" y="50017"/>
                  <a:pt x="1108172" y="44938"/>
                  <a:pt x="1113295" y="41123"/>
                </a:cubicBezTo>
                <a:cubicBezTo>
                  <a:pt x="1118419" y="37308"/>
                  <a:pt x="1124796" y="35400"/>
                  <a:pt x="1132426" y="35400"/>
                </a:cubicBezTo>
                <a:cubicBezTo>
                  <a:pt x="1136507" y="35400"/>
                  <a:pt x="1139790" y="35777"/>
                  <a:pt x="1142274" y="36531"/>
                </a:cubicBezTo>
                <a:cubicBezTo>
                  <a:pt x="1144803" y="36398"/>
                  <a:pt x="1149039" y="36221"/>
                  <a:pt x="1154984" y="35999"/>
                </a:cubicBezTo>
                <a:cubicBezTo>
                  <a:pt x="1160928" y="35777"/>
                  <a:pt x="1165120" y="35578"/>
                  <a:pt x="1167560" y="35400"/>
                </a:cubicBezTo>
                <a:lnTo>
                  <a:pt x="1168026" y="35789"/>
                </a:lnTo>
                <a:cubicBezTo>
                  <a:pt x="1167760" y="36959"/>
                  <a:pt x="1167604" y="38236"/>
                  <a:pt x="1167560" y="39621"/>
                </a:cubicBezTo>
                <a:cubicBezTo>
                  <a:pt x="1167560" y="40834"/>
                  <a:pt x="1167715" y="42047"/>
                  <a:pt x="1168026" y="43258"/>
                </a:cubicBezTo>
                <a:lnTo>
                  <a:pt x="1167560" y="43660"/>
                </a:lnTo>
                <a:cubicBezTo>
                  <a:pt x="1166407" y="43571"/>
                  <a:pt x="1164211" y="43359"/>
                  <a:pt x="1160972" y="43023"/>
                </a:cubicBezTo>
                <a:cubicBezTo>
                  <a:pt x="1157734" y="42688"/>
                  <a:pt x="1155339" y="42498"/>
                  <a:pt x="1153786" y="42453"/>
                </a:cubicBezTo>
                <a:cubicBezTo>
                  <a:pt x="1154806" y="43169"/>
                  <a:pt x="1155760" y="44051"/>
                  <a:pt x="1156647" y="45101"/>
                </a:cubicBezTo>
                <a:cubicBezTo>
                  <a:pt x="1157534" y="46150"/>
                  <a:pt x="1158278" y="47256"/>
                  <a:pt x="1158876" y="48417"/>
                </a:cubicBezTo>
                <a:cubicBezTo>
                  <a:pt x="1159475" y="49579"/>
                  <a:pt x="1159941" y="50797"/>
                  <a:pt x="1160274" y="52071"/>
                </a:cubicBezTo>
                <a:cubicBezTo>
                  <a:pt x="1160606" y="53343"/>
                  <a:pt x="1160773" y="54561"/>
                  <a:pt x="1160773" y="55722"/>
                </a:cubicBezTo>
                <a:moveTo>
                  <a:pt x="1142674" y="55857"/>
                </a:moveTo>
                <a:cubicBezTo>
                  <a:pt x="1142674" y="50438"/>
                  <a:pt x="1142030" y="46584"/>
                  <a:pt x="1140744" y="44294"/>
                </a:cubicBezTo>
                <a:cubicBezTo>
                  <a:pt x="1139457" y="42002"/>
                  <a:pt x="1136862" y="40856"/>
                  <a:pt x="1132958" y="40856"/>
                </a:cubicBezTo>
                <a:cubicBezTo>
                  <a:pt x="1126792" y="40856"/>
                  <a:pt x="1123709" y="45767"/>
                  <a:pt x="1123709" y="55589"/>
                </a:cubicBezTo>
                <a:cubicBezTo>
                  <a:pt x="1123709" y="60996"/>
                  <a:pt x="1124341" y="64838"/>
                  <a:pt x="1125606" y="67118"/>
                </a:cubicBezTo>
                <a:cubicBezTo>
                  <a:pt x="1126870" y="69395"/>
                  <a:pt x="1129454" y="70534"/>
                  <a:pt x="1133358" y="70534"/>
                </a:cubicBezTo>
                <a:cubicBezTo>
                  <a:pt x="1139568" y="70534"/>
                  <a:pt x="1142674" y="65642"/>
                  <a:pt x="1142674" y="55857"/>
                </a:cubicBezTo>
                <a:moveTo>
                  <a:pt x="1123177" y="97550"/>
                </a:moveTo>
                <a:cubicBezTo>
                  <a:pt x="1120249" y="100485"/>
                  <a:pt x="1118785" y="104368"/>
                  <a:pt x="1118785" y="109199"/>
                </a:cubicBezTo>
                <a:cubicBezTo>
                  <a:pt x="1118785" y="113166"/>
                  <a:pt x="1120338" y="116121"/>
                  <a:pt x="1123443" y="118061"/>
                </a:cubicBezTo>
                <a:cubicBezTo>
                  <a:pt x="1126548" y="120002"/>
                  <a:pt x="1129631" y="120972"/>
                  <a:pt x="1132692" y="120972"/>
                </a:cubicBezTo>
                <a:cubicBezTo>
                  <a:pt x="1138592" y="120972"/>
                  <a:pt x="1143405" y="119743"/>
                  <a:pt x="1147132" y="117284"/>
                </a:cubicBezTo>
                <a:cubicBezTo>
                  <a:pt x="1150858" y="114826"/>
                  <a:pt x="1152721" y="111549"/>
                  <a:pt x="1152721" y="107452"/>
                </a:cubicBezTo>
                <a:cubicBezTo>
                  <a:pt x="1152721" y="105252"/>
                  <a:pt x="1152244" y="103473"/>
                  <a:pt x="1151291" y="102114"/>
                </a:cubicBezTo>
                <a:cubicBezTo>
                  <a:pt x="1150337" y="100756"/>
                  <a:pt x="1148928" y="99764"/>
                  <a:pt x="1147065" y="99139"/>
                </a:cubicBezTo>
                <a:cubicBezTo>
                  <a:pt x="1145202" y="98513"/>
                  <a:pt x="1143450" y="98114"/>
                  <a:pt x="1141808" y="97941"/>
                </a:cubicBezTo>
                <a:cubicBezTo>
                  <a:pt x="1140167" y="97769"/>
                  <a:pt x="1138171" y="97683"/>
                  <a:pt x="1135820" y="97683"/>
                </a:cubicBezTo>
                <a:cubicBezTo>
                  <a:pt x="1135376" y="97683"/>
                  <a:pt x="1134067" y="97704"/>
                  <a:pt x="1131894" y="97747"/>
                </a:cubicBezTo>
                <a:cubicBezTo>
                  <a:pt x="1129720" y="97790"/>
                  <a:pt x="1127857" y="97812"/>
                  <a:pt x="1126304" y="97812"/>
                </a:cubicBezTo>
                <a:cubicBezTo>
                  <a:pt x="1125683" y="97812"/>
                  <a:pt x="1124641" y="97725"/>
                  <a:pt x="1123177" y="975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F8114-B389-45F1-B890-4FE0FE6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080" y="229445"/>
            <a:ext cx="1515173" cy="548288"/>
          </a:xfrm>
          <a:custGeom xmlns:a="http://schemas.openxmlformats.org/drawingml/2006/main">
            <a:pathLst>
              <a:path w="1515173" h="548288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06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1B3CB-9AA5-470E-B559-3C1A387B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080" y="229445"/>
            <a:ext cx="1515173" cy="548288"/>
          </a:xfrm>
          <a:custGeom xmlns:a="http://schemas.openxmlformats.org/drawingml/2006/main">
            <a:pathLst>
              <a:path w="1515173" h="548288" fill="none">
                <a:moveTo>
                  <a:pt x="0" y="39823"/>
                </a:moveTo>
                <a:cubicBezTo>
                  <a:pt x="0" y="17867"/>
                  <a:pt x="17867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06" y="548288"/>
                  <a:pt x="1475350" y="548288"/>
                </a:cubicBezTo>
                <a:lnTo>
                  <a:pt x="39823" y="548288"/>
                </a:lnTo>
                <a:cubicBezTo>
                  <a:pt x="17867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533" name="Text IssueReport">
            <a:extLst xmlns:a="http://schemas.openxmlformats.org/drawingml/2006/main">
              <a:ext uri="{FF2B5EF4-FFF2-40B4-BE49-F238E27FC236}">
                <a16:creationId xmlns:a16="http://schemas.microsoft.com/office/drawing/2014/main" id="{EAD91A7F-9631-4468-9594-34907FF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612" y="458127"/>
            <a:ext cx="814179" cy="124433"/>
          </a:xfrm>
          <a:custGeom xmlns:a="http://schemas.openxmlformats.org/drawingml/2006/main">
            <a:pathLst>
              <a:path w="814179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7" y="78142"/>
                  <a:pt x="52946" y="80887"/>
                  <a:pt x="55386" y="82761"/>
                </a:cubicBezTo>
                <a:cubicBezTo>
                  <a:pt x="57826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6" y="82915"/>
                </a:cubicBezTo>
                <a:cubicBezTo>
                  <a:pt x="78187" y="81674"/>
                  <a:pt x="79008" y="80013"/>
                  <a:pt x="79008" y="77931"/>
                </a:cubicBezTo>
                <a:cubicBezTo>
                  <a:pt x="79008" y="76512"/>
                  <a:pt x="78564" y="75338"/>
                  <a:pt x="77677" y="74408"/>
                </a:cubicBezTo>
                <a:cubicBezTo>
                  <a:pt x="76746" y="73522"/>
                  <a:pt x="74661" y="72703"/>
                  <a:pt x="71422" y="71950"/>
                </a:cubicBezTo>
                <a:cubicBezTo>
                  <a:pt x="56339" y="68629"/>
                  <a:pt x="46780" y="65594"/>
                  <a:pt x="42743" y="62846"/>
                </a:cubicBezTo>
                <a:cubicBezTo>
                  <a:pt x="37153" y="59034"/>
                  <a:pt x="34359" y="53738"/>
                  <a:pt x="34359" y="46958"/>
                </a:cubicBezTo>
                <a:cubicBezTo>
                  <a:pt x="34359" y="40841"/>
                  <a:pt x="36776" y="35700"/>
                  <a:pt x="41612" y="31534"/>
                </a:cubicBezTo>
                <a:cubicBezTo>
                  <a:pt x="46447" y="27369"/>
                  <a:pt x="53944" y="25286"/>
                  <a:pt x="64103" y="25286"/>
                </a:cubicBezTo>
                <a:cubicBezTo>
                  <a:pt x="73773" y="25286"/>
                  <a:pt x="80960" y="26855"/>
                  <a:pt x="85662" y="29994"/>
                </a:cubicBezTo>
                <a:cubicBezTo>
                  <a:pt x="90364" y="33132"/>
                  <a:pt x="93603" y="37773"/>
                  <a:pt x="95377" y="43917"/>
                </a:cubicBezTo>
                <a:lnTo>
                  <a:pt x="77744" y="47244"/>
                </a:lnTo>
                <a:cubicBezTo>
                  <a:pt x="76990" y="44494"/>
                  <a:pt x="75559" y="42387"/>
                  <a:pt x="73452" y="40923"/>
                </a:cubicBezTo>
                <a:cubicBezTo>
                  <a:pt x="71345" y="39459"/>
                  <a:pt x="68339" y="38727"/>
                  <a:pt x="64435" y="38727"/>
                </a:cubicBezTo>
                <a:cubicBezTo>
                  <a:pt x="59511" y="38727"/>
                  <a:pt x="55985" y="39414"/>
                  <a:pt x="53855" y="40788"/>
                </a:cubicBezTo>
                <a:cubicBezTo>
                  <a:pt x="52436" y="41761"/>
                  <a:pt x="51726" y="43023"/>
                  <a:pt x="51726" y="44575"/>
                </a:cubicBezTo>
                <a:cubicBezTo>
                  <a:pt x="51726" y="45903"/>
                  <a:pt x="52347" y="47032"/>
                  <a:pt x="53589" y="47962"/>
                </a:cubicBezTo>
                <a:cubicBezTo>
                  <a:pt x="55275" y="49203"/>
                  <a:pt x="61097" y="50953"/>
                  <a:pt x="71056" y="53212"/>
                </a:cubicBezTo>
                <a:cubicBezTo>
                  <a:pt x="81015" y="55472"/>
                  <a:pt x="87969" y="58244"/>
                  <a:pt x="91917" y="61528"/>
                </a:cubicBezTo>
                <a:cubicBezTo>
                  <a:pt x="95821" y="64858"/>
                  <a:pt x="97773" y="69496"/>
                  <a:pt x="97773" y="75444"/>
                </a:cubicBezTo>
                <a:cubicBezTo>
                  <a:pt x="97773" y="81924"/>
                  <a:pt x="95067" y="87495"/>
                  <a:pt x="89655" y="92156"/>
                </a:cubicBezTo>
                <a:cubicBezTo>
                  <a:pt x="84243" y="96817"/>
                  <a:pt x="76235" y="99147"/>
                  <a:pt x="65633" y="99147"/>
                </a:cubicBezTo>
                <a:cubicBezTo>
                  <a:pt x="56007" y="99147"/>
                  <a:pt x="48388" y="97201"/>
                  <a:pt x="42776" y="93310"/>
                </a:cubicBezTo>
                <a:cubicBezTo>
                  <a:pt x="37164" y="89417"/>
                  <a:pt x="33494" y="84132"/>
                  <a:pt x="31763" y="77454"/>
                </a:cubicBezTo>
                <a:close/>
                <a:moveTo>
                  <a:pt x="107533" y="77454"/>
                </a:moveTo>
                <a:lnTo>
                  <a:pt x="126298" y="74527"/>
                </a:lnTo>
                <a:cubicBezTo>
                  <a:pt x="127096" y="78142"/>
                  <a:pt x="128716" y="80887"/>
                  <a:pt x="131155" y="82761"/>
                </a:cubicBezTo>
                <a:cubicBezTo>
                  <a:pt x="133595" y="84635"/>
                  <a:pt x="137011" y="85572"/>
                  <a:pt x="141403" y="85572"/>
                </a:cubicBezTo>
                <a:cubicBezTo>
                  <a:pt x="146238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5" y="73522"/>
                  <a:pt x="150430" y="72703"/>
                  <a:pt x="147192" y="71950"/>
                </a:cubicBezTo>
                <a:cubicBezTo>
                  <a:pt x="132109" y="68629"/>
                  <a:pt x="122549" y="65594"/>
                  <a:pt x="118513" y="62846"/>
                </a:cubicBezTo>
                <a:cubicBezTo>
                  <a:pt x="112923" y="59034"/>
                  <a:pt x="110128" y="53738"/>
                  <a:pt x="110128" y="46958"/>
                </a:cubicBezTo>
                <a:cubicBezTo>
                  <a:pt x="110128" y="40841"/>
                  <a:pt x="112546" y="35700"/>
                  <a:pt x="117381" y="31534"/>
                </a:cubicBezTo>
                <a:cubicBezTo>
                  <a:pt x="122217" y="27369"/>
                  <a:pt x="129714" y="25286"/>
                  <a:pt x="139872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2" y="37773"/>
                  <a:pt x="171147" y="43917"/>
                </a:cubicBezTo>
                <a:lnTo>
                  <a:pt x="153513" y="47244"/>
                </a:lnTo>
                <a:cubicBezTo>
                  <a:pt x="152759" y="44494"/>
                  <a:pt x="151329" y="42387"/>
                  <a:pt x="149222" y="40923"/>
                </a:cubicBezTo>
                <a:cubicBezTo>
                  <a:pt x="147114" y="39459"/>
                  <a:pt x="144109" y="38727"/>
                  <a:pt x="140205" y="38727"/>
                </a:cubicBezTo>
                <a:cubicBezTo>
                  <a:pt x="135281" y="38727"/>
                  <a:pt x="131754" y="39414"/>
                  <a:pt x="129625" y="40788"/>
                </a:cubicBezTo>
                <a:cubicBezTo>
                  <a:pt x="128205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2" y="69496"/>
                  <a:pt x="173542" y="75444"/>
                </a:cubicBezTo>
                <a:cubicBezTo>
                  <a:pt x="173542" y="81924"/>
                  <a:pt x="170836" y="87495"/>
                  <a:pt x="165424" y="92156"/>
                </a:cubicBezTo>
                <a:cubicBezTo>
                  <a:pt x="160012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3" y="84132"/>
                  <a:pt x="107533" y="77454"/>
                </a:cubicBezTo>
                <a:close/>
                <a:moveTo>
                  <a:pt x="235995" y="97550"/>
                </a:moveTo>
                <a:lnTo>
                  <a:pt x="235995" y="86970"/>
                </a:lnTo>
                <a:cubicBezTo>
                  <a:pt x="233422" y="90740"/>
                  <a:pt x="230039" y="93713"/>
                  <a:pt x="225847" y="95886"/>
                </a:cubicBezTo>
                <a:cubicBezTo>
                  <a:pt x="221655" y="98060"/>
                  <a:pt x="217230" y="99147"/>
                  <a:pt x="212572" y="99147"/>
                </a:cubicBezTo>
                <a:cubicBezTo>
                  <a:pt x="207826" y="99147"/>
                  <a:pt x="203567" y="98104"/>
                  <a:pt x="199796" y="96019"/>
                </a:cubicBezTo>
                <a:cubicBezTo>
                  <a:pt x="196026" y="93934"/>
                  <a:pt x="193297" y="91007"/>
                  <a:pt x="191612" y="87236"/>
                </a:cubicBezTo>
                <a:cubicBezTo>
                  <a:pt x="189926" y="83465"/>
                  <a:pt x="189083" y="78253"/>
                  <a:pt x="189083" y="71599"/>
                </a:cubicBezTo>
                <a:lnTo>
                  <a:pt x="189083" y="26883"/>
                </a:lnTo>
                <a:lnTo>
                  <a:pt x="207781" y="26883"/>
                </a:lnTo>
                <a:lnTo>
                  <a:pt x="207781" y="59280"/>
                </a:lnTo>
                <a:cubicBezTo>
                  <a:pt x="207781" y="69195"/>
                  <a:pt x="208125" y="75270"/>
                  <a:pt x="208813" y="77504"/>
                </a:cubicBezTo>
                <a:cubicBezTo>
                  <a:pt x="209500" y="79739"/>
                  <a:pt x="210753" y="81509"/>
                  <a:pt x="212572" y="82815"/>
                </a:cubicBezTo>
                <a:cubicBezTo>
                  <a:pt x="214391" y="84121"/>
                  <a:pt x="216698" y="84774"/>
                  <a:pt x="219492" y="84774"/>
                </a:cubicBezTo>
                <a:cubicBezTo>
                  <a:pt x="222686" y="84774"/>
                  <a:pt x="225548" y="83900"/>
                  <a:pt x="228076" y="82152"/>
                </a:cubicBezTo>
                <a:cubicBezTo>
                  <a:pt x="230605" y="80404"/>
                  <a:pt x="232335" y="78235"/>
                  <a:pt x="233267" y="75645"/>
                </a:cubicBezTo>
                <a:cubicBezTo>
                  <a:pt x="234198" y="73056"/>
                  <a:pt x="234664" y="66715"/>
                  <a:pt x="234664" y="56625"/>
                </a:cubicBezTo>
                <a:lnTo>
                  <a:pt x="234664" y="26883"/>
                </a:lnTo>
                <a:lnTo>
                  <a:pt x="253362" y="26883"/>
                </a:lnTo>
                <a:lnTo>
                  <a:pt x="253362" y="97550"/>
                </a:lnTo>
                <a:lnTo>
                  <a:pt x="235995" y="97550"/>
                </a:lnTo>
                <a:close/>
                <a:moveTo>
                  <a:pt x="313670" y="75059"/>
                </a:moveTo>
                <a:lnTo>
                  <a:pt x="332302" y="78253"/>
                </a:lnTo>
                <a:cubicBezTo>
                  <a:pt x="329906" y="85062"/>
                  <a:pt x="326125" y="90247"/>
                  <a:pt x="320957" y="93807"/>
                </a:cubicBezTo>
                <a:cubicBezTo>
                  <a:pt x="315789" y="97367"/>
                  <a:pt x="309323" y="99147"/>
                  <a:pt x="301560" y="99147"/>
                </a:cubicBezTo>
                <a:cubicBezTo>
                  <a:pt x="289272" y="99147"/>
                  <a:pt x="280178" y="95132"/>
                  <a:pt x="274278" y="87103"/>
                </a:cubicBezTo>
                <a:cubicBezTo>
                  <a:pt x="269620" y="80671"/>
                  <a:pt x="267291" y="72552"/>
                  <a:pt x="267291" y="62749"/>
                </a:cubicBezTo>
                <a:cubicBezTo>
                  <a:pt x="267291" y="51037"/>
                  <a:pt x="270352" y="41866"/>
                  <a:pt x="276474" y="35234"/>
                </a:cubicBezTo>
                <a:cubicBezTo>
                  <a:pt x="282595" y="28602"/>
                  <a:pt x="290336" y="25286"/>
                  <a:pt x="299697" y="25286"/>
                </a:cubicBezTo>
                <a:cubicBezTo>
                  <a:pt x="310210" y="25286"/>
                  <a:pt x="318506" y="28757"/>
                  <a:pt x="324583" y="35700"/>
                </a:cubicBezTo>
                <a:cubicBezTo>
                  <a:pt x="330661" y="42642"/>
                  <a:pt x="333566" y="53278"/>
                  <a:pt x="333300" y="67606"/>
                </a:cubicBezTo>
                <a:lnTo>
                  <a:pt x="286455" y="67606"/>
                </a:lnTo>
                <a:cubicBezTo>
                  <a:pt x="286588" y="73151"/>
                  <a:pt x="288096" y="77465"/>
                  <a:pt x="290980" y="80549"/>
                </a:cubicBezTo>
                <a:cubicBezTo>
                  <a:pt x="293863" y="83632"/>
                  <a:pt x="297456" y="85173"/>
                  <a:pt x="301759" y="85173"/>
                </a:cubicBezTo>
                <a:cubicBezTo>
                  <a:pt x="304687" y="85173"/>
                  <a:pt x="307149" y="84375"/>
                  <a:pt x="309145" y="82778"/>
                </a:cubicBezTo>
                <a:cubicBezTo>
                  <a:pt x="311142" y="81181"/>
                  <a:pt x="312650" y="78608"/>
                  <a:pt x="313670" y="75059"/>
                </a:cubicBezTo>
                <a:moveTo>
                  <a:pt x="314735" y="56161"/>
                </a:moveTo>
                <a:cubicBezTo>
                  <a:pt x="314602" y="50771"/>
                  <a:pt x="313204" y="46673"/>
                  <a:pt x="310543" y="43867"/>
                </a:cubicBezTo>
                <a:cubicBezTo>
                  <a:pt x="307881" y="41062"/>
                  <a:pt x="304643" y="39659"/>
                  <a:pt x="300828" y="39659"/>
                </a:cubicBezTo>
                <a:cubicBezTo>
                  <a:pt x="296747" y="39659"/>
                  <a:pt x="293375" y="41139"/>
                  <a:pt x="290713" y="44098"/>
                </a:cubicBezTo>
                <a:cubicBezTo>
                  <a:pt x="288052" y="47059"/>
                  <a:pt x="286743" y="51080"/>
                  <a:pt x="286788" y="56161"/>
                </a:cubicBezTo>
                <a:lnTo>
                  <a:pt x="314735" y="56161"/>
                </a:lnTo>
                <a:close/>
                <a:moveTo>
                  <a:pt x="386603" y="97550"/>
                </a:moveTo>
                <a:lnTo>
                  <a:pt x="386603" y="0"/>
                </a:lnTo>
                <a:lnTo>
                  <a:pt x="428058" y="0"/>
                </a:lnTo>
                <a:cubicBezTo>
                  <a:pt x="438483" y="0"/>
                  <a:pt x="446057" y="876"/>
                  <a:pt x="450782" y="2628"/>
                </a:cubicBezTo>
                <a:cubicBezTo>
                  <a:pt x="455506" y="4381"/>
                  <a:pt x="459288" y="7497"/>
                  <a:pt x="462127" y="11977"/>
                </a:cubicBezTo>
                <a:cubicBezTo>
                  <a:pt x="464966" y="16458"/>
                  <a:pt x="466386" y="21582"/>
                  <a:pt x="466386" y="27349"/>
                </a:cubicBezTo>
                <a:cubicBezTo>
                  <a:pt x="466386" y="34668"/>
                  <a:pt x="464234" y="40712"/>
                  <a:pt x="459931" y="45481"/>
                </a:cubicBezTo>
                <a:cubicBezTo>
                  <a:pt x="455628" y="50250"/>
                  <a:pt x="449196" y="53255"/>
                  <a:pt x="440634" y="54498"/>
                </a:cubicBezTo>
                <a:cubicBezTo>
                  <a:pt x="444893" y="56982"/>
                  <a:pt x="448408" y="59710"/>
                  <a:pt x="451181" y="62682"/>
                </a:cubicBezTo>
                <a:cubicBezTo>
                  <a:pt x="453954" y="65654"/>
                  <a:pt x="457691" y="70933"/>
                  <a:pt x="462393" y="78519"/>
                </a:cubicBezTo>
                <a:lnTo>
                  <a:pt x="474304" y="97550"/>
                </a:lnTo>
                <a:lnTo>
                  <a:pt x="450749" y="97550"/>
                </a:lnTo>
                <a:lnTo>
                  <a:pt x="436509" y="76317"/>
                </a:lnTo>
                <a:cubicBezTo>
                  <a:pt x="431451" y="68734"/>
                  <a:pt x="427991" y="63956"/>
                  <a:pt x="426128" y="61983"/>
                </a:cubicBezTo>
                <a:cubicBezTo>
                  <a:pt x="424265" y="60009"/>
                  <a:pt x="422291" y="58656"/>
                  <a:pt x="420206" y="57924"/>
                </a:cubicBezTo>
                <a:cubicBezTo>
                  <a:pt x="418121" y="57192"/>
                  <a:pt x="414816" y="56826"/>
                  <a:pt x="410291" y="56826"/>
                </a:cubicBezTo>
                <a:lnTo>
                  <a:pt x="406299" y="56826"/>
                </a:lnTo>
                <a:lnTo>
                  <a:pt x="406299" y="97550"/>
                </a:lnTo>
                <a:lnTo>
                  <a:pt x="386603" y="97550"/>
                </a:lnTo>
                <a:moveTo>
                  <a:pt x="406299" y="41256"/>
                </a:moveTo>
                <a:lnTo>
                  <a:pt x="420871" y="41256"/>
                </a:lnTo>
                <a:cubicBezTo>
                  <a:pt x="430320" y="41256"/>
                  <a:pt x="436220" y="40856"/>
                  <a:pt x="438571" y="40058"/>
                </a:cubicBezTo>
                <a:cubicBezTo>
                  <a:pt x="440923" y="39259"/>
                  <a:pt x="442764" y="37884"/>
                  <a:pt x="444094" y="35932"/>
                </a:cubicBezTo>
                <a:cubicBezTo>
                  <a:pt x="445425" y="33981"/>
                  <a:pt x="446091" y="31541"/>
                  <a:pt x="446091" y="28613"/>
                </a:cubicBezTo>
                <a:cubicBezTo>
                  <a:pt x="446091" y="25330"/>
                  <a:pt x="445214" y="22680"/>
                  <a:pt x="443462" y="20661"/>
                </a:cubicBezTo>
                <a:cubicBezTo>
                  <a:pt x="441710" y="18643"/>
                  <a:pt x="439237" y="17367"/>
                  <a:pt x="436043" y="16835"/>
                </a:cubicBezTo>
                <a:cubicBezTo>
                  <a:pt x="434446" y="16613"/>
                  <a:pt x="429655" y="16502"/>
                  <a:pt x="421670" y="16502"/>
                </a:cubicBezTo>
                <a:lnTo>
                  <a:pt x="406299" y="16502"/>
                </a:lnTo>
                <a:lnTo>
                  <a:pt x="406299" y="41256"/>
                </a:lnTo>
                <a:close/>
                <a:moveTo>
                  <a:pt x="525717" y="75059"/>
                </a:moveTo>
                <a:lnTo>
                  <a:pt x="544348" y="78253"/>
                </a:lnTo>
                <a:cubicBezTo>
                  <a:pt x="541953" y="85062"/>
                  <a:pt x="538171" y="90247"/>
                  <a:pt x="533003" y="93807"/>
                </a:cubicBezTo>
                <a:cubicBezTo>
                  <a:pt x="527835" y="97367"/>
                  <a:pt x="521369" y="99147"/>
                  <a:pt x="513606" y="99147"/>
                </a:cubicBezTo>
                <a:cubicBezTo>
                  <a:pt x="501318" y="99147"/>
                  <a:pt x="492224" y="95132"/>
                  <a:pt x="486324" y="87103"/>
                </a:cubicBezTo>
                <a:cubicBezTo>
                  <a:pt x="481666" y="80671"/>
                  <a:pt x="479337" y="72552"/>
                  <a:pt x="479337" y="62749"/>
                </a:cubicBezTo>
                <a:cubicBezTo>
                  <a:pt x="479337" y="51037"/>
                  <a:pt x="482398" y="41866"/>
                  <a:pt x="488520" y="35234"/>
                </a:cubicBezTo>
                <a:cubicBezTo>
                  <a:pt x="494642" y="28602"/>
                  <a:pt x="502383" y="25286"/>
                  <a:pt x="511743" y="25286"/>
                </a:cubicBezTo>
                <a:cubicBezTo>
                  <a:pt x="522257" y="25286"/>
                  <a:pt x="530552" y="28757"/>
                  <a:pt x="536630" y="35700"/>
                </a:cubicBezTo>
                <a:cubicBezTo>
                  <a:pt x="542707" y="42642"/>
                  <a:pt x="545613" y="53278"/>
                  <a:pt x="545347" y="67606"/>
                </a:cubicBezTo>
                <a:lnTo>
                  <a:pt x="498501" y="67606"/>
                </a:lnTo>
                <a:cubicBezTo>
                  <a:pt x="498634" y="73151"/>
                  <a:pt x="500143" y="77465"/>
                  <a:pt x="503026" y="80549"/>
                </a:cubicBezTo>
                <a:cubicBezTo>
                  <a:pt x="505910" y="83632"/>
                  <a:pt x="509503" y="85173"/>
                  <a:pt x="513806" y="85173"/>
                </a:cubicBezTo>
                <a:cubicBezTo>
                  <a:pt x="516734" y="85173"/>
                  <a:pt x="519196" y="84375"/>
                  <a:pt x="521192" y="82778"/>
                </a:cubicBezTo>
                <a:cubicBezTo>
                  <a:pt x="523188" y="81181"/>
                  <a:pt x="524696" y="78608"/>
                  <a:pt x="525717" y="75059"/>
                </a:cubicBezTo>
                <a:moveTo>
                  <a:pt x="526781" y="56161"/>
                </a:moveTo>
                <a:cubicBezTo>
                  <a:pt x="526648" y="50771"/>
                  <a:pt x="525251" y="46673"/>
                  <a:pt x="522589" y="43867"/>
                </a:cubicBezTo>
                <a:cubicBezTo>
                  <a:pt x="519928" y="41062"/>
                  <a:pt x="516689" y="39659"/>
                  <a:pt x="512874" y="39659"/>
                </a:cubicBezTo>
                <a:cubicBezTo>
                  <a:pt x="508793" y="39659"/>
                  <a:pt x="505422" y="41139"/>
                  <a:pt x="502760" y="44098"/>
                </a:cubicBezTo>
                <a:cubicBezTo>
                  <a:pt x="500098" y="47059"/>
                  <a:pt x="498790" y="51080"/>
                  <a:pt x="498834" y="56161"/>
                </a:cubicBezTo>
                <a:lnTo>
                  <a:pt x="526781" y="56161"/>
                </a:lnTo>
                <a:close/>
                <a:moveTo>
                  <a:pt x="559624" y="26883"/>
                </a:moveTo>
                <a:lnTo>
                  <a:pt x="577058" y="26883"/>
                </a:lnTo>
                <a:lnTo>
                  <a:pt x="577058" y="37263"/>
                </a:lnTo>
                <a:cubicBezTo>
                  <a:pt x="579320" y="33714"/>
                  <a:pt x="582381" y="30831"/>
                  <a:pt x="586240" y="28613"/>
                </a:cubicBezTo>
                <a:cubicBezTo>
                  <a:pt x="590100" y="26395"/>
                  <a:pt x="594381" y="25286"/>
                  <a:pt x="599083" y="25286"/>
                </a:cubicBezTo>
                <a:cubicBezTo>
                  <a:pt x="607290" y="25286"/>
                  <a:pt x="614254" y="28502"/>
                  <a:pt x="619977" y="34934"/>
                </a:cubicBezTo>
                <a:cubicBezTo>
                  <a:pt x="625699" y="41367"/>
                  <a:pt x="628561" y="50328"/>
                  <a:pt x="628561" y="61817"/>
                </a:cubicBezTo>
                <a:cubicBezTo>
                  <a:pt x="628561" y="73617"/>
                  <a:pt x="625677" y="82789"/>
                  <a:pt x="619910" y="89332"/>
                </a:cubicBezTo>
                <a:cubicBezTo>
                  <a:pt x="614143" y="95875"/>
                  <a:pt x="607157" y="99147"/>
                  <a:pt x="598950" y="99147"/>
                </a:cubicBezTo>
                <a:cubicBezTo>
                  <a:pt x="595046" y="99147"/>
                  <a:pt x="591508" y="98371"/>
                  <a:pt x="588336" y="96818"/>
                </a:cubicBezTo>
                <a:cubicBezTo>
                  <a:pt x="585165" y="95265"/>
                  <a:pt x="581826" y="92604"/>
                  <a:pt x="578322" y="88833"/>
                </a:cubicBezTo>
                <a:lnTo>
                  <a:pt x="578322" y="124433"/>
                </a:lnTo>
                <a:lnTo>
                  <a:pt x="559624" y="124433"/>
                </a:lnTo>
                <a:lnTo>
                  <a:pt x="559624" y="26883"/>
                </a:lnTo>
                <a:moveTo>
                  <a:pt x="578122" y="60987"/>
                </a:moveTo>
                <a:cubicBezTo>
                  <a:pt x="578122" y="68916"/>
                  <a:pt x="579697" y="74773"/>
                  <a:pt x="582847" y="78561"/>
                </a:cubicBezTo>
                <a:cubicBezTo>
                  <a:pt x="585996" y="82348"/>
                  <a:pt x="589834" y="84242"/>
                  <a:pt x="594358" y="84242"/>
                </a:cubicBezTo>
                <a:cubicBezTo>
                  <a:pt x="598706" y="84242"/>
                  <a:pt x="602321" y="82503"/>
                  <a:pt x="605205" y="79026"/>
                </a:cubicBezTo>
                <a:cubicBezTo>
                  <a:pt x="608088" y="75550"/>
                  <a:pt x="609530" y="69846"/>
                  <a:pt x="609530" y="61917"/>
                </a:cubicBezTo>
                <a:cubicBezTo>
                  <a:pt x="609530" y="54520"/>
                  <a:pt x="608044" y="49027"/>
                  <a:pt x="605072" y="45440"/>
                </a:cubicBezTo>
                <a:cubicBezTo>
                  <a:pt x="602099" y="41852"/>
                  <a:pt x="598417" y="40058"/>
                  <a:pt x="594026" y="40058"/>
                </a:cubicBezTo>
                <a:cubicBezTo>
                  <a:pt x="589456" y="40058"/>
                  <a:pt x="585664" y="41819"/>
                  <a:pt x="582647" y="45340"/>
                </a:cubicBezTo>
                <a:cubicBezTo>
                  <a:pt x="579631" y="48861"/>
                  <a:pt x="578122" y="54077"/>
                  <a:pt x="578122" y="60987"/>
                </a:cubicBezTo>
                <a:close/>
                <a:moveTo>
                  <a:pt x="639096" y="61218"/>
                </a:moveTo>
                <a:cubicBezTo>
                  <a:pt x="639096" y="55008"/>
                  <a:pt x="640626" y="48997"/>
                  <a:pt x="643687" y="43185"/>
                </a:cubicBezTo>
                <a:cubicBezTo>
                  <a:pt x="646748" y="37374"/>
                  <a:pt x="651084" y="32938"/>
                  <a:pt x="656696" y="29877"/>
                </a:cubicBezTo>
                <a:cubicBezTo>
                  <a:pt x="662308" y="26816"/>
                  <a:pt x="668574" y="25286"/>
                  <a:pt x="675494" y="25286"/>
                </a:cubicBezTo>
                <a:cubicBezTo>
                  <a:pt x="686185" y="25286"/>
                  <a:pt x="694946" y="28757"/>
                  <a:pt x="701778" y="35700"/>
                </a:cubicBezTo>
                <a:cubicBezTo>
                  <a:pt x="708610" y="42642"/>
                  <a:pt x="712025" y="51414"/>
                  <a:pt x="712025" y="62017"/>
                </a:cubicBezTo>
                <a:cubicBezTo>
                  <a:pt x="712025" y="72708"/>
                  <a:pt x="708576" y="81569"/>
                  <a:pt x="701678" y="88600"/>
                </a:cubicBezTo>
                <a:cubicBezTo>
                  <a:pt x="694780" y="95631"/>
                  <a:pt x="686096" y="99147"/>
                  <a:pt x="675627" y="99147"/>
                </a:cubicBezTo>
                <a:cubicBezTo>
                  <a:pt x="669150" y="99147"/>
                  <a:pt x="662973" y="97683"/>
                  <a:pt x="657095" y="94755"/>
                </a:cubicBezTo>
                <a:cubicBezTo>
                  <a:pt x="651217" y="91827"/>
                  <a:pt x="646748" y="87535"/>
                  <a:pt x="643687" y="81879"/>
                </a:cubicBezTo>
                <a:cubicBezTo>
                  <a:pt x="640626" y="76223"/>
                  <a:pt x="639096" y="69336"/>
                  <a:pt x="639096" y="61218"/>
                </a:cubicBezTo>
                <a:moveTo>
                  <a:pt x="658260" y="62216"/>
                </a:moveTo>
                <a:cubicBezTo>
                  <a:pt x="658260" y="69203"/>
                  <a:pt x="659923" y="74554"/>
                  <a:pt x="663250" y="78269"/>
                </a:cubicBezTo>
                <a:cubicBezTo>
                  <a:pt x="666577" y="81985"/>
                  <a:pt x="670681" y="83842"/>
                  <a:pt x="675561" y="83842"/>
                </a:cubicBezTo>
                <a:cubicBezTo>
                  <a:pt x="680440" y="83842"/>
                  <a:pt x="684533" y="81985"/>
                  <a:pt x="687837" y="78269"/>
                </a:cubicBezTo>
                <a:cubicBezTo>
                  <a:pt x="691142" y="74554"/>
                  <a:pt x="692795" y="69159"/>
                  <a:pt x="692795" y="62083"/>
                </a:cubicBezTo>
                <a:cubicBezTo>
                  <a:pt x="692795" y="55185"/>
                  <a:pt x="691142" y="49878"/>
                  <a:pt x="687837" y="46163"/>
                </a:cubicBezTo>
                <a:cubicBezTo>
                  <a:pt x="684533" y="42448"/>
                  <a:pt x="680440" y="40590"/>
                  <a:pt x="675561" y="40590"/>
                </a:cubicBezTo>
                <a:cubicBezTo>
                  <a:pt x="670681" y="40590"/>
                  <a:pt x="666577" y="42448"/>
                  <a:pt x="663250" y="46163"/>
                </a:cubicBezTo>
                <a:cubicBezTo>
                  <a:pt x="659923" y="49878"/>
                  <a:pt x="658260" y="55229"/>
                  <a:pt x="658260" y="62216"/>
                </a:cubicBezTo>
                <a:close/>
                <a:moveTo>
                  <a:pt x="745131" y="97550"/>
                </a:moveTo>
                <a:lnTo>
                  <a:pt x="726433" y="97550"/>
                </a:lnTo>
                <a:lnTo>
                  <a:pt x="726433" y="26883"/>
                </a:lnTo>
                <a:lnTo>
                  <a:pt x="743801" y="26883"/>
                </a:lnTo>
                <a:lnTo>
                  <a:pt x="743801" y="36931"/>
                </a:lnTo>
                <a:cubicBezTo>
                  <a:pt x="746773" y="32184"/>
                  <a:pt x="749446" y="29056"/>
                  <a:pt x="751819" y="27548"/>
                </a:cubicBezTo>
                <a:cubicBezTo>
                  <a:pt x="754192" y="26040"/>
                  <a:pt x="756887" y="25286"/>
                  <a:pt x="759904" y="25286"/>
                </a:cubicBezTo>
                <a:cubicBezTo>
                  <a:pt x="764162" y="25286"/>
                  <a:pt x="768266" y="26461"/>
                  <a:pt x="772214" y="28812"/>
                </a:cubicBezTo>
                <a:lnTo>
                  <a:pt x="766425" y="45115"/>
                </a:lnTo>
                <a:cubicBezTo>
                  <a:pt x="763275" y="43075"/>
                  <a:pt x="760347" y="42054"/>
                  <a:pt x="757641" y="42054"/>
                </a:cubicBezTo>
                <a:cubicBezTo>
                  <a:pt x="755024" y="42054"/>
                  <a:pt x="752806" y="42775"/>
                  <a:pt x="750987" y="44217"/>
                </a:cubicBezTo>
                <a:cubicBezTo>
                  <a:pt x="749168" y="45659"/>
                  <a:pt x="747738" y="48265"/>
                  <a:pt x="746695" y="52035"/>
                </a:cubicBezTo>
                <a:cubicBezTo>
                  <a:pt x="745653" y="55806"/>
                  <a:pt x="745131" y="63702"/>
                  <a:pt x="745131" y="75724"/>
                </a:cubicBezTo>
                <a:lnTo>
                  <a:pt x="745131" y="97550"/>
                </a:lnTo>
                <a:close/>
                <a:moveTo>
                  <a:pt x="812649" y="26883"/>
                </a:moveTo>
                <a:lnTo>
                  <a:pt x="812649" y="41788"/>
                </a:lnTo>
                <a:lnTo>
                  <a:pt x="799873" y="41788"/>
                </a:lnTo>
                <a:lnTo>
                  <a:pt x="799873" y="70222"/>
                </a:lnTo>
                <a:cubicBezTo>
                  <a:pt x="799873" y="75981"/>
                  <a:pt x="799995" y="79336"/>
                  <a:pt x="800239" y="80289"/>
                </a:cubicBezTo>
                <a:cubicBezTo>
                  <a:pt x="800483" y="81240"/>
                  <a:pt x="801037" y="82026"/>
                  <a:pt x="801903" y="82647"/>
                </a:cubicBezTo>
                <a:cubicBezTo>
                  <a:pt x="802768" y="83266"/>
                  <a:pt x="803821" y="83576"/>
                  <a:pt x="805063" y="83576"/>
                </a:cubicBezTo>
                <a:cubicBezTo>
                  <a:pt x="806793" y="83576"/>
                  <a:pt x="809300" y="82977"/>
                  <a:pt x="812582" y="81780"/>
                </a:cubicBezTo>
                <a:lnTo>
                  <a:pt x="814179" y="96340"/>
                </a:lnTo>
                <a:cubicBezTo>
                  <a:pt x="809832" y="98211"/>
                  <a:pt x="804908" y="99147"/>
                  <a:pt x="799407" y="99147"/>
                </a:cubicBezTo>
                <a:cubicBezTo>
                  <a:pt x="796036" y="99147"/>
                  <a:pt x="792997" y="98581"/>
                  <a:pt x="790291" y="97450"/>
                </a:cubicBezTo>
                <a:cubicBezTo>
                  <a:pt x="787585" y="96319"/>
                  <a:pt x="785600" y="94855"/>
                  <a:pt x="784336" y="93058"/>
                </a:cubicBezTo>
                <a:cubicBezTo>
                  <a:pt x="783071" y="91262"/>
                  <a:pt x="782195" y="88833"/>
                  <a:pt x="781707" y="85772"/>
                </a:cubicBezTo>
                <a:cubicBezTo>
                  <a:pt x="781308" y="83598"/>
                  <a:pt x="781108" y="79207"/>
                  <a:pt x="781108" y="72597"/>
                </a:cubicBezTo>
                <a:lnTo>
                  <a:pt x="781108" y="41788"/>
                </a:lnTo>
                <a:lnTo>
                  <a:pt x="772524" y="41788"/>
                </a:lnTo>
                <a:lnTo>
                  <a:pt x="772524" y="26883"/>
                </a:lnTo>
                <a:lnTo>
                  <a:pt x="781108" y="26883"/>
                </a:lnTo>
                <a:lnTo>
                  <a:pt x="781108" y="12776"/>
                </a:lnTo>
                <a:lnTo>
                  <a:pt x="799873" y="1730"/>
                </a:lnTo>
                <a:lnTo>
                  <a:pt x="799873" y="26883"/>
                </a:lnTo>
                <a:lnTo>
                  <a:pt x="812649" y="268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FC5C8-ACFF-4720-8F4B-D2D2237B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077" y="416987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3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0" y="175835"/>
                </a:cubicBezTo>
                <a:cubicBezTo>
                  <a:pt x="39361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8" y="129851"/>
                  <a:pt x="45981" y="163846"/>
                  <a:pt x="87910" y="163846"/>
                </a:cubicBezTo>
                <a:cubicBezTo>
                  <a:pt x="129842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0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0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78032-7515-4963-93EC-F7CF799A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249" y="801885"/>
            <a:ext cx="769738" cy="552528"/>
          </a:xfrm>
          <a:custGeom xmlns:a="http://schemas.openxmlformats.org/drawingml/2006/main">
            <a:pathLst>
              <a:path w="769738" h="552528" fill="none">
                <a:moveTo>
                  <a:pt x="0" y="0"/>
                </a:moveTo>
                <a:lnTo>
                  <a:pt x="769738" y="0"/>
                </a:lnTo>
                <a:lnTo>
                  <a:pt x="769738" y="552528"/>
                </a:lnTo>
                <a:lnTo>
                  <a:pt x="7571" y="552528"/>
                </a:lnTo>
              </a:path>
            </a:pathLst>
          </a:custGeom>
          <a:noFill xmlns:a="http://schemas.openxmlformats.org/drawingml/2006/main"/>
          <a:ln xmlns:a="http://schemas.openxmlformats.org/drawingml/2006/main" w="11356" cap="flat">
            <a:solidFill>
              <a:srgbClr val="22272E"/>
            </a:solidFill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73AAE-5238-4841-BF7E-D2A23F09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139" y="562113"/>
            <a:ext cx="479544" cy="479544"/>
          </a:xfrm>
          <a:custGeom xmlns:a="http://schemas.openxmlformats.org/drawingml/2006/main">
            <a:pathLst>
              <a:path w="479544" h="479544">
                <a:moveTo>
                  <a:pt x="239772" y="76"/>
                </a:moveTo>
                <a:cubicBezTo>
                  <a:pt x="305942" y="76"/>
                  <a:pt x="365904" y="26877"/>
                  <a:pt x="409285" y="70258"/>
                </a:cubicBezTo>
                <a:cubicBezTo>
                  <a:pt x="454332" y="115154"/>
                  <a:pt x="479544" y="176176"/>
                  <a:pt x="479468" y="239772"/>
                </a:cubicBezTo>
                <a:cubicBezTo>
                  <a:pt x="479468" y="305942"/>
                  <a:pt x="452667" y="365904"/>
                  <a:pt x="409285" y="409210"/>
                </a:cubicBezTo>
                <a:cubicBezTo>
                  <a:pt x="364390" y="454257"/>
                  <a:pt x="303368" y="479544"/>
                  <a:pt x="239772" y="479468"/>
                </a:cubicBezTo>
                <a:cubicBezTo>
                  <a:pt x="176176" y="479544"/>
                  <a:pt x="115230" y="454257"/>
                  <a:pt x="70258" y="409210"/>
                </a:cubicBezTo>
                <a:cubicBezTo>
                  <a:pt x="25287" y="364314"/>
                  <a:pt x="0" y="303368"/>
                  <a:pt x="76" y="239772"/>
                </a:cubicBezTo>
                <a:cubicBezTo>
                  <a:pt x="76" y="173526"/>
                  <a:pt x="26877" y="113640"/>
                  <a:pt x="70258" y="70258"/>
                </a:cubicBezTo>
                <a:cubicBezTo>
                  <a:pt x="115230" y="25211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01609-0495-4684-B223-E362BF89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464" y="641759"/>
            <a:ext cx="308138" cy="314649"/>
          </a:xfrm>
          <a:custGeom xmlns:a="http://schemas.openxmlformats.org/drawingml/2006/main">
            <a:pathLst>
              <a:path w="308138" h="314649">
                <a:moveTo>
                  <a:pt x="291709" y="107735"/>
                </a:moveTo>
                <a:cubicBezTo>
                  <a:pt x="291709" y="115230"/>
                  <a:pt x="290649" y="122649"/>
                  <a:pt x="288453" y="129842"/>
                </a:cubicBezTo>
                <a:cubicBezTo>
                  <a:pt x="287923" y="131507"/>
                  <a:pt x="288075" y="132643"/>
                  <a:pt x="289286" y="134006"/>
                </a:cubicBezTo>
                <a:cubicBezTo>
                  <a:pt x="298674" y="144832"/>
                  <a:pt x="304806" y="158006"/>
                  <a:pt x="307078" y="172163"/>
                </a:cubicBezTo>
                <a:cubicBezTo>
                  <a:pt x="307759" y="176252"/>
                  <a:pt x="308138" y="180416"/>
                  <a:pt x="308138" y="184655"/>
                </a:cubicBezTo>
                <a:cubicBezTo>
                  <a:pt x="307910" y="200403"/>
                  <a:pt x="302914" y="215696"/>
                  <a:pt x="293828" y="228567"/>
                </a:cubicBezTo>
                <a:cubicBezTo>
                  <a:pt x="286333" y="239318"/>
                  <a:pt x="276188" y="248024"/>
                  <a:pt x="264377" y="253702"/>
                </a:cubicBezTo>
                <a:cubicBezTo>
                  <a:pt x="259002" y="256352"/>
                  <a:pt x="253324" y="258396"/>
                  <a:pt x="247494" y="259683"/>
                </a:cubicBezTo>
                <a:cubicBezTo>
                  <a:pt x="246207" y="259835"/>
                  <a:pt x="245223" y="260743"/>
                  <a:pt x="244844" y="261955"/>
                </a:cubicBezTo>
                <a:cubicBezTo>
                  <a:pt x="236441" y="284592"/>
                  <a:pt x="220920" y="300188"/>
                  <a:pt x="198132" y="308895"/>
                </a:cubicBezTo>
                <a:cubicBezTo>
                  <a:pt x="190712" y="311696"/>
                  <a:pt x="182914" y="313361"/>
                  <a:pt x="175040" y="313664"/>
                </a:cubicBezTo>
                <a:cubicBezTo>
                  <a:pt x="154750" y="314649"/>
                  <a:pt x="136656" y="308819"/>
                  <a:pt x="120908" y="296251"/>
                </a:cubicBezTo>
                <a:cubicBezTo>
                  <a:pt x="118410" y="294131"/>
                  <a:pt x="115911" y="291860"/>
                  <a:pt x="113640" y="289437"/>
                </a:cubicBezTo>
                <a:cubicBezTo>
                  <a:pt x="112807" y="288453"/>
                  <a:pt x="111520" y="288075"/>
                  <a:pt x="110233" y="288377"/>
                </a:cubicBezTo>
                <a:cubicBezTo>
                  <a:pt x="91684" y="291633"/>
                  <a:pt x="73892" y="289134"/>
                  <a:pt x="57463" y="279898"/>
                </a:cubicBezTo>
                <a:cubicBezTo>
                  <a:pt x="35962" y="267784"/>
                  <a:pt x="23091" y="249463"/>
                  <a:pt x="18322" y="225690"/>
                </a:cubicBezTo>
                <a:cubicBezTo>
                  <a:pt x="16050" y="213955"/>
                  <a:pt x="16732" y="201841"/>
                  <a:pt x="20290" y="190409"/>
                </a:cubicBezTo>
                <a:lnTo>
                  <a:pt x="20669" y="189349"/>
                </a:lnTo>
                <a:cubicBezTo>
                  <a:pt x="21047" y="188517"/>
                  <a:pt x="20820" y="187532"/>
                  <a:pt x="20139" y="186927"/>
                </a:cubicBezTo>
                <a:cubicBezTo>
                  <a:pt x="8858" y="174207"/>
                  <a:pt x="2120" y="158081"/>
                  <a:pt x="984" y="141122"/>
                </a:cubicBezTo>
                <a:cubicBezTo>
                  <a:pt x="0" y="127040"/>
                  <a:pt x="2953" y="113034"/>
                  <a:pt x="9615" y="100618"/>
                </a:cubicBezTo>
                <a:cubicBezTo>
                  <a:pt x="17262" y="85552"/>
                  <a:pt x="29754" y="73438"/>
                  <a:pt x="44971" y="66170"/>
                </a:cubicBezTo>
                <a:cubicBezTo>
                  <a:pt x="50195" y="63672"/>
                  <a:pt x="55722" y="61779"/>
                  <a:pt x="61325" y="60568"/>
                </a:cubicBezTo>
                <a:cubicBezTo>
                  <a:pt x="62612" y="60416"/>
                  <a:pt x="63672" y="59508"/>
                  <a:pt x="63974" y="58221"/>
                </a:cubicBezTo>
                <a:cubicBezTo>
                  <a:pt x="68139" y="46334"/>
                  <a:pt x="75179" y="35659"/>
                  <a:pt x="84567" y="27180"/>
                </a:cubicBezTo>
                <a:cubicBezTo>
                  <a:pt x="109400" y="4618"/>
                  <a:pt x="145589" y="0"/>
                  <a:pt x="175267" y="15596"/>
                </a:cubicBezTo>
                <a:cubicBezTo>
                  <a:pt x="182611" y="19382"/>
                  <a:pt x="189198" y="24378"/>
                  <a:pt x="194800" y="30359"/>
                </a:cubicBezTo>
                <a:cubicBezTo>
                  <a:pt x="196088" y="31798"/>
                  <a:pt x="197299" y="32025"/>
                  <a:pt x="199192" y="31722"/>
                </a:cubicBezTo>
                <a:cubicBezTo>
                  <a:pt x="214182" y="28997"/>
                  <a:pt x="229703" y="30662"/>
                  <a:pt x="243784" y="36643"/>
                </a:cubicBezTo>
                <a:cubicBezTo>
                  <a:pt x="253854" y="40807"/>
                  <a:pt x="262939" y="47016"/>
                  <a:pt x="270358" y="54965"/>
                </a:cubicBezTo>
                <a:cubicBezTo>
                  <a:pt x="283910" y="69198"/>
                  <a:pt x="291557" y="88050"/>
                  <a:pt x="291709" y="107735"/>
                </a:cubicBezTo>
                <a:close/>
                <a:moveTo>
                  <a:pt x="175419" y="39823"/>
                </a:moveTo>
                <a:cubicBezTo>
                  <a:pt x="174889" y="39293"/>
                  <a:pt x="174586" y="38915"/>
                  <a:pt x="174132" y="38612"/>
                </a:cubicBezTo>
                <a:cubicBezTo>
                  <a:pt x="162245" y="29300"/>
                  <a:pt x="147103" y="24984"/>
                  <a:pt x="132037" y="26650"/>
                </a:cubicBezTo>
                <a:cubicBezTo>
                  <a:pt x="119999" y="27710"/>
                  <a:pt x="108643" y="32631"/>
                  <a:pt x="99634" y="40656"/>
                </a:cubicBezTo>
                <a:cubicBezTo>
                  <a:pt x="86612" y="52012"/>
                  <a:pt x="79798" y="66397"/>
                  <a:pt x="79646" y="83583"/>
                </a:cubicBezTo>
                <a:cubicBezTo>
                  <a:pt x="79419" y="106977"/>
                  <a:pt x="79571" y="130447"/>
                  <a:pt x="79571" y="153917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6984" y="165879"/>
                  <a:pt x="104782" y="170346"/>
                </a:cubicBezTo>
                <a:cubicBezTo>
                  <a:pt x="105236" y="170649"/>
                  <a:pt x="105766" y="170801"/>
                  <a:pt x="106523" y="171179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161"/>
                  <a:pt x="108265" y="78056"/>
                  <a:pt x="111974" y="76012"/>
                </a:cubicBezTo>
                <a:lnTo>
                  <a:pt x="173375" y="41035"/>
                </a:lnTo>
                <a:lnTo>
                  <a:pt x="175419" y="39823"/>
                </a:lnTo>
                <a:close/>
                <a:moveTo>
                  <a:pt x="59356" y="81993"/>
                </a:moveTo>
                <a:cubicBezTo>
                  <a:pt x="58675" y="82220"/>
                  <a:pt x="58221" y="82296"/>
                  <a:pt x="57691" y="82523"/>
                </a:cubicBezTo>
                <a:cubicBezTo>
                  <a:pt x="51028" y="85022"/>
                  <a:pt x="44971" y="88883"/>
                  <a:pt x="39747" y="93728"/>
                </a:cubicBezTo>
                <a:cubicBezTo>
                  <a:pt x="25590" y="107205"/>
                  <a:pt x="19230" y="123558"/>
                  <a:pt x="21577" y="142864"/>
                </a:cubicBezTo>
                <a:cubicBezTo>
                  <a:pt x="23924" y="161715"/>
                  <a:pt x="33539" y="176176"/>
                  <a:pt x="50120" y="185867"/>
                </a:cubicBezTo>
                <a:cubicBezTo>
                  <a:pt x="70561" y="197753"/>
                  <a:pt x="91230" y="209337"/>
                  <a:pt x="111747" y="221072"/>
                </a:cubicBezTo>
                <a:cubicBezTo>
                  <a:pt x="112807" y="221753"/>
                  <a:pt x="114094" y="221753"/>
                  <a:pt x="115154" y="221072"/>
                </a:cubicBezTo>
                <a:cubicBezTo>
                  <a:pt x="122876" y="216605"/>
                  <a:pt x="130599" y="212214"/>
                  <a:pt x="138321" y="207822"/>
                </a:cubicBezTo>
                <a:cubicBezTo>
                  <a:pt x="138927" y="207520"/>
                  <a:pt x="139381" y="207141"/>
                  <a:pt x="140063" y="206687"/>
                </a:cubicBezTo>
                <a:cubicBezTo>
                  <a:pt x="139533" y="206308"/>
                  <a:pt x="139078" y="206005"/>
                  <a:pt x="138624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09" y="162321"/>
                  <a:pt x="60795" y="160504"/>
                  <a:pt x="60038" y="158233"/>
                </a:cubicBezTo>
                <a:cubicBezTo>
                  <a:pt x="59583" y="156643"/>
                  <a:pt x="59356" y="155053"/>
                  <a:pt x="59356" y="153387"/>
                </a:cubicBezTo>
                <a:cubicBezTo>
                  <a:pt x="59281" y="130599"/>
                  <a:pt x="59281" y="107810"/>
                  <a:pt x="59356" y="84946"/>
                </a:cubicBezTo>
                <a:lnTo>
                  <a:pt x="59356" y="81993"/>
                </a:lnTo>
                <a:close/>
                <a:moveTo>
                  <a:pt x="270510" y="117804"/>
                </a:moveTo>
                <a:cubicBezTo>
                  <a:pt x="271873" y="111066"/>
                  <a:pt x="271797" y="104176"/>
                  <a:pt x="270434" y="97438"/>
                </a:cubicBezTo>
                <a:cubicBezTo>
                  <a:pt x="266270" y="77678"/>
                  <a:pt x="254989" y="63217"/>
                  <a:pt x="236138" y="55192"/>
                </a:cubicBezTo>
                <a:cubicBezTo>
                  <a:pt x="217892" y="47394"/>
                  <a:pt x="199873" y="48908"/>
                  <a:pt x="182611" y="58751"/>
                </a:cubicBezTo>
                <a:cubicBezTo>
                  <a:pt x="162397" y="70258"/>
                  <a:pt x="142258" y="81766"/>
                  <a:pt x="122044" y="93198"/>
                </a:cubicBezTo>
                <a:cubicBezTo>
                  <a:pt x="121135" y="93653"/>
                  <a:pt x="120529" y="94637"/>
                  <a:pt x="120605" y="95621"/>
                </a:cubicBezTo>
                <a:cubicBezTo>
                  <a:pt x="120681" y="104782"/>
                  <a:pt x="120605" y="113943"/>
                  <a:pt x="120605" y="123104"/>
                </a:cubicBezTo>
                <a:cubicBezTo>
                  <a:pt x="120605" y="123482"/>
                  <a:pt x="120681" y="123936"/>
                  <a:pt x="120757" y="124618"/>
                </a:cubicBezTo>
                <a:lnTo>
                  <a:pt x="124088" y="122725"/>
                </a:lnTo>
                <a:lnTo>
                  <a:pt x="177766" y="92138"/>
                </a:lnTo>
                <a:lnTo>
                  <a:pt x="196012" y="81766"/>
                </a:lnTo>
                <a:cubicBezTo>
                  <a:pt x="197980" y="80555"/>
                  <a:pt x="200252" y="80025"/>
                  <a:pt x="202447" y="80252"/>
                </a:cubicBezTo>
                <a:cubicBezTo>
                  <a:pt x="204264" y="80403"/>
                  <a:pt x="206005" y="81085"/>
                  <a:pt x="207520" y="81993"/>
                </a:cubicBezTo>
                <a:cubicBezTo>
                  <a:pt x="218043" y="88050"/>
                  <a:pt x="228567" y="94031"/>
                  <a:pt x="239090" y="100012"/>
                </a:cubicBezTo>
                <a:lnTo>
                  <a:pt x="269223" y="117198"/>
                </a:lnTo>
                <a:cubicBezTo>
                  <a:pt x="269677" y="117425"/>
                  <a:pt x="270056" y="117653"/>
                  <a:pt x="270510" y="117804"/>
                </a:cubicBezTo>
                <a:close/>
                <a:moveTo>
                  <a:pt x="38082" y="202069"/>
                </a:moveTo>
                <a:cubicBezTo>
                  <a:pt x="37779" y="205324"/>
                  <a:pt x="37552" y="208125"/>
                  <a:pt x="37476" y="210927"/>
                </a:cubicBezTo>
                <a:cubicBezTo>
                  <a:pt x="37022" y="221299"/>
                  <a:pt x="39672" y="231520"/>
                  <a:pt x="44971" y="240378"/>
                </a:cubicBezTo>
                <a:cubicBezTo>
                  <a:pt x="57312" y="260895"/>
                  <a:pt x="75861" y="270510"/>
                  <a:pt x="99861" y="269601"/>
                </a:cubicBezTo>
                <a:cubicBezTo>
                  <a:pt x="109249" y="269299"/>
                  <a:pt x="118031" y="266194"/>
                  <a:pt x="126132" y="261500"/>
                </a:cubicBezTo>
                <a:cubicBezTo>
                  <a:pt x="134990" y="256428"/>
                  <a:pt x="143848" y="251355"/>
                  <a:pt x="152706" y="246359"/>
                </a:cubicBezTo>
                <a:cubicBezTo>
                  <a:pt x="163987" y="239848"/>
                  <a:pt x="175343" y="233412"/>
                  <a:pt x="186624" y="226977"/>
                </a:cubicBezTo>
                <a:cubicBezTo>
                  <a:pt x="187684" y="226523"/>
                  <a:pt x="188289" y="225463"/>
                  <a:pt x="188214" y="224327"/>
                </a:cubicBezTo>
                <a:cubicBezTo>
                  <a:pt x="188138" y="215393"/>
                  <a:pt x="188214" y="206535"/>
                  <a:pt x="188138" y="197602"/>
                </a:cubicBezTo>
                <a:cubicBezTo>
                  <a:pt x="188138" y="196996"/>
                  <a:pt x="188138" y="196390"/>
                  <a:pt x="188062" y="195633"/>
                </a:cubicBezTo>
                <a:cubicBezTo>
                  <a:pt x="187305" y="196012"/>
                  <a:pt x="186851" y="196239"/>
                  <a:pt x="186321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429" y="238636"/>
                </a:lnTo>
                <a:cubicBezTo>
                  <a:pt x="109324" y="240529"/>
                  <a:pt x="105312" y="240529"/>
                  <a:pt x="102208" y="238636"/>
                </a:cubicBezTo>
                <a:lnTo>
                  <a:pt x="100694" y="237803"/>
                </a:lnTo>
                <a:lnTo>
                  <a:pt x="44820" y="205930"/>
                </a:lnTo>
                <a:cubicBezTo>
                  <a:pt x="42700" y="204718"/>
                  <a:pt x="40580" y="203583"/>
                  <a:pt x="38082" y="202069"/>
                </a:cubicBezTo>
                <a:close/>
                <a:moveTo>
                  <a:pt x="168605" y="113488"/>
                </a:moveTo>
                <a:cubicBezTo>
                  <a:pt x="169211" y="113867"/>
                  <a:pt x="169513" y="114094"/>
                  <a:pt x="169816" y="114246"/>
                </a:cubicBezTo>
                <a:cubicBezTo>
                  <a:pt x="185715" y="123331"/>
                  <a:pt x="201539" y="132340"/>
                  <a:pt x="217286" y="141350"/>
                </a:cubicBezTo>
                <a:lnTo>
                  <a:pt x="244390" y="156794"/>
                </a:lnTo>
                <a:cubicBezTo>
                  <a:pt x="246661" y="158006"/>
                  <a:pt x="248327" y="160126"/>
                  <a:pt x="249008" y="162624"/>
                </a:cubicBezTo>
                <a:cubicBezTo>
                  <a:pt x="249311" y="163835"/>
                  <a:pt x="249538" y="165122"/>
                  <a:pt x="249463" y="166409"/>
                </a:cubicBezTo>
                <a:cubicBezTo>
                  <a:pt x="249538" y="189652"/>
                  <a:pt x="249538" y="212971"/>
                  <a:pt x="249463" y="236289"/>
                </a:cubicBezTo>
                <a:lnTo>
                  <a:pt x="249463" y="238258"/>
                </a:lnTo>
                <a:cubicBezTo>
                  <a:pt x="250598" y="237879"/>
                  <a:pt x="251507" y="237576"/>
                  <a:pt x="252340" y="237198"/>
                </a:cubicBezTo>
                <a:cubicBezTo>
                  <a:pt x="259229" y="234321"/>
                  <a:pt x="265437" y="230157"/>
                  <a:pt x="270586" y="224933"/>
                </a:cubicBezTo>
                <a:cubicBezTo>
                  <a:pt x="282699" y="212744"/>
                  <a:pt x="288680" y="198056"/>
                  <a:pt x="287620" y="180946"/>
                </a:cubicBezTo>
                <a:cubicBezTo>
                  <a:pt x="286257" y="160580"/>
                  <a:pt x="276491" y="145059"/>
                  <a:pt x="258926" y="134460"/>
                </a:cubicBezTo>
                <a:cubicBezTo>
                  <a:pt x="253097" y="130902"/>
                  <a:pt x="247116" y="127646"/>
                  <a:pt x="241210" y="124315"/>
                </a:cubicBezTo>
                <a:lnTo>
                  <a:pt x="196920" y="99028"/>
                </a:lnTo>
                <a:cubicBezTo>
                  <a:pt x="196012" y="98422"/>
                  <a:pt x="194725" y="98422"/>
                  <a:pt x="193816" y="99104"/>
                </a:cubicBezTo>
                <a:cubicBezTo>
                  <a:pt x="188517" y="102132"/>
                  <a:pt x="183217" y="105160"/>
                  <a:pt x="177917" y="108113"/>
                </a:cubicBezTo>
                <a:lnTo>
                  <a:pt x="168605" y="113488"/>
                </a:lnTo>
                <a:close/>
                <a:moveTo>
                  <a:pt x="202296" y="148996"/>
                </a:moveTo>
                <a:lnTo>
                  <a:pt x="202296" y="234548"/>
                </a:lnTo>
                <a:cubicBezTo>
                  <a:pt x="202296" y="238788"/>
                  <a:pt x="200706" y="242043"/>
                  <a:pt x="196920" y="244163"/>
                </a:cubicBezTo>
                <a:lnTo>
                  <a:pt x="165955" y="261728"/>
                </a:lnTo>
                <a:lnTo>
                  <a:pt x="134914" y="279519"/>
                </a:lnTo>
                <a:cubicBezTo>
                  <a:pt x="134460" y="279746"/>
                  <a:pt x="134006" y="280125"/>
                  <a:pt x="133400" y="280504"/>
                </a:cubicBezTo>
                <a:cubicBezTo>
                  <a:pt x="134081" y="281109"/>
                  <a:pt x="134611" y="281563"/>
                  <a:pt x="135217" y="281942"/>
                </a:cubicBezTo>
                <a:cubicBezTo>
                  <a:pt x="152252" y="294207"/>
                  <a:pt x="170801" y="297235"/>
                  <a:pt x="190712" y="290270"/>
                </a:cubicBezTo>
                <a:cubicBezTo>
                  <a:pt x="213425" y="282396"/>
                  <a:pt x="228794" y="261122"/>
                  <a:pt x="229173" y="237046"/>
                </a:cubicBezTo>
                <a:cubicBezTo>
                  <a:pt x="229324" y="213349"/>
                  <a:pt x="229173" y="189652"/>
                  <a:pt x="229248" y="166031"/>
                </a:cubicBezTo>
                <a:cubicBezTo>
                  <a:pt x="229324" y="164819"/>
                  <a:pt x="228718" y="163760"/>
                  <a:pt x="227658" y="163230"/>
                </a:cubicBezTo>
                <a:cubicBezTo>
                  <a:pt x="219709" y="158838"/>
                  <a:pt x="211835" y="154296"/>
                  <a:pt x="203886" y="149753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05" y="179356"/>
                </a:moveTo>
                <a:lnTo>
                  <a:pt x="154447" y="198662"/>
                </a:lnTo>
                <a:lnTo>
                  <a:pt x="188062" y="179507"/>
                </a:lnTo>
                <a:cubicBezTo>
                  <a:pt x="188062" y="179280"/>
                  <a:pt x="188138" y="179129"/>
                  <a:pt x="188138" y="178901"/>
                </a:cubicBezTo>
                <a:cubicBezTo>
                  <a:pt x="188138" y="166561"/>
                  <a:pt x="188138" y="154296"/>
                  <a:pt x="188214" y="141955"/>
                </a:cubicBezTo>
                <a:cubicBezTo>
                  <a:pt x="188214" y="140895"/>
                  <a:pt x="187684" y="140517"/>
                  <a:pt x="186927" y="140063"/>
                </a:cubicBezTo>
                <a:lnTo>
                  <a:pt x="157324" y="123255"/>
                </a:lnTo>
                <a:lnTo>
                  <a:pt x="154372" y="121589"/>
                </a:lnTo>
                <a:lnTo>
                  <a:pt x="153236" y="122271"/>
                </a:lnTo>
                <a:lnTo>
                  <a:pt x="121968" y="139987"/>
                </a:lnTo>
                <a:cubicBezTo>
                  <a:pt x="120984" y="140441"/>
                  <a:pt x="120454" y="141425"/>
                  <a:pt x="120605" y="142485"/>
                </a:cubicBezTo>
                <a:cubicBezTo>
                  <a:pt x="120605" y="151116"/>
                  <a:pt x="120605" y="159823"/>
                  <a:pt x="120605" y="168529"/>
                </a:cubicBezTo>
                <a:lnTo>
                  <a:pt x="120605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85BC4-1D7F-4832-BE55-B24EC7C5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139" y="1114640"/>
            <a:ext cx="479544" cy="479544"/>
          </a:xfrm>
          <a:custGeom xmlns:a="http://schemas.openxmlformats.org/drawingml/2006/main">
            <a:pathLst>
              <a:path w="479544" h="479544">
                <a:moveTo>
                  <a:pt x="239772" y="76"/>
                </a:moveTo>
                <a:cubicBezTo>
                  <a:pt x="305942" y="76"/>
                  <a:pt x="365904" y="26877"/>
                  <a:pt x="409285" y="70258"/>
                </a:cubicBezTo>
                <a:cubicBezTo>
                  <a:pt x="454332" y="115154"/>
                  <a:pt x="479544" y="176176"/>
                  <a:pt x="479468" y="239772"/>
                </a:cubicBezTo>
                <a:cubicBezTo>
                  <a:pt x="479468" y="305942"/>
                  <a:pt x="452667" y="365904"/>
                  <a:pt x="409285" y="409210"/>
                </a:cubicBezTo>
                <a:cubicBezTo>
                  <a:pt x="364390" y="454257"/>
                  <a:pt x="303368" y="479544"/>
                  <a:pt x="239772" y="479468"/>
                </a:cubicBezTo>
                <a:cubicBezTo>
                  <a:pt x="176176" y="479544"/>
                  <a:pt x="115230" y="454257"/>
                  <a:pt x="70258" y="409210"/>
                </a:cubicBezTo>
                <a:cubicBezTo>
                  <a:pt x="25287" y="364314"/>
                  <a:pt x="0" y="303368"/>
                  <a:pt x="76" y="239772"/>
                </a:cubicBezTo>
                <a:cubicBezTo>
                  <a:pt x="76" y="173526"/>
                  <a:pt x="26877" y="113640"/>
                  <a:pt x="70258" y="70258"/>
                </a:cubicBezTo>
                <a:cubicBezTo>
                  <a:pt x="115230" y="25211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E45F4-E91A-499E-BEFC-146F4FB0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464" y="1194287"/>
            <a:ext cx="308138" cy="314649"/>
          </a:xfrm>
          <a:custGeom xmlns:a="http://schemas.openxmlformats.org/drawingml/2006/main">
            <a:pathLst>
              <a:path w="308138" h="314649">
                <a:moveTo>
                  <a:pt x="291709" y="107735"/>
                </a:moveTo>
                <a:cubicBezTo>
                  <a:pt x="291709" y="115230"/>
                  <a:pt x="290649" y="122649"/>
                  <a:pt x="288453" y="129842"/>
                </a:cubicBezTo>
                <a:cubicBezTo>
                  <a:pt x="287923" y="131507"/>
                  <a:pt x="288075" y="132643"/>
                  <a:pt x="289286" y="134006"/>
                </a:cubicBezTo>
                <a:cubicBezTo>
                  <a:pt x="298674" y="144832"/>
                  <a:pt x="304806" y="158006"/>
                  <a:pt x="307078" y="172163"/>
                </a:cubicBezTo>
                <a:cubicBezTo>
                  <a:pt x="307759" y="176252"/>
                  <a:pt x="308138" y="180416"/>
                  <a:pt x="308138" y="184655"/>
                </a:cubicBezTo>
                <a:cubicBezTo>
                  <a:pt x="307910" y="200403"/>
                  <a:pt x="302914" y="215696"/>
                  <a:pt x="293828" y="228567"/>
                </a:cubicBezTo>
                <a:cubicBezTo>
                  <a:pt x="286333" y="239318"/>
                  <a:pt x="276188" y="248024"/>
                  <a:pt x="264377" y="253702"/>
                </a:cubicBezTo>
                <a:cubicBezTo>
                  <a:pt x="259002" y="256352"/>
                  <a:pt x="253324" y="258396"/>
                  <a:pt x="247494" y="259683"/>
                </a:cubicBezTo>
                <a:cubicBezTo>
                  <a:pt x="246207" y="259835"/>
                  <a:pt x="245223" y="260743"/>
                  <a:pt x="244844" y="261955"/>
                </a:cubicBezTo>
                <a:cubicBezTo>
                  <a:pt x="236441" y="284592"/>
                  <a:pt x="220920" y="300188"/>
                  <a:pt x="198132" y="308895"/>
                </a:cubicBezTo>
                <a:cubicBezTo>
                  <a:pt x="190712" y="311696"/>
                  <a:pt x="182914" y="313286"/>
                  <a:pt x="175040" y="313664"/>
                </a:cubicBezTo>
                <a:cubicBezTo>
                  <a:pt x="154750" y="314649"/>
                  <a:pt x="136656" y="308819"/>
                  <a:pt x="120908" y="296251"/>
                </a:cubicBezTo>
                <a:cubicBezTo>
                  <a:pt x="118410" y="294131"/>
                  <a:pt x="115911" y="291860"/>
                  <a:pt x="113640" y="289437"/>
                </a:cubicBezTo>
                <a:cubicBezTo>
                  <a:pt x="112807" y="288453"/>
                  <a:pt x="111520" y="288075"/>
                  <a:pt x="110233" y="288377"/>
                </a:cubicBezTo>
                <a:cubicBezTo>
                  <a:pt x="91684" y="291633"/>
                  <a:pt x="73892" y="289134"/>
                  <a:pt x="57463" y="279898"/>
                </a:cubicBezTo>
                <a:cubicBezTo>
                  <a:pt x="35962" y="267784"/>
                  <a:pt x="23091" y="249463"/>
                  <a:pt x="18322" y="225690"/>
                </a:cubicBezTo>
                <a:cubicBezTo>
                  <a:pt x="16050" y="213955"/>
                  <a:pt x="16732" y="201841"/>
                  <a:pt x="20290" y="190409"/>
                </a:cubicBezTo>
                <a:lnTo>
                  <a:pt x="20669" y="189349"/>
                </a:lnTo>
                <a:cubicBezTo>
                  <a:pt x="21047" y="188517"/>
                  <a:pt x="20820" y="187532"/>
                  <a:pt x="20139" y="186927"/>
                </a:cubicBezTo>
                <a:cubicBezTo>
                  <a:pt x="8858" y="174207"/>
                  <a:pt x="2120" y="158081"/>
                  <a:pt x="984" y="141047"/>
                </a:cubicBezTo>
                <a:cubicBezTo>
                  <a:pt x="0" y="127040"/>
                  <a:pt x="2953" y="113034"/>
                  <a:pt x="9615" y="100618"/>
                </a:cubicBezTo>
                <a:cubicBezTo>
                  <a:pt x="17262" y="85552"/>
                  <a:pt x="29754" y="73438"/>
                  <a:pt x="44971" y="66170"/>
                </a:cubicBezTo>
                <a:cubicBezTo>
                  <a:pt x="50195" y="63672"/>
                  <a:pt x="55722" y="61779"/>
                  <a:pt x="61325" y="60568"/>
                </a:cubicBezTo>
                <a:cubicBezTo>
                  <a:pt x="62612" y="60416"/>
                  <a:pt x="63672" y="59508"/>
                  <a:pt x="63974" y="58221"/>
                </a:cubicBezTo>
                <a:cubicBezTo>
                  <a:pt x="68139" y="46334"/>
                  <a:pt x="75179" y="35659"/>
                  <a:pt x="84567" y="27180"/>
                </a:cubicBezTo>
                <a:cubicBezTo>
                  <a:pt x="109400" y="4618"/>
                  <a:pt x="145589" y="0"/>
                  <a:pt x="175267" y="15596"/>
                </a:cubicBezTo>
                <a:cubicBezTo>
                  <a:pt x="182611" y="19382"/>
                  <a:pt x="189198" y="24378"/>
                  <a:pt x="194800" y="30359"/>
                </a:cubicBezTo>
                <a:cubicBezTo>
                  <a:pt x="196088" y="31798"/>
                  <a:pt x="197299" y="32025"/>
                  <a:pt x="199192" y="31722"/>
                </a:cubicBezTo>
                <a:cubicBezTo>
                  <a:pt x="214182" y="28997"/>
                  <a:pt x="229703" y="30662"/>
                  <a:pt x="243784" y="36643"/>
                </a:cubicBezTo>
                <a:cubicBezTo>
                  <a:pt x="253854" y="40807"/>
                  <a:pt x="262939" y="47016"/>
                  <a:pt x="270358" y="54965"/>
                </a:cubicBezTo>
                <a:cubicBezTo>
                  <a:pt x="283910" y="69198"/>
                  <a:pt x="291557" y="88050"/>
                  <a:pt x="291709" y="107735"/>
                </a:cubicBezTo>
                <a:close/>
                <a:moveTo>
                  <a:pt x="175419" y="39823"/>
                </a:moveTo>
                <a:cubicBezTo>
                  <a:pt x="174889" y="39293"/>
                  <a:pt x="174586" y="38915"/>
                  <a:pt x="174132" y="38612"/>
                </a:cubicBezTo>
                <a:cubicBezTo>
                  <a:pt x="162245" y="29300"/>
                  <a:pt x="147103" y="24984"/>
                  <a:pt x="132037" y="26650"/>
                </a:cubicBezTo>
                <a:cubicBezTo>
                  <a:pt x="119999" y="27710"/>
                  <a:pt x="108643" y="32631"/>
                  <a:pt x="99634" y="40656"/>
                </a:cubicBezTo>
                <a:cubicBezTo>
                  <a:pt x="86612" y="52012"/>
                  <a:pt x="79798" y="66397"/>
                  <a:pt x="79646" y="83583"/>
                </a:cubicBezTo>
                <a:cubicBezTo>
                  <a:pt x="79419" y="106977"/>
                  <a:pt x="79571" y="130447"/>
                  <a:pt x="79571" y="153917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6984" y="165879"/>
                  <a:pt x="104782" y="170346"/>
                </a:cubicBezTo>
                <a:cubicBezTo>
                  <a:pt x="105236" y="170649"/>
                  <a:pt x="105766" y="170801"/>
                  <a:pt x="106523" y="171179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161"/>
                  <a:pt x="108265" y="78056"/>
                  <a:pt x="111974" y="76012"/>
                </a:cubicBezTo>
                <a:lnTo>
                  <a:pt x="173375" y="41035"/>
                </a:lnTo>
                <a:lnTo>
                  <a:pt x="175419" y="39823"/>
                </a:lnTo>
                <a:close/>
                <a:moveTo>
                  <a:pt x="59356" y="81993"/>
                </a:moveTo>
                <a:cubicBezTo>
                  <a:pt x="58675" y="82220"/>
                  <a:pt x="58221" y="82296"/>
                  <a:pt x="57691" y="82523"/>
                </a:cubicBezTo>
                <a:cubicBezTo>
                  <a:pt x="51028" y="85022"/>
                  <a:pt x="44971" y="88883"/>
                  <a:pt x="39747" y="93728"/>
                </a:cubicBezTo>
                <a:cubicBezTo>
                  <a:pt x="25590" y="107205"/>
                  <a:pt x="19230" y="123558"/>
                  <a:pt x="21577" y="142864"/>
                </a:cubicBezTo>
                <a:cubicBezTo>
                  <a:pt x="23924" y="161715"/>
                  <a:pt x="33539" y="176176"/>
                  <a:pt x="50120" y="185867"/>
                </a:cubicBezTo>
                <a:cubicBezTo>
                  <a:pt x="70561" y="197753"/>
                  <a:pt x="91230" y="209337"/>
                  <a:pt x="111747" y="221072"/>
                </a:cubicBezTo>
                <a:cubicBezTo>
                  <a:pt x="112807" y="221753"/>
                  <a:pt x="114094" y="221753"/>
                  <a:pt x="115154" y="221072"/>
                </a:cubicBezTo>
                <a:cubicBezTo>
                  <a:pt x="122876" y="216605"/>
                  <a:pt x="130599" y="212214"/>
                  <a:pt x="138321" y="207822"/>
                </a:cubicBezTo>
                <a:cubicBezTo>
                  <a:pt x="138927" y="207444"/>
                  <a:pt x="139381" y="207141"/>
                  <a:pt x="140063" y="206687"/>
                </a:cubicBezTo>
                <a:cubicBezTo>
                  <a:pt x="139533" y="206308"/>
                  <a:pt x="139078" y="206005"/>
                  <a:pt x="138624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09" y="162321"/>
                  <a:pt x="60795" y="160504"/>
                  <a:pt x="60038" y="158233"/>
                </a:cubicBezTo>
                <a:cubicBezTo>
                  <a:pt x="59583" y="156643"/>
                  <a:pt x="59356" y="155053"/>
                  <a:pt x="59356" y="153387"/>
                </a:cubicBezTo>
                <a:cubicBezTo>
                  <a:pt x="59281" y="130599"/>
                  <a:pt x="59281" y="107810"/>
                  <a:pt x="59356" y="84946"/>
                </a:cubicBezTo>
                <a:lnTo>
                  <a:pt x="59356" y="81993"/>
                </a:lnTo>
                <a:close/>
                <a:moveTo>
                  <a:pt x="270510" y="117804"/>
                </a:moveTo>
                <a:cubicBezTo>
                  <a:pt x="271873" y="111066"/>
                  <a:pt x="271797" y="104176"/>
                  <a:pt x="270434" y="97438"/>
                </a:cubicBezTo>
                <a:cubicBezTo>
                  <a:pt x="266270" y="77678"/>
                  <a:pt x="254989" y="63217"/>
                  <a:pt x="236138" y="55192"/>
                </a:cubicBezTo>
                <a:cubicBezTo>
                  <a:pt x="217892" y="47394"/>
                  <a:pt x="199873" y="48908"/>
                  <a:pt x="182611" y="58751"/>
                </a:cubicBezTo>
                <a:cubicBezTo>
                  <a:pt x="162397" y="70258"/>
                  <a:pt x="142258" y="81766"/>
                  <a:pt x="122044" y="93198"/>
                </a:cubicBezTo>
                <a:cubicBezTo>
                  <a:pt x="121135" y="93653"/>
                  <a:pt x="120529" y="94637"/>
                  <a:pt x="120605" y="95621"/>
                </a:cubicBezTo>
                <a:cubicBezTo>
                  <a:pt x="120681" y="104782"/>
                  <a:pt x="120605" y="113943"/>
                  <a:pt x="120605" y="123104"/>
                </a:cubicBezTo>
                <a:cubicBezTo>
                  <a:pt x="120605" y="123482"/>
                  <a:pt x="120681" y="123936"/>
                  <a:pt x="120757" y="124618"/>
                </a:cubicBezTo>
                <a:lnTo>
                  <a:pt x="124088" y="122725"/>
                </a:lnTo>
                <a:lnTo>
                  <a:pt x="177766" y="92138"/>
                </a:lnTo>
                <a:lnTo>
                  <a:pt x="196012" y="81766"/>
                </a:lnTo>
                <a:cubicBezTo>
                  <a:pt x="197980" y="80555"/>
                  <a:pt x="200252" y="80025"/>
                  <a:pt x="202447" y="80252"/>
                </a:cubicBezTo>
                <a:cubicBezTo>
                  <a:pt x="204264" y="80403"/>
                  <a:pt x="206005" y="81085"/>
                  <a:pt x="207520" y="81993"/>
                </a:cubicBezTo>
                <a:cubicBezTo>
                  <a:pt x="218043" y="88050"/>
                  <a:pt x="228567" y="94031"/>
                  <a:pt x="239090" y="100012"/>
                </a:cubicBezTo>
                <a:lnTo>
                  <a:pt x="269223" y="117198"/>
                </a:lnTo>
                <a:cubicBezTo>
                  <a:pt x="269677" y="117425"/>
                  <a:pt x="270056" y="117653"/>
                  <a:pt x="270510" y="117804"/>
                </a:cubicBezTo>
                <a:close/>
                <a:moveTo>
                  <a:pt x="38082" y="202069"/>
                </a:moveTo>
                <a:cubicBezTo>
                  <a:pt x="37779" y="205324"/>
                  <a:pt x="37552" y="208125"/>
                  <a:pt x="37476" y="210927"/>
                </a:cubicBezTo>
                <a:cubicBezTo>
                  <a:pt x="37022" y="221299"/>
                  <a:pt x="39672" y="231520"/>
                  <a:pt x="44971" y="240378"/>
                </a:cubicBezTo>
                <a:cubicBezTo>
                  <a:pt x="57312" y="260895"/>
                  <a:pt x="75861" y="270510"/>
                  <a:pt x="99861" y="269601"/>
                </a:cubicBezTo>
                <a:cubicBezTo>
                  <a:pt x="109249" y="269299"/>
                  <a:pt x="118031" y="266194"/>
                  <a:pt x="126132" y="261500"/>
                </a:cubicBezTo>
                <a:cubicBezTo>
                  <a:pt x="134990" y="256428"/>
                  <a:pt x="143848" y="251355"/>
                  <a:pt x="152706" y="246359"/>
                </a:cubicBezTo>
                <a:cubicBezTo>
                  <a:pt x="163987" y="239848"/>
                  <a:pt x="175343" y="233412"/>
                  <a:pt x="186624" y="226977"/>
                </a:cubicBezTo>
                <a:cubicBezTo>
                  <a:pt x="187684" y="226523"/>
                  <a:pt x="188289" y="225463"/>
                  <a:pt x="188214" y="224327"/>
                </a:cubicBezTo>
                <a:cubicBezTo>
                  <a:pt x="188138" y="215393"/>
                  <a:pt x="188214" y="206460"/>
                  <a:pt x="188138" y="197602"/>
                </a:cubicBezTo>
                <a:cubicBezTo>
                  <a:pt x="188138" y="196996"/>
                  <a:pt x="188138" y="196390"/>
                  <a:pt x="188062" y="195633"/>
                </a:cubicBezTo>
                <a:cubicBezTo>
                  <a:pt x="187305" y="196012"/>
                  <a:pt x="186851" y="196239"/>
                  <a:pt x="186321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429" y="238636"/>
                </a:lnTo>
                <a:cubicBezTo>
                  <a:pt x="109324" y="240529"/>
                  <a:pt x="105312" y="240529"/>
                  <a:pt x="102208" y="238636"/>
                </a:cubicBezTo>
                <a:lnTo>
                  <a:pt x="100694" y="237803"/>
                </a:lnTo>
                <a:lnTo>
                  <a:pt x="44820" y="205930"/>
                </a:lnTo>
                <a:cubicBezTo>
                  <a:pt x="42700" y="204718"/>
                  <a:pt x="40580" y="203583"/>
                  <a:pt x="38082" y="202069"/>
                </a:cubicBezTo>
                <a:close/>
                <a:moveTo>
                  <a:pt x="168605" y="113488"/>
                </a:moveTo>
                <a:cubicBezTo>
                  <a:pt x="169211" y="113867"/>
                  <a:pt x="169513" y="114094"/>
                  <a:pt x="169816" y="114246"/>
                </a:cubicBezTo>
                <a:cubicBezTo>
                  <a:pt x="185715" y="123331"/>
                  <a:pt x="201539" y="132340"/>
                  <a:pt x="217286" y="141350"/>
                </a:cubicBezTo>
                <a:lnTo>
                  <a:pt x="244390" y="156794"/>
                </a:lnTo>
                <a:cubicBezTo>
                  <a:pt x="246661" y="158006"/>
                  <a:pt x="248327" y="160126"/>
                  <a:pt x="249008" y="162624"/>
                </a:cubicBezTo>
                <a:cubicBezTo>
                  <a:pt x="249311" y="163835"/>
                  <a:pt x="249538" y="165122"/>
                  <a:pt x="249463" y="166409"/>
                </a:cubicBezTo>
                <a:cubicBezTo>
                  <a:pt x="249538" y="189652"/>
                  <a:pt x="249538" y="212971"/>
                  <a:pt x="249463" y="236289"/>
                </a:cubicBezTo>
                <a:lnTo>
                  <a:pt x="249463" y="238258"/>
                </a:lnTo>
                <a:cubicBezTo>
                  <a:pt x="250598" y="237879"/>
                  <a:pt x="251507" y="237576"/>
                  <a:pt x="252340" y="237198"/>
                </a:cubicBezTo>
                <a:cubicBezTo>
                  <a:pt x="259229" y="234321"/>
                  <a:pt x="265437" y="230157"/>
                  <a:pt x="270586" y="224933"/>
                </a:cubicBezTo>
                <a:cubicBezTo>
                  <a:pt x="282699" y="212744"/>
                  <a:pt x="288680" y="198056"/>
                  <a:pt x="287620" y="180946"/>
                </a:cubicBezTo>
                <a:cubicBezTo>
                  <a:pt x="286257" y="160580"/>
                  <a:pt x="276491" y="145059"/>
                  <a:pt x="258926" y="134460"/>
                </a:cubicBezTo>
                <a:cubicBezTo>
                  <a:pt x="253097" y="130902"/>
                  <a:pt x="247116" y="127646"/>
                  <a:pt x="241210" y="124315"/>
                </a:cubicBezTo>
                <a:lnTo>
                  <a:pt x="196920" y="99028"/>
                </a:lnTo>
                <a:cubicBezTo>
                  <a:pt x="196012" y="98422"/>
                  <a:pt x="194725" y="98422"/>
                  <a:pt x="193816" y="99104"/>
                </a:cubicBezTo>
                <a:cubicBezTo>
                  <a:pt x="188517" y="102132"/>
                  <a:pt x="183217" y="105160"/>
                  <a:pt x="177917" y="108113"/>
                </a:cubicBezTo>
                <a:lnTo>
                  <a:pt x="168605" y="113488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88"/>
                  <a:pt x="200706" y="242043"/>
                  <a:pt x="196920" y="244163"/>
                </a:cubicBezTo>
                <a:lnTo>
                  <a:pt x="165955" y="261728"/>
                </a:lnTo>
                <a:lnTo>
                  <a:pt x="134914" y="279519"/>
                </a:lnTo>
                <a:cubicBezTo>
                  <a:pt x="134460" y="279746"/>
                  <a:pt x="134006" y="280125"/>
                  <a:pt x="133400" y="280504"/>
                </a:cubicBezTo>
                <a:cubicBezTo>
                  <a:pt x="134081" y="281109"/>
                  <a:pt x="134611" y="281563"/>
                  <a:pt x="135217" y="281942"/>
                </a:cubicBezTo>
                <a:cubicBezTo>
                  <a:pt x="152252" y="294207"/>
                  <a:pt x="170801" y="297235"/>
                  <a:pt x="190712" y="290270"/>
                </a:cubicBezTo>
                <a:cubicBezTo>
                  <a:pt x="213425" y="282396"/>
                  <a:pt x="228794" y="261122"/>
                  <a:pt x="229173" y="237046"/>
                </a:cubicBezTo>
                <a:cubicBezTo>
                  <a:pt x="229324" y="213349"/>
                  <a:pt x="229173" y="189652"/>
                  <a:pt x="229248" y="166031"/>
                </a:cubicBezTo>
                <a:cubicBezTo>
                  <a:pt x="229324" y="164819"/>
                  <a:pt x="228718" y="163760"/>
                  <a:pt x="227658" y="163230"/>
                </a:cubicBezTo>
                <a:cubicBezTo>
                  <a:pt x="219709" y="158763"/>
                  <a:pt x="211835" y="154296"/>
                  <a:pt x="203886" y="149753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05" y="179356"/>
                </a:moveTo>
                <a:lnTo>
                  <a:pt x="154447" y="198662"/>
                </a:lnTo>
                <a:lnTo>
                  <a:pt x="188062" y="179431"/>
                </a:lnTo>
                <a:cubicBezTo>
                  <a:pt x="188062" y="179280"/>
                  <a:pt x="188138" y="179129"/>
                  <a:pt x="188138" y="178901"/>
                </a:cubicBezTo>
                <a:cubicBezTo>
                  <a:pt x="188138" y="166561"/>
                  <a:pt x="188138" y="154296"/>
                  <a:pt x="188214" y="141955"/>
                </a:cubicBezTo>
                <a:cubicBezTo>
                  <a:pt x="188214" y="140895"/>
                  <a:pt x="187684" y="140517"/>
                  <a:pt x="186927" y="140063"/>
                </a:cubicBezTo>
                <a:lnTo>
                  <a:pt x="157324" y="123255"/>
                </a:lnTo>
                <a:lnTo>
                  <a:pt x="154372" y="121589"/>
                </a:lnTo>
                <a:lnTo>
                  <a:pt x="153236" y="122271"/>
                </a:lnTo>
                <a:lnTo>
                  <a:pt x="121968" y="139987"/>
                </a:lnTo>
                <a:cubicBezTo>
                  <a:pt x="120984" y="140441"/>
                  <a:pt x="120454" y="141425"/>
                  <a:pt x="120605" y="142485"/>
                </a:cubicBezTo>
                <a:cubicBezTo>
                  <a:pt x="120605" y="151116"/>
                  <a:pt x="120605" y="159823"/>
                  <a:pt x="120605" y="168529"/>
                </a:cubicBezTo>
                <a:lnTo>
                  <a:pt x="120605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115E6-1BDE-42C7-ADCB-F61DF19D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655" y="769632"/>
            <a:ext cx="386875" cy="66019"/>
          </a:xfrm>
          <a:custGeom xmlns:a="http://schemas.openxmlformats.org/drawingml/2006/main">
            <a:pathLst>
              <a:path w="386875" h="66019">
                <a:moveTo>
                  <a:pt x="327368" y="54587"/>
                </a:moveTo>
                <a:lnTo>
                  <a:pt x="327037" y="54795"/>
                </a:lnTo>
                <a:lnTo>
                  <a:pt x="326725" y="55022"/>
                </a:lnTo>
                <a:lnTo>
                  <a:pt x="326432" y="55266"/>
                </a:lnTo>
                <a:lnTo>
                  <a:pt x="326160" y="55527"/>
                </a:lnTo>
                <a:lnTo>
                  <a:pt x="325907" y="55803"/>
                </a:lnTo>
                <a:lnTo>
                  <a:pt x="325675" y="56092"/>
                </a:lnTo>
                <a:lnTo>
                  <a:pt x="325463" y="56395"/>
                </a:lnTo>
                <a:lnTo>
                  <a:pt x="325273" y="56709"/>
                </a:lnTo>
                <a:lnTo>
                  <a:pt x="325104" y="57034"/>
                </a:lnTo>
                <a:lnTo>
                  <a:pt x="324956" y="57368"/>
                </a:lnTo>
                <a:lnTo>
                  <a:pt x="324831" y="57710"/>
                </a:lnTo>
                <a:lnTo>
                  <a:pt x="324727" y="58060"/>
                </a:lnTo>
                <a:lnTo>
                  <a:pt x="324646" y="58415"/>
                </a:lnTo>
                <a:lnTo>
                  <a:pt x="324588" y="58775"/>
                </a:lnTo>
                <a:lnTo>
                  <a:pt x="324553" y="59139"/>
                </a:lnTo>
                <a:lnTo>
                  <a:pt x="324541" y="59505"/>
                </a:lnTo>
                <a:lnTo>
                  <a:pt x="324553" y="59872"/>
                </a:lnTo>
                <a:lnTo>
                  <a:pt x="324589" y="60240"/>
                </a:lnTo>
                <a:lnTo>
                  <a:pt x="324649" y="60607"/>
                </a:lnTo>
                <a:lnTo>
                  <a:pt x="324734" y="60971"/>
                </a:lnTo>
                <a:lnTo>
                  <a:pt x="324843" y="61332"/>
                </a:lnTo>
                <a:lnTo>
                  <a:pt x="324978" y="61689"/>
                </a:lnTo>
                <a:lnTo>
                  <a:pt x="325138" y="62040"/>
                </a:lnTo>
                <a:lnTo>
                  <a:pt x="325324" y="62385"/>
                </a:lnTo>
                <a:lnTo>
                  <a:pt x="325532" y="62707"/>
                </a:lnTo>
                <a:lnTo>
                  <a:pt x="325757" y="63012"/>
                </a:lnTo>
                <a:lnTo>
                  <a:pt x="326000" y="63298"/>
                </a:lnTo>
                <a:lnTo>
                  <a:pt x="326258" y="63567"/>
                </a:lnTo>
                <a:lnTo>
                  <a:pt x="326531" y="63816"/>
                </a:lnTo>
                <a:lnTo>
                  <a:pt x="326818" y="64045"/>
                </a:lnTo>
                <a:lnTo>
                  <a:pt x="327116" y="64256"/>
                </a:lnTo>
                <a:lnTo>
                  <a:pt x="327427" y="64446"/>
                </a:lnTo>
                <a:lnTo>
                  <a:pt x="327747" y="64615"/>
                </a:lnTo>
                <a:lnTo>
                  <a:pt x="328077" y="64764"/>
                </a:lnTo>
                <a:lnTo>
                  <a:pt x="328414" y="64891"/>
                </a:lnTo>
                <a:lnTo>
                  <a:pt x="328759" y="64997"/>
                </a:lnTo>
                <a:lnTo>
                  <a:pt x="329109" y="65080"/>
                </a:lnTo>
                <a:lnTo>
                  <a:pt x="329465" y="65141"/>
                </a:lnTo>
                <a:lnTo>
                  <a:pt x="329824" y="65179"/>
                </a:lnTo>
                <a:lnTo>
                  <a:pt x="330186" y="65194"/>
                </a:lnTo>
                <a:lnTo>
                  <a:pt x="330549" y="65186"/>
                </a:lnTo>
                <a:lnTo>
                  <a:pt x="330913" y="65153"/>
                </a:lnTo>
                <a:lnTo>
                  <a:pt x="331276" y="65095"/>
                </a:lnTo>
                <a:lnTo>
                  <a:pt x="331638" y="65013"/>
                </a:lnTo>
                <a:lnTo>
                  <a:pt x="331997" y="64906"/>
                </a:lnTo>
                <a:lnTo>
                  <a:pt x="332352" y="64773"/>
                </a:lnTo>
                <a:lnTo>
                  <a:pt x="332702" y="64614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2" y="1404"/>
                </a:lnTo>
                <a:lnTo>
                  <a:pt x="332352" y="1244"/>
                </a:lnTo>
                <a:lnTo>
                  <a:pt x="331997" y="1109"/>
                </a:lnTo>
                <a:lnTo>
                  <a:pt x="331638" y="1000"/>
                </a:lnTo>
                <a:lnTo>
                  <a:pt x="331276" y="915"/>
                </a:lnTo>
                <a:lnTo>
                  <a:pt x="330913" y="855"/>
                </a:lnTo>
                <a:lnTo>
                  <a:pt x="330549" y="819"/>
                </a:lnTo>
                <a:lnTo>
                  <a:pt x="330186" y="808"/>
                </a:lnTo>
                <a:lnTo>
                  <a:pt x="329824" y="819"/>
                </a:lnTo>
                <a:lnTo>
                  <a:pt x="329465" y="854"/>
                </a:lnTo>
                <a:lnTo>
                  <a:pt x="329109" y="913"/>
                </a:lnTo>
                <a:lnTo>
                  <a:pt x="328759" y="994"/>
                </a:lnTo>
                <a:lnTo>
                  <a:pt x="328414" y="1097"/>
                </a:lnTo>
                <a:lnTo>
                  <a:pt x="328077" y="1223"/>
                </a:lnTo>
                <a:lnTo>
                  <a:pt x="327747" y="1370"/>
                </a:lnTo>
                <a:lnTo>
                  <a:pt x="327427" y="1539"/>
                </a:lnTo>
                <a:lnTo>
                  <a:pt x="327116" y="1730"/>
                </a:lnTo>
                <a:lnTo>
                  <a:pt x="326818" y="1941"/>
                </a:lnTo>
                <a:lnTo>
                  <a:pt x="326531" y="2173"/>
                </a:lnTo>
                <a:lnTo>
                  <a:pt x="326258" y="2426"/>
                </a:lnTo>
                <a:lnTo>
                  <a:pt x="326000" y="2698"/>
                </a:lnTo>
                <a:lnTo>
                  <a:pt x="325757" y="2991"/>
                </a:lnTo>
                <a:lnTo>
                  <a:pt x="325532" y="3303"/>
                </a:lnTo>
                <a:lnTo>
                  <a:pt x="325324" y="3634"/>
                </a:lnTo>
                <a:lnTo>
                  <a:pt x="325138" y="3978"/>
                </a:lnTo>
                <a:lnTo>
                  <a:pt x="324978" y="4330"/>
                </a:lnTo>
                <a:lnTo>
                  <a:pt x="324843" y="4686"/>
                </a:lnTo>
                <a:lnTo>
                  <a:pt x="324734" y="5048"/>
                </a:lnTo>
                <a:lnTo>
                  <a:pt x="324649" y="5412"/>
                </a:lnTo>
                <a:lnTo>
                  <a:pt x="324589" y="5779"/>
                </a:lnTo>
                <a:lnTo>
                  <a:pt x="324553" y="6146"/>
                </a:lnTo>
                <a:lnTo>
                  <a:pt x="324541" y="6514"/>
                </a:lnTo>
                <a:lnTo>
                  <a:pt x="324553" y="6880"/>
                </a:lnTo>
                <a:lnTo>
                  <a:pt x="324588" y="7244"/>
                </a:lnTo>
                <a:lnTo>
                  <a:pt x="324646" y="7604"/>
                </a:lnTo>
                <a:lnTo>
                  <a:pt x="324727" y="7959"/>
                </a:lnTo>
                <a:lnTo>
                  <a:pt x="324831" y="8308"/>
                </a:lnTo>
                <a:lnTo>
                  <a:pt x="324956" y="8651"/>
                </a:lnTo>
                <a:lnTo>
                  <a:pt x="325104" y="8985"/>
                </a:lnTo>
                <a:lnTo>
                  <a:pt x="325273" y="9309"/>
                </a:lnTo>
                <a:lnTo>
                  <a:pt x="325463" y="9624"/>
                </a:lnTo>
                <a:lnTo>
                  <a:pt x="325675" y="9926"/>
                </a:lnTo>
                <a:lnTo>
                  <a:pt x="325907" y="10216"/>
                </a:lnTo>
                <a:lnTo>
                  <a:pt x="326160" y="10492"/>
                </a:lnTo>
                <a:lnTo>
                  <a:pt x="326432" y="10752"/>
                </a:lnTo>
                <a:lnTo>
                  <a:pt x="326725" y="10997"/>
                </a:lnTo>
                <a:lnTo>
                  <a:pt x="327037" y="11224"/>
                </a:lnTo>
                <a:lnTo>
                  <a:pt x="327368" y="11432"/>
                </a:lnTo>
                <a:lnTo>
                  <a:pt x="354623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623" y="38688"/>
                </a:lnTo>
                <a:lnTo>
                  <a:pt x="327368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77CF7-3448-48F9-8E21-24B90BA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655" y="1317693"/>
            <a:ext cx="386875" cy="65943"/>
          </a:xfrm>
          <a:custGeom xmlns:a="http://schemas.openxmlformats.org/drawingml/2006/main">
            <a:pathLst>
              <a:path w="386875" h="65943">
                <a:moveTo>
                  <a:pt x="327368" y="54587"/>
                </a:moveTo>
                <a:lnTo>
                  <a:pt x="327037" y="54795"/>
                </a:lnTo>
                <a:lnTo>
                  <a:pt x="326725" y="55022"/>
                </a:lnTo>
                <a:lnTo>
                  <a:pt x="326432" y="55266"/>
                </a:lnTo>
                <a:lnTo>
                  <a:pt x="326160" y="55527"/>
                </a:lnTo>
                <a:lnTo>
                  <a:pt x="325907" y="55802"/>
                </a:lnTo>
                <a:lnTo>
                  <a:pt x="325675" y="56091"/>
                </a:lnTo>
                <a:lnTo>
                  <a:pt x="325463" y="56393"/>
                </a:lnTo>
                <a:lnTo>
                  <a:pt x="325273" y="56706"/>
                </a:lnTo>
                <a:lnTo>
                  <a:pt x="325104" y="57030"/>
                </a:lnTo>
                <a:lnTo>
                  <a:pt x="324956" y="57363"/>
                </a:lnTo>
                <a:lnTo>
                  <a:pt x="324831" y="57703"/>
                </a:lnTo>
                <a:lnTo>
                  <a:pt x="324727" y="58050"/>
                </a:lnTo>
                <a:lnTo>
                  <a:pt x="324646" y="58403"/>
                </a:lnTo>
                <a:lnTo>
                  <a:pt x="324588" y="58760"/>
                </a:lnTo>
                <a:lnTo>
                  <a:pt x="324553" y="59120"/>
                </a:lnTo>
                <a:lnTo>
                  <a:pt x="324541" y="59482"/>
                </a:lnTo>
                <a:lnTo>
                  <a:pt x="324553" y="59845"/>
                </a:lnTo>
                <a:lnTo>
                  <a:pt x="324589" y="60208"/>
                </a:lnTo>
                <a:lnTo>
                  <a:pt x="324649" y="60569"/>
                </a:lnTo>
                <a:lnTo>
                  <a:pt x="324734" y="60927"/>
                </a:lnTo>
                <a:lnTo>
                  <a:pt x="324843" y="61281"/>
                </a:lnTo>
                <a:lnTo>
                  <a:pt x="324978" y="61631"/>
                </a:lnTo>
                <a:lnTo>
                  <a:pt x="325138" y="61974"/>
                </a:lnTo>
                <a:lnTo>
                  <a:pt x="325324" y="62309"/>
                </a:lnTo>
                <a:lnTo>
                  <a:pt x="325532" y="62640"/>
                </a:lnTo>
                <a:lnTo>
                  <a:pt x="325757" y="62952"/>
                </a:lnTo>
                <a:lnTo>
                  <a:pt x="326000" y="63244"/>
                </a:lnTo>
                <a:lnTo>
                  <a:pt x="326258" y="63517"/>
                </a:lnTo>
                <a:lnTo>
                  <a:pt x="326531" y="63770"/>
                </a:lnTo>
                <a:lnTo>
                  <a:pt x="326818" y="64002"/>
                </a:lnTo>
                <a:lnTo>
                  <a:pt x="327116" y="64213"/>
                </a:lnTo>
                <a:lnTo>
                  <a:pt x="327427" y="64404"/>
                </a:lnTo>
                <a:lnTo>
                  <a:pt x="327747" y="64573"/>
                </a:lnTo>
                <a:lnTo>
                  <a:pt x="328077" y="64720"/>
                </a:lnTo>
                <a:lnTo>
                  <a:pt x="328414" y="64846"/>
                </a:lnTo>
                <a:lnTo>
                  <a:pt x="328759" y="64949"/>
                </a:lnTo>
                <a:lnTo>
                  <a:pt x="329109" y="65030"/>
                </a:lnTo>
                <a:lnTo>
                  <a:pt x="329465" y="65088"/>
                </a:lnTo>
                <a:lnTo>
                  <a:pt x="329824" y="65124"/>
                </a:lnTo>
                <a:lnTo>
                  <a:pt x="330186" y="65135"/>
                </a:lnTo>
                <a:lnTo>
                  <a:pt x="330549" y="65123"/>
                </a:lnTo>
                <a:lnTo>
                  <a:pt x="330913" y="65088"/>
                </a:lnTo>
                <a:lnTo>
                  <a:pt x="331276" y="65028"/>
                </a:lnTo>
                <a:lnTo>
                  <a:pt x="331638" y="64943"/>
                </a:lnTo>
                <a:lnTo>
                  <a:pt x="331997" y="64833"/>
                </a:lnTo>
                <a:lnTo>
                  <a:pt x="332352" y="64699"/>
                </a:lnTo>
                <a:lnTo>
                  <a:pt x="332702" y="64539"/>
                </a:lnTo>
                <a:lnTo>
                  <a:pt x="333046" y="64353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2" y="1404"/>
                </a:lnTo>
                <a:lnTo>
                  <a:pt x="332352" y="1244"/>
                </a:lnTo>
                <a:lnTo>
                  <a:pt x="331997" y="1109"/>
                </a:lnTo>
                <a:lnTo>
                  <a:pt x="331638" y="1000"/>
                </a:lnTo>
                <a:lnTo>
                  <a:pt x="331276" y="915"/>
                </a:lnTo>
                <a:lnTo>
                  <a:pt x="330913" y="855"/>
                </a:lnTo>
                <a:lnTo>
                  <a:pt x="330549" y="819"/>
                </a:lnTo>
                <a:lnTo>
                  <a:pt x="330186" y="808"/>
                </a:lnTo>
                <a:lnTo>
                  <a:pt x="329824" y="819"/>
                </a:lnTo>
                <a:lnTo>
                  <a:pt x="329465" y="854"/>
                </a:lnTo>
                <a:lnTo>
                  <a:pt x="329109" y="913"/>
                </a:lnTo>
                <a:lnTo>
                  <a:pt x="328759" y="994"/>
                </a:lnTo>
                <a:lnTo>
                  <a:pt x="328414" y="1097"/>
                </a:lnTo>
                <a:lnTo>
                  <a:pt x="328077" y="1223"/>
                </a:lnTo>
                <a:lnTo>
                  <a:pt x="327747" y="1370"/>
                </a:lnTo>
                <a:lnTo>
                  <a:pt x="327427" y="1539"/>
                </a:lnTo>
                <a:lnTo>
                  <a:pt x="327116" y="1730"/>
                </a:lnTo>
                <a:lnTo>
                  <a:pt x="326818" y="1941"/>
                </a:lnTo>
                <a:lnTo>
                  <a:pt x="326531" y="2173"/>
                </a:lnTo>
                <a:lnTo>
                  <a:pt x="326258" y="2426"/>
                </a:lnTo>
                <a:lnTo>
                  <a:pt x="326000" y="2698"/>
                </a:lnTo>
                <a:lnTo>
                  <a:pt x="325757" y="2991"/>
                </a:lnTo>
                <a:lnTo>
                  <a:pt x="325532" y="3303"/>
                </a:lnTo>
                <a:lnTo>
                  <a:pt x="325324" y="3634"/>
                </a:lnTo>
                <a:lnTo>
                  <a:pt x="325138" y="3978"/>
                </a:lnTo>
                <a:lnTo>
                  <a:pt x="324978" y="4328"/>
                </a:lnTo>
                <a:lnTo>
                  <a:pt x="324843" y="4683"/>
                </a:lnTo>
                <a:lnTo>
                  <a:pt x="324734" y="5042"/>
                </a:lnTo>
                <a:lnTo>
                  <a:pt x="324649" y="5404"/>
                </a:lnTo>
                <a:lnTo>
                  <a:pt x="324589" y="5767"/>
                </a:lnTo>
                <a:lnTo>
                  <a:pt x="324553" y="6131"/>
                </a:lnTo>
                <a:lnTo>
                  <a:pt x="324541" y="6494"/>
                </a:lnTo>
                <a:lnTo>
                  <a:pt x="324553" y="6856"/>
                </a:lnTo>
                <a:lnTo>
                  <a:pt x="324588" y="7215"/>
                </a:lnTo>
                <a:lnTo>
                  <a:pt x="324646" y="7571"/>
                </a:lnTo>
                <a:lnTo>
                  <a:pt x="324727" y="7921"/>
                </a:lnTo>
                <a:lnTo>
                  <a:pt x="324831" y="8266"/>
                </a:lnTo>
                <a:lnTo>
                  <a:pt x="324956" y="8603"/>
                </a:lnTo>
                <a:lnTo>
                  <a:pt x="325104" y="8933"/>
                </a:lnTo>
                <a:lnTo>
                  <a:pt x="325273" y="9253"/>
                </a:lnTo>
                <a:lnTo>
                  <a:pt x="325463" y="9564"/>
                </a:lnTo>
                <a:lnTo>
                  <a:pt x="325675" y="9862"/>
                </a:lnTo>
                <a:lnTo>
                  <a:pt x="325907" y="10149"/>
                </a:lnTo>
                <a:lnTo>
                  <a:pt x="326160" y="10422"/>
                </a:lnTo>
                <a:lnTo>
                  <a:pt x="326432" y="10680"/>
                </a:lnTo>
                <a:lnTo>
                  <a:pt x="326725" y="10923"/>
                </a:lnTo>
                <a:lnTo>
                  <a:pt x="327037" y="11148"/>
                </a:lnTo>
                <a:lnTo>
                  <a:pt x="327368" y="11356"/>
                </a:lnTo>
                <a:lnTo>
                  <a:pt x="354753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623" y="38688"/>
                </a:lnTo>
                <a:lnTo>
                  <a:pt x="327368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C9C15-C173-4AEF-A830-E5DBF9E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549" y="1045139"/>
            <a:ext cx="386875" cy="65943"/>
          </a:xfrm>
          <a:custGeom xmlns:a="http://schemas.openxmlformats.org/drawingml/2006/main">
            <a:pathLst>
              <a:path w="386875" h="65943">
                <a:moveTo>
                  <a:pt x="327292" y="54587"/>
                </a:moveTo>
                <a:lnTo>
                  <a:pt x="326961" y="54795"/>
                </a:lnTo>
                <a:lnTo>
                  <a:pt x="326649" y="55022"/>
                </a:lnTo>
                <a:lnTo>
                  <a:pt x="326356" y="55266"/>
                </a:lnTo>
                <a:lnTo>
                  <a:pt x="326084" y="55527"/>
                </a:lnTo>
                <a:lnTo>
                  <a:pt x="325831" y="55803"/>
                </a:lnTo>
                <a:lnTo>
                  <a:pt x="325599" y="56092"/>
                </a:lnTo>
                <a:lnTo>
                  <a:pt x="325388" y="56395"/>
                </a:lnTo>
                <a:lnTo>
                  <a:pt x="325197" y="56709"/>
                </a:lnTo>
                <a:lnTo>
                  <a:pt x="325028" y="57034"/>
                </a:lnTo>
                <a:lnTo>
                  <a:pt x="324881" y="57368"/>
                </a:lnTo>
                <a:lnTo>
                  <a:pt x="324755" y="57710"/>
                </a:lnTo>
                <a:lnTo>
                  <a:pt x="324652" y="58060"/>
                </a:lnTo>
                <a:lnTo>
                  <a:pt x="324571" y="58415"/>
                </a:lnTo>
                <a:lnTo>
                  <a:pt x="324512" y="58775"/>
                </a:lnTo>
                <a:lnTo>
                  <a:pt x="324477" y="59139"/>
                </a:lnTo>
                <a:lnTo>
                  <a:pt x="324466" y="59505"/>
                </a:lnTo>
                <a:lnTo>
                  <a:pt x="324477" y="59872"/>
                </a:lnTo>
                <a:lnTo>
                  <a:pt x="324513" y="60240"/>
                </a:lnTo>
                <a:lnTo>
                  <a:pt x="324573" y="60607"/>
                </a:lnTo>
                <a:lnTo>
                  <a:pt x="324658" y="60971"/>
                </a:lnTo>
                <a:lnTo>
                  <a:pt x="324767" y="61332"/>
                </a:lnTo>
                <a:lnTo>
                  <a:pt x="324902" y="61689"/>
                </a:lnTo>
                <a:lnTo>
                  <a:pt x="325062" y="62040"/>
                </a:lnTo>
                <a:lnTo>
                  <a:pt x="325248" y="62385"/>
                </a:lnTo>
                <a:lnTo>
                  <a:pt x="325456" y="62707"/>
                </a:lnTo>
                <a:lnTo>
                  <a:pt x="325683" y="63010"/>
                </a:lnTo>
                <a:lnTo>
                  <a:pt x="325928" y="63295"/>
                </a:lnTo>
                <a:lnTo>
                  <a:pt x="326188" y="63561"/>
                </a:lnTo>
                <a:lnTo>
                  <a:pt x="326464" y="63808"/>
                </a:lnTo>
                <a:lnTo>
                  <a:pt x="326754" y="64035"/>
                </a:lnTo>
                <a:lnTo>
                  <a:pt x="327056" y="64242"/>
                </a:lnTo>
                <a:lnTo>
                  <a:pt x="327371" y="64429"/>
                </a:lnTo>
                <a:lnTo>
                  <a:pt x="327695" y="64595"/>
                </a:lnTo>
                <a:lnTo>
                  <a:pt x="328029" y="64741"/>
                </a:lnTo>
                <a:lnTo>
                  <a:pt x="328372" y="64865"/>
                </a:lnTo>
                <a:lnTo>
                  <a:pt x="328721" y="64968"/>
                </a:lnTo>
                <a:lnTo>
                  <a:pt x="329076" y="65050"/>
                </a:lnTo>
                <a:lnTo>
                  <a:pt x="329436" y="65109"/>
                </a:lnTo>
                <a:lnTo>
                  <a:pt x="329800" y="65146"/>
                </a:lnTo>
                <a:lnTo>
                  <a:pt x="330166" y="65161"/>
                </a:lnTo>
                <a:lnTo>
                  <a:pt x="330534" y="65152"/>
                </a:lnTo>
                <a:lnTo>
                  <a:pt x="330901" y="65121"/>
                </a:lnTo>
                <a:lnTo>
                  <a:pt x="331268" y="65066"/>
                </a:lnTo>
                <a:lnTo>
                  <a:pt x="331632" y="64987"/>
                </a:lnTo>
                <a:lnTo>
                  <a:pt x="331994" y="64884"/>
                </a:lnTo>
                <a:lnTo>
                  <a:pt x="332350" y="64757"/>
                </a:lnTo>
                <a:lnTo>
                  <a:pt x="332701" y="64605"/>
                </a:lnTo>
                <a:lnTo>
                  <a:pt x="333046" y="64429"/>
                </a:lnTo>
                <a:lnTo>
                  <a:pt x="386875" y="33009"/>
                </a:lnTo>
                <a:lnTo>
                  <a:pt x="333046" y="1590"/>
                </a:lnTo>
                <a:lnTo>
                  <a:pt x="332701" y="1404"/>
                </a:lnTo>
                <a:lnTo>
                  <a:pt x="332350" y="1244"/>
                </a:lnTo>
                <a:lnTo>
                  <a:pt x="331994" y="1109"/>
                </a:lnTo>
                <a:lnTo>
                  <a:pt x="331632" y="1000"/>
                </a:lnTo>
                <a:lnTo>
                  <a:pt x="331268" y="915"/>
                </a:lnTo>
                <a:lnTo>
                  <a:pt x="330901" y="855"/>
                </a:lnTo>
                <a:lnTo>
                  <a:pt x="330534" y="819"/>
                </a:lnTo>
                <a:lnTo>
                  <a:pt x="330166" y="808"/>
                </a:lnTo>
                <a:lnTo>
                  <a:pt x="329800" y="819"/>
                </a:lnTo>
                <a:lnTo>
                  <a:pt x="329436" y="854"/>
                </a:lnTo>
                <a:lnTo>
                  <a:pt x="329076" y="913"/>
                </a:lnTo>
                <a:lnTo>
                  <a:pt x="328721" y="994"/>
                </a:lnTo>
                <a:lnTo>
                  <a:pt x="328372" y="1097"/>
                </a:lnTo>
                <a:lnTo>
                  <a:pt x="328029" y="1223"/>
                </a:lnTo>
                <a:lnTo>
                  <a:pt x="327695" y="1370"/>
                </a:lnTo>
                <a:lnTo>
                  <a:pt x="327371" y="1539"/>
                </a:lnTo>
                <a:lnTo>
                  <a:pt x="327056" y="1730"/>
                </a:lnTo>
                <a:lnTo>
                  <a:pt x="326754" y="1941"/>
                </a:lnTo>
                <a:lnTo>
                  <a:pt x="326464" y="2173"/>
                </a:lnTo>
                <a:lnTo>
                  <a:pt x="326188" y="2426"/>
                </a:lnTo>
                <a:lnTo>
                  <a:pt x="325928" y="2698"/>
                </a:lnTo>
                <a:lnTo>
                  <a:pt x="325683" y="2991"/>
                </a:lnTo>
                <a:lnTo>
                  <a:pt x="325456" y="3303"/>
                </a:lnTo>
                <a:lnTo>
                  <a:pt x="325248" y="3634"/>
                </a:lnTo>
                <a:lnTo>
                  <a:pt x="325062" y="3978"/>
                </a:lnTo>
                <a:lnTo>
                  <a:pt x="324902" y="4330"/>
                </a:lnTo>
                <a:lnTo>
                  <a:pt x="324767" y="4686"/>
                </a:lnTo>
                <a:lnTo>
                  <a:pt x="324658" y="5048"/>
                </a:lnTo>
                <a:lnTo>
                  <a:pt x="324573" y="5412"/>
                </a:lnTo>
                <a:lnTo>
                  <a:pt x="324513" y="5779"/>
                </a:lnTo>
                <a:lnTo>
                  <a:pt x="324477" y="6146"/>
                </a:lnTo>
                <a:lnTo>
                  <a:pt x="324466" y="6514"/>
                </a:lnTo>
                <a:lnTo>
                  <a:pt x="324477" y="6880"/>
                </a:lnTo>
                <a:lnTo>
                  <a:pt x="324512" y="7244"/>
                </a:lnTo>
                <a:lnTo>
                  <a:pt x="324571" y="7604"/>
                </a:lnTo>
                <a:lnTo>
                  <a:pt x="324652" y="7959"/>
                </a:lnTo>
                <a:lnTo>
                  <a:pt x="324755" y="8308"/>
                </a:lnTo>
                <a:lnTo>
                  <a:pt x="324881" y="8651"/>
                </a:lnTo>
                <a:lnTo>
                  <a:pt x="325028" y="8985"/>
                </a:lnTo>
                <a:lnTo>
                  <a:pt x="325197" y="9309"/>
                </a:lnTo>
                <a:lnTo>
                  <a:pt x="325388" y="9624"/>
                </a:lnTo>
                <a:lnTo>
                  <a:pt x="325599" y="9926"/>
                </a:lnTo>
                <a:lnTo>
                  <a:pt x="325831" y="10216"/>
                </a:lnTo>
                <a:lnTo>
                  <a:pt x="326084" y="10492"/>
                </a:lnTo>
                <a:lnTo>
                  <a:pt x="326356" y="10752"/>
                </a:lnTo>
                <a:lnTo>
                  <a:pt x="326649" y="10997"/>
                </a:lnTo>
                <a:lnTo>
                  <a:pt x="326961" y="11224"/>
                </a:lnTo>
                <a:lnTo>
                  <a:pt x="327292" y="11432"/>
                </a:lnTo>
                <a:lnTo>
                  <a:pt x="354547" y="27331"/>
                </a:lnTo>
                <a:lnTo>
                  <a:pt x="0" y="27331"/>
                </a:lnTo>
                <a:lnTo>
                  <a:pt x="0" y="38688"/>
                </a:lnTo>
                <a:lnTo>
                  <a:pt x="354547" y="38688"/>
                </a:lnTo>
                <a:lnTo>
                  <a:pt x="327292" y="5458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Text ReproGeneration">
            <a:extLst xmlns:a="http://schemas.openxmlformats.org/drawingml/2006/main">
              <a:ext uri="{FF2B5EF4-FFF2-40B4-BE49-F238E27FC236}">
                <a16:creationId xmlns:a16="http://schemas.microsoft.com/office/drawing/2014/main" id="{414554C3-3CC0-4DD5-8F19-9B18EB89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006" y="1769778"/>
            <a:ext cx="1084372" cy="124566"/>
          </a:xfrm>
          <a:custGeom xmlns:a="http://schemas.openxmlformats.org/drawingml/2006/main">
            <a:pathLst>
              <a:path w="1084372" h="124566">
                <a:moveTo>
                  <a:pt x="33138" y="10380"/>
                </a:moveTo>
                <a:cubicBezTo>
                  <a:pt x="28613" y="10380"/>
                  <a:pt x="25463" y="10946"/>
                  <a:pt x="23689" y="12077"/>
                </a:cubicBezTo>
                <a:cubicBezTo>
                  <a:pt x="21914" y="13208"/>
                  <a:pt x="21027" y="14861"/>
                  <a:pt x="21027" y="17035"/>
                </a:cubicBezTo>
                <a:lnTo>
                  <a:pt x="21027" y="44450"/>
                </a:lnTo>
                <a:lnTo>
                  <a:pt x="28347" y="44450"/>
                </a:lnTo>
                <a:cubicBezTo>
                  <a:pt x="30964" y="44450"/>
                  <a:pt x="33005" y="44405"/>
                  <a:pt x="34469" y="44317"/>
                </a:cubicBezTo>
                <a:cubicBezTo>
                  <a:pt x="35932" y="44228"/>
                  <a:pt x="37529" y="44006"/>
                  <a:pt x="39259" y="43651"/>
                </a:cubicBezTo>
                <a:cubicBezTo>
                  <a:pt x="40990" y="43296"/>
                  <a:pt x="42287" y="42753"/>
                  <a:pt x="43152" y="42021"/>
                </a:cubicBezTo>
                <a:cubicBezTo>
                  <a:pt x="44017" y="41289"/>
                  <a:pt x="44860" y="40258"/>
                  <a:pt x="45681" y="38927"/>
                </a:cubicBezTo>
                <a:cubicBezTo>
                  <a:pt x="46501" y="37596"/>
                  <a:pt x="47067" y="35932"/>
                  <a:pt x="47378" y="33936"/>
                </a:cubicBezTo>
                <a:cubicBezTo>
                  <a:pt x="47688" y="31940"/>
                  <a:pt x="47843" y="29544"/>
                  <a:pt x="47843" y="26750"/>
                </a:cubicBezTo>
                <a:cubicBezTo>
                  <a:pt x="47843" y="22846"/>
                  <a:pt x="47500" y="19730"/>
                  <a:pt x="46812" y="17401"/>
                </a:cubicBezTo>
                <a:cubicBezTo>
                  <a:pt x="46124" y="15072"/>
                  <a:pt x="44993" y="13430"/>
                  <a:pt x="43418" y="12477"/>
                </a:cubicBezTo>
                <a:cubicBezTo>
                  <a:pt x="41844" y="11523"/>
                  <a:pt x="40391" y="10935"/>
                  <a:pt x="39060" y="10713"/>
                </a:cubicBezTo>
                <a:cubicBezTo>
                  <a:pt x="37729" y="10491"/>
                  <a:pt x="35755" y="10380"/>
                  <a:pt x="33138" y="10380"/>
                </a:cubicBezTo>
                <a:moveTo>
                  <a:pt x="21027" y="52169"/>
                </a:moveTo>
                <a:lnTo>
                  <a:pt x="21027" y="65211"/>
                </a:lnTo>
                <a:cubicBezTo>
                  <a:pt x="21027" y="76922"/>
                  <a:pt x="21471" y="86016"/>
                  <a:pt x="22358" y="92493"/>
                </a:cubicBezTo>
                <a:lnTo>
                  <a:pt x="22092" y="92892"/>
                </a:lnTo>
                <a:cubicBezTo>
                  <a:pt x="17922" y="92626"/>
                  <a:pt x="14284" y="92493"/>
                  <a:pt x="11179" y="92493"/>
                </a:cubicBezTo>
                <a:lnTo>
                  <a:pt x="133" y="92892"/>
                </a:lnTo>
                <a:lnTo>
                  <a:pt x="0" y="92493"/>
                </a:lnTo>
                <a:cubicBezTo>
                  <a:pt x="1109" y="85123"/>
                  <a:pt x="1664" y="76022"/>
                  <a:pt x="1664" y="65190"/>
                </a:cubicBezTo>
                <a:lnTo>
                  <a:pt x="1664" y="31828"/>
                </a:lnTo>
                <a:cubicBezTo>
                  <a:pt x="1664" y="21350"/>
                  <a:pt x="1109" y="12249"/>
                  <a:pt x="0" y="4525"/>
                </a:cubicBezTo>
                <a:lnTo>
                  <a:pt x="266" y="4126"/>
                </a:lnTo>
                <a:cubicBezTo>
                  <a:pt x="4791" y="4392"/>
                  <a:pt x="8606" y="4525"/>
                  <a:pt x="11711" y="4525"/>
                </a:cubicBezTo>
                <a:cubicBezTo>
                  <a:pt x="13175" y="4525"/>
                  <a:pt x="17268" y="4370"/>
                  <a:pt x="23988" y="4059"/>
                </a:cubicBezTo>
                <a:cubicBezTo>
                  <a:pt x="30709" y="3749"/>
                  <a:pt x="34624" y="3593"/>
                  <a:pt x="35733" y="3593"/>
                </a:cubicBezTo>
                <a:cubicBezTo>
                  <a:pt x="47267" y="3593"/>
                  <a:pt x="55407" y="5124"/>
                  <a:pt x="60154" y="8185"/>
                </a:cubicBezTo>
                <a:cubicBezTo>
                  <a:pt x="66054" y="12000"/>
                  <a:pt x="69004" y="18144"/>
                  <a:pt x="69004" y="26617"/>
                </a:cubicBezTo>
                <a:cubicBezTo>
                  <a:pt x="69004" y="38394"/>
                  <a:pt x="62061" y="46061"/>
                  <a:pt x="48176" y="49617"/>
                </a:cubicBezTo>
                <a:cubicBezTo>
                  <a:pt x="50572" y="52812"/>
                  <a:pt x="55485" y="60036"/>
                  <a:pt x="62915" y="71289"/>
                </a:cubicBezTo>
                <a:cubicBezTo>
                  <a:pt x="70345" y="82541"/>
                  <a:pt x="75325" y="89609"/>
                  <a:pt x="77854" y="92493"/>
                </a:cubicBezTo>
                <a:lnTo>
                  <a:pt x="77587" y="92892"/>
                </a:lnTo>
                <a:cubicBezTo>
                  <a:pt x="75769" y="92626"/>
                  <a:pt x="71532" y="92493"/>
                  <a:pt x="64878" y="92493"/>
                </a:cubicBezTo>
                <a:cubicBezTo>
                  <a:pt x="59510" y="92493"/>
                  <a:pt x="55961" y="92626"/>
                  <a:pt x="54231" y="92892"/>
                </a:cubicBezTo>
                <a:cubicBezTo>
                  <a:pt x="52679" y="88190"/>
                  <a:pt x="47910" y="80072"/>
                  <a:pt x="39925" y="68538"/>
                </a:cubicBezTo>
                <a:cubicBezTo>
                  <a:pt x="39259" y="67562"/>
                  <a:pt x="37607" y="65022"/>
                  <a:pt x="34968" y="60919"/>
                </a:cubicBezTo>
                <a:cubicBezTo>
                  <a:pt x="32328" y="56815"/>
                  <a:pt x="30254" y="53854"/>
                  <a:pt x="28746" y="52035"/>
                </a:cubicBezTo>
                <a:cubicBezTo>
                  <a:pt x="27903" y="52080"/>
                  <a:pt x="27005" y="52113"/>
                  <a:pt x="26051" y="52135"/>
                </a:cubicBezTo>
                <a:cubicBezTo>
                  <a:pt x="25097" y="52157"/>
                  <a:pt x="24254" y="52169"/>
                  <a:pt x="23522" y="52169"/>
                </a:cubicBezTo>
                <a:cubicBezTo>
                  <a:pt x="22790" y="52169"/>
                  <a:pt x="21959" y="52169"/>
                  <a:pt x="21027" y="52169"/>
                </a:cubicBezTo>
                <a:close/>
                <a:moveTo>
                  <a:pt x="104668" y="54298"/>
                </a:moveTo>
                <a:lnTo>
                  <a:pt x="125429" y="54298"/>
                </a:lnTo>
                <a:cubicBezTo>
                  <a:pt x="125606" y="54127"/>
                  <a:pt x="125695" y="53212"/>
                  <a:pt x="125695" y="51553"/>
                </a:cubicBezTo>
                <a:cubicBezTo>
                  <a:pt x="125695" y="46831"/>
                  <a:pt x="124719" y="43513"/>
                  <a:pt x="122767" y="41599"/>
                </a:cubicBezTo>
                <a:cubicBezTo>
                  <a:pt x="120815" y="39684"/>
                  <a:pt x="118642" y="38727"/>
                  <a:pt x="116246" y="38727"/>
                </a:cubicBezTo>
                <a:cubicBezTo>
                  <a:pt x="113052" y="38727"/>
                  <a:pt x="110612" y="39982"/>
                  <a:pt x="108927" y="42493"/>
                </a:cubicBezTo>
                <a:cubicBezTo>
                  <a:pt x="106176" y="46364"/>
                  <a:pt x="104757" y="50298"/>
                  <a:pt x="104668" y="54298"/>
                </a:cubicBezTo>
                <a:moveTo>
                  <a:pt x="141465" y="74859"/>
                </a:moveTo>
                <a:cubicBezTo>
                  <a:pt x="142841" y="74859"/>
                  <a:pt x="143528" y="76257"/>
                  <a:pt x="143528" y="79051"/>
                </a:cubicBezTo>
                <a:cubicBezTo>
                  <a:pt x="136785" y="88899"/>
                  <a:pt x="128290" y="93824"/>
                  <a:pt x="118043" y="93824"/>
                </a:cubicBezTo>
                <a:cubicBezTo>
                  <a:pt x="108239" y="93824"/>
                  <a:pt x="100831" y="91556"/>
                  <a:pt x="95818" y="87020"/>
                </a:cubicBezTo>
                <a:cubicBezTo>
                  <a:pt x="93023" y="84486"/>
                  <a:pt x="90805" y="81185"/>
                  <a:pt x="89164" y="77117"/>
                </a:cubicBezTo>
                <a:cubicBezTo>
                  <a:pt x="87522" y="73049"/>
                  <a:pt x="86702" y="68969"/>
                  <a:pt x="86702" y="64878"/>
                </a:cubicBezTo>
                <a:cubicBezTo>
                  <a:pt x="86702" y="54897"/>
                  <a:pt x="89718" y="46912"/>
                  <a:pt x="95751" y="40923"/>
                </a:cubicBezTo>
                <a:cubicBezTo>
                  <a:pt x="101784" y="34934"/>
                  <a:pt x="108904" y="31940"/>
                  <a:pt x="117111" y="31940"/>
                </a:cubicBezTo>
                <a:cubicBezTo>
                  <a:pt x="126294" y="31940"/>
                  <a:pt x="132904" y="34250"/>
                  <a:pt x="136941" y="38871"/>
                </a:cubicBezTo>
                <a:cubicBezTo>
                  <a:pt x="140977" y="43491"/>
                  <a:pt x="142996" y="49076"/>
                  <a:pt x="142996" y="55627"/>
                </a:cubicBezTo>
                <a:cubicBezTo>
                  <a:pt x="142996" y="59266"/>
                  <a:pt x="141665" y="61085"/>
                  <a:pt x="139003" y="61085"/>
                </a:cubicBezTo>
                <a:lnTo>
                  <a:pt x="104136" y="61085"/>
                </a:lnTo>
                <a:lnTo>
                  <a:pt x="104136" y="63281"/>
                </a:lnTo>
                <a:cubicBezTo>
                  <a:pt x="104136" y="71000"/>
                  <a:pt x="105821" y="76290"/>
                  <a:pt x="109193" y="79151"/>
                </a:cubicBezTo>
                <a:cubicBezTo>
                  <a:pt x="112564" y="82012"/>
                  <a:pt x="117289" y="83443"/>
                  <a:pt x="123366" y="83443"/>
                </a:cubicBezTo>
                <a:cubicBezTo>
                  <a:pt x="126072" y="83443"/>
                  <a:pt x="129111" y="82689"/>
                  <a:pt x="132482" y="81181"/>
                </a:cubicBezTo>
                <a:cubicBezTo>
                  <a:pt x="135854" y="79672"/>
                  <a:pt x="138848" y="77565"/>
                  <a:pt x="141465" y="74859"/>
                </a:cubicBezTo>
                <a:close/>
                <a:moveTo>
                  <a:pt x="178535" y="54032"/>
                </a:moveTo>
                <a:lnTo>
                  <a:pt x="178535" y="82112"/>
                </a:lnTo>
                <a:cubicBezTo>
                  <a:pt x="182439" y="85395"/>
                  <a:pt x="186476" y="87036"/>
                  <a:pt x="190646" y="87036"/>
                </a:cubicBezTo>
                <a:cubicBezTo>
                  <a:pt x="194549" y="87036"/>
                  <a:pt x="197799" y="85062"/>
                  <a:pt x="200394" y="81114"/>
                </a:cubicBezTo>
                <a:cubicBezTo>
                  <a:pt x="202989" y="77166"/>
                  <a:pt x="204287" y="71954"/>
                  <a:pt x="204287" y="65477"/>
                </a:cubicBezTo>
                <a:cubicBezTo>
                  <a:pt x="204287" y="49507"/>
                  <a:pt x="200560" y="41522"/>
                  <a:pt x="193108" y="41522"/>
                </a:cubicBezTo>
                <a:cubicBezTo>
                  <a:pt x="190757" y="41522"/>
                  <a:pt x="188106" y="42742"/>
                  <a:pt x="185156" y="45182"/>
                </a:cubicBezTo>
                <a:cubicBezTo>
                  <a:pt x="182206" y="47622"/>
                  <a:pt x="179999" y="50572"/>
                  <a:pt x="178535" y="54032"/>
                </a:cubicBezTo>
                <a:moveTo>
                  <a:pt x="179067" y="43718"/>
                </a:moveTo>
                <a:cubicBezTo>
                  <a:pt x="184435" y="36309"/>
                  <a:pt x="190801" y="32605"/>
                  <a:pt x="198165" y="32605"/>
                </a:cubicBezTo>
                <a:cubicBezTo>
                  <a:pt x="204154" y="32605"/>
                  <a:pt x="209189" y="34251"/>
                  <a:pt x="213270" y="37542"/>
                </a:cubicBezTo>
                <a:cubicBezTo>
                  <a:pt x="220190" y="43100"/>
                  <a:pt x="223650" y="50748"/>
                  <a:pt x="223650" y="60486"/>
                </a:cubicBezTo>
                <a:cubicBezTo>
                  <a:pt x="223650" y="70024"/>
                  <a:pt x="220722" y="77964"/>
                  <a:pt x="214867" y="84308"/>
                </a:cubicBezTo>
                <a:cubicBezTo>
                  <a:pt x="209011" y="90652"/>
                  <a:pt x="201758" y="93824"/>
                  <a:pt x="193108" y="93824"/>
                </a:cubicBezTo>
                <a:cubicBezTo>
                  <a:pt x="187385" y="93824"/>
                  <a:pt x="182528" y="92559"/>
                  <a:pt x="178535" y="90031"/>
                </a:cubicBezTo>
                <a:lnTo>
                  <a:pt x="178535" y="96897"/>
                </a:lnTo>
                <a:cubicBezTo>
                  <a:pt x="178535" y="108987"/>
                  <a:pt x="179001" y="118077"/>
                  <a:pt x="179932" y="124166"/>
                </a:cubicBezTo>
                <a:lnTo>
                  <a:pt x="179666" y="124566"/>
                </a:lnTo>
                <a:cubicBezTo>
                  <a:pt x="175940" y="124300"/>
                  <a:pt x="172524" y="124166"/>
                  <a:pt x="169419" y="124166"/>
                </a:cubicBezTo>
                <a:lnTo>
                  <a:pt x="159305" y="124566"/>
                </a:lnTo>
                <a:lnTo>
                  <a:pt x="159172" y="124166"/>
                </a:lnTo>
                <a:cubicBezTo>
                  <a:pt x="160059" y="118436"/>
                  <a:pt x="160525" y="109350"/>
                  <a:pt x="160569" y="96909"/>
                </a:cubicBezTo>
                <a:lnTo>
                  <a:pt x="160569" y="60459"/>
                </a:lnTo>
                <a:cubicBezTo>
                  <a:pt x="160569" y="48375"/>
                  <a:pt x="160059" y="39534"/>
                  <a:pt x="159038" y="33936"/>
                </a:cubicBezTo>
                <a:lnTo>
                  <a:pt x="159305" y="33537"/>
                </a:lnTo>
                <a:cubicBezTo>
                  <a:pt x="167112" y="33899"/>
                  <a:pt x="173034" y="33766"/>
                  <a:pt x="177071" y="33138"/>
                </a:cubicBezTo>
                <a:cubicBezTo>
                  <a:pt x="177692" y="33138"/>
                  <a:pt x="178092" y="33596"/>
                  <a:pt x="178269" y="34512"/>
                </a:cubicBezTo>
                <a:cubicBezTo>
                  <a:pt x="178446" y="35427"/>
                  <a:pt x="178535" y="38363"/>
                  <a:pt x="178535" y="43319"/>
                </a:cubicBezTo>
                <a:lnTo>
                  <a:pt x="179067" y="43718"/>
                </a:lnTo>
                <a:close/>
                <a:moveTo>
                  <a:pt x="260054" y="44911"/>
                </a:moveTo>
                <a:cubicBezTo>
                  <a:pt x="262227" y="41701"/>
                  <a:pt x="264789" y="38847"/>
                  <a:pt x="267739" y="36350"/>
                </a:cubicBezTo>
                <a:cubicBezTo>
                  <a:pt x="270689" y="33854"/>
                  <a:pt x="273628" y="32605"/>
                  <a:pt x="276556" y="32605"/>
                </a:cubicBezTo>
                <a:cubicBezTo>
                  <a:pt x="278996" y="32605"/>
                  <a:pt x="281303" y="32918"/>
                  <a:pt x="283476" y="33543"/>
                </a:cubicBezTo>
                <a:lnTo>
                  <a:pt x="284009" y="34078"/>
                </a:lnTo>
                <a:lnTo>
                  <a:pt x="281280" y="48176"/>
                </a:lnTo>
                <a:lnTo>
                  <a:pt x="278818" y="48442"/>
                </a:lnTo>
                <a:cubicBezTo>
                  <a:pt x="276645" y="46712"/>
                  <a:pt x="274027" y="45869"/>
                  <a:pt x="270967" y="45914"/>
                </a:cubicBezTo>
                <a:cubicBezTo>
                  <a:pt x="269769" y="45914"/>
                  <a:pt x="268416" y="46135"/>
                  <a:pt x="266907" y="46579"/>
                </a:cubicBezTo>
                <a:cubicBezTo>
                  <a:pt x="265399" y="47023"/>
                  <a:pt x="263791" y="48243"/>
                  <a:pt x="262083" y="50239"/>
                </a:cubicBezTo>
                <a:cubicBezTo>
                  <a:pt x="260375" y="52235"/>
                  <a:pt x="259521" y="54830"/>
                  <a:pt x="259521" y="58024"/>
                </a:cubicBezTo>
                <a:lnTo>
                  <a:pt x="259521" y="67939"/>
                </a:lnTo>
                <a:cubicBezTo>
                  <a:pt x="259521" y="77831"/>
                  <a:pt x="259965" y="86016"/>
                  <a:pt x="260852" y="92493"/>
                </a:cubicBezTo>
                <a:lnTo>
                  <a:pt x="260586" y="92892"/>
                </a:lnTo>
                <a:cubicBezTo>
                  <a:pt x="256239" y="92626"/>
                  <a:pt x="252512" y="92493"/>
                  <a:pt x="249407" y="92493"/>
                </a:cubicBezTo>
                <a:lnTo>
                  <a:pt x="240291" y="92892"/>
                </a:lnTo>
                <a:lnTo>
                  <a:pt x="240158" y="92493"/>
                </a:lnTo>
                <a:cubicBezTo>
                  <a:pt x="241045" y="86320"/>
                  <a:pt x="241489" y="78125"/>
                  <a:pt x="241489" y="67910"/>
                </a:cubicBezTo>
                <a:lnTo>
                  <a:pt x="241489" y="60449"/>
                </a:lnTo>
                <a:cubicBezTo>
                  <a:pt x="241489" y="48370"/>
                  <a:pt x="241001" y="39533"/>
                  <a:pt x="240025" y="33936"/>
                </a:cubicBezTo>
                <a:lnTo>
                  <a:pt x="240291" y="33537"/>
                </a:lnTo>
                <a:cubicBezTo>
                  <a:pt x="248098" y="33897"/>
                  <a:pt x="253998" y="33764"/>
                  <a:pt x="257991" y="33138"/>
                </a:cubicBezTo>
                <a:cubicBezTo>
                  <a:pt x="258612" y="33138"/>
                  <a:pt x="259011" y="33595"/>
                  <a:pt x="259189" y="34510"/>
                </a:cubicBezTo>
                <a:cubicBezTo>
                  <a:pt x="259366" y="35424"/>
                  <a:pt x="259455" y="38757"/>
                  <a:pt x="259455" y="44510"/>
                </a:cubicBezTo>
                <a:lnTo>
                  <a:pt x="260054" y="44911"/>
                </a:lnTo>
                <a:close/>
                <a:moveTo>
                  <a:pt x="292340" y="64514"/>
                </a:moveTo>
                <a:cubicBezTo>
                  <a:pt x="292340" y="54256"/>
                  <a:pt x="295357" y="46351"/>
                  <a:pt x="301390" y="40800"/>
                </a:cubicBezTo>
                <a:cubicBezTo>
                  <a:pt x="307423" y="35248"/>
                  <a:pt x="315497" y="32517"/>
                  <a:pt x="325611" y="32605"/>
                </a:cubicBezTo>
                <a:cubicBezTo>
                  <a:pt x="336613" y="32605"/>
                  <a:pt x="344808" y="35426"/>
                  <a:pt x="350198" y="41067"/>
                </a:cubicBezTo>
                <a:cubicBezTo>
                  <a:pt x="355588" y="46706"/>
                  <a:pt x="358283" y="54122"/>
                  <a:pt x="358283" y="63314"/>
                </a:cubicBezTo>
                <a:cubicBezTo>
                  <a:pt x="358283" y="72773"/>
                  <a:pt x="355377" y="80223"/>
                  <a:pt x="349566" y="85664"/>
                </a:cubicBezTo>
                <a:cubicBezTo>
                  <a:pt x="343755" y="91104"/>
                  <a:pt x="335681" y="93824"/>
                  <a:pt x="325345" y="93824"/>
                </a:cubicBezTo>
                <a:cubicBezTo>
                  <a:pt x="315186" y="93824"/>
                  <a:pt x="307146" y="91215"/>
                  <a:pt x="301224" y="85997"/>
                </a:cubicBezTo>
                <a:cubicBezTo>
                  <a:pt x="295302" y="80779"/>
                  <a:pt x="292340" y="73618"/>
                  <a:pt x="292340" y="64514"/>
                </a:cubicBezTo>
                <a:moveTo>
                  <a:pt x="324613" y="39393"/>
                </a:moveTo>
                <a:cubicBezTo>
                  <a:pt x="320887" y="39393"/>
                  <a:pt x="318025" y="40492"/>
                  <a:pt x="316029" y="42691"/>
                </a:cubicBezTo>
                <a:cubicBezTo>
                  <a:pt x="314033" y="44889"/>
                  <a:pt x="312813" y="47399"/>
                  <a:pt x="312369" y="50220"/>
                </a:cubicBezTo>
                <a:cubicBezTo>
                  <a:pt x="311926" y="53041"/>
                  <a:pt x="311704" y="56762"/>
                  <a:pt x="311704" y="61382"/>
                </a:cubicBezTo>
                <a:cubicBezTo>
                  <a:pt x="311704" y="78485"/>
                  <a:pt x="316872" y="87036"/>
                  <a:pt x="327208" y="87036"/>
                </a:cubicBezTo>
                <a:cubicBezTo>
                  <a:pt x="335016" y="87036"/>
                  <a:pt x="338920" y="80351"/>
                  <a:pt x="338920" y="66980"/>
                </a:cubicBezTo>
                <a:cubicBezTo>
                  <a:pt x="338920" y="57074"/>
                  <a:pt x="337921" y="50000"/>
                  <a:pt x="335925" y="45758"/>
                </a:cubicBezTo>
                <a:cubicBezTo>
                  <a:pt x="333929" y="41514"/>
                  <a:pt x="330158" y="39393"/>
                  <a:pt x="324613" y="39393"/>
                </a:cubicBezTo>
                <a:close/>
                <a:moveTo>
                  <a:pt x="472346" y="77093"/>
                </a:moveTo>
                <a:cubicBezTo>
                  <a:pt x="472346" y="66164"/>
                  <a:pt x="471903" y="57453"/>
                  <a:pt x="471015" y="50958"/>
                </a:cubicBezTo>
                <a:lnTo>
                  <a:pt x="471282" y="50555"/>
                </a:lnTo>
                <a:cubicBezTo>
                  <a:pt x="475629" y="50824"/>
                  <a:pt x="479355" y="50958"/>
                  <a:pt x="482461" y="50958"/>
                </a:cubicBezTo>
                <a:lnTo>
                  <a:pt x="492375" y="50555"/>
                </a:lnTo>
                <a:lnTo>
                  <a:pt x="492508" y="50958"/>
                </a:lnTo>
                <a:cubicBezTo>
                  <a:pt x="491621" y="57005"/>
                  <a:pt x="491178" y="64799"/>
                  <a:pt x="491178" y="74339"/>
                </a:cubicBezTo>
                <a:cubicBezTo>
                  <a:pt x="491178" y="78190"/>
                  <a:pt x="491621" y="80676"/>
                  <a:pt x="492508" y="81796"/>
                </a:cubicBezTo>
                <a:lnTo>
                  <a:pt x="492508" y="82200"/>
                </a:lnTo>
                <a:cubicBezTo>
                  <a:pt x="487984" y="85822"/>
                  <a:pt x="482106" y="88665"/>
                  <a:pt x="474875" y="90729"/>
                </a:cubicBezTo>
                <a:cubicBezTo>
                  <a:pt x="467644" y="92792"/>
                  <a:pt x="460036" y="93824"/>
                  <a:pt x="452051" y="93824"/>
                </a:cubicBezTo>
                <a:cubicBezTo>
                  <a:pt x="439985" y="93824"/>
                  <a:pt x="430048" y="91226"/>
                  <a:pt x="422241" y="86030"/>
                </a:cubicBezTo>
                <a:cubicBezTo>
                  <a:pt x="416340" y="82066"/>
                  <a:pt x="411705" y="76970"/>
                  <a:pt x="408333" y="70740"/>
                </a:cubicBezTo>
                <a:cubicBezTo>
                  <a:pt x="404962" y="64510"/>
                  <a:pt x="403276" y="57916"/>
                  <a:pt x="403276" y="50958"/>
                </a:cubicBezTo>
                <a:cubicBezTo>
                  <a:pt x="403276" y="34926"/>
                  <a:pt x="408533" y="22634"/>
                  <a:pt x="419047" y="14082"/>
                </a:cubicBezTo>
                <a:cubicBezTo>
                  <a:pt x="428495" y="6468"/>
                  <a:pt x="440185" y="2662"/>
                  <a:pt x="454114" y="2662"/>
                </a:cubicBezTo>
                <a:cubicBezTo>
                  <a:pt x="459038" y="2662"/>
                  <a:pt x="464217" y="3166"/>
                  <a:pt x="469651" y="4173"/>
                </a:cubicBezTo>
                <a:cubicBezTo>
                  <a:pt x="475086" y="5180"/>
                  <a:pt x="479289" y="6220"/>
                  <a:pt x="482261" y="7295"/>
                </a:cubicBezTo>
                <a:lnTo>
                  <a:pt x="486653" y="8904"/>
                </a:lnTo>
                <a:lnTo>
                  <a:pt x="486919" y="9307"/>
                </a:lnTo>
                <a:cubicBezTo>
                  <a:pt x="485544" y="15174"/>
                  <a:pt x="484634" y="21130"/>
                  <a:pt x="484191" y="27176"/>
                </a:cubicBezTo>
                <a:lnTo>
                  <a:pt x="480132" y="27311"/>
                </a:lnTo>
                <a:cubicBezTo>
                  <a:pt x="477514" y="21892"/>
                  <a:pt x="473611" y="17716"/>
                  <a:pt x="468420" y="14783"/>
                </a:cubicBezTo>
                <a:cubicBezTo>
                  <a:pt x="463230" y="11848"/>
                  <a:pt x="457818" y="10380"/>
                  <a:pt x="452184" y="10380"/>
                </a:cubicBezTo>
                <a:cubicBezTo>
                  <a:pt x="443268" y="10380"/>
                  <a:pt x="436469" y="13818"/>
                  <a:pt x="431789" y="20694"/>
                </a:cubicBezTo>
                <a:cubicBezTo>
                  <a:pt x="427109" y="27569"/>
                  <a:pt x="424769" y="36739"/>
                  <a:pt x="424769" y="48205"/>
                </a:cubicBezTo>
                <a:cubicBezTo>
                  <a:pt x="424769" y="57924"/>
                  <a:pt x="427641" y="66826"/>
                  <a:pt x="433386" y="74911"/>
                </a:cubicBezTo>
                <a:cubicBezTo>
                  <a:pt x="439131" y="82995"/>
                  <a:pt x="446395" y="87036"/>
                  <a:pt x="455179" y="87036"/>
                </a:cubicBezTo>
                <a:cubicBezTo>
                  <a:pt x="462986" y="87036"/>
                  <a:pt x="468709" y="85290"/>
                  <a:pt x="472346" y="81796"/>
                </a:cubicBezTo>
                <a:lnTo>
                  <a:pt x="472346" y="77093"/>
                </a:lnTo>
                <a:close/>
                <a:moveTo>
                  <a:pt x="524265" y="54298"/>
                </a:moveTo>
                <a:lnTo>
                  <a:pt x="545026" y="54298"/>
                </a:lnTo>
                <a:cubicBezTo>
                  <a:pt x="545203" y="54127"/>
                  <a:pt x="545292" y="53212"/>
                  <a:pt x="545292" y="51553"/>
                </a:cubicBezTo>
                <a:cubicBezTo>
                  <a:pt x="545292" y="46831"/>
                  <a:pt x="544316" y="43513"/>
                  <a:pt x="542364" y="41599"/>
                </a:cubicBezTo>
                <a:cubicBezTo>
                  <a:pt x="540412" y="39684"/>
                  <a:pt x="538238" y="38727"/>
                  <a:pt x="535843" y="38727"/>
                </a:cubicBezTo>
                <a:cubicBezTo>
                  <a:pt x="532649" y="38727"/>
                  <a:pt x="530209" y="39982"/>
                  <a:pt x="528523" y="42493"/>
                </a:cubicBezTo>
                <a:cubicBezTo>
                  <a:pt x="525773" y="46364"/>
                  <a:pt x="524353" y="50298"/>
                  <a:pt x="524265" y="54298"/>
                </a:cubicBezTo>
                <a:moveTo>
                  <a:pt x="561062" y="74859"/>
                </a:moveTo>
                <a:cubicBezTo>
                  <a:pt x="562437" y="74859"/>
                  <a:pt x="563125" y="76257"/>
                  <a:pt x="563125" y="79051"/>
                </a:cubicBezTo>
                <a:cubicBezTo>
                  <a:pt x="556382" y="88899"/>
                  <a:pt x="547887" y="93824"/>
                  <a:pt x="537639" y="93824"/>
                </a:cubicBezTo>
                <a:cubicBezTo>
                  <a:pt x="527836" y="93824"/>
                  <a:pt x="520427" y="91556"/>
                  <a:pt x="515415" y="87020"/>
                </a:cubicBezTo>
                <a:cubicBezTo>
                  <a:pt x="512620" y="84486"/>
                  <a:pt x="510402" y="81185"/>
                  <a:pt x="508760" y="77117"/>
                </a:cubicBezTo>
                <a:cubicBezTo>
                  <a:pt x="507119" y="73049"/>
                  <a:pt x="506298" y="68969"/>
                  <a:pt x="506298" y="64878"/>
                </a:cubicBezTo>
                <a:cubicBezTo>
                  <a:pt x="506298" y="54897"/>
                  <a:pt x="509315" y="46912"/>
                  <a:pt x="515348" y="40923"/>
                </a:cubicBezTo>
                <a:cubicBezTo>
                  <a:pt x="521381" y="34934"/>
                  <a:pt x="528501" y="31940"/>
                  <a:pt x="536708" y="31940"/>
                </a:cubicBezTo>
                <a:cubicBezTo>
                  <a:pt x="545891" y="31940"/>
                  <a:pt x="552500" y="34250"/>
                  <a:pt x="556537" y="38871"/>
                </a:cubicBezTo>
                <a:cubicBezTo>
                  <a:pt x="560574" y="43491"/>
                  <a:pt x="562593" y="49076"/>
                  <a:pt x="562593" y="55627"/>
                </a:cubicBezTo>
                <a:cubicBezTo>
                  <a:pt x="562593" y="59266"/>
                  <a:pt x="561262" y="61085"/>
                  <a:pt x="558600" y="61085"/>
                </a:cubicBezTo>
                <a:lnTo>
                  <a:pt x="523732" y="61085"/>
                </a:lnTo>
                <a:lnTo>
                  <a:pt x="523732" y="63281"/>
                </a:lnTo>
                <a:cubicBezTo>
                  <a:pt x="523732" y="71000"/>
                  <a:pt x="525418" y="76290"/>
                  <a:pt x="528789" y="79151"/>
                </a:cubicBezTo>
                <a:cubicBezTo>
                  <a:pt x="532161" y="82012"/>
                  <a:pt x="536885" y="83443"/>
                  <a:pt x="542963" y="83443"/>
                </a:cubicBezTo>
                <a:cubicBezTo>
                  <a:pt x="545669" y="83443"/>
                  <a:pt x="548708" y="82689"/>
                  <a:pt x="552079" y="81181"/>
                </a:cubicBezTo>
                <a:cubicBezTo>
                  <a:pt x="555450" y="79672"/>
                  <a:pt x="558445" y="77565"/>
                  <a:pt x="561062" y="74859"/>
                </a:cubicBezTo>
                <a:close/>
                <a:moveTo>
                  <a:pt x="639055" y="67906"/>
                </a:moveTo>
                <a:cubicBezTo>
                  <a:pt x="639055" y="77901"/>
                  <a:pt x="639543" y="86096"/>
                  <a:pt x="640519" y="92493"/>
                </a:cubicBezTo>
                <a:lnTo>
                  <a:pt x="640253" y="92892"/>
                </a:lnTo>
                <a:cubicBezTo>
                  <a:pt x="636260" y="92626"/>
                  <a:pt x="632711" y="92493"/>
                  <a:pt x="629606" y="92493"/>
                </a:cubicBezTo>
                <a:lnTo>
                  <a:pt x="620490" y="92892"/>
                </a:lnTo>
                <a:lnTo>
                  <a:pt x="620224" y="92493"/>
                </a:lnTo>
                <a:cubicBezTo>
                  <a:pt x="620756" y="87650"/>
                  <a:pt x="621022" y="79455"/>
                  <a:pt x="621022" y="67906"/>
                </a:cubicBezTo>
                <a:lnTo>
                  <a:pt x="621022" y="55778"/>
                </a:lnTo>
                <a:cubicBezTo>
                  <a:pt x="621022" y="47339"/>
                  <a:pt x="618671" y="43119"/>
                  <a:pt x="613969" y="43119"/>
                </a:cubicBezTo>
                <a:cubicBezTo>
                  <a:pt x="608956" y="43119"/>
                  <a:pt x="603677" y="46739"/>
                  <a:pt x="598132" y="53980"/>
                </a:cubicBezTo>
                <a:lnTo>
                  <a:pt x="598132" y="67906"/>
                </a:lnTo>
                <a:cubicBezTo>
                  <a:pt x="598132" y="78078"/>
                  <a:pt x="598398" y="86274"/>
                  <a:pt x="598930" y="92493"/>
                </a:cubicBezTo>
                <a:lnTo>
                  <a:pt x="598531" y="92892"/>
                </a:lnTo>
                <a:cubicBezTo>
                  <a:pt x="596003" y="92626"/>
                  <a:pt x="593186" y="92493"/>
                  <a:pt x="590080" y="92493"/>
                </a:cubicBezTo>
                <a:lnTo>
                  <a:pt x="578901" y="92892"/>
                </a:lnTo>
                <a:lnTo>
                  <a:pt x="578635" y="92493"/>
                </a:lnTo>
                <a:cubicBezTo>
                  <a:pt x="579655" y="86231"/>
                  <a:pt x="580166" y="78037"/>
                  <a:pt x="580166" y="67910"/>
                </a:cubicBezTo>
                <a:lnTo>
                  <a:pt x="580166" y="60449"/>
                </a:lnTo>
                <a:cubicBezTo>
                  <a:pt x="580166" y="48370"/>
                  <a:pt x="579655" y="39533"/>
                  <a:pt x="578635" y="33936"/>
                </a:cubicBezTo>
                <a:lnTo>
                  <a:pt x="578901" y="33537"/>
                </a:lnTo>
                <a:cubicBezTo>
                  <a:pt x="586709" y="33892"/>
                  <a:pt x="592631" y="33759"/>
                  <a:pt x="596668" y="33138"/>
                </a:cubicBezTo>
                <a:cubicBezTo>
                  <a:pt x="597289" y="33138"/>
                  <a:pt x="597688" y="33592"/>
                  <a:pt x="597866" y="34502"/>
                </a:cubicBezTo>
                <a:cubicBezTo>
                  <a:pt x="598043" y="35411"/>
                  <a:pt x="598132" y="38728"/>
                  <a:pt x="598132" y="44452"/>
                </a:cubicBezTo>
                <a:lnTo>
                  <a:pt x="598664" y="44851"/>
                </a:lnTo>
                <a:cubicBezTo>
                  <a:pt x="601769" y="40947"/>
                  <a:pt x="605230" y="37931"/>
                  <a:pt x="609045" y="35801"/>
                </a:cubicBezTo>
                <a:cubicBezTo>
                  <a:pt x="612860" y="33671"/>
                  <a:pt x="616542" y="32605"/>
                  <a:pt x="620091" y="32605"/>
                </a:cubicBezTo>
                <a:cubicBezTo>
                  <a:pt x="626345" y="32605"/>
                  <a:pt x="631070" y="34215"/>
                  <a:pt x="634264" y="37434"/>
                </a:cubicBezTo>
                <a:cubicBezTo>
                  <a:pt x="637458" y="40651"/>
                  <a:pt x="639055" y="45767"/>
                  <a:pt x="639055" y="52780"/>
                </a:cubicBezTo>
                <a:lnTo>
                  <a:pt x="639055" y="67906"/>
                </a:lnTo>
                <a:close/>
                <a:moveTo>
                  <a:pt x="674442" y="54298"/>
                </a:moveTo>
                <a:lnTo>
                  <a:pt x="695203" y="54298"/>
                </a:lnTo>
                <a:cubicBezTo>
                  <a:pt x="695380" y="54127"/>
                  <a:pt x="695469" y="53212"/>
                  <a:pt x="695469" y="51553"/>
                </a:cubicBezTo>
                <a:cubicBezTo>
                  <a:pt x="695469" y="46831"/>
                  <a:pt x="694493" y="43513"/>
                  <a:pt x="692541" y="41599"/>
                </a:cubicBezTo>
                <a:cubicBezTo>
                  <a:pt x="690589" y="39684"/>
                  <a:pt x="688416" y="38727"/>
                  <a:pt x="686020" y="38727"/>
                </a:cubicBezTo>
                <a:cubicBezTo>
                  <a:pt x="682826" y="38727"/>
                  <a:pt x="680386" y="39982"/>
                  <a:pt x="678701" y="42493"/>
                </a:cubicBezTo>
                <a:cubicBezTo>
                  <a:pt x="675950" y="46364"/>
                  <a:pt x="674531" y="50298"/>
                  <a:pt x="674442" y="54298"/>
                </a:cubicBezTo>
                <a:moveTo>
                  <a:pt x="711239" y="74859"/>
                </a:moveTo>
                <a:cubicBezTo>
                  <a:pt x="712615" y="74859"/>
                  <a:pt x="713302" y="76257"/>
                  <a:pt x="713302" y="79051"/>
                </a:cubicBezTo>
                <a:cubicBezTo>
                  <a:pt x="706559" y="88899"/>
                  <a:pt x="698064" y="93824"/>
                  <a:pt x="687817" y="93824"/>
                </a:cubicBezTo>
                <a:cubicBezTo>
                  <a:pt x="678013" y="93824"/>
                  <a:pt x="670605" y="91556"/>
                  <a:pt x="665592" y="87020"/>
                </a:cubicBezTo>
                <a:cubicBezTo>
                  <a:pt x="662797" y="84486"/>
                  <a:pt x="660579" y="81185"/>
                  <a:pt x="658938" y="77117"/>
                </a:cubicBezTo>
                <a:cubicBezTo>
                  <a:pt x="657296" y="73049"/>
                  <a:pt x="656476" y="68969"/>
                  <a:pt x="656476" y="64878"/>
                </a:cubicBezTo>
                <a:cubicBezTo>
                  <a:pt x="656476" y="54897"/>
                  <a:pt x="659492" y="46912"/>
                  <a:pt x="665525" y="40923"/>
                </a:cubicBezTo>
                <a:cubicBezTo>
                  <a:pt x="671558" y="34934"/>
                  <a:pt x="678678" y="31940"/>
                  <a:pt x="686885" y="31940"/>
                </a:cubicBezTo>
                <a:cubicBezTo>
                  <a:pt x="696068" y="31940"/>
                  <a:pt x="702678" y="34250"/>
                  <a:pt x="706715" y="38871"/>
                </a:cubicBezTo>
                <a:cubicBezTo>
                  <a:pt x="710751" y="43491"/>
                  <a:pt x="712770" y="49076"/>
                  <a:pt x="712770" y="55627"/>
                </a:cubicBezTo>
                <a:cubicBezTo>
                  <a:pt x="712770" y="59266"/>
                  <a:pt x="711439" y="61085"/>
                  <a:pt x="708777" y="61085"/>
                </a:cubicBezTo>
                <a:lnTo>
                  <a:pt x="673910" y="61085"/>
                </a:lnTo>
                <a:lnTo>
                  <a:pt x="673910" y="63281"/>
                </a:lnTo>
                <a:cubicBezTo>
                  <a:pt x="673910" y="71000"/>
                  <a:pt x="675595" y="76290"/>
                  <a:pt x="678967" y="79151"/>
                </a:cubicBezTo>
                <a:cubicBezTo>
                  <a:pt x="682338" y="82012"/>
                  <a:pt x="687063" y="83443"/>
                  <a:pt x="693140" y="83443"/>
                </a:cubicBezTo>
                <a:cubicBezTo>
                  <a:pt x="695846" y="83443"/>
                  <a:pt x="698885" y="82689"/>
                  <a:pt x="702256" y="81181"/>
                </a:cubicBezTo>
                <a:cubicBezTo>
                  <a:pt x="705628" y="79672"/>
                  <a:pt x="708622" y="77565"/>
                  <a:pt x="711239" y="74859"/>
                </a:cubicBezTo>
                <a:close/>
                <a:moveTo>
                  <a:pt x="749562" y="44911"/>
                </a:moveTo>
                <a:cubicBezTo>
                  <a:pt x="751735" y="41701"/>
                  <a:pt x="754297" y="38847"/>
                  <a:pt x="757247" y="36350"/>
                </a:cubicBezTo>
                <a:cubicBezTo>
                  <a:pt x="760197" y="33854"/>
                  <a:pt x="763136" y="32605"/>
                  <a:pt x="766064" y="32605"/>
                </a:cubicBezTo>
                <a:cubicBezTo>
                  <a:pt x="768504" y="32605"/>
                  <a:pt x="770811" y="32918"/>
                  <a:pt x="772984" y="33543"/>
                </a:cubicBezTo>
                <a:lnTo>
                  <a:pt x="773517" y="34078"/>
                </a:lnTo>
                <a:lnTo>
                  <a:pt x="770788" y="48176"/>
                </a:lnTo>
                <a:lnTo>
                  <a:pt x="768326" y="48442"/>
                </a:lnTo>
                <a:cubicBezTo>
                  <a:pt x="766153" y="46712"/>
                  <a:pt x="763535" y="45869"/>
                  <a:pt x="760475" y="45914"/>
                </a:cubicBezTo>
                <a:cubicBezTo>
                  <a:pt x="759277" y="45914"/>
                  <a:pt x="757924" y="46135"/>
                  <a:pt x="756416" y="46579"/>
                </a:cubicBezTo>
                <a:cubicBezTo>
                  <a:pt x="754907" y="47023"/>
                  <a:pt x="753299" y="48243"/>
                  <a:pt x="751591" y="50239"/>
                </a:cubicBezTo>
                <a:cubicBezTo>
                  <a:pt x="749883" y="52235"/>
                  <a:pt x="749029" y="54830"/>
                  <a:pt x="749029" y="58024"/>
                </a:cubicBezTo>
                <a:lnTo>
                  <a:pt x="749029" y="67939"/>
                </a:lnTo>
                <a:cubicBezTo>
                  <a:pt x="749029" y="77831"/>
                  <a:pt x="749473" y="86016"/>
                  <a:pt x="750360" y="92493"/>
                </a:cubicBezTo>
                <a:lnTo>
                  <a:pt x="750094" y="92892"/>
                </a:lnTo>
                <a:cubicBezTo>
                  <a:pt x="745747" y="92626"/>
                  <a:pt x="742020" y="92493"/>
                  <a:pt x="738915" y="92493"/>
                </a:cubicBezTo>
                <a:lnTo>
                  <a:pt x="729799" y="92892"/>
                </a:lnTo>
                <a:lnTo>
                  <a:pt x="729666" y="92493"/>
                </a:lnTo>
                <a:cubicBezTo>
                  <a:pt x="730553" y="86320"/>
                  <a:pt x="730997" y="78125"/>
                  <a:pt x="730997" y="67910"/>
                </a:cubicBezTo>
                <a:lnTo>
                  <a:pt x="730997" y="60449"/>
                </a:lnTo>
                <a:cubicBezTo>
                  <a:pt x="730997" y="48370"/>
                  <a:pt x="730509" y="39533"/>
                  <a:pt x="729533" y="33936"/>
                </a:cubicBezTo>
                <a:lnTo>
                  <a:pt x="729799" y="33537"/>
                </a:lnTo>
                <a:cubicBezTo>
                  <a:pt x="737606" y="33897"/>
                  <a:pt x="743506" y="33764"/>
                  <a:pt x="747499" y="33138"/>
                </a:cubicBezTo>
                <a:cubicBezTo>
                  <a:pt x="748120" y="33138"/>
                  <a:pt x="748519" y="33595"/>
                  <a:pt x="748697" y="34510"/>
                </a:cubicBezTo>
                <a:cubicBezTo>
                  <a:pt x="748874" y="35424"/>
                  <a:pt x="748963" y="38757"/>
                  <a:pt x="748963" y="44510"/>
                </a:cubicBezTo>
                <a:lnTo>
                  <a:pt x="749562" y="44911"/>
                </a:lnTo>
                <a:close/>
                <a:moveTo>
                  <a:pt x="818645" y="62216"/>
                </a:moveTo>
                <a:lnTo>
                  <a:pt x="807732" y="65078"/>
                </a:lnTo>
                <a:cubicBezTo>
                  <a:pt x="802009" y="66630"/>
                  <a:pt x="799148" y="70911"/>
                  <a:pt x="799148" y="77920"/>
                </a:cubicBezTo>
                <a:cubicBezTo>
                  <a:pt x="799148" y="79828"/>
                  <a:pt x="799836" y="81602"/>
                  <a:pt x="801211" y="83243"/>
                </a:cubicBezTo>
                <a:cubicBezTo>
                  <a:pt x="802586" y="84885"/>
                  <a:pt x="804272" y="85705"/>
                  <a:pt x="806268" y="85705"/>
                </a:cubicBezTo>
                <a:cubicBezTo>
                  <a:pt x="809906" y="85705"/>
                  <a:pt x="813255" y="84153"/>
                  <a:pt x="816316" y="81048"/>
                </a:cubicBezTo>
                <a:cubicBezTo>
                  <a:pt x="816759" y="80604"/>
                  <a:pt x="817214" y="79695"/>
                  <a:pt x="817680" y="78319"/>
                </a:cubicBezTo>
                <a:cubicBezTo>
                  <a:pt x="818146" y="76944"/>
                  <a:pt x="818379" y="75813"/>
                  <a:pt x="818379" y="74926"/>
                </a:cubicBezTo>
                <a:lnTo>
                  <a:pt x="818645" y="62216"/>
                </a:lnTo>
                <a:moveTo>
                  <a:pt x="835813" y="81520"/>
                </a:moveTo>
                <a:cubicBezTo>
                  <a:pt x="835813" y="83630"/>
                  <a:pt x="836422" y="84988"/>
                  <a:pt x="837642" y="85595"/>
                </a:cubicBezTo>
                <a:cubicBezTo>
                  <a:pt x="838862" y="86201"/>
                  <a:pt x="841025" y="86504"/>
                  <a:pt x="844130" y="86504"/>
                </a:cubicBezTo>
                <a:cubicBezTo>
                  <a:pt x="844840" y="87125"/>
                  <a:pt x="845284" y="88079"/>
                  <a:pt x="845461" y="89365"/>
                </a:cubicBezTo>
                <a:cubicBezTo>
                  <a:pt x="841557" y="92382"/>
                  <a:pt x="836167" y="93868"/>
                  <a:pt x="829291" y="93824"/>
                </a:cubicBezTo>
                <a:cubicBezTo>
                  <a:pt x="826364" y="93824"/>
                  <a:pt x="824079" y="93214"/>
                  <a:pt x="822438" y="91994"/>
                </a:cubicBezTo>
                <a:cubicBezTo>
                  <a:pt x="820796" y="90774"/>
                  <a:pt x="819488" y="88766"/>
                  <a:pt x="818512" y="85972"/>
                </a:cubicBezTo>
                <a:lnTo>
                  <a:pt x="818246" y="85972"/>
                </a:lnTo>
                <a:cubicBezTo>
                  <a:pt x="812967" y="91251"/>
                  <a:pt x="806734" y="93868"/>
                  <a:pt x="799547" y="93824"/>
                </a:cubicBezTo>
                <a:cubicBezTo>
                  <a:pt x="794446" y="93824"/>
                  <a:pt x="790065" y="92484"/>
                  <a:pt x="786405" y="89806"/>
                </a:cubicBezTo>
                <a:cubicBezTo>
                  <a:pt x="782746" y="87126"/>
                  <a:pt x="780916" y="83532"/>
                  <a:pt x="780916" y="79022"/>
                </a:cubicBezTo>
                <a:cubicBezTo>
                  <a:pt x="780916" y="74445"/>
                  <a:pt x="782757" y="70483"/>
                  <a:pt x="786439" y="67138"/>
                </a:cubicBezTo>
                <a:cubicBezTo>
                  <a:pt x="790121" y="63793"/>
                  <a:pt x="795267" y="61295"/>
                  <a:pt x="801876" y="59644"/>
                </a:cubicBezTo>
                <a:lnTo>
                  <a:pt x="817846" y="55612"/>
                </a:lnTo>
                <a:cubicBezTo>
                  <a:pt x="818379" y="55426"/>
                  <a:pt x="818645" y="54846"/>
                  <a:pt x="818645" y="53872"/>
                </a:cubicBezTo>
                <a:cubicBezTo>
                  <a:pt x="818645" y="48534"/>
                  <a:pt x="817868" y="44787"/>
                  <a:pt x="816316" y="42630"/>
                </a:cubicBezTo>
                <a:cubicBezTo>
                  <a:pt x="814763" y="40472"/>
                  <a:pt x="812412" y="39393"/>
                  <a:pt x="809262" y="39393"/>
                </a:cubicBezTo>
                <a:cubicBezTo>
                  <a:pt x="803008" y="39393"/>
                  <a:pt x="797418" y="43016"/>
                  <a:pt x="792494" y="50262"/>
                </a:cubicBezTo>
                <a:lnTo>
                  <a:pt x="787969" y="50127"/>
                </a:lnTo>
                <a:lnTo>
                  <a:pt x="785241" y="39798"/>
                </a:lnTo>
                <a:lnTo>
                  <a:pt x="785640" y="39245"/>
                </a:lnTo>
                <a:cubicBezTo>
                  <a:pt x="787459" y="37728"/>
                  <a:pt x="790919" y="36243"/>
                  <a:pt x="796021" y="34789"/>
                </a:cubicBezTo>
                <a:cubicBezTo>
                  <a:pt x="801122" y="33333"/>
                  <a:pt x="805935" y="32605"/>
                  <a:pt x="810460" y="32605"/>
                </a:cubicBezTo>
                <a:cubicBezTo>
                  <a:pt x="814142" y="32561"/>
                  <a:pt x="817968" y="32997"/>
                  <a:pt x="821939" y="33913"/>
                </a:cubicBezTo>
                <a:cubicBezTo>
                  <a:pt x="825909" y="34828"/>
                  <a:pt x="828892" y="36179"/>
                  <a:pt x="830888" y="37966"/>
                </a:cubicBezTo>
                <a:cubicBezTo>
                  <a:pt x="834526" y="41192"/>
                  <a:pt x="836345" y="46641"/>
                  <a:pt x="836345" y="54312"/>
                </a:cubicBezTo>
                <a:cubicBezTo>
                  <a:pt x="836345" y="54583"/>
                  <a:pt x="836256" y="58792"/>
                  <a:pt x="836079" y="66939"/>
                </a:cubicBezTo>
                <a:cubicBezTo>
                  <a:pt x="835901" y="75084"/>
                  <a:pt x="835813" y="79945"/>
                  <a:pt x="835813" y="81520"/>
                </a:cubicBezTo>
                <a:close/>
                <a:moveTo>
                  <a:pt x="849293" y="40723"/>
                </a:moveTo>
                <a:cubicBezTo>
                  <a:pt x="848095" y="40723"/>
                  <a:pt x="847518" y="39998"/>
                  <a:pt x="847562" y="38548"/>
                </a:cubicBezTo>
                <a:cubicBezTo>
                  <a:pt x="847562" y="37538"/>
                  <a:pt x="847873" y="36517"/>
                  <a:pt x="848494" y="35485"/>
                </a:cubicBezTo>
                <a:cubicBezTo>
                  <a:pt x="849115" y="34453"/>
                  <a:pt x="849758" y="33936"/>
                  <a:pt x="850424" y="33936"/>
                </a:cubicBezTo>
                <a:lnTo>
                  <a:pt x="858276" y="33936"/>
                </a:lnTo>
                <a:cubicBezTo>
                  <a:pt x="858276" y="28568"/>
                  <a:pt x="857965" y="23999"/>
                  <a:pt x="857344" y="20229"/>
                </a:cubicBezTo>
                <a:lnTo>
                  <a:pt x="857610" y="19763"/>
                </a:lnTo>
                <a:cubicBezTo>
                  <a:pt x="861248" y="18964"/>
                  <a:pt x="867148" y="16924"/>
                  <a:pt x="875310" y="13641"/>
                </a:cubicBezTo>
                <a:cubicBezTo>
                  <a:pt x="876109" y="13641"/>
                  <a:pt x="876530" y="14107"/>
                  <a:pt x="876575" y="15038"/>
                </a:cubicBezTo>
                <a:cubicBezTo>
                  <a:pt x="876131" y="21693"/>
                  <a:pt x="875909" y="27992"/>
                  <a:pt x="875909" y="33936"/>
                </a:cubicBezTo>
                <a:lnTo>
                  <a:pt x="890482" y="33936"/>
                </a:lnTo>
                <a:cubicBezTo>
                  <a:pt x="891192" y="33936"/>
                  <a:pt x="891546" y="34222"/>
                  <a:pt x="891546" y="34793"/>
                </a:cubicBezTo>
                <a:lnTo>
                  <a:pt x="891546" y="38943"/>
                </a:lnTo>
                <a:cubicBezTo>
                  <a:pt x="891546" y="40130"/>
                  <a:pt x="890460" y="40723"/>
                  <a:pt x="888286" y="40723"/>
                </a:cubicBezTo>
                <a:lnTo>
                  <a:pt x="875909" y="40723"/>
                </a:lnTo>
                <a:lnTo>
                  <a:pt x="875576" y="55319"/>
                </a:lnTo>
                <a:cubicBezTo>
                  <a:pt x="875488" y="60294"/>
                  <a:pt x="875443" y="66713"/>
                  <a:pt x="875443" y="74576"/>
                </a:cubicBezTo>
                <a:cubicBezTo>
                  <a:pt x="875443" y="75288"/>
                  <a:pt x="875466" y="75965"/>
                  <a:pt x="875510" y="76610"/>
                </a:cubicBezTo>
                <a:cubicBezTo>
                  <a:pt x="875554" y="77255"/>
                  <a:pt x="875621" y="77899"/>
                  <a:pt x="875710" y="78544"/>
                </a:cubicBezTo>
                <a:cubicBezTo>
                  <a:pt x="875798" y="79187"/>
                  <a:pt x="875920" y="79787"/>
                  <a:pt x="876075" y="80343"/>
                </a:cubicBezTo>
                <a:cubicBezTo>
                  <a:pt x="876231" y="80897"/>
                  <a:pt x="876408" y="81419"/>
                  <a:pt x="876608" y="81908"/>
                </a:cubicBezTo>
                <a:cubicBezTo>
                  <a:pt x="876807" y="82396"/>
                  <a:pt x="877040" y="82830"/>
                  <a:pt x="877307" y="83208"/>
                </a:cubicBezTo>
                <a:cubicBezTo>
                  <a:pt x="877573" y="83585"/>
                  <a:pt x="877861" y="83919"/>
                  <a:pt x="878172" y="84208"/>
                </a:cubicBezTo>
                <a:cubicBezTo>
                  <a:pt x="878482" y="84497"/>
                  <a:pt x="878837" y="84707"/>
                  <a:pt x="879236" y="84840"/>
                </a:cubicBezTo>
                <a:cubicBezTo>
                  <a:pt x="879635" y="84974"/>
                  <a:pt x="880057" y="85040"/>
                  <a:pt x="880501" y="85040"/>
                </a:cubicBezTo>
                <a:cubicBezTo>
                  <a:pt x="883606" y="85040"/>
                  <a:pt x="886245" y="84507"/>
                  <a:pt x="888419" y="83441"/>
                </a:cubicBezTo>
                <a:cubicBezTo>
                  <a:pt x="889972" y="84422"/>
                  <a:pt x="890748" y="86297"/>
                  <a:pt x="890748" y="89064"/>
                </a:cubicBezTo>
                <a:cubicBezTo>
                  <a:pt x="885469" y="92281"/>
                  <a:pt x="878793" y="93868"/>
                  <a:pt x="870719" y="93824"/>
                </a:cubicBezTo>
                <a:cubicBezTo>
                  <a:pt x="866638" y="93824"/>
                  <a:pt x="863410" y="92475"/>
                  <a:pt x="861037" y="89777"/>
                </a:cubicBezTo>
                <a:cubicBezTo>
                  <a:pt x="858664" y="87078"/>
                  <a:pt x="857477" y="83966"/>
                  <a:pt x="857477" y="80442"/>
                </a:cubicBezTo>
                <a:cubicBezTo>
                  <a:pt x="857477" y="75600"/>
                  <a:pt x="857610" y="67714"/>
                  <a:pt x="857876" y="56785"/>
                </a:cubicBezTo>
                <a:lnTo>
                  <a:pt x="858276" y="40723"/>
                </a:lnTo>
                <a:lnTo>
                  <a:pt x="849293" y="40723"/>
                </a:lnTo>
                <a:close/>
                <a:moveTo>
                  <a:pt x="908247" y="16627"/>
                </a:moveTo>
                <a:cubicBezTo>
                  <a:pt x="906295" y="14757"/>
                  <a:pt x="905319" y="12453"/>
                  <a:pt x="905319" y="9715"/>
                </a:cubicBezTo>
                <a:cubicBezTo>
                  <a:pt x="905319" y="6977"/>
                  <a:pt x="906295" y="4674"/>
                  <a:pt x="908247" y="2805"/>
                </a:cubicBezTo>
                <a:cubicBezTo>
                  <a:pt x="910199" y="935"/>
                  <a:pt x="912628" y="0"/>
                  <a:pt x="915533" y="0"/>
                </a:cubicBezTo>
                <a:cubicBezTo>
                  <a:pt x="918439" y="0"/>
                  <a:pt x="920868" y="935"/>
                  <a:pt x="922820" y="2805"/>
                </a:cubicBezTo>
                <a:cubicBezTo>
                  <a:pt x="924772" y="4674"/>
                  <a:pt x="925748" y="6977"/>
                  <a:pt x="925748" y="9715"/>
                </a:cubicBezTo>
                <a:cubicBezTo>
                  <a:pt x="925748" y="12453"/>
                  <a:pt x="924772" y="14757"/>
                  <a:pt x="922820" y="16627"/>
                </a:cubicBezTo>
                <a:cubicBezTo>
                  <a:pt x="920868" y="18496"/>
                  <a:pt x="918439" y="19430"/>
                  <a:pt x="915533" y="19430"/>
                </a:cubicBezTo>
                <a:cubicBezTo>
                  <a:pt x="912628" y="19430"/>
                  <a:pt x="910199" y="18496"/>
                  <a:pt x="908247" y="16627"/>
                </a:cubicBezTo>
                <a:moveTo>
                  <a:pt x="906517" y="60449"/>
                </a:moveTo>
                <a:cubicBezTo>
                  <a:pt x="906517" y="47792"/>
                  <a:pt x="906073" y="38999"/>
                  <a:pt x="905186" y="34069"/>
                </a:cubicBezTo>
                <a:lnTo>
                  <a:pt x="905586" y="33537"/>
                </a:lnTo>
                <a:cubicBezTo>
                  <a:pt x="906029" y="33537"/>
                  <a:pt x="907415" y="33603"/>
                  <a:pt x="909744" y="33737"/>
                </a:cubicBezTo>
                <a:cubicBezTo>
                  <a:pt x="912073" y="33870"/>
                  <a:pt x="913903" y="33936"/>
                  <a:pt x="915234" y="33936"/>
                </a:cubicBezTo>
                <a:cubicBezTo>
                  <a:pt x="917496" y="33936"/>
                  <a:pt x="920646" y="33714"/>
                  <a:pt x="924683" y="33271"/>
                </a:cubicBezTo>
                <a:cubicBezTo>
                  <a:pt x="925481" y="33271"/>
                  <a:pt x="925881" y="33737"/>
                  <a:pt x="925881" y="34668"/>
                </a:cubicBezTo>
                <a:cubicBezTo>
                  <a:pt x="924993" y="45771"/>
                  <a:pt x="924550" y="53854"/>
                  <a:pt x="924550" y="58916"/>
                </a:cubicBezTo>
                <a:lnTo>
                  <a:pt x="924550" y="67910"/>
                </a:lnTo>
                <a:cubicBezTo>
                  <a:pt x="924550" y="77813"/>
                  <a:pt x="924993" y="86008"/>
                  <a:pt x="925881" y="92493"/>
                </a:cubicBezTo>
                <a:lnTo>
                  <a:pt x="925615" y="92892"/>
                </a:lnTo>
                <a:cubicBezTo>
                  <a:pt x="921533" y="92626"/>
                  <a:pt x="918173" y="92493"/>
                  <a:pt x="915533" y="92493"/>
                </a:cubicBezTo>
                <a:cubicBezTo>
                  <a:pt x="912894" y="92493"/>
                  <a:pt x="909534" y="92626"/>
                  <a:pt x="905452" y="92892"/>
                </a:cubicBezTo>
                <a:lnTo>
                  <a:pt x="905186" y="92493"/>
                </a:lnTo>
                <a:cubicBezTo>
                  <a:pt x="906073" y="86320"/>
                  <a:pt x="906517" y="78125"/>
                  <a:pt x="906517" y="67910"/>
                </a:cubicBezTo>
                <a:lnTo>
                  <a:pt x="906517" y="60449"/>
                </a:lnTo>
                <a:close/>
                <a:moveTo>
                  <a:pt x="941563" y="64514"/>
                </a:moveTo>
                <a:cubicBezTo>
                  <a:pt x="941563" y="54256"/>
                  <a:pt x="944580" y="46351"/>
                  <a:pt x="950613" y="40800"/>
                </a:cubicBezTo>
                <a:cubicBezTo>
                  <a:pt x="956646" y="35248"/>
                  <a:pt x="964719" y="32517"/>
                  <a:pt x="974834" y="32605"/>
                </a:cubicBezTo>
                <a:cubicBezTo>
                  <a:pt x="985835" y="32605"/>
                  <a:pt x="994031" y="35426"/>
                  <a:pt x="999421" y="41067"/>
                </a:cubicBezTo>
                <a:cubicBezTo>
                  <a:pt x="1004811" y="46706"/>
                  <a:pt x="1007506" y="54122"/>
                  <a:pt x="1007506" y="63314"/>
                </a:cubicBezTo>
                <a:cubicBezTo>
                  <a:pt x="1007506" y="72773"/>
                  <a:pt x="1004600" y="80223"/>
                  <a:pt x="998789" y="85664"/>
                </a:cubicBezTo>
                <a:cubicBezTo>
                  <a:pt x="992977" y="91104"/>
                  <a:pt x="984904" y="93824"/>
                  <a:pt x="974568" y="93824"/>
                </a:cubicBezTo>
                <a:cubicBezTo>
                  <a:pt x="964409" y="93824"/>
                  <a:pt x="956368" y="91215"/>
                  <a:pt x="950446" y="85997"/>
                </a:cubicBezTo>
                <a:cubicBezTo>
                  <a:pt x="944524" y="80779"/>
                  <a:pt x="941563" y="73618"/>
                  <a:pt x="941563" y="64514"/>
                </a:cubicBezTo>
                <a:moveTo>
                  <a:pt x="973836" y="39393"/>
                </a:moveTo>
                <a:cubicBezTo>
                  <a:pt x="970109" y="39393"/>
                  <a:pt x="967248" y="40492"/>
                  <a:pt x="965252" y="42691"/>
                </a:cubicBezTo>
                <a:cubicBezTo>
                  <a:pt x="963256" y="44889"/>
                  <a:pt x="962036" y="47399"/>
                  <a:pt x="961592" y="50220"/>
                </a:cubicBezTo>
                <a:cubicBezTo>
                  <a:pt x="961148" y="53041"/>
                  <a:pt x="960927" y="56762"/>
                  <a:pt x="960927" y="61382"/>
                </a:cubicBezTo>
                <a:cubicBezTo>
                  <a:pt x="960927" y="78485"/>
                  <a:pt x="966095" y="87036"/>
                  <a:pt x="976431" y="87036"/>
                </a:cubicBezTo>
                <a:cubicBezTo>
                  <a:pt x="984238" y="87036"/>
                  <a:pt x="988142" y="80351"/>
                  <a:pt x="988142" y="66980"/>
                </a:cubicBezTo>
                <a:cubicBezTo>
                  <a:pt x="988142" y="57074"/>
                  <a:pt x="987144" y="50000"/>
                  <a:pt x="985148" y="45758"/>
                </a:cubicBezTo>
                <a:cubicBezTo>
                  <a:pt x="983151" y="41514"/>
                  <a:pt x="979381" y="39393"/>
                  <a:pt x="973836" y="39393"/>
                </a:cubicBezTo>
                <a:close/>
                <a:moveTo>
                  <a:pt x="1082908" y="67906"/>
                </a:moveTo>
                <a:cubicBezTo>
                  <a:pt x="1082908" y="77901"/>
                  <a:pt x="1083396" y="86096"/>
                  <a:pt x="1084372" y="92493"/>
                </a:cubicBezTo>
                <a:lnTo>
                  <a:pt x="1084106" y="92892"/>
                </a:lnTo>
                <a:cubicBezTo>
                  <a:pt x="1080114" y="92626"/>
                  <a:pt x="1076565" y="92493"/>
                  <a:pt x="1073459" y="92493"/>
                </a:cubicBezTo>
                <a:lnTo>
                  <a:pt x="1064343" y="92892"/>
                </a:lnTo>
                <a:lnTo>
                  <a:pt x="1064077" y="92493"/>
                </a:lnTo>
                <a:cubicBezTo>
                  <a:pt x="1064609" y="87650"/>
                  <a:pt x="1064876" y="79455"/>
                  <a:pt x="1064876" y="67906"/>
                </a:cubicBezTo>
                <a:lnTo>
                  <a:pt x="1064876" y="55778"/>
                </a:lnTo>
                <a:cubicBezTo>
                  <a:pt x="1064876" y="47339"/>
                  <a:pt x="1062524" y="43119"/>
                  <a:pt x="1057822" y="43119"/>
                </a:cubicBezTo>
                <a:cubicBezTo>
                  <a:pt x="1052809" y="43119"/>
                  <a:pt x="1047530" y="46739"/>
                  <a:pt x="1041985" y="53980"/>
                </a:cubicBezTo>
                <a:lnTo>
                  <a:pt x="1041985" y="67906"/>
                </a:lnTo>
                <a:cubicBezTo>
                  <a:pt x="1041985" y="78078"/>
                  <a:pt x="1042251" y="86274"/>
                  <a:pt x="1042784" y="92493"/>
                </a:cubicBezTo>
                <a:lnTo>
                  <a:pt x="1042385" y="92892"/>
                </a:lnTo>
                <a:cubicBezTo>
                  <a:pt x="1039856" y="92626"/>
                  <a:pt x="1037039" y="92493"/>
                  <a:pt x="1033934" y="92493"/>
                </a:cubicBezTo>
                <a:lnTo>
                  <a:pt x="1022755" y="92892"/>
                </a:lnTo>
                <a:lnTo>
                  <a:pt x="1022489" y="92493"/>
                </a:lnTo>
                <a:cubicBezTo>
                  <a:pt x="1023509" y="86231"/>
                  <a:pt x="1024019" y="78037"/>
                  <a:pt x="1024019" y="67910"/>
                </a:cubicBezTo>
                <a:lnTo>
                  <a:pt x="1024019" y="60449"/>
                </a:lnTo>
                <a:cubicBezTo>
                  <a:pt x="1024019" y="48370"/>
                  <a:pt x="1023509" y="39533"/>
                  <a:pt x="1022489" y="33936"/>
                </a:cubicBezTo>
                <a:lnTo>
                  <a:pt x="1022755" y="33537"/>
                </a:lnTo>
                <a:cubicBezTo>
                  <a:pt x="1030562" y="33892"/>
                  <a:pt x="1036485" y="33759"/>
                  <a:pt x="1040521" y="33138"/>
                </a:cubicBezTo>
                <a:cubicBezTo>
                  <a:pt x="1041142" y="33138"/>
                  <a:pt x="1041542" y="33592"/>
                  <a:pt x="1041719" y="34502"/>
                </a:cubicBezTo>
                <a:cubicBezTo>
                  <a:pt x="1041897" y="35411"/>
                  <a:pt x="1041985" y="38728"/>
                  <a:pt x="1041985" y="44452"/>
                </a:cubicBezTo>
                <a:lnTo>
                  <a:pt x="1042518" y="44851"/>
                </a:lnTo>
                <a:cubicBezTo>
                  <a:pt x="1045623" y="40947"/>
                  <a:pt x="1049083" y="37931"/>
                  <a:pt x="1052898" y="35801"/>
                </a:cubicBezTo>
                <a:cubicBezTo>
                  <a:pt x="1056713" y="33671"/>
                  <a:pt x="1060395" y="32605"/>
                  <a:pt x="1063944" y="32605"/>
                </a:cubicBezTo>
                <a:cubicBezTo>
                  <a:pt x="1070199" y="32605"/>
                  <a:pt x="1074923" y="34215"/>
                  <a:pt x="1078117" y="37434"/>
                </a:cubicBezTo>
                <a:cubicBezTo>
                  <a:pt x="1081311" y="40651"/>
                  <a:pt x="1082908" y="45767"/>
                  <a:pt x="1082908" y="52780"/>
                </a:cubicBezTo>
                <a:lnTo>
                  <a:pt x="1082908" y="67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CB490-6CF0-49E0-B167-F9AB123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851701"/>
            <a:ext cx="1515173" cy="1075074"/>
          </a:xfrm>
          <a:custGeom xmlns:a="http://schemas.openxmlformats.org/drawingml/2006/main">
            <a:pathLst>
              <a:path w="1515173" h="1075074">
                <a:moveTo>
                  <a:pt x="0" y="37173"/>
                </a:moveTo>
                <a:cubicBezTo>
                  <a:pt x="0" y="16656"/>
                  <a:pt x="16656" y="0"/>
                  <a:pt x="37249" y="0"/>
                </a:cubicBezTo>
                <a:lnTo>
                  <a:pt x="1477924" y="0"/>
                </a:lnTo>
                <a:cubicBezTo>
                  <a:pt x="1498517" y="0"/>
                  <a:pt x="1515173" y="16656"/>
                  <a:pt x="1515173" y="37173"/>
                </a:cubicBezTo>
                <a:lnTo>
                  <a:pt x="1515173" y="1037901"/>
                </a:lnTo>
                <a:cubicBezTo>
                  <a:pt x="1515173" y="1058418"/>
                  <a:pt x="1498517" y="1075074"/>
                  <a:pt x="1477924" y="1075074"/>
                </a:cubicBezTo>
                <a:lnTo>
                  <a:pt x="37249" y="1075074"/>
                </a:lnTo>
                <a:cubicBezTo>
                  <a:pt x="16656" y="1075074"/>
                  <a:pt x="0" y="1058418"/>
                  <a:pt x="0" y="1037901"/>
                </a:cubicBezTo>
                <a:lnTo>
                  <a:pt x="0" y="3717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D4C96-0C9F-47AD-B280-FA832C9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851701"/>
            <a:ext cx="1515173" cy="1075074"/>
          </a:xfrm>
          <a:custGeom xmlns:a="http://schemas.openxmlformats.org/drawingml/2006/main">
            <a:pathLst>
              <a:path w="1515173" h="1075074" fill="none">
                <a:moveTo>
                  <a:pt x="0" y="37173"/>
                </a:moveTo>
                <a:cubicBezTo>
                  <a:pt x="0" y="16656"/>
                  <a:pt x="16656" y="0"/>
                  <a:pt x="37249" y="0"/>
                </a:cubicBezTo>
                <a:lnTo>
                  <a:pt x="1477924" y="0"/>
                </a:lnTo>
                <a:cubicBezTo>
                  <a:pt x="1498517" y="0"/>
                  <a:pt x="1515173" y="16656"/>
                  <a:pt x="1515173" y="37173"/>
                </a:cubicBezTo>
                <a:lnTo>
                  <a:pt x="1515173" y="1037901"/>
                </a:lnTo>
                <a:cubicBezTo>
                  <a:pt x="1515173" y="1058418"/>
                  <a:pt x="1498517" y="1075074"/>
                  <a:pt x="1477924" y="1075074"/>
                </a:cubicBezTo>
                <a:lnTo>
                  <a:pt x="37249" y="1075074"/>
                </a:lnTo>
                <a:cubicBezTo>
                  <a:pt x="16656" y="1075074"/>
                  <a:pt x="0" y="1058418"/>
                  <a:pt x="0" y="1037901"/>
                </a:cubicBezTo>
                <a:lnTo>
                  <a:pt x="0" y="371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FEA19-A56B-4DB7-844F-01F622A5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628" y="1082651"/>
            <a:ext cx="52291" cy="64809"/>
          </a:xfrm>
          <a:custGeom xmlns:a="http://schemas.openxmlformats.org/drawingml/2006/main">
            <a:pathLst>
              <a:path w="52291" h="64809">
                <a:moveTo>
                  <a:pt x="0" y="60325"/>
                </a:moveTo>
                <a:lnTo>
                  <a:pt x="0" y="3927"/>
                </a:lnTo>
                <a:cubicBezTo>
                  <a:pt x="7" y="1757"/>
                  <a:pt x="1770" y="0"/>
                  <a:pt x="3940" y="0"/>
                </a:cubicBezTo>
                <a:cubicBezTo>
                  <a:pt x="4694" y="0"/>
                  <a:pt x="5428" y="216"/>
                  <a:pt x="6058" y="623"/>
                </a:cubicBezTo>
                <a:lnTo>
                  <a:pt x="49931" y="28815"/>
                </a:lnTo>
                <a:cubicBezTo>
                  <a:pt x="51760" y="29989"/>
                  <a:pt x="52291" y="32421"/>
                  <a:pt x="51117" y="34250"/>
                </a:cubicBezTo>
                <a:cubicBezTo>
                  <a:pt x="50809" y="34729"/>
                  <a:pt x="50403" y="35135"/>
                  <a:pt x="49931" y="35437"/>
                </a:cubicBezTo>
                <a:lnTo>
                  <a:pt x="6058" y="63636"/>
                </a:lnTo>
                <a:cubicBezTo>
                  <a:pt x="4235" y="64809"/>
                  <a:pt x="1796" y="64277"/>
                  <a:pt x="623" y="62449"/>
                </a:cubicBezTo>
                <a:cubicBezTo>
                  <a:pt x="223" y="61820"/>
                  <a:pt x="7" y="61079"/>
                  <a:pt x="0" y="60331"/>
                </a:cubicBezTo>
                <a:lnTo>
                  <a:pt x="0" y="6032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A0B38-9B6D-4361-B6DB-9C72D77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760" y="1028233"/>
            <a:ext cx="173076" cy="173087"/>
          </a:xfrm>
          <a:custGeom xmlns:a="http://schemas.openxmlformats.org/drawingml/2006/main">
            <a:pathLst>
              <a:path w="173076" h="173087">
                <a:moveTo>
                  <a:pt x="0" y="86543"/>
                </a:moveTo>
                <a:cubicBezTo>
                  <a:pt x="0" y="38748"/>
                  <a:pt x="38746" y="0"/>
                  <a:pt x="86537" y="0"/>
                </a:cubicBezTo>
                <a:cubicBezTo>
                  <a:pt x="134330" y="0"/>
                  <a:pt x="173076" y="38748"/>
                  <a:pt x="173076" y="86544"/>
                </a:cubicBezTo>
                <a:cubicBezTo>
                  <a:pt x="173076" y="134339"/>
                  <a:pt x="134330" y="173087"/>
                  <a:pt x="86537" y="173087"/>
                </a:cubicBezTo>
                <a:cubicBezTo>
                  <a:pt x="38746" y="173087"/>
                  <a:pt x="0" y="134339"/>
                  <a:pt x="0" y="86543"/>
                </a:cubicBezTo>
                <a:close/>
                <a:moveTo>
                  <a:pt x="86537" y="11801"/>
                </a:moveTo>
                <a:cubicBezTo>
                  <a:pt x="45262" y="11801"/>
                  <a:pt x="11801" y="45265"/>
                  <a:pt x="11801" y="86543"/>
                </a:cubicBezTo>
                <a:cubicBezTo>
                  <a:pt x="11801" y="127822"/>
                  <a:pt x="45262" y="161285"/>
                  <a:pt x="86537" y="161286"/>
                </a:cubicBezTo>
                <a:cubicBezTo>
                  <a:pt x="127813" y="161286"/>
                  <a:pt x="161275" y="127822"/>
                  <a:pt x="161275" y="86544"/>
                </a:cubicBezTo>
                <a:cubicBezTo>
                  <a:pt x="161275" y="45265"/>
                  <a:pt x="127813" y="11802"/>
                  <a:pt x="86537" y="11801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Text ReproCode">
            <a:extLst xmlns:a="http://schemas.openxmlformats.org/drawingml/2006/main">
              <a:ext uri="{FF2B5EF4-FFF2-40B4-BE49-F238E27FC236}">
                <a16:creationId xmlns:a16="http://schemas.microsoft.com/office/drawing/2014/main" id="{148BDB5D-3BA5-4688-9346-B4C61FB6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90" y="1073430"/>
            <a:ext cx="756860" cy="126163"/>
          </a:xfrm>
          <a:custGeom xmlns:a="http://schemas.openxmlformats.org/drawingml/2006/main">
            <a:pathLst>
              <a:path w="756860" h="126163">
                <a:moveTo>
                  <a:pt x="0" y="99280"/>
                </a:moveTo>
                <a:lnTo>
                  <a:pt x="0" y="1730"/>
                </a:lnTo>
                <a:lnTo>
                  <a:pt x="41455" y="1730"/>
                </a:lnTo>
                <a:cubicBezTo>
                  <a:pt x="51880" y="1730"/>
                  <a:pt x="59455" y="2606"/>
                  <a:pt x="64179" y="4358"/>
                </a:cubicBezTo>
                <a:cubicBezTo>
                  <a:pt x="68904" y="6111"/>
                  <a:pt x="72686" y="9227"/>
                  <a:pt x="75525" y="13708"/>
                </a:cubicBezTo>
                <a:cubicBezTo>
                  <a:pt x="78364" y="18188"/>
                  <a:pt x="79783" y="23312"/>
                  <a:pt x="79783" y="29079"/>
                </a:cubicBezTo>
                <a:cubicBezTo>
                  <a:pt x="79783" y="36398"/>
                  <a:pt x="77632" y="42442"/>
                  <a:pt x="73329" y="47211"/>
                </a:cubicBezTo>
                <a:cubicBezTo>
                  <a:pt x="69026" y="51980"/>
                  <a:pt x="62593" y="54985"/>
                  <a:pt x="54032" y="56228"/>
                </a:cubicBezTo>
                <a:cubicBezTo>
                  <a:pt x="58290" y="58712"/>
                  <a:pt x="61806" y="61440"/>
                  <a:pt x="64579" y="64412"/>
                </a:cubicBezTo>
                <a:cubicBezTo>
                  <a:pt x="67351" y="67384"/>
                  <a:pt x="71089" y="72663"/>
                  <a:pt x="75791" y="80249"/>
                </a:cubicBezTo>
                <a:lnTo>
                  <a:pt x="87702" y="99280"/>
                </a:lnTo>
                <a:lnTo>
                  <a:pt x="64146" y="99280"/>
                </a:lnTo>
                <a:lnTo>
                  <a:pt x="49906" y="78047"/>
                </a:lnTo>
                <a:cubicBezTo>
                  <a:pt x="44849" y="70464"/>
                  <a:pt x="41389" y="65686"/>
                  <a:pt x="39526" y="63714"/>
                </a:cubicBezTo>
                <a:cubicBezTo>
                  <a:pt x="37663" y="61739"/>
                  <a:pt x="35688" y="60386"/>
                  <a:pt x="33603" y="59654"/>
                </a:cubicBezTo>
                <a:cubicBezTo>
                  <a:pt x="31519" y="58923"/>
                  <a:pt x="28214" y="58557"/>
                  <a:pt x="23689" y="58557"/>
                </a:cubicBezTo>
                <a:lnTo>
                  <a:pt x="19696" y="58557"/>
                </a:lnTo>
                <a:lnTo>
                  <a:pt x="19696" y="99280"/>
                </a:lnTo>
                <a:lnTo>
                  <a:pt x="0" y="99280"/>
                </a:lnTo>
                <a:moveTo>
                  <a:pt x="19696" y="42986"/>
                </a:moveTo>
                <a:lnTo>
                  <a:pt x="34269" y="42986"/>
                </a:lnTo>
                <a:cubicBezTo>
                  <a:pt x="43718" y="42986"/>
                  <a:pt x="49618" y="42587"/>
                  <a:pt x="51969" y="41788"/>
                </a:cubicBezTo>
                <a:cubicBezTo>
                  <a:pt x="54320" y="40990"/>
                  <a:pt x="56161" y="39614"/>
                  <a:pt x="57492" y="37662"/>
                </a:cubicBezTo>
                <a:cubicBezTo>
                  <a:pt x="58823" y="35711"/>
                  <a:pt x="59488" y="33271"/>
                  <a:pt x="59488" y="30343"/>
                </a:cubicBezTo>
                <a:cubicBezTo>
                  <a:pt x="59488" y="27060"/>
                  <a:pt x="58612" y="24410"/>
                  <a:pt x="56860" y="22391"/>
                </a:cubicBezTo>
                <a:cubicBezTo>
                  <a:pt x="55107" y="20373"/>
                  <a:pt x="52634" y="19097"/>
                  <a:pt x="49440" y="18565"/>
                </a:cubicBezTo>
                <a:cubicBezTo>
                  <a:pt x="47843" y="18343"/>
                  <a:pt x="43052" y="18232"/>
                  <a:pt x="35067" y="18232"/>
                </a:cubicBezTo>
                <a:lnTo>
                  <a:pt x="19696" y="18232"/>
                </a:lnTo>
                <a:lnTo>
                  <a:pt x="19696" y="42986"/>
                </a:lnTo>
                <a:close/>
                <a:moveTo>
                  <a:pt x="139115" y="76789"/>
                </a:moveTo>
                <a:lnTo>
                  <a:pt x="157747" y="79983"/>
                </a:lnTo>
                <a:cubicBezTo>
                  <a:pt x="155352" y="86792"/>
                  <a:pt x="151570" y="91977"/>
                  <a:pt x="146402" y="95537"/>
                </a:cubicBezTo>
                <a:cubicBezTo>
                  <a:pt x="141234" y="99097"/>
                  <a:pt x="134768" y="100877"/>
                  <a:pt x="127005" y="100877"/>
                </a:cubicBezTo>
                <a:cubicBezTo>
                  <a:pt x="114717" y="100877"/>
                  <a:pt x="105623" y="96862"/>
                  <a:pt x="99723" y="88833"/>
                </a:cubicBezTo>
                <a:cubicBezTo>
                  <a:pt x="95065" y="82401"/>
                  <a:pt x="92736" y="74283"/>
                  <a:pt x="92736" y="64479"/>
                </a:cubicBezTo>
                <a:cubicBezTo>
                  <a:pt x="92736" y="52767"/>
                  <a:pt x="95797" y="43596"/>
                  <a:pt x="101919" y="36964"/>
                </a:cubicBezTo>
                <a:cubicBezTo>
                  <a:pt x="108041" y="30332"/>
                  <a:pt x="115782" y="27016"/>
                  <a:pt x="125142" y="27016"/>
                </a:cubicBezTo>
                <a:cubicBezTo>
                  <a:pt x="135655" y="27016"/>
                  <a:pt x="143951" y="30487"/>
                  <a:pt x="150028" y="37430"/>
                </a:cubicBezTo>
                <a:cubicBezTo>
                  <a:pt x="156106" y="44372"/>
                  <a:pt x="159011" y="55008"/>
                  <a:pt x="158745" y="69336"/>
                </a:cubicBezTo>
                <a:lnTo>
                  <a:pt x="111900" y="69336"/>
                </a:lnTo>
                <a:cubicBezTo>
                  <a:pt x="112033" y="74881"/>
                  <a:pt x="113541" y="79195"/>
                  <a:pt x="116425" y="82279"/>
                </a:cubicBezTo>
                <a:cubicBezTo>
                  <a:pt x="119308" y="85362"/>
                  <a:pt x="122901" y="86903"/>
                  <a:pt x="127204" y="86903"/>
                </a:cubicBezTo>
                <a:cubicBezTo>
                  <a:pt x="130132" y="86903"/>
                  <a:pt x="132594" y="86105"/>
                  <a:pt x="134591" y="84508"/>
                </a:cubicBezTo>
                <a:cubicBezTo>
                  <a:pt x="136587" y="82911"/>
                  <a:pt x="138095" y="80338"/>
                  <a:pt x="139115" y="76789"/>
                </a:cubicBezTo>
                <a:moveTo>
                  <a:pt x="140180" y="57891"/>
                </a:moveTo>
                <a:cubicBezTo>
                  <a:pt x="140047" y="52501"/>
                  <a:pt x="138650" y="48403"/>
                  <a:pt x="135988" y="45598"/>
                </a:cubicBezTo>
                <a:cubicBezTo>
                  <a:pt x="133326" y="42792"/>
                  <a:pt x="130088" y="41389"/>
                  <a:pt x="126273" y="41389"/>
                </a:cubicBezTo>
                <a:cubicBezTo>
                  <a:pt x="122192" y="41389"/>
                  <a:pt x="118820" y="42869"/>
                  <a:pt x="116159" y="45828"/>
                </a:cubicBezTo>
                <a:cubicBezTo>
                  <a:pt x="113497" y="48789"/>
                  <a:pt x="112188" y="52810"/>
                  <a:pt x="112233" y="57891"/>
                </a:cubicBezTo>
                <a:lnTo>
                  <a:pt x="140180" y="57891"/>
                </a:lnTo>
                <a:close/>
                <a:moveTo>
                  <a:pt x="172749" y="28613"/>
                </a:moveTo>
                <a:lnTo>
                  <a:pt x="190183" y="28613"/>
                </a:lnTo>
                <a:lnTo>
                  <a:pt x="190183" y="38993"/>
                </a:lnTo>
                <a:cubicBezTo>
                  <a:pt x="192445" y="35444"/>
                  <a:pt x="195506" y="32561"/>
                  <a:pt x="199365" y="30343"/>
                </a:cubicBezTo>
                <a:cubicBezTo>
                  <a:pt x="203225" y="28125"/>
                  <a:pt x="207506" y="27016"/>
                  <a:pt x="212208" y="27016"/>
                </a:cubicBezTo>
                <a:cubicBezTo>
                  <a:pt x="220415" y="27016"/>
                  <a:pt x="227379" y="30232"/>
                  <a:pt x="233102" y="36664"/>
                </a:cubicBezTo>
                <a:cubicBezTo>
                  <a:pt x="238825" y="43097"/>
                  <a:pt x="241686" y="52058"/>
                  <a:pt x="241686" y="63547"/>
                </a:cubicBezTo>
                <a:cubicBezTo>
                  <a:pt x="241686" y="75347"/>
                  <a:pt x="238802" y="84519"/>
                  <a:pt x="233035" y="91062"/>
                </a:cubicBezTo>
                <a:cubicBezTo>
                  <a:pt x="227269" y="97605"/>
                  <a:pt x="220282" y="100877"/>
                  <a:pt x="212075" y="100877"/>
                </a:cubicBezTo>
                <a:cubicBezTo>
                  <a:pt x="208171" y="100877"/>
                  <a:pt x="204633" y="100101"/>
                  <a:pt x="201462" y="98548"/>
                </a:cubicBezTo>
                <a:cubicBezTo>
                  <a:pt x="198290" y="96995"/>
                  <a:pt x="194952" y="94334"/>
                  <a:pt x="191447" y="90563"/>
                </a:cubicBezTo>
                <a:lnTo>
                  <a:pt x="191447" y="126163"/>
                </a:lnTo>
                <a:lnTo>
                  <a:pt x="172749" y="126163"/>
                </a:lnTo>
                <a:lnTo>
                  <a:pt x="172749" y="28613"/>
                </a:lnTo>
                <a:moveTo>
                  <a:pt x="191247" y="62717"/>
                </a:moveTo>
                <a:cubicBezTo>
                  <a:pt x="191247" y="70646"/>
                  <a:pt x="192822" y="76503"/>
                  <a:pt x="195972" y="80291"/>
                </a:cubicBezTo>
                <a:cubicBezTo>
                  <a:pt x="199121" y="84078"/>
                  <a:pt x="202959" y="85972"/>
                  <a:pt x="207484" y="85972"/>
                </a:cubicBezTo>
                <a:cubicBezTo>
                  <a:pt x="211831" y="85972"/>
                  <a:pt x="215446" y="84233"/>
                  <a:pt x="218330" y="80756"/>
                </a:cubicBezTo>
                <a:cubicBezTo>
                  <a:pt x="221213" y="77280"/>
                  <a:pt x="222655" y="71576"/>
                  <a:pt x="222655" y="63647"/>
                </a:cubicBezTo>
                <a:cubicBezTo>
                  <a:pt x="222655" y="56250"/>
                  <a:pt x="221169" y="50757"/>
                  <a:pt x="218197" y="47170"/>
                </a:cubicBezTo>
                <a:cubicBezTo>
                  <a:pt x="215225" y="43582"/>
                  <a:pt x="211543" y="41788"/>
                  <a:pt x="207151" y="41788"/>
                </a:cubicBezTo>
                <a:cubicBezTo>
                  <a:pt x="202582" y="41788"/>
                  <a:pt x="198789" y="43549"/>
                  <a:pt x="195772" y="47070"/>
                </a:cubicBezTo>
                <a:cubicBezTo>
                  <a:pt x="192756" y="50591"/>
                  <a:pt x="191247" y="55807"/>
                  <a:pt x="191247" y="62717"/>
                </a:cubicBezTo>
                <a:close/>
                <a:moveTo>
                  <a:pt x="274447" y="99280"/>
                </a:moveTo>
                <a:lnTo>
                  <a:pt x="255749" y="99280"/>
                </a:lnTo>
                <a:lnTo>
                  <a:pt x="255749" y="28613"/>
                </a:lnTo>
                <a:lnTo>
                  <a:pt x="273116" y="28613"/>
                </a:lnTo>
                <a:lnTo>
                  <a:pt x="273116" y="38661"/>
                </a:lnTo>
                <a:cubicBezTo>
                  <a:pt x="276088" y="33914"/>
                  <a:pt x="278761" y="30787"/>
                  <a:pt x="281134" y="29278"/>
                </a:cubicBezTo>
                <a:cubicBezTo>
                  <a:pt x="283507" y="27770"/>
                  <a:pt x="286202" y="27016"/>
                  <a:pt x="289219" y="27016"/>
                </a:cubicBezTo>
                <a:cubicBezTo>
                  <a:pt x="293478" y="27016"/>
                  <a:pt x="297581" y="28191"/>
                  <a:pt x="301529" y="30543"/>
                </a:cubicBezTo>
                <a:lnTo>
                  <a:pt x="295740" y="46845"/>
                </a:lnTo>
                <a:cubicBezTo>
                  <a:pt x="292590" y="44805"/>
                  <a:pt x="289663" y="43784"/>
                  <a:pt x="286957" y="43784"/>
                </a:cubicBezTo>
                <a:cubicBezTo>
                  <a:pt x="284339" y="43784"/>
                  <a:pt x="282121" y="44505"/>
                  <a:pt x="280302" y="45947"/>
                </a:cubicBezTo>
                <a:cubicBezTo>
                  <a:pt x="278484" y="47389"/>
                  <a:pt x="277053" y="49995"/>
                  <a:pt x="276010" y="53766"/>
                </a:cubicBezTo>
                <a:cubicBezTo>
                  <a:pt x="274968" y="57536"/>
                  <a:pt x="274447" y="65432"/>
                  <a:pt x="274447" y="77454"/>
                </a:cubicBezTo>
                <a:lnTo>
                  <a:pt x="274447" y="99280"/>
                </a:lnTo>
                <a:close/>
                <a:moveTo>
                  <a:pt x="305233" y="62948"/>
                </a:moveTo>
                <a:cubicBezTo>
                  <a:pt x="305233" y="56738"/>
                  <a:pt x="306764" y="50727"/>
                  <a:pt x="309825" y="44916"/>
                </a:cubicBezTo>
                <a:cubicBezTo>
                  <a:pt x="312886" y="39104"/>
                  <a:pt x="317222" y="34668"/>
                  <a:pt x="322834" y="31607"/>
                </a:cubicBezTo>
                <a:cubicBezTo>
                  <a:pt x="328445" y="28546"/>
                  <a:pt x="334711" y="27016"/>
                  <a:pt x="341632" y="27016"/>
                </a:cubicBezTo>
                <a:cubicBezTo>
                  <a:pt x="352323" y="27016"/>
                  <a:pt x="361084" y="30487"/>
                  <a:pt x="367915" y="37430"/>
                </a:cubicBezTo>
                <a:cubicBezTo>
                  <a:pt x="374747" y="44372"/>
                  <a:pt x="378163" y="53144"/>
                  <a:pt x="378163" y="63747"/>
                </a:cubicBezTo>
                <a:cubicBezTo>
                  <a:pt x="378163" y="74438"/>
                  <a:pt x="374714" y="83299"/>
                  <a:pt x="367816" y="90330"/>
                </a:cubicBezTo>
                <a:cubicBezTo>
                  <a:pt x="360917" y="97361"/>
                  <a:pt x="352234" y="100877"/>
                  <a:pt x="341765" y="100877"/>
                </a:cubicBezTo>
                <a:cubicBezTo>
                  <a:pt x="335288" y="100877"/>
                  <a:pt x="329111" y="99413"/>
                  <a:pt x="323233" y="96485"/>
                </a:cubicBezTo>
                <a:cubicBezTo>
                  <a:pt x="317355" y="93557"/>
                  <a:pt x="312886" y="89265"/>
                  <a:pt x="309825" y="83609"/>
                </a:cubicBezTo>
                <a:cubicBezTo>
                  <a:pt x="306764" y="77953"/>
                  <a:pt x="305233" y="71066"/>
                  <a:pt x="305233" y="62948"/>
                </a:cubicBezTo>
                <a:moveTo>
                  <a:pt x="324397" y="63946"/>
                </a:moveTo>
                <a:cubicBezTo>
                  <a:pt x="324397" y="70933"/>
                  <a:pt x="326061" y="76284"/>
                  <a:pt x="329388" y="80000"/>
                </a:cubicBezTo>
                <a:cubicBezTo>
                  <a:pt x="332715" y="83715"/>
                  <a:pt x="336818" y="85572"/>
                  <a:pt x="341698" y="85572"/>
                </a:cubicBezTo>
                <a:cubicBezTo>
                  <a:pt x="346578" y="85572"/>
                  <a:pt x="350670" y="83715"/>
                  <a:pt x="353975" y="80000"/>
                </a:cubicBezTo>
                <a:cubicBezTo>
                  <a:pt x="357280" y="76284"/>
                  <a:pt x="358932" y="70889"/>
                  <a:pt x="358932" y="63813"/>
                </a:cubicBezTo>
                <a:cubicBezTo>
                  <a:pt x="358932" y="56915"/>
                  <a:pt x="357280" y="51608"/>
                  <a:pt x="353975" y="47893"/>
                </a:cubicBezTo>
                <a:cubicBezTo>
                  <a:pt x="350670" y="44178"/>
                  <a:pt x="346578" y="42320"/>
                  <a:pt x="341698" y="42320"/>
                </a:cubicBezTo>
                <a:cubicBezTo>
                  <a:pt x="336818" y="42320"/>
                  <a:pt x="332715" y="44178"/>
                  <a:pt x="329388" y="47893"/>
                </a:cubicBezTo>
                <a:cubicBezTo>
                  <a:pt x="326061" y="51608"/>
                  <a:pt x="324397" y="56960"/>
                  <a:pt x="324397" y="63946"/>
                </a:cubicBezTo>
                <a:close/>
                <a:moveTo>
                  <a:pt x="493667" y="63348"/>
                </a:moveTo>
                <a:lnTo>
                  <a:pt x="512764" y="69336"/>
                </a:lnTo>
                <a:cubicBezTo>
                  <a:pt x="509837" y="80051"/>
                  <a:pt x="504968" y="88009"/>
                  <a:pt x="498159" y="93210"/>
                </a:cubicBezTo>
                <a:cubicBezTo>
                  <a:pt x="491349" y="98410"/>
                  <a:pt x="482710" y="101010"/>
                  <a:pt x="472241" y="101010"/>
                </a:cubicBezTo>
                <a:cubicBezTo>
                  <a:pt x="459287" y="101010"/>
                  <a:pt x="448641" y="96579"/>
                  <a:pt x="440301" y="87718"/>
                </a:cubicBezTo>
                <a:cubicBezTo>
                  <a:pt x="431961" y="78856"/>
                  <a:pt x="427791" y="66740"/>
                  <a:pt x="427791" y="51372"/>
                </a:cubicBezTo>
                <a:cubicBezTo>
                  <a:pt x="427791" y="35114"/>
                  <a:pt x="431983" y="22488"/>
                  <a:pt x="440367" y="13493"/>
                </a:cubicBezTo>
                <a:cubicBezTo>
                  <a:pt x="448752" y="4498"/>
                  <a:pt x="459775" y="0"/>
                  <a:pt x="473438" y="0"/>
                </a:cubicBezTo>
                <a:cubicBezTo>
                  <a:pt x="485372" y="0"/>
                  <a:pt x="495064" y="3535"/>
                  <a:pt x="502517" y="10605"/>
                </a:cubicBezTo>
                <a:cubicBezTo>
                  <a:pt x="506953" y="14785"/>
                  <a:pt x="510280" y="20787"/>
                  <a:pt x="512498" y="28613"/>
                </a:cubicBezTo>
                <a:lnTo>
                  <a:pt x="493002" y="33271"/>
                </a:lnTo>
                <a:cubicBezTo>
                  <a:pt x="491848" y="28214"/>
                  <a:pt x="489442" y="24221"/>
                  <a:pt x="485782" y="21293"/>
                </a:cubicBezTo>
                <a:cubicBezTo>
                  <a:pt x="482122" y="18365"/>
                  <a:pt x="477675" y="16902"/>
                  <a:pt x="472440" y="16902"/>
                </a:cubicBezTo>
                <a:cubicBezTo>
                  <a:pt x="465209" y="16902"/>
                  <a:pt x="459343" y="19497"/>
                  <a:pt x="454840" y="24687"/>
                </a:cubicBezTo>
                <a:cubicBezTo>
                  <a:pt x="450337" y="29877"/>
                  <a:pt x="448086" y="38284"/>
                  <a:pt x="448086" y="49906"/>
                </a:cubicBezTo>
                <a:cubicBezTo>
                  <a:pt x="448086" y="62238"/>
                  <a:pt x="450304" y="71022"/>
                  <a:pt x="454740" y="76257"/>
                </a:cubicBezTo>
                <a:cubicBezTo>
                  <a:pt x="459176" y="81491"/>
                  <a:pt x="464943" y="84108"/>
                  <a:pt x="472041" y="84108"/>
                </a:cubicBezTo>
                <a:cubicBezTo>
                  <a:pt x="477276" y="84108"/>
                  <a:pt x="481778" y="82440"/>
                  <a:pt x="485549" y="79103"/>
                </a:cubicBezTo>
                <a:cubicBezTo>
                  <a:pt x="489320" y="75765"/>
                  <a:pt x="492026" y="70513"/>
                  <a:pt x="493667" y="63348"/>
                </a:cubicBezTo>
                <a:close/>
                <a:moveTo>
                  <a:pt x="525184" y="62948"/>
                </a:moveTo>
                <a:cubicBezTo>
                  <a:pt x="525184" y="56738"/>
                  <a:pt x="526715" y="50727"/>
                  <a:pt x="529776" y="44916"/>
                </a:cubicBezTo>
                <a:cubicBezTo>
                  <a:pt x="532837" y="39104"/>
                  <a:pt x="537173" y="34668"/>
                  <a:pt x="542784" y="31607"/>
                </a:cubicBezTo>
                <a:cubicBezTo>
                  <a:pt x="548396" y="28546"/>
                  <a:pt x="554662" y="27016"/>
                  <a:pt x="561582" y="27016"/>
                </a:cubicBezTo>
                <a:cubicBezTo>
                  <a:pt x="572273" y="27016"/>
                  <a:pt x="581035" y="30487"/>
                  <a:pt x="587866" y="37430"/>
                </a:cubicBezTo>
                <a:cubicBezTo>
                  <a:pt x="594698" y="44372"/>
                  <a:pt x="598114" y="53144"/>
                  <a:pt x="598114" y="63747"/>
                </a:cubicBezTo>
                <a:cubicBezTo>
                  <a:pt x="598114" y="74438"/>
                  <a:pt x="594665" y="83299"/>
                  <a:pt x="587767" y="90330"/>
                </a:cubicBezTo>
                <a:cubicBezTo>
                  <a:pt x="580868" y="97361"/>
                  <a:pt x="572185" y="100877"/>
                  <a:pt x="561716" y="100877"/>
                </a:cubicBezTo>
                <a:cubicBezTo>
                  <a:pt x="555239" y="100877"/>
                  <a:pt x="549062" y="99413"/>
                  <a:pt x="543184" y="96485"/>
                </a:cubicBezTo>
                <a:cubicBezTo>
                  <a:pt x="537306" y="93557"/>
                  <a:pt x="532837" y="89265"/>
                  <a:pt x="529776" y="83609"/>
                </a:cubicBezTo>
                <a:cubicBezTo>
                  <a:pt x="526715" y="77953"/>
                  <a:pt x="525184" y="71066"/>
                  <a:pt x="525184" y="62948"/>
                </a:cubicBezTo>
                <a:moveTo>
                  <a:pt x="544348" y="63946"/>
                </a:moveTo>
                <a:cubicBezTo>
                  <a:pt x="544348" y="70933"/>
                  <a:pt x="546012" y="76284"/>
                  <a:pt x="549339" y="80000"/>
                </a:cubicBezTo>
                <a:cubicBezTo>
                  <a:pt x="552666" y="83715"/>
                  <a:pt x="556769" y="85572"/>
                  <a:pt x="561649" y="85572"/>
                </a:cubicBezTo>
                <a:cubicBezTo>
                  <a:pt x="566529" y="85572"/>
                  <a:pt x="570621" y="83715"/>
                  <a:pt x="573926" y="80000"/>
                </a:cubicBezTo>
                <a:cubicBezTo>
                  <a:pt x="577231" y="76284"/>
                  <a:pt x="578883" y="70889"/>
                  <a:pt x="578883" y="63813"/>
                </a:cubicBezTo>
                <a:cubicBezTo>
                  <a:pt x="578883" y="56915"/>
                  <a:pt x="577231" y="51608"/>
                  <a:pt x="573926" y="47893"/>
                </a:cubicBezTo>
                <a:cubicBezTo>
                  <a:pt x="570621" y="44178"/>
                  <a:pt x="566529" y="42320"/>
                  <a:pt x="561649" y="42320"/>
                </a:cubicBezTo>
                <a:cubicBezTo>
                  <a:pt x="556769" y="42320"/>
                  <a:pt x="552666" y="44178"/>
                  <a:pt x="549339" y="47893"/>
                </a:cubicBezTo>
                <a:cubicBezTo>
                  <a:pt x="546012" y="51608"/>
                  <a:pt x="544348" y="56960"/>
                  <a:pt x="544348" y="63946"/>
                </a:cubicBezTo>
                <a:close/>
                <a:moveTo>
                  <a:pt x="677586" y="99280"/>
                </a:moveTo>
                <a:lnTo>
                  <a:pt x="660219" y="99280"/>
                </a:lnTo>
                <a:lnTo>
                  <a:pt x="660219" y="88899"/>
                </a:lnTo>
                <a:cubicBezTo>
                  <a:pt x="657336" y="92936"/>
                  <a:pt x="653931" y="95942"/>
                  <a:pt x="650005" y="97916"/>
                </a:cubicBezTo>
                <a:cubicBezTo>
                  <a:pt x="646079" y="99890"/>
                  <a:pt x="642120" y="100877"/>
                  <a:pt x="638127" y="100877"/>
                </a:cubicBezTo>
                <a:cubicBezTo>
                  <a:pt x="630009" y="100877"/>
                  <a:pt x="623056" y="97605"/>
                  <a:pt x="617267" y="91062"/>
                </a:cubicBezTo>
                <a:cubicBezTo>
                  <a:pt x="611477" y="84519"/>
                  <a:pt x="608583" y="75392"/>
                  <a:pt x="608583" y="63680"/>
                </a:cubicBezTo>
                <a:cubicBezTo>
                  <a:pt x="608583" y="51703"/>
                  <a:pt x="611400" y="42598"/>
                  <a:pt x="617034" y="36365"/>
                </a:cubicBezTo>
                <a:cubicBezTo>
                  <a:pt x="622667" y="30132"/>
                  <a:pt x="629787" y="27016"/>
                  <a:pt x="638393" y="27016"/>
                </a:cubicBezTo>
                <a:cubicBezTo>
                  <a:pt x="646290" y="27016"/>
                  <a:pt x="653121" y="30299"/>
                  <a:pt x="658888" y="36864"/>
                </a:cubicBezTo>
                <a:lnTo>
                  <a:pt x="658888" y="1730"/>
                </a:lnTo>
                <a:lnTo>
                  <a:pt x="677586" y="1730"/>
                </a:lnTo>
                <a:lnTo>
                  <a:pt x="677586" y="99280"/>
                </a:lnTo>
                <a:moveTo>
                  <a:pt x="627680" y="62451"/>
                </a:moveTo>
                <a:cubicBezTo>
                  <a:pt x="627680" y="69982"/>
                  <a:pt x="628723" y="75430"/>
                  <a:pt x="630808" y="78796"/>
                </a:cubicBezTo>
                <a:cubicBezTo>
                  <a:pt x="633824" y="83668"/>
                  <a:pt x="638039" y="86105"/>
                  <a:pt x="643451" y="86105"/>
                </a:cubicBezTo>
                <a:cubicBezTo>
                  <a:pt x="647754" y="86105"/>
                  <a:pt x="651413" y="84278"/>
                  <a:pt x="654430" y="80623"/>
                </a:cubicBezTo>
                <a:cubicBezTo>
                  <a:pt x="657447" y="76969"/>
                  <a:pt x="658955" y="71510"/>
                  <a:pt x="658955" y="64246"/>
                </a:cubicBezTo>
                <a:cubicBezTo>
                  <a:pt x="658955" y="56139"/>
                  <a:pt x="657491" y="50303"/>
                  <a:pt x="654563" y="46737"/>
                </a:cubicBezTo>
                <a:cubicBezTo>
                  <a:pt x="651635" y="43172"/>
                  <a:pt x="647887" y="41389"/>
                  <a:pt x="643318" y="41389"/>
                </a:cubicBezTo>
                <a:cubicBezTo>
                  <a:pt x="638881" y="41389"/>
                  <a:pt x="635166" y="43149"/>
                  <a:pt x="632172" y="46671"/>
                </a:cubicBezTo>
                <a:cubicBezTo>
                  <a:pt x="629177" y="50192"/>
                  <a:pt x="627680" y="55452"/>
                  <a:pt x="627680" y="62451"/>
                </a:cubicBezTo>
                <a:close/>
                <a:moveTo>
                  <a:pt x="736964" y="76789"/>
                </a:moveTo>
                <a:lnTo>
                  <a:pt x="755596" y="79983"/>
                </a:lnTo>
                <a:cubicBezTo>
                  <a:pt x="753200" y="86792"/>
                  <a:pt x="749418" y="91977"/>
                  <a:pt x="744250" y="95537"/>
                </a:cubicBezTo>
                <a:cubicBezTo>
                  <a:pt x="739082" y="99097"/>
                  <a:pt x="732617" y="100877"/>
                  <a:pt x="724854" y="100877"/>
                </a:cubicBezTo>
                <a:cubicBezTo>
                  <a:pt x="712566" y="100877"/>
                  <a:pt x="703472" y="96862"/>
                  <a:pt x="697572" y="88833"/>
                </a:cubicBezTo>
                <a:cubicBezTo>
                  <a:pt x="692914" y="82401"/>
                  <a:pt x="690585" y="74283"/>
                  <a:pt x="690585" y="64479"/>
                </a:cubicBezTo>
                <a:cubicBezTo>
                  <a:pt x="690585" y="52767"/>
                  <a:pt x="693646" y="43596"/>
                  <a:pt x="699767" y="36964"/>
                </a:cubicBezTo>
                <a:cubicBezTo>
                  <a:pt x="705889" y="30332"/>
                  <a:pt x="713630" y="27016"/>
                  <a:pt x="722990" y="27016"/>
                </a:cubicBezTo>
                <a:cubicBezTo>
                  <a:pt x="733504" y="27016"/>
                  <a:pt x="741799" y="30487"/>
                  <a:pt x="747877" y="37430"/>
                </a:cubicBezTo>
                <a:cubicBezTo>
                  <a:pt x="753954" y="44372"/>
                  <a:pt x="756860" y="55008"/>
                  <a:pt x="756594" y="69336"/>
                </a:cubicBezTo>
                <a:lnTo>
                  <a:pt x="709749" y="69336"/>
                </a:lnTo>
                <a:cubicBezTo>
                  <a:pt x="709882" y="74881"/>
                  <a:pt x="711390" y="79195"/>
                  <a:pt x="714273" y="82279"/>
                </a:cubicBezTo>
                <a:cubicBezTo>
                  <a:pt x="717157" y="85362"/>
                  <a:pt x="720750" y="86903"/>
                  <a:pt x="725053" y="86903"/>
                </a:cubicBezTo>
                <a:cubicBezTo>
                  <a:pt x="727981" y="86903"/>
                  <a:pt x="730443" y="86105"/>
                  <a:pt x="732439" y="84508"/>
                </a:cubicBezTo>
                <a:cubicBezTo>
                  <a:pt x="734436" y="82911"/>
                  <a:pt x="735944" y="80338"/>
                  <a:pt x="736964" y="76789"/>
                </a:cubicBezTo>
                <a:moveTo>
                  <a:pt x="738029" y="57891"/>
                </a:moveTo>
                <a:cubicBezTo>
                  <a:pt x="737896" y="52501"/>
                  <a:pt x="736498" y="48403"/>
                  <a:pt x="733837" y="45598"/>
                </a:cubicBezTo>
                <a:cubicBezTo>
                  <a:pt x="731175" y="42792"/>
                  <a:pt x="727937" y="41389"/>
                  <a:pt x="724122" y="41389"/>
                </a:cubicBezTo>
                <a:cubicBezTo>
                  <a:pt x="720040" y="41389"/>
                  <a:pt x="716669" y="42869"/>
                  <a:pt x="714007" y="45828"/>
                </a:cubicBezTo>
                <a:cubicBezTo>
                  <a:pt x="711346" y="48789"/>
                  <a:pt x="710037" y="52810"/>
                  <a:pt x="710081" y="57891"/>
                </a:cubicBezTo>
                <a:lnTo>
                  <a:pt x="738029" y="57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3cc9d50134032"/>
          <a:stretch xmlns:a="http://schemas.openxmlformats.org/drawingml/2006/main"/>
        </p:blipFill>
        <p:spPr>
          <a:xfrm xmlns:a="http://schemas.openxmlformats.org/drawingml/2006/main">
            <a:off x="9705664" y="1436194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1D3E7-0F04-40BF-BDE6-3D830A65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133" y="1445491"/>
            <a:ext cx="386194" cy="363405"/>
          </a:xfrm>
          <a:custGeom xmlns:a="http://schemas.openxmlformats.org/drawingml/2006/main">
            <a:pathLst>
              <a:path w="386194" h="363405">
                <a:moveTo>
                  <a:pt x="0" y="15975"/>
                </a:moveTo>
                <a:cubicBezTo>
                  <a:pt x="0" y="7117"/>
                  <a:pt x="7192" y="0"/>
                  <a:pt x="15975" y="0"/>
                </a:cubicBezTo>
                <a:lnTo>
                  <a:pt x="370219" y="0"/>
                </a:lnTo>
                <a:cubicBezTo>
                  <a:pt x="379077" y="0"/>
                  <a:pt x="386194" y="7117"/>
                  <a:pt x="386194" y="15975"/>
                </a:cubicBezTo>
                <a:lnTo>
                  <a:pt x="386194" y="347431"/>
                </a:lnTo>
                <a:cubicBezTo>
                  <a:pt x="386194" y="356213"/>
                  <a:pt x="379077" y="363405"/>
                  <a:pt x="370219" y="363405"/>
                </a:cubicBezTo>
                <a:lnTo>
                  <a:pt x="15975" y="363405"/>
                </a:lnTo>
                <a:cubicBezTo>
                  <a:pt x="7192" y="363405"/>
                  <a:pt x="0" y="356213"/>
                  <a:pt x="0" y="347431"/>
                </a:cubicBezTo>
                <a:lnTo>
                  <a:pt x="0" y="15975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Text ●">
            <a:extLst xmlns:a="http://schemas.openxmlformats.org/drawingml/2006/main">
              <a:ext uri="{FF2B5EF4-FFF2-40B4-BE49-F238E27FC236}">
                <a16:creationId xmlns:a16="http://schemas.microsoft.com/office/drawing/2014/main" id="{BFD3F248-FAD3-4F62-8E96-80463D5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90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Text ●">
            <a:extLst xmlns:a="http://schemas.openxmlformats.org/drawingml/2006/main">
              <a:ext uri="{FF2B5EF4-FFF2-40B4-BE49-F238E27FC236}">
                <a16:creationId xmlns:a16="http://schemas.microsoft.com/office/drawing/2014/main" id="{715D3ACB-F30A-430E-95E7-7BD50C40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571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Text ●">
            <a:extLst xmlns:a="http://schemas.openxmlformats.org/drawingml/2006/main">
              <a:ext uri="{FF2B5EF4-FFF2-40B4-BE49-F238E27FC236}">
                <a16:creationId xmlns:a16="http://schemas.microsoft.com/office/drawing/2014/main" id="{0DF224D6-EC5A-4943-AD0C-02328338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552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7C272-C875-4F89-AEEB-BBF0B550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336" y="1308253"/>
            <a:ext cx="118008" cy="89365"/>
          </a:xfrm>
          <a:custGeom xmlns:a="http://schemas.openxmlformats.org/drawingml/2006/main">
            <a:pathLst>
              <a:path w="118008" h="89365">
                <a:moveTo>
                  <a:pt x="109029" y="89365"/>
                </a:moveTo>
                <a:lnTo>
                  <a:pt x="8979" y="89364"/>
                </a:lnTo>
                <a:cubicBezTo>
                  <a:pt x="4020" y="89364"/>
                  <a:pt x="0" y="85679"/>
                  <a:pt x="0" y="81133"/>
                </a:cubicBezTo>
                <a:lnTo>
                  <a:pt x="0" y="8231"/>
                </a:lnTo>
                <a:cubicBezTo>
                  <a:pt x="0" y="3688"/>
                  <a:pt x="4023" y="0"/>
                  <a:pt x="8979" y="0"/>
                </a:cubicBezTo>
                <a:lnTo>
                  <a:pt x="109029" y="0"/>
                </a:lnTo>
                <a:cubicBezTo>
                  <a:pt x="113989" y="0"/>
                  <a:pt x="118008" y="3689"/>
                  <a:pt x="118008" y="8231"/>
                </a:cubicBezTo>
                <a:lnTo>
                  <a:pt x="118008" y="81134"/>
                </a:lnTo>
                <a:cubicBezTo>
                  <a:pt x="118008" y="85680"/>
                  <a:pt x="113989" y="89365"/>
                  <a:pt x="109029" y="89365"/>
                </a:cubicBezTo>
                <a:close/>
                <a:moveTo>
                  <a:pt x="8979" y="7055"/>
                </a:moveTo>
                <a:cubicBezTo>
                  <a:pt x="8271" y="7055"/>
                  <a:pt x="7696" y="7580"/>
                  <a:pt x="7696" y="8231"/>
                </a:cubicBezTo>
                <a:lnTo>
                  <a:pt x="7696" y="81133"/>
                </a:lnTo>
                <a:cubicBezTo>
                  <a:pt x="7696" y="81783"/>
                  <a:pt x="8271" y="82309"/>
                  <a:pt x="8979" y="82309"/>
                </a:cubicBezTo>
                <a:lnTo>
                  <a:pt x="25285" y="82309"/>
                </a:lnTo>
                <a:lnTo>
                  <a:pt x="69265" y="39869"/>
                </a:lnTo>
                <a:cubicBezTo>
                  <a:pt x="72677" y="36577"/>
                  <a:pt x="78359" y="36440"/>
                  <a:pt x="81955" y="39568"/>
                </a:cubicBezTo>
                <a:cubicBezTo>
                  <a:pt x="82011" y="39618"/>
                  <a:pt x="82066" y="39669"/>
                  <a:pt x="82126" y="39720"/>
                </a:cubicBezTo>
                <a:lnTo>
                  <a:pt x="110312" y="65566"/>
                </a:lnTo>
                <a:lnTo>
                  <a:pt x="110312" y="8231"/>
                </a:lnTo>
                <a:cubicBezTo>
                  <a:pt x="110312" y="7581"/>
                  <a:pt x="109739" y="7055"/>
                  <a:pt x="109029" y="7055"/>
                </a:cubicBezTo>
                <a:lnTo>
                  <a:pt x="8979" y="7055"/>
                </a:lnTo>
                <a:close/>
                <a:moveTo>
                  <a:pt x="110312" y="81134"/>
                </a:moveTo>
                <a:lnTo>
                  <a:pt x="110312" y="75537"/>
                </a:lnTo>
                <a:lnTo>
                  <a:pt x="76679" y="44710"/>
                </a:lnTo>
                <a:cubicBezTo>
                  <a:pt x="76435" y="44486"/>
                  <a:pt x="76102" y="44361"/>
                  <a:pt x="75755" y="44369"/>
                </a:cubicBezTo>
                <a:cubicBezTo>
                  <a:pt x="75413" y="44369"/>
                  <a:pt x="75084" y="44498"/>
                  <a:pt x="74844" y="44729"/>
                </a:cubicBezTo>
                <a:lnTo>
                  <a:pt x="35901" y="82309"/>
                </a:lnTo>
                <a:lnTo>
                  <a:pt x="109029" y="82310"/>
                </a:lnTo>
                <a:cubicBezTo>
                  <a:pt x="109739" y="82310"/>
                  <a:pt x="110312" y="81783"/>
                  <a:pt x="110312" y="81134"/>
                </a:cubicBezTo>
                <a:close/>
                <a:moveTo>
                  <a:pt x="51307" y="31748"/>
                </a:moveTo>
                <a:cubicBezTo>
                  <a:pt x="51307" y="40191"/>
                  <a:pt x="43841" y="47034"/>
                  <a:pt x="34633" y="47034"/>
                </a:cubicBezTo>
                <a:cubicBezTo>
                  <a:pt x="25423" y="47034"/>
                  <a:pt x="17958" y="40191"/>
                  <a:pt x="17958" y="31748"/>
                </a:cubicBezTo>
                <a:cubicBezTo>
                  <a:pt x="17958" y="23305"/>
                  <a:pt x="25423" y="16462"/>
                  <a:pt x="34633" y="16462"/>
                </a:cubicBezTo>
                <a:cubicBezTo>
                  <a:pt x="43841" y="16462"/>
                  <a:pt x="51307" y="23305"/>
                  <a:pt x="51307" y="31748"/>
                </a:cubicBezTo>
                <a:close/>
                <a:moveTo>
                  <a:pt x="43610" y="31748"/>
                </a:moveTo>
                <a:cubicBezTo>
                  <a:pt x="43610" y="27201"/>
                  <a:pt x="39587" y="23517"/>
                  <a:pt x="34628" y="23517"/>
                </a:cubicBezTo>
                <a:cubicBezTo>
                  <a:pt x="29668" y="23517"/>
                  <a:pt x="25648" y="27205"/>
                  <a:pt x="25649" y="31752"/>
                </a:cubicBezTo>
                <a:cubicBezTo>
                  <a:pt x="25651" y="36298"/>
                  <a:pt x="29673" y="39987"/>
                  <a:pt x="34633" y="39983"/>
                </a:cubicBezTo>
                <a:cubicBezTo>
                  <a:pt x="39595" y="39983"/>
                  <a:pt x="43615" y="36295"/>
                  <a:pt x="43610" y="3174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Text Image">
            <a:extLst xmlns:a="http://schemas.openxmlformats.org/drawingml/2006/main">
              <a:ext uri="{FF2B5EF4-FFF2-40B4-BE49-F238E27FC236}">
                <a16:creationId xmlns:a16="http://schemas.microsoft.com/office/drawing/2014/main" id="{DD7370F0-1D47-4459-A8DC-482CD5B2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285" y="1338192"/>
            <a:ext cx="181139" cy="63148"/>
          </a:xfrm>
          <a:custGeom xmlns:a="http://schemas.openxmlformats.org/drawingml/2006/main">
            <a:pathLst>
              <a:path w="181139" h="63148">
                <a:moveTo>
                  <a:pt x="0" y="48775"/>
                </a:moveTo>
                <a:lnTo>
                  <a:pt x="0" y="0"/>
                </a:lnTo>
                <a:lnTo>
                  <a:pt x="6455" y="0"/>
                </a:lnTo>
                <a:lnTo>
                  <a:pt x="6455" y="48775"/>
                </a:lnTo>
                <a:lnTo>
                  <a:pt x="0" y="48775"/>
                </a:lnTo>
                <a:close/>
                <a:moveTo>
                  <a:pt x="17079" y="48775"/>
                </a:moveTo>
                <a:lnTo>
                  <a:pt x="17079" y="13441"/>
                </a:lnTo>
                <a:lnTo>
                  <a:pt x="22436" y="13441"/>
                </a:lnTo>
                <a:lnTo>
                  <a:pt x="22436" y="18365"/>
                </a:lnTo>
                <a:cubicBezTo>
                  <a:pt x="23545" y="16645"/>
                  <a:pt x="25020" y="15261"/>
                  <a:pt x="26861" y="14214"/>
                </a:cubicBezTo>
                <a:cubicBezTo>
                  <a:pt x="28702" y="13167"/>
                  <a:pt x="30798" y="12643"/>
                  <a:pt x="33149" y="12643"/>
                </a:cubicBezTo>
                <a:cubicBezTo>
                  <a:pt x="35766" y="12643"/>
                  <a:pt x="37912" y="13184"/>
                  <a:pt x="39587" y="14265"/>
                </a:cubicBezTo>
                <a:cubicBezTo>
                  <a:pt x="41262" y="15345"/>
                  <a:pt x="42443" y="16856"/>
                  <a:pt x="43130" y="18798"/>
                </a:cubicBezTo>
                <a:cubicBezTo>
                  <a:pt x="45925" y="14695"/>
                  <a:pt x="49563" y="12643"/>
                  <a:pt x="54043" y="12643"/>
                </a:cubicBezTo>
                <a:cubicBezTo>
                  <a:pt x="57548" y="12643"/>
                  <a:pt x="60242" y="13613"/>
                  <a:pt x="62128" y="15554"/>
                </a:cubicBezTo>
                <a:cubicBezTo>
                  <a:pt x="64013" y="17495"/>
                  <a:pt x="64956" y="20484"/>
                  <a:pt x="64956" y="24521"/>
                </a:cubicBezTo>
                <a:lnTo>
                  <a:pt x="64956" y="48775"/>
                </a:lnTo>
                <a:lnTo>
                  <a:pt x="59000" y="48775"/>
                </a:lnTo>
                <a:lnTo>
                  <a:pt x="59000" y="26493"/>
                </a:lnTo>
                <a:cubicBezTo>
                  <a:pt x="59000" y="24095"/>
                  <a:pt x="58806" y="22368"/>
                  <a:pt x="58418" y="21314"/>
                </a:cubicBezTo>
                <a:cubicBezTo>
                  <a:pt x="58030" y="20259"/>
                  <a:pt x="57326" y="19410"/>
                  <a:pt x="56305" y="18766"/>
                </a:cubicBezTo>
                <a:cubicBezTo>
                  <a:pt x="55285" y="18122"/>
                  <a:pt x="54087" y="17800"/>
                  <a:pt x="52712" y="17800"/>
                </a:cubicBezTo>
                <a:cubicBezTo>
                  <a:pt x="50228" y="17800"/>
                  <a:pt x="48165" y="18627"/>
                  <a:pt x="46524" y="20282"/>
                </a:cubicBezTo>
                <a:cubicBezTo>
                  <a:pt x="44882" y="21935"/>
                  <a:pt x="44062" y="24583"/>
                  <a:pt x="44062" y="28225"/>
                </a:cubicBezTo>
                <a:lnTo>
                  <a:pt x="44062" y="48775"/>
                </a:lnTo>
                <a:lnTo>
                  <a:pt x="38073" y="48775"/>
                </a:lnTo>
                <a:lnTo>
                  <a:pt x="38073" y="25793"/>
                </a:lnTo>
                <a:cubicBezTo>
                  <a:pt x="38073" y="23129"/>
                  <a:pt x="37585" y="21130"/>
                  <a:pt x="36609" y="19798"/>
                </a:cubicBezTo>
                <a:cubicBezTo>
                  <a:pt x="35633" y="18466"/>
                  <a:pt x="34036" y="17800"/>
                  <a:pt x="31818" y="17800"/>
                </a:cubicBezTo>
                <a:cubicBezTo>
                  <a:pt x="30132" y="17800"/>
                  <a:pt x="28574" y="18244"/>
                  <a:pt x="27144" y="19133"/>
                </a:cubicBezTo>
                <a:cubicBezTo>
                  <a:pt x="25713" y="20021"/>
                  <a:pt x="24676" y="21320"/>
                  <a:pt x="24033" y="23030"/>
                </a:cubicBezTo>
                <a:cubicBezTo>
                  <a:pt x="23390" y="24739"/>
                  <a:pt x="23068" y="27203"/>
                  <a:pt x="23068" y="30423"/>
                </a:cubicBezTo>
                <a:lnTo>
                  <a:pt x="23068" y="48775"/>
                </a:lnTo>
                <a:lnTo>
                  <a:pt x="17079" y="48775"/>
                </a:lnTo>
                <a:close/>
                <a:moveTo>
                  <a:pt x="97440" y="44412"/>
                </a:moveTo>
                <a:cubicBezTo>
                  <a:pt x="95222" y="46299"/>
                  <a:pt x="93087" y="47631"/>
                  <a:pt x="91035" y="48408"/>
                </a:cubicBezTo>
                <a:cubicBezTo>
                  <a:pt x="88984" y="49185"/>
                  <a:pt x="86782" y="49573"/>
                  <a:pt x="84431" y="49573"/>
                </a:cubicBezTo>
                <a:cubicBezTo>
                  <a:pt x="80549" y="49573"/>
                  <a:pt x="77566" y="48625"/>
                  <a:pt x="75481" y="46727"/>
                </a:cubicBezTo>
                <a:cubicBezTo>
                  <a:pt x="73396" y="44829"/>
                  <a:pt x="72354" y="42404"/>
                  <a:pt x="72354" y="39452"/>
                </a:cubicBezTo>
                <a:cubicBezTo>
                  <a:pt x="72354" y="37721"/>
                  <a:pt x="72747" y="36140"/>
                  <a:pt x="73535" y="34709"/>
                </a:cubicBezTo>
                <a:cubicBezTo>
                  <a:pt x="74322" y="33277"/>
                  <a:pt x="75354" y="32128"/>
                  <a:pt x="76629" y="31262"/>
                </a:cubicBezTo>
                <a:cubicBezTo>
                  <a:pt x="77904" y="30396"/>
                  <a:pt x="79341" y="29742"/>
                  <a:pt x="80938" y="29298"/>
                </a:cubicBezTo>
                <a:cubicBezTo>
                  <a:pt x="82113" y="28987"/>
                  <a:pt x="83888" y="28687"/>
                  <a:pt x="86261" y="28399"/>
                </a:cubicBezTo>
                <a:cubicBezTo>
                  <a:pt x="91096" y="27826"/>
                  <a:pt x="94656" y="27143"/>
                  <a:pt x="96941" y="26350"/>
                </a:cubicBezTo>
                <a:cubicBezTo>
                  <a:pt x="96963" y="25533"/>
                  <a:pt x="96974" y="25014"/>
                  <a:pt x="96974" y="24793"/>
                </a:cubicBezTo>
                <a:cubicBezTo>
                  <a:pt x="96974" y="22362"/>
                  <a:pt x="96408" y="20650"/>
                  <a:pt x="95277" y="19656"/>
                </a:cubicBezTo>
                <a:cubicBezTo>
                  <a:pt x="93747" y="18308"/>
                  <a:pt x="91473" y="17634"/>
                  <a:pt x="88457" y="17634"/>
                </a:cubicBezTo>
                <a:cubicBezTo>
                  <a:pt x="85640" y="17634"/>
                  <a:pt x="83560" y="18127"/>
                  <a:pt x="82218" y="19114"/>
                </a:cubicBezTo>
                <a:cubicBezTo>
                  <a:pt x="80877" y="20101"/>
                  <a:pt x="79884" y="21848"/>
                  <a:pt x="79241" y="24354"/>
                </a:cubicBezTo>
                <a:lnTo>
                  <a:pt x="73385" y="23556"/>
                </a:lnTo>
                <a:cubicBezTo>
                  <a:pt x="73917" y="21042"/>
                  <a:pt x="74794" y="19011"/>
                  <a:pt x="76013" y="17465"/>
                </a:cubicBezTo>
                <a:cubicBezTo>
                  <a:pt x="77233" y="15919"/>
                  <a:pt x="78997" y="14729"/>
                  <a:pt x="81304" y="13895"/>
                </a:cubicBezTo>
                <a:cubicBezTo>
                  <a:pt x="83610" y="13060"/>
                  <a:pt x="86283" y="12643"/>
                  <a:pt x="89322" y="12643"/>
                </a:cubicBezTo>
                <a:cubicBezTo>
                  <a:pt x="92338" y="12643"/>
                  <a:pt x="94789" y="12998"/>
                  <a:pt x="96675" y="13708"/>
                </a:cubicBezTo>
                <a:cubicBezTo>
                  <a:pt x="98560" y="14417"/>
                  <a:pt x="99946" y="15310"/>
                  <a:pt x="100833" y="16386"/>
                </a:cubicBezTo>
                <a:cubicBezTo>
                  <a:pt x="101721" y="17462"/>
                  <a:pt x="102342" y="18820"/>
                  <a:pt x="102697" y="20462"/>
                </a:cubicBezTo>
                <a:cubicBezTo>
                  <a:pt x="102896" y="21482"/>
                  <a:pt x="102996" y="23323"/>
                  <a:pt x="102996" y="25984"/>
                </a:cubicBezTo>
                <a:lnTo>
                  <a:pt x="102996" y="33969"/>
                </a:lnTo>
                <a:cubicBezTo>
                  <a:pt x="102996" y="39537"/>
                  <a:pt x="103124" y="43058"/>
                  <a:pt x="103379" y="44533"/>
                </a:cubicBezTo>
                <a:cubicBezTo>
                  <a:pt x="103634" y="46008"/>
                  <a:pt x="104138" y="47422"/>
                  <a:pt x="104893" y="48775"/>
                </a:cubicBezTo>
                <a:lnTo>
                  <a:pt x="98638" y="48775"/>
                </a:lnTo>
                <a:cubicBezTo>
                  <a:pt x="98017" y="47531"/>
                  <a:pt x="97617" y="46077"/>
                  <a:pt x="97440" y="44412"/>
                </a:cubicBezTo>
                <a:moveTo>
                  <a:pt x="96941" y="31008"/>
                </a:moveTo>
                <a:cubicBezTo>
                  <a:pt x="94767" y="31903"/>
                  <a:pt x="91507" y="32664"/>
                  <a:pt x="87159" y="33289"/>
                </a:cubicBezTo>
                <a:cubicBezTo>
                  <a:pt x="84697" y="33646"/>
                  <a:pt x="82956" y="34047"/>
                  <a:pt x="81936" y="34492"/>
                </a:cubicBezTo>
                <a:cubicBezTo>
                  <a:pt x="80915" y="34937"/>
                  <a:pt x="80128" y="35589"/>
                  <a:pt x="79573" y="36447"/>
                </a:cubicBezTo>
                <a:cubicBezTo>
                  <a:pt x="79019" y="37304"/>
                  <a:pt x="78742" y="38257"/>
                  <a:pt x="78742" y="39303"/>
                </a:cubicBezTo>
                <a:cubicBezTo>
                  <a:pt x="78742" y="40906"/>
                  <a:pt x="79346" y="42243"/>
                  <a:pt x="80555" y="43312"/>
                </a:cubicBezTo>
                <a:cubicBezTo>
                  <a:pt x="81764" y="44381"/>
                  <a:pt x="83533" y="44916"/>
                  <a:pt x="85862" y="44916"/>
                </a:cubicBezTo>
                <a:cubicBezTo>
                  <a:pt x="88168" y="44916"/>
                  <a:pt x="90220" y="44408"/>
                  <a:pt x="92017" y="43394"/>
                </a:cubicBezTo>
                <a:cubicBezTo>
                  <a:pt x="93813" y="42380"/>
                  <a:pt x="95133" y="40993"/>
                  <a:pt x="95976" y="39232"/>
                </a:cubicBezTo>
                <a:cubicBezTo>
                  <a:pt x="96619" y="37873"/>
                  <a:pt x="96941" y="35867"/>
                  <a:pt x="96941" y="33215"/>
                </a:cubicBezTo>
                <a:lnTo>
                  <a:pt x="96941" y="31008"/>
                </a:lnTo>
                <a:close/>
                <a:moveTo>
                  <a:pt x="111375" y="51703"/>
                </a:moveTo>
                <a:lnTo>
                  <a:pt x="117198" y="52568"/>
                </a:lnTo>
                <a:cubicBezTo>
                  <a:pt x="117442" y="54364"/>
                  <a:pt x="118118" y="55673"/>
                  <a:pt x="119227" y="56494"/>
                </a:cubicBezTo>
                <a:cubicBezTo>
                  <a:pt x="120713" y="57603"/>
                  <a:pt x="122743" y="58157"/>
                  <a:pt x="125316" y="58157"/>
                </a:cubicBezTo>
                <a:cubicBezTo>
                  <a:pt x="128088" y="58157"/>
                  <a:pt x="130229" y="57601"/>
                  <a:pt x="131737" y="56490"/>
                </a:cubicBezTo>
                <a:cubicBezTo>
                  <a:pt x="133245" y="55378"/>
                  <a:pt x="134265" y="53822"/>
                  <a:pt x="134798" y="51821"/>
                </a:cubicBezTo>
                <a:cubicBezTo>
                  <a:pt x="135108" y="50599"/>
                  <a:pt x="135253" y="48032"/>
                  <a:pt x="135230" y="44119"/>
                </a:cubicBezTo>
                <a:cubicBezTo>
                  <a:pt x="132613" y="47223"/>
                  <a:pt x="129352" y="48775"/>
                  <a:pt x="125449" y="48775"/>
                </a:cubicBezTo>
                <a:cubicBezTo>
                  <a:pt x="120591" y="48775"/>
                  <a:pt x="116832" y="47023"/>
                  <a:pt x="114170" y="43518"/>
                </a:cubicBezTo>
                <a:cubicBezTo>
                  <a:pt x="111508" y="40014"/>
                  <a:pt x="110177" y="35810"/>
                  <a:pt x="110177" y="30909"/>
                </a:cubicBezTo>
                <a:cubicBezTo>
                  <a:pt x="110177" y="27537"/>
                  <a:pt x="110787" y="24426"/>
                  <a:pt x="112007" y="21576"/>
                </a:cubicBezTo>
                <a:cubicBezTo>
                  <a:pt x="113227" y="18726"/>
                  <a:pt x="114996" y="16524"/>
                  <a:pt x="117314" y="14972"/>
                </a:cubicBezTo>
                <a:cubicBezTo>
                  <a:pt x="119632" y="13419"/>
                  <a:pt x="122355" y="12643"/>
                  <a:pt x="125482" y="12643"/>
                </a:cubicBezTo>
                <a:cubicBezTo>
                  <a:pt x="129652" y="12643"/>
                  <a:pt x="133090" y="14340"/>
                  <a:pt x="135796" y="17733"/>
                </a:cubicBezTo>
                <a:lnTo>
                  <a:pt x="135796" y="13441"/>
                </a:lnTo>
                <a:lnTo>
                  <a:pt x="141319" y="13441"/>
                </a:lnTo>
                <a:lnTo>
                  <a:pt x="141319" y="44005"/>
                </a:lnTo>
                <a:cubicBezTo>
                  <a:pt x="141319" y="49509"/>
                  <a:pt x="140759" y="53410"/>
                  <a:pt x="139639" y="55707"/>
                </a:cubicBezTo>
                <a:cubicBezTo>
                  <a:pt x="138519" y="58004"/>
                  <a:pt x="136744" y="59818"/>
                  <a:pt x="134315" y="61150"/>
                </a:cubicBezTo>
                <a:cubicBezTo>
                  <a:pt x="131887" y="62482"/>
                  <a:pt x="128898" y="63148"/>
                  <a:pt x="125349" y="63148"/>
                </a:cubicBezTo>
                <a:cubicBezTo>
                  <a:pt x="121135" y="63148"/>
                  <a:pt x="117730" y="62197"/>
                  <a:pt x="115135" y="60295"/>
                </a:cubicBezTo>
                <a:cubicBezTo>
                  <a:pt x="112540" y="58393"/>
                  <a:pt x="111286" y="55529"/>
                  <a:pt x="111375" y="51703"/>
                </a:cubicBezTo>
                <a:moveTo>
                  <a:pt x="116333" y="30477"/>
                </a:moveTo>
                <a:cubicBezTo>
                  <a:pt x="116333" y="35101"/>
                  <a:pt x="117253" y="38475"/>
                  <a:pt x="119094" y="40599"/>
                </a:cubicBezTo>
                <a:cubicBezTo>
                  <a:pt x="120935" y="42722"/>
                  <a:pt x="123242" y="43784"/>
                  <a:pt x="126014" y="43784"/>
                </a:cubicBezTo>
                <a:cubicBezTo>
                  <a:pt x="128765" y="43784"/>
                  <a:pt x="131071" y="42728"/>
                  <a:pt x="132935" y="40615"/>
                </a:cubicBezTo>
                <a:cubicBezTo>
                  <a:pt x="134798" y="38503"/>
                  <a:pt x="135729" y="35189"/>
                  <a:pt x="135729" y="30676"/>
                </a:cubicBezTo>
                <a:cubicBezTo>
                  <a:pt x="135729" y="26362"/>
                  <a:pt x="134770" y="23109"/>
                  <a:pt x="132851" y="20919"/>
                </a:cubicBezTo>
                <a:cubicBezTo>
                  <a:pt x="130933" y="18729"/>
                  <a:pt x="128621" y="17634"/>
                  <a:pt x="125915" y="17634"/>
                </a:cubicBezTo>
                <a:cubicBezTo>
                  <a:pt x="123253" y="17634"/>
                  <a:pt x="120990" y="18712"/>
                  <a:pt x="119127" y="20869"/>
                </a:cubicBezTo>
                <a:cubicBezTo>
                  <a:pt x="117264" y="23026"/>
                  <a:pt x="116333" y="26229"/>
                  <a:pt x="116333" y="30477"/>
                </a:cubicBezTo>
                <a:close/>
                <a:moveTo>
                  <a:pt x="174751" y="37396"/>
                </a:moveTo>
                <a:lnTo>
                  <a:pt x="180939" y="38162"/>
                </a:lnTo>
                <a:cubicBezTo>
                  <a:pt x="179963" y="41777"/>
                  <a:pt x="178156" y="44583"/>
                  <a:pt x="175516" y="46579"/>
                </a:cubicBezTo>
                <a:cubicBezTo>
                  <a:pt x="172877" y="48575"/>
                  <a:pt x="169505" y="49573"/>
                  <a:pt x="165402" y="49573"/>
                </a:cubicBezTo>
                <a:cubicBezTo>
                  <a:pt x="160234" y="49573"/>
                  <a:pt x="156136" y="47982"/>
                  <a:pt x="153108" y="44799"/>
                </a:cubicBezTo>
                <a:cubicBezTo>
                  <a:pt x="150081" y="41616"/>
                  <a:pt x="148567" y="37152"/>
                  <a:pt x="148567" y="31408"/>
                </a:cubicBezTo>
                <a:cubicBezTo>
                  <a:pt x="148567" y="25463"/>
                  <a:pt x="150097" y="20850"/>
                  <a:pt x="153158" y="17567"/>
                </a:cubicBezTo>
                <a:cubicBezTo>
                  <a:pt x="156219" y="14284"/>
                  <a:pt x="160189" y="12643"/>
                  <a:pt x="165069" y="12643"/>
                </a:cubicBezTo>
                <a:cubicBezTo>
                  <a:pt x="169794" y="12643"/>
                  <a:pt x="173653" y="14249"/>
                  <a:pt x="176647" y="17460"/>
                </a:cubicBezTo>
                <a:cubicBezTo>
                  <a:pt x="179642" y="20670"/>
                  <a:pt x="181139" y="25188"/>
                  <a:pt x="181139" y="31011"/>
                </a:cubicBezTo>
                <a:cubicBezTo>
                  <a:pt x="181139" y="31366"/>
                  <a:pt x="181128" y="31897"/>
                  <a:pt x="181106" y="32605"/>
                </a:cubicBezTo>
                <a:lnTo>
                  <a:pt x="154755" y="32605"/>
                </a:lnTo>
                <a:cubicBezTo>
                  <a:pt x="154977" y="36476"/>
                  <a:pt x="156075" y="39440"/>
                  <a:pt x="158049" y="41497"/>
                </a:cubicBezTo>
                <a:cubicBezTo>
                  <a:pt x="160023" y="43554"/>
                  <a:pt x="162485" y="44583"/>
                  <a:pt x="165435" y="44583"/>
                </a:cubicBezTo>
                <a:cubicBezTo>
                  <a:pt x="167631" y="44583"/>
                  <a:pt x="169505" y="44012"/>
                  <a:pt x="171058" y="42869"/>
                </a:cubicBezTo>
                <a:cubicBezTo>
                  <a:pt x="172610" y="41726"/>
                  <a:pt x="173841" y="39902"/>
                  <a:pt x="174751" y="37396"/>
                </a:cubicBezTo>
                <a:moveTo>
                  <a:pt x="155088" y="27615"/>
                </a:moveTo>
                <a:lnTo>
                  <a:pt x="174817" y="27615"/>
                </a:lnTo>
                <a:cubicBezTo>
                  <a:pt x="174551" y="24691"/>
                  <a:pt x="173797" y="22498"/>
                  <a:pt x="172555" y="21036"/>
                </a:cubicBezTo>
                <a:cubicBezTo>
                  <a:pt x="170647" y="18768"/>
                  <a:pt x="168174" y="17634"/>
                  <a:pt x="165136" y="17634"/>
                </a:cubicBezTo>
                <a:cubicBezTo>
                  <a:pt x="162385" y="17634"/>
                  <a:pt x="160073" y="18539"/>
                  <a:pt x="158199" y="20350"/>
                </a:cubicBezTo>
                <a:cubicBezTo>
                  <a:pt x="156324" y="22161"/>
                  <a:pt x="155287" y="24582"/>
                  <a:pt x="155088" y="276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14478-60E5-4A53-8603-03BBFA5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568" y="1335078"/>
            <a:ext cx="60012" cy="35527"/>
          </a:xfrm>
          <a:custGeom xmlns:a="http://schemas.openxmlformats.org/drawingml/2006/main">
            <a:pathLst>
              <a:path w="60012" h="35527">
                <a:moveTo>
                  <a:pt x="21573" y="17857"/>
                </a:moveTo>
                <a:cubicBezTo>
                  <a:pt x="21573" y="18844"/>
                  <a:pt x="21180" y="19787"/>
                  <a:pt x="20482" y="20485"/>
                </a:cubicBezTo>
                <a:lnTo>
                  <a:pt x="6844" y="34126"/>
                </a:lnTo>
                <a:cubicBezTo>
                  <a:pt x="5341" y="35527"/>
                  <a:pt x="2987" y="35444"/>
                  <a:pt x="1587" y="33940"/>
                </a:cubicBezTo>
                <a:cubicBezTo>
                  <a:pt x="255" y="32514"/>
                  <a:pt x="255" y="30298"/>
                  <a:pt x="1587" y="28868"/>
                </a:cubicBezTo>
                <a:lnTo>
                  <a:pt x="12597" y="17857"/>
                </a:lnTo>
                <a:lnTo>
                  <a:pt x="1586" y="6845"/>
                </a:lnTo>
                <a:cubicBezTo>
                  <a:pt x="83" y="5444"/>
                  <a:pt x="0" y="3092"/>
                  <a:pt x="1401" y="1587"/>
                </a:cubicBezTo>
                <a:cubicBezTo>
                  <a:pt x="2801" y="83"/>
                  <a:pt x="5155" y="0"/>
                  <a:pt x="6658" y="1401"/>
                </a:cubicBezTo>
                <a:cubicBezTo>
                  <a:pt x="6722" y="1463"/>
                  <a:pt x="6784" y="1525"/>
                  <a:pt x="6844" y="1587"/>
                </a:cubicBezTo>
                <a:lnTo>
                  <a:pt x="20482" y="15228"/>
                </a:lnTo>
                <a:cubicBezTo>
                  <a:pt x="21184" y="15922"/>
                  <a:pt x="21573" y="16869"/>
                  <a:pt x="21573" y="17857"/>
                </a:cubicBezTo>
                <a:close/>
                <a:moveTo>
                  <a:pt x="31493" y="27777"/>
                </a:moveTo>
                <a:cubicBezTo>
                  <a:pt x="29439" y="27777"/>
                  <a:pt x="27773" y="29443"/>
                  <a:pt x="27773" y="31497"/>
                </a:cubicBezTo>
                <a:cubicBezTo>
                  <a:pt x="27773" y="33551"/>
                  <a:pt x="29439" y="35217"/>
                  <a:pt x="31493" y="35217"/>
                </a:cubicBezTo>
                <a:lnTo>
                  <a:pt x="56293" y="35217"/>
                </a:lnTo>
                <a:cubicBezTo>
                  <a:pt x="58347" y="35217"/>
                  <a:pt x="60012" y="33551"/>
                  <a:pt x="60012" y="31497"/>
                </a:cubicBezTo>
                <a:cubicBezTo>
                  <a:pt x="60012" y="29443"/>
                  <a:pt x="58347" y="27777"/>
                  <a:pt x="56292" y="27777"/>
                </a:cubicBezTo>
                <a:lnTo>
                  <a:pt x="31493" y="2777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A6214-3A72-4A23-8491-BB93B3A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263" y="1308293"/>
            <a:ext cx="119037" cy="89283"/>
          </a:xfrm>
          <a:custGeom xmlns:a="http://schemas.openxmlformats.org/drawingml/2006/main">
            <a:pathLst>
              <a:path w="119037" h="89283">
                <a:moveTo>
                  <a:pt x="0" y="8680"/>
                </a:moveTo>
                <a:cubicBezTo>
                  <a:pt x="0" y="3890"/>
                  <a:pt x="3889" y="0"/>
                  <a:pt x="8680" y="0"/>
                </a:cubicBezTo>
                <a:lnTo>
                  <a:pt x="110357" y="0"/>
                </a:lnTo>
                <a:cubicBezTo>
                  <a:pt x="115151" y="0"/>
                  <a:pt x="119036" y="3890"/>
                  <a:pt x="119036" y="8681"/>
                </a:cubicBezTo>
                <a:lnTo>
                  <a:pt x="119037" y="80603"/>
                </a:lnTo>
                <a:cubicBezTo>
                  <a:pt x="119037" y="85397"/>
                  <a:pt x="115152" y="89283"/>
                  <a:pt x="110357" y="89283"/>
                </a:cubicBezTo>
                <a:lnTo>
                  <a:pt x="8681" y="89283"/>
                </a:lnTo>
                <a:cubicBezTo>
                  <a:pt x="3887" y="89283"/>
                  <a:pt x="1" y="85396"/>
                  <a:pt x="1" y="80602"/>
                </a:cubicBezTo>
                <a:lnTo>
                  <a:pt x="0" y="8680"/>
                </a:lnTo>
                <a:close/>
                <a:moveTo>
                  <a:pt x="8680" y="7440"/>
                </a:moveTo>
                <a:cubicBezTo>
                  <a:pt x="7995" y="7440"/>
                  <a:pt x="7440" y="7994"/>
                  <a:pt x="7440" y="8680"/>
                </a:cubicBezTo>
                <a:lnTo>
                  <a:pt x="7441" y="80602"/>
                </a:lnTo>
                <a:cubicBezTo>
                  <a:pt x="7441" y="81287"/>
                  <a:pt x="7996" y="81842"/>
                  <a:pt x="8681" y="81842"/>
                </a:cubicBezTo>
                <a:lnTo>
                  <a:pt x="110357" y="81843"/>
                </a:lnTo>
                <a:cubicBezTo>
                  <a:pt x="111043" y="81843"/>
                  <a:pt x="111597" y="81288"/>
                  <a:pt x="111597" y="80603"/>
                </a:cubicBezTo>
                <a:lnTo>
                  <a:pt x="111597" y="8681"/>
                </a:lnTo>
                <a:cubicBezTo>
                  <a:pt x="111597" y="7994"/>
                  <a:pt x="111043" y="7441"/>
                  <a:pt x="110357" y="7441"/>
                </a:cubicBezTo>
                <a:lnTo>
                  <a:pt x="8680" y="7440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Text Code">
            <a:extLst xmlns:a="http://schemas.openxmlformats.org/drawingml/2006/main">
              <a:ext uri="{FF2B5EF4-FFF2-40B4-BE49-F238E27FC236}">
                <a16:creationId xmlns:a16="http://schemas.microsoft.com/office/drawing/2014/main" id="{07A08DA6-5706-4614-995C-B5221001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744" y="1337327"/>
            <a:ext cx="156982" cy="50438"/>
          </a:xfrm>
          <a:custGeom xmlns:a="http://schemas.openxmlformats.org/drawingml/2006/main">
            <a:pathLst>
              <a:path w="156982" h="50438">
                <a:moveTo>
                  <a:pt x="36664" y="32472"/>
                </a:moveTo>
                <a:lnTo>
                  <a:pt x="43119" y="34103"/>
                </a:lnTo>
                <a:cubicBezTo>
                  <a:pt x="41766" y="39415"/>
                  <a:pt x="39332" y="43465"/>
                  <a:pt x="35816" y="46255"/>
                </a:cubicBezTo>
                <a:cubicBezTo>
                  <a:pt x="32300" y="49044"/>
                  <a:pt x="28003" y="50438"/>
                  <a:pt x="22924" y="50438"/>
                </a:cubicBezTo>
                <a:cubicBezTo>
                  <a:pt x="17667" y="50438"/>
                  <a:pt x="13391" y="49368"/>
                  <a:pt x="10098" y="47228"/>
                </a:cubicBezTo>
                <a:cubicBezTo>
                  <a:pt x="6804" y="45087"/>
                  <a:pt x="4297" y="41988"/>
                  <a:pt x="2578" y="37929"/>
                </a:cubicBezTo>
                <a:cubicBezTo>
                  <a:pt x="859" y="33870"/>
                  <a:pt x="0" y="29511"/>
                  <a:pt x="0" y="24853"/>
                </a:cubicBezTo>
                <a:cubicBezTo>
                  <a:pt x="0" y="19774"/>
                  <a:pt x="970" y="15343"/>
                  <a:pt x="2911" y="11562"/>
                </a:cubicBezTo>
                <a:cubicBezTo>
                  <a:pt x="4852" y="7780"/>
                  <a:pt x="7613" y="4907"/>
                  <a:pt x="11196" y="2944"/>
                </a:cubicBezTo>
                <a:cubicBezTo>
                  <a:pt x="14778" y="981"/>
                  <a:pt x="18720" y="0"/>
                  <a:pt x="23023" y="0"/>
                </a:cubicBezTo>
                <a:cubicBezTo>
                  <a:pt x="27903" y="0"/>
                  <a:pt x="32006" y="1242"/>
                  <a:pt x="35334" y="3726"/>
                </a:cubicBezTo>
                <a:cubicBezTo>
                  <a:pt x="38661" y="6211"/>
                  <a:pt x="40978" y="9704"/>
                  <a:pt x="42287" y="14207"/>
                </a:cubicBezTo>
                <a:lnTo>
                  <a:pt x="35932" y="15704"/>
                </a:lnTo>
                <a:cubicBezTo>
                  <a:pt x="34801" y="12143"/>
                  <a:pt x="33160" y="9551"/>
                  <a:pt x="31008" y="7927"/>
                </a:cubicBezTo>
                <a:cubicBezTo>
                  <a:pt x="28857" y="6302"/>
                  <a:pt x="26151" y="5490"/>
                  <a:pt x="22890" y="5490"/>
                </a:cubicBezTo>
                <a:cubicBezTo>
                  <a:pt x="19142" y="5490"/>
                  <a:pt x="16009" y="6390"/>
                  <a:pt x="13491" y="8190"/>
                </a:cubicBezTo>
                <a:cubicBezTo>
                  <a:pt x="10974" y="9989"/>
                  <a:pt x="9205" y="12405"/>
                  <a:pt x="8185" y="15439"/>
                </a:cubicBezTo>
                <a:cubicBezTo>
                  <a:pt x="7164" y="18471"/>
                  <a:pt x="6654" y="21598"/>
                  <a:pt x="6654" y="24819"/>
                </a:cubicBezTo>
                <a:cubicBezTo>
                  <a:pt x="6654" y="28974"/>
                  <a:pt x="7259" y="32601"/>
                  <a:pt x="8467" y="35701"/>
                </a:cubicBezTo>
                <a:cubicBezTo>
                  <a:pt x="9676" y="38800"/>
                  <a:pt x="11556" y="41117"/>
                  <a:pt x="14107" y="42650"/>
                </a:cubicBezTo>
                <a:cubicBezTo>
                  <a:pt x="16658" y="44183"/>
                  <a:pt x="19419" y="44949"/>
                  <a:pt x="22391" y="44949"/>
                </a:cubicBezTo>
                <a:cubicBezTo>
                  <a:pt x="26007" y="44949"/>
                  <a:pt x="29068" y="43901"/>
                  <a:pt x="31574" y="41805"/>
                </a:cubicBezTo>
                <a:cubicBezTo>
                  <a:pt x="34080" y="39709"/>
                  <a:pt x="35777" y="36598"/>
                  <a:pt x="36664" y="32472"/>
                </a:cubicBezTo>
                <a:close/>
                <a:moveTo>
                  <a:pt x="48065" y="31973"/>
                </a:moveTo>
                <a:cubicBezTo>
                  <a:pt x="48065" y="25430"/>
                  <a:pt x="49884" y="20584"/>
                  <a:pt x="53521" y="17434"/>
                </a:cubicBezTo>
                <a:cubicBezTo>
                  <a:pt x="56560" y="14817"/>
                  <a:pt x="60264" y="13508"/>
                  <a:pt x="64634" y="13508"/>
                </a:cubicBezTo>
                <a:cubicBezTo>
                  <a:pt x="69491" y="13508"/>
                  <a:pt x="73462" y="15099"/>
                  <a:pt x="76545" y="18282"/>
                </a:cubicBezTo>
                <a:cubicBezTo>
                  <a:pt x="79628" y="21465"/>
                  <a:pt x="81169" y="25862"/>
                  <a:pt x="81169" y="31474"/>
                </a:cubicBezTo>
                <a:cubicBezTo>
                  <a:pt x="81169" y="36021"/>
                  <a:pt x="80487" y="39598"/>
                  <a:pt x="79123" y="42204"/>
                </a:cubicBezTo>
                <a:cubicBezTo>
                  <a:pt x="77759" y="44810"/>
                  <a:pt x="75774" y="46834"/>
                  <a:pt x="73168" y="48276"/>
                </a:cubicBezTo>
                <a:cubicBezTo>
                  <a:pt x="70562" y="49718"/>
                  <a:pt x="67717" y="50438"/>
                  <a:pt x="64634" y="50438"/>
                </a:cubicBezTo>
                <a:cubicBezTo>
                  <a:pt x="59688" y="50438"/>
                  <a:pt x="55689" y="48853"/>
                  <a:pt x="52640" y="45681"/>
                </a:cubicBezTo>
                <a:cubicBezTo>
                  <a:pt x="49590" y="42509"/>
                  <a:pt x="48065" y="37940"/>
                  <a:pt x="48065" y="31973"/>
                </a:cubicBezTo>
                <a:moveTo>
                  <a:pt x="54220" y="31957"/>
                </a:moveTo>
                <a:cubicBezTo>
                  <a:pt x="54220" y="36465"/>
                  <a:pt x="55207" y="39840"/>
                  <a:pt x="57181" y="42083"/>
                </a:cubicBezTo>
                <a:cubicBezTo>
                  <a:pt x="59155" y="44326"/>
                  <a:pt x="61639" y="45448"/>
                  <a:pt x="64634" y="45448"/>
                </a:cubicBezTo>
                <a:cubicBezTo>
                  <a:pt x="67606" y="45448"/>
                  <a:pt x="70079" y="44321"/>
                  <a:pt x="72053" y="42067"/>
                </a:cubicBezTo>
                <a:cubicBezTo>
                  <a:pt x="74027" y="39813"/>
                  <a:pt x="75014" y="36376"/>
                  <a:pt x="75014" y="31758"/>
                </a:cubicBezTo>
                <a:cubicBezTo>
                  <a:pt x="75014" y="27404"/>
                  <a:pt x="74022" y="24106"/>
                  <a:pt x="72037" y="21863"/>
                </a:cubicBezTo>
                <a:cubicBezTo>
                  <a:pt x="70051" y="19620"/>
                  <a:pt x="67584" y="18499"/>
                  <a:pt x="64634" y="18499"/>
                </a:cubicBezTo>
                <a:cubicBezTo>
                  <a:pt x="61639" y="18499"/>
                  <a:pt x="59155" y="19614"/>
                  <a:pt x="57181" y="21846"/>
                </a:cubicBezTo>
                <a:cubicBezTo>
                  <a:pt x="55207" y="24078"/>
                  <a:pt x="54220" y="27448"/>
                  <a:pt x="54220" y="31957"/>
                </a:cubicBezTo>
                <a:close/>
                <a:moveTo>
                  <a:pt x="111103" y="49640"/>
                </a:moveTo>
                <a:lnTo>
                  <a:pt x="111103" y="45182"/>
                </a:lnTo>
                <a:cubicBezTo>
                  <a:pt x="108863" y="48686"/>
                  <a:pt x="105569" y="50438"/>
                  <a:pt x="101222" y="50438"/>
                </a:cubicBezTo>
                <a:cubicBezTo>
                  <a:pt x="98405" y="50438"/>
                  <a:pt x="95815" y="49662"/>
                  <a:pt x="93453" y="48110"/>
                </a:cubicBezTo>
                <a:cubicBezTo>
                  <a:pt x="91091" y="46557"/>
                  <a:pt x="89261" y="44389"/>
                  <a:pt x="87963" y="41605"/>
                </a:cubicBezTo>
                <a:cubicBezTo>
                  <a:pt x="86666" y="38821"/>
                  <a:pt x="86017" y="35622"/>
                  <a:pt x="86017" y="32006"/>
                </a:cubicBezTo>
                <a:cubicBezTo>
                  <a:pt x="86017" y="28480"/>
                  <a:pt x="86605" y="25280"/>
                  <a:pt x="87780" y="22408"/>
                </a:cubicBezTo>
                <a:cubicBezTo>
                  <a:pt x="88956" y="19535"/>
                  <a:pt x="90719" y="17334"/>
                  <a:pt x="93070" y="15804"/>
                </a:cubicBezTo>
                <a:cubicBezTo>
                  <a:pt x="95422" y="14273"/>
                  <a:pt x="98050" y="13508"/>
                  <a:pt x="100956" y="13508"/>
                </a:cubicBezTo>
                <a:cubicBezTo>
                  <a:pt x="103085" y="13508"/>
                  <a:pt x="104981" y="13957"/>
                  <a:pt x="106645" y="14855"/>
                </a:cubicBezTo>
                <a:cubicBezTo>
                  <a:pt x="108308" y="15754"/>
                  <a:pt x="109661" y="16924"/>
                  <a:pt x="110704" y="18365"/>
                </a:cubicBezTo>
                <a:lnTo>
                  <a:pt x="110704" y="865"/>
                </a:lnTo>
                <a:lnTo>
                  <a:pt x="116659" y="865"/>
                </a:lnTo>
                <a:lnTo>
                  <a:pt x="116659" y="49640"/>
                </a:lnTo>
                <a:lnTo>
                  <a:pt x="111103" y="49640"/>
                </a:lnTo>
                <a:moveTo>
                  <a:pt x="92172" y="31990"/>
                </a:moveTo>
                <a:cubicBezTo>
                  <a:pt x="92172" y="36498"/>
                  <a:pt x="93126" y="39868"/>
                  <a:pt x="95033" y="42100"/>
                </a:cubicBezTo>
                <a:cubicBezTo>
                  <a:pt x="96941" y="44332"/>
                  <a:pt x="99192" y="45448"/>
                  <a:pt x="101787" y="45448"/>
                </a:cubicBezTo>
                <a:cubicBezTo>
                  <a:pt x="104405" y="45448"/>
                  <a:pt x="106628" y="44382"/>
                  <a:pt x="108458" y="42250"/>
                </a:cubicBezTo>
                <a:cubicBezTo>
                  <a:pt x="110288" y="40117"/>
                  <a:pt x="111203" y="36863"/>
                  <a:pt x="111203" y="32487"/>
                </a:cubicBezTo>
                <a:cubicBezTo>
                  <a:pt x="111203" y="27669"/>
                  <a:pt x="110271" y="24134"/>
                  <a:pt x="108408" y="21880"/>
                </a:cubicBezTo>
                <a:cubicBezTo>
                  <a:pt x="106545" y="19626"/>
                  <a:pt x="104249" y="18499"/>
                  <a:pt x="101521" y="18499"/>
                </a:cubicBezTo>
                <a:cubicBezTo>
                  <a:pt x="98860" y="18499"/>
                  <a:pt x="96636" y="19582"/>
                  <a:pt x="94850" y="21748"/>
                </a:cubicBezTo>
                <a:cubicBezTo>
                  <a:pt x="93065" y="23913"/>
                  <a:pt x="92172" y="27327"/>
                  <a:pt x="92172" y="31990"/>
                </a:cubicBezTo>
                <a:close/>
                <a:moveTo>
                  <a:pt x="150594" y="38261"/>
                </a:moveTo>
                <a:lnTo>
                  <a:pt x="156783" y="39027"/>
                </a:lnTo>
                <a:cubicBezTo>
                  <a:pt x="155807" y="42642"/>
                  <a:pt x="153999" y="45448"/>
                  <a:pt x="151360" y="47444"/>
                </a:cubicBezTo>
                <a:cubicBezTo>
                  <a:pt x="148720" y="49440"/>
                  <a:pt x="145349" y="50438"/>
                  <a:pt x="141245" y="50438"/>
                </a:cubicBezTo>
                <a:cubicBezTo>
                  <a:pt x="136077" y="50438"/>
                  <a:pt x="131979" y="48847"/>
                  <a:pt x="128952" y="45664"/>
                </a:cubicBezTo>
                <a:cubicBezTo>
                  <a:pt x="125924" y="42481"/>
                  <a:pt x="124410" y="38017"/>
                  <a:pt x="124410" y="32273"/>
                </a:cubicBezTo>
                <a:cubicBezTo>
                  <a:pt x="124410" y="26328"/>
                  <a:pt x="125941" y="21715"/>
                  <a:pt x="129002" y="18432"/>
                </a:cubicBezTo>
                <a:cubicBezTo>
                  <a:pt x="132062" y="15149"/>
                  <a:pt x="136033" y="13508"/>
                  <a:pt x="140913" y="13508"/>
                </a:cubicBezTo>
                <a:cubicBezTo>
                  <a:pt x="145637" y="13508"/>
                  <a:pt x="149496" y="15114"/>
                  <a:pt x="152491" y="18325"/>
                </a:cubicBezTo>
                <a:cubicBezTo>
                  <a:pt x="155485" y="21536"/>
                  <a:pt x="156982" y="26053"/>
                  <a:pt x="156982" y="31877"/>
                </a:cubicBezTo>
                <a:cubicBezTo>
                  <a:pt x="156982" y="32231"/>
                  <a:pt x="156971" y="32762"/>
                  <a:pt x="156949" y="33470"/>
                </a:cubicBezTo>
                <a:lnTo>
                  <a:pt x="130599" y="33470"/>
                </a:lnTo>
                <a:cubicBezTo>
                  <a:pt x="130820" y="37341"/>
                  <a:pt x="131918" y="40305"/>
                  <a:pt x="133892" y="42362"/>
                </a:cubicBezTo>
                <a:cubicBezTo>
                  <a:pt x="135866" y="44419"/>
                  <a:pt x="138328" y="45448"/>
                  <a:pt x="141278" y="45448"/>
                </a:cubicBezTo>
                <a:cubicBezTo>
                  <a:pt x="143474" y="45448"/>
                  <a:pt x="145349" y="44877"/>
                  <a:pt x="146901" y="43734"/>
                </a:cubicBezTo>
                <a:cubicBezTo>
                  <a:pt x="148454" y="42591"/>
                  <a:pt x="149685" y="40767"/>
                  <a:pt x="150594" y="38261"/>
                </a:cubicBezTo>
                <a:moveTo>
                  <a:pt x="130931" y="28480"/>
                </a:moveTo>
                <a:lnTo>
                  <a:pt x="150661" y="28480"/>
                </a:lnTo>
                <a:cubicBezTo>
                  <a:pt x="150395" y="25556"/>
                  <a:pt x="149641" y="23363"/>
                  <a:pt x="148398" y="21902"/>
                </a:cubicBezTo>
                <a:cubicBezTo>
                  <a:pt x="146491" y="19633"/>
                  <a:pt x="144018" y="18499"/>
                  <a:pt x="140979" y="18499"/>
                </a:cubicBezTo>
                <a:cubicBezTo>
                  <a:pt x="138229" y="18499"/>
                  <a:pt x="135916" y="19404"/>
                  <a:pt x="134042" y="21215"/>
                </a:cubicBezTo>
                <a:cubicBezTo>
                  <a:pt x="132168" y="23026"/>
                  <a:pt x="131131" y="25447"/>
                  <a:pt x="130931" y="284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f1dc670034889"/>
          <a:stretch xmlns:a="http://schemas.openxmlformats.org/drawingml/2006/main"/>
        </p:blipFill>
        <p:spPr>
          <a:xfrm xmlns:a="http://schemas.openxmlformats.org/drawingml/2006/main">
            <a:off x="10425207" y="1436194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B82B0-9013-4B9F-80CA-67051EA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995" y="1445491"/>
            <a:ext cx="386194" cy="363405"/>
          </a:xfrm>
          <a:custGeom xmlns:a="http://schemas.openxmlformats.org/drawingml/2006/main">
            <a:pathLst>
              <a:path w="386194" h="363405">
                <a:moveTo>
                  <a:pt x="0" y="15975"/>
                </a:moveTo>
                <a:cubicBezTo>
                  <a:pt x="0" y="7117"/>
                  <a:pt x="7117" y="0"/>
                  <a:pt x="15975" y="0"/>
                </a:cubicBezTo>
                <a:lnTo>
                  <a:pt x="370219" y="0"/>
                </a:lnTo>
                <a:cubicBezTo>
                  <a:pt x="379002" y="0"/>
                  <a:pt x="386194" y="7117"/>
                  <a:pt x="386194" y="15975"/>
                </a:cubicBezTo>
                <a:lnTo>
                  <a:pt x="386194" y="347431"/>
                </a:lnTo>
                <a:cubicBezTo>
                  <a:pt x="386194" y="356213"/>
                  <a:pt x="379002" y="363405"/>
                  <a:pt x="370219" y="363405"/>
                </a:cubicBezTo>
                <a:lnTo>
                  <a:pt x="15975" y="363405"/>
                </a:lnTo>
                <a:cubicBezTo>
                  <a:pt x="7117" y="363405"/>
                  <a:pt x="0" y="356213"/>
                  <a:pt x="0" y="347431"/>
                </a:cubicBezTo>
                <a:lnTo>
                  <a:pt x="0" y="15975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34A49-BA4F-481E-A34A-240914F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380" y="1548726"/>
            <a:ext cx="326531" cy="162628"/>
          </a:xfrm>
          <a:custGeom xmlns:a="http://schemas.openxmlformats.org/drawingml/2006/main">
            <a:pathLst>
              <a:path w="326531" h="162628">
                <a:moveTo>
                  <a:pt x="310693" y="162365"/>
                </a:moveTo>
                <a:lnTo>
                  <a:pt x="312577" y="162043"/>
                </a:lnTo>
                <a:lnTo>
                  <a:pt x="314417" y="161600"/>
                </a:lnTo>
                <a:lnTo>
                  <a:pt x="316210" y="161039"/>
                </a:lnTo>
                <a:lnTo>
                  <a:pt x="317952" y="160366"/>
                </a:lnTo>
                <a:lnTo>
                  <a:pt x="319637" y="159585"/>
                </a:lnTo>
                <a:lnTo>
                  <a:pt x="321262" y="158700"/>
                </a:lnTo>
                <a:lnTo>
                  <a:pt x="322822" y="157715"/>
                </a:lnTo>
                <a:lnTo>
                  <a:pt x="324313" y="156635"/>
                </a:lnTo>
                <a:lnTo>
                  <a:pt x="325731" y="155464"/>
                </a:lnTo>
                <a:lnTo>
                  <a:pt x="326531" y="154712"/>
                </a:lnTo>
                <a:lnTo>
                  <a:pt x="326530" y="0"/>
                </a:lnTo>
                <a:lnTo>
                  <a:pt x="0" y="0"/>
                </a:lnTo>
                <a:lnTo>
                  <a:pt x="0" y="37902"/>
                </a:lnTo>
                <a:lnTo>
                  <a:pt x="0" y="158477"/>
                </a:lnTo>
                <a:lnTo>
                  <a:pt x="353" y="158699"/>
                </a:lnTo>
                <a:lnTo>
                  <a:pt x="1978" y="159584"/>
                </a:lnTo>
                <a:lnTo>
                  <a:pt x="3664" y="160366"/>
                </a:lnTo>
                <a:lnTo>
                  <a:pt x="5406" y="161039"/>
                </a:lnTo>
                <a:lnTo>
                  <a:pt x="7199" y="161599"/>
                </a:lnTo>
                <a:lnTo>
                  <a:pt x="9040" y="162043"/>
                </a:lnTo>
                <a:lnTo>
                  <a:pt x="10924" y="162365"/>
                </a:lnTo>
                <a:lnTo>
                  <a:pt x="12847" y="162561"/>
                </a:lnTo>
                <a:lnTo>
                  <a:pt x="14804" y="162628"/>
                </a:lnTo>
                <a:lnTo>
                  <a:pt x="306814" y="162628"/>
                </a:lnTo>
                <a:lnTo>
                  <a:pt x="308771" y="162562"/>
                </a:lnTo>
                <a:lnTo>
                  <a:pt x="310693" y="162365"/>
                </a:lnTo>
                <a:close/>
              </a:path>
            </a:pathLst>
          </a:custGeom>
          <a:solidFill xmlns:a="http://schemas.openxmlformats.org/drawingml/2006/main">
            <a:srgbClr val="E3E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A9C26-E3E4-4EFE-8A48-09FCB463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380" y="1548726"/>
            <a:ext cx="326531" cy="229507"/>
          </a:xfrm>
          <a:custGeom xmlns:a="http://schemas.openxmlformats.org/drawingml/2006/main">
            <a:pathLst>
              <a:path w="326531" h="229507">
                <a:moveTo>
                  <a:pt x="1" y="229507"/>
                </a:moveTo>
                <a:lnTo>
                  <a:pt x="326531" y="229507"/>
                </a:lnTo>
                <a:lnTo>
                  <a:pt x="326530" y="0"/>
                </a:lnTo>
                <a:lnTo>
                  <a:pt x="0" y="0"/>
                </a:lnTo>
                <a:lnTo>
                  <a:pt x="0" y="37902"/>
                </a:lnTo>
                <a:lnTo>
                  <a:pt x="1" y="229507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946BC-372F-4308-B30E-0243FEA9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214" y="1578468"/>
            <a:ext cx="23624" cy="12345"/>
          </a:xfrm>
          <a:custGeom xmlns:a="http://schemas.openxmlformats.org/drawingml/2006/main">
            <a:pathLst>
              <a:path w="23624" h="12345">
                <a:moveTo>
                  <a:pt x="17872" y="12331"/>
                </a:moveTo>
                <a:lnTo>
                  <a:pt x="18286" y="12289"/>
                </a:lnTo>
                <a:lnTo>
                  <a:pt x="18692" y="12219"/>
                </a:lnTo>
                <a:lnTo>
                  <a:pt x="19088" y="12124"/>
                </a:lnTo>
                <a:lnTo>
                  <a:pt x="19474" y="12003"/>
                </a:lnTo>
                <a:lnTo>
                  <a:pt x="19849" y="11858"/>
                </a:lnTo>
                <a:lnTo>
                  <a:pt x="20212" y="11690"/>
                </a:lnTo>
                <a:lnTo>
                  <a:pt x="20562" y="11499"/>
                </a:lnTo>
                <a:lnTo>
                  <a:pt x="20898" y="11287"/>
                </a:lnTo>
                <a:lnTo>
                  <a:pt x="21219" y="11054"/>
                </a:lnTo>
                <a:lnTo>
                  <a:pt x="21524" y="10802"/>
                </a:lnTo>
                <a:lnTo>
                  <a:pt x="21812" y="10531"/>
                </a:lnTo>
                <a:lnTo>
                  <a:pt x="22083" y="10242"/>
                </a:lnTo>
                <a:lnTo>
                  <a:pt x="22335" y="9937"/>
                </a:lnTo>
                <a:lnTo>
                  <a:pt x="22567" y="9615"/>
                </a:lnTo>
                <a:lnTo>
                  <a:pt x="22779" y="9279"/>
                </a:lnTo>
                <a:lnTo>
                  <a:pt x="22970" y="8929"/>
                </a:lnTo>
                <a:lnTo>
                  <a:pt x="23138" y="8566"/>
                </a:lnTo>
                <a:lnTo>
                  <a:pt x="23282" y="8191"/>
                </a:lnTo>
                <a:lnTo>
                  <a:pt x="23403" y="7804"/>
                </a:lnTo>
                <a:lnTo>
                  <a:pt x="23498" y="7407"/>
                </a:lnTo>
                <a:lnTo>
                  <a:pt x="23568" y="7001"/>
                </a:lnTo>
                <a:lnTo>
                  <a:pt x="23610" y="6587"/>
                </a:lnTo>
                <a:lnTo>
                  <a:pt x="23624" y="6165"/>
                </a:lnTo>
                <a:lnTo>
                  <a:pt x="23610" y="5744"/>
                </a:lnTo>
                <a:lnTo>
                  <a:pt x="23568" y="5330"/>
                </a:lnTo>
                <a:lnTo>
                  <a:pt x="23498" y="4924"/>
                </a:lnTo>
                <a:lnTo>
                  <a:pt x="23403" y="4528"/>
                </a:lnTo>
                <a:lnTo>
                  <a:pt x="23282" y="4142"/>
                </a:lnTo>
                <a:lnTo>
                  <a:pt x="23138" y="3767"/>
                </a:lnTo>
                <a:lnTo>
                  <a:pt x="22969" y="3405"/>
                </a:lnTo>
                <a:lnTo>
                  <a:pt x="22779" y="3055"/>
                </a:lnTo>
                <a:lnTo>
                  <a:pt x="22567" y="2720"/>
                </a:lnTo>
                <a:lnTo>
                  <a:pt x="22335" y="2400"/>
                </a:lnTo>
                <a:lnTo>
                  <a:pt x="22083" y="2095"/>
                </a:lnTo>
                <a:lnTo>
                  <a:pt x="21812" y="1807"/>
                </a:lnTo>
                <a:lnTo>
                  <a:pt x="21524" y="1537"/>
                </a:lnTo>
                <a:lnTo>
                  <a:pt x="21219" y="1286"/>
                </a:lnTo>
                <a:lnTo>
                  <a:pt x="20898" y="1054"/>
                </a:lnTo>
                <a:lnTo>
                  <a:pt x="20562" y="843"/>
                </a:lnTo>
                <a:lnTo>
                  <a:pt x="20212" y="653"/>
                </a:lnTo>
                <a:lnTo>
                  <a:pt x="19849" y="485"/>
                </a:lnTo>
                <a:lnTo>
                  <a:pt x="19474" y="341"/>
                </a:lnTo>
                <a:lnTo>
                  <a:pt x="19088" y="221"/>
                </a:lnTo>
                <a:lnTo>
                  <a:pt x="18691" y="125"/>
                </a:lnTo>
                <a:lnTo>
                  <a:pt x="18286" y="56"/>
                </a:lnTo>
                <a:lnTo>
                  <a:pt x="17872" y="14"/>
                </a:lnTo>
                <a:lnTo>
                  <a:pt x="17450" y="0"/>
                </a:lnTo>
                <a:lnTo>
                  <a:pt x="6174" y="0"/>
                </a:lnTo>
                <a:lnTo>
                  <a:pt x="5753" y="14"/>
                </a:lnTo>
                <a:lnTo>
                  <a:pt x="5338" y="56"/>
                </a:lnTo>
                <a:lnTo>
                  <a:pt x="4933" y="125"/>
                </a:lnTo>
                <a:lnTo>
                  <a:pt x="4536" y="221"/>
                </a:lnTo>
                <a:lnTo>
                  <a:pt x="4150" y="341"/>
                </a:lnTo>
                <a:lnTo>
                  <a:pt x="3775" y="485"/>
                </a:lnTo>
                <a:lnTo>
                  <a:pt x="3412" y="653"/>
                </a:lnTo>
                <a:lnTo>
                  <a:pt x="3062" y="843"/>
                </a:lnTo>
                <a:lnTo>
                  <a:pt x="2726" y="1054"/>
                </a:lnTo>
                <a:lnTo>
                  <a:pt x="2405" y="1286"/>
                </a:lnTo>
                <a:lnTo>
                  <a:pt x="2100" y="1537"/>
                </a:lnTo>
                <a:lnTo>
                  <a:pt x="1812" y="1807"/>
                </a:lnTo>
                <a:lnTo>
                  <a:pt x="1541" y="2095"/>
                </a:lnTo>
                <a:lnTo>
                  <a:pt x="1289" y="2400"/>
                </a:lnTo>
                <a:lnTo>
                  <a:pt x="1057" y="2720"/>
                </a:lnTo>
                <a:lnTo>
                  <a:pt x="845" y="3055"/>
                </a:lnTo>
                <a:lnTo>
                  <a:pt x="655" y="3405"/>
                </a:lnTo>
                <a:lnTo>
                  <a:pt x="487" y="3767"/>
                </a:lnTo>
                <a:lnTo>
                  <a:pt x="342" y="4142"/>
                </a:lnTo>
                <a:lnTo>
                  <a:pt x="221" y="4528"/>
                </a:lnTo>
                <a:lnTo>
                  <a:pt x="126" y="4924"/>
                </a:lnTo>
                <a:lnTo>
                  <a:pt x="57" y="5330"/>
                </a:lnTo>
                <a:lnTo>
                  <a:pt x="14" y="5744"/>
                </a:lnTo>
                <a:lnTo>
                  <a:pt x="0" y="6165"/>
                </a:lnTo>
                <a:lnTo>
                  <a:pt x="14" y="6587"/>
                </a:lnTo>
                <a:lnTo>
                  <a:pt x="57" y="7001"/>
                </a:lnTo>
                <a:lnTo>
                  <a:pt x="126" y="7407"/>
                </a:lnTo>
                <a:lnTo>
                  <a:pt x="221" y="7804"/>
                </a:lnTo>
                <a:lnTo>
                  <a:pt x="342" y="8190"/>
                </a:lnTo>
                <a:lnTo>
                  <a:pt x="487" y="8566"/>
                </a:lnTo>
                <a:lnTo>
                  <a:pt x="655" y="8929"/>
                </a:lnTo>
                <a:lnTo>
                  <a:pt x="845" y="9279"/>
                </a:lnTo>
                <a:lnTo>
                  <a:pt x="1057" y="9615"/>
                </a:lnTo>
                <a:lnTo>
                  <a:pt x="1289" y="9937"/>
                </a:lnTo>
                <a:lnTo>
                  <a:pt x="1541" y="10242"/>
                </a:lnTo>
                <a:lnTo>
                  <a:pt x="1812" y="10531"/>
                </a:lnTo>
                <a:lnTo>
                  <a:pt x="2100" y="10802"/>
                </a:lnTo>
                <a:lnTo>
                  <a:pt x="2405" y="11054"/>
                </a:lnTo>
                <a:lnTo>
                  <a:pt x="2726" y="11287"/>
                </a:lnTo>
                <a:lnTo>
                  <a:pt x="3062" y="11499"/>
                </a:lnTo>
                <a:lnTo>
                  <a:pt x="3412" y="11690"/>
                </a:lnTo>
                <a:lnTo>
                  <a:pt x="3775" y="11858"/>
                </a:lnTo>
                <a:lnTo>
                  <a:pt x="4150" y="12003"/>
                </a:lnTo>
                <a:lnTo>
                  <a:pt x="4536" y="12124"/>
                </a:lnTo>
                <a:lnTo>
                  <a:pt x="4933" y="12219"/>
                </a:lnTo>
                <a:lnTo>
                  <a:pt x="5338" y="12289"/>
                </a:lnTo>
                <a:lnTo>
                  <a:pt x="5753" y="12331"/>
                </a:lnTo>
                <a:lnTo>
                  <a:pt x="6174" y="12345"/>
                </a:lnTo>
                <a:lnTo>
                  <a:pt x="17450" y="12345"/>
                </a:lnTo>
                <a:lnTo>
                  <a:pt x="17872" y="12331"/>
                </a:ln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27DA4-5AE5-4054-B11B-4F4D686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448" y="1564646"/>
            <a:ext cx="65296" cy="76384"/>
          </a:xfrm>
          <a:custGeom xmlns:a="http://schemas.openxmlformats.org/drawingml/2006/main">
            <a:pathLst>
              <a:path w="65296" h="76384">
                <a:moveTo>
                  <a:pt x="31937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31936" y="0"/>
                </a:lnTo>
                <a:cubicBezTo>
                  <a:pt x="36340" y="0"/>
                  <a:pt x="39929" y="3589"/>
                  <a:pt x="39929" y="7989"/>
                </a:cubicBezTo>
                <a:cubicBezTo>
                  <a:pt x="39929" y="12389"/>
                  <a:pt x="36340" y="15978"/>
                  <a:pt x="31937" y="15978"/>
                </a:cubicBezTo>
                <a:close/>
                <a:moveTo>
                  <a:pt x="39592" y="46182"/>
                </a:moveTo>
                <a:lnTo>
                  <a:pt x="27974" y="46182"/>
                </a:lnTo>
                <a:cubicBezTo>
                  <a:pt x="23572" y="46182"/>
                  <a:pt x="19982" y="42593"/>
                  <a:pt x="19982" y="38193"/>
                </a:cubicBezTo>
                <a:cubicBezTo>
                  <a:pt x="19982" y="33794"/>
                  <a:pt x="23572" y="30204"/>
                  <a:pt x="27974" y="30204"/>
                </a:cubicBezTo>
                <a:lnTo>
                  <a:pt x="39592" y="30204"/>
                </a:lnTo>
                <a:cubicBezTo>
                  <a:pt x="43994" y="30205"/>
                  <a:pt x="47584" y="33794"/>
                  <a:pt x="47584" y="38193"/>
                </a:cubicBezTo>
                <a:cubicBezTo>
                  <a:pt x="47584" y="42593"/>
                  <a:pt x="43959" y="46182"/>
                  <a:pt x="39592" y="46182"/>
                </a:cubicBezTo>
                <a:close/>
                <a:moveTo>
                  <a:pt x="57304" y="76384"/>
                </a:moveTo>
                <a:lnTo>
                  <a:pt x="46195" y="76384"/>
                </a:lnTo>
                <a:cubicBezTo>
                  <a:pt x="41792" y="76384"/>
                  <a:pt x="38202" y="72795"/>
                  <a:pt x="38202" y="68398"/>
                </a:cubicBezTo>
                <a:cubicBezTo>
                  <a:pt x="38202" y="63998"/>
                  <a:pt x="41792" y="60409"/>
                  <a:pt x="46195" y="60409"/>
                </a:cubicBezTo>
                <a:lnTo>
                  <a:pt x="57304" y="60409"/>
                </a:lnTo>
                <a:cubicBezTo>
                  <a:pt x="61706" y="60409"/>
                  <a:pt x="65296" y="63998"/>
                  <a:pt x="65296" y="68398"/>
                </a:cubicBezTo>
                <a:cubicBezTo>
                  <a:pt x="65296" y="72795"/>
                  <a:pt x="61673" y="76384"/>
                  <a:pt x="57304" y="76384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78C5D-ECC9-47C8-A671-F495502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919" y="1625128"/>
            <a:ext cx="52067" cy="12344"/>
          </a:xfrm>
          <a:custGeom xmlns:a="http://schemas.openxmlformats.org/drawingml/2006/main">
            <a:pathLst>
              <a:path w="52067" h="12344">
                <a:moveTo>
                  <a:pt x="45886" y="12344"/>
                </a:moveTo>
                <a:lnTo>
                  <a:pt x="6177" y="12344"/>
                </a:lnTo>
                <a:cubicBezTo>
                  <a:pt x="2775" y="12344"/>
                  <a:pt x="0" y="9571"/>
                  <a:pt x="0" y="6165"/>
                </a:cubicBezTo>
                <a:cubicBezTo>
                  <a:pt x="0" y="2764"/>
                  <a:pt x="2775" y="0"/>
                  <a:pt x="6177" y="0"/>
                </a:cubicBezTo>
                <a:lnTo>
                  <a:pt x="45886" y="0"/>
                </a:lnTo>
                <a:cubicBezTo>
                  <a:pt x="49288" y="0"/>
                  <a:pt x="52067" y="2764"/>
                  <a:pt x="52067" y="6165"/>
                </a:cubicBezTo>
                <a:cubicBezTo>
                  <a:pt x="52038" y="9571"/>
                  <a:pt x="49259" y="12344"/>
                  <a:pt x="45886" y="12344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1ABDE-1047-47B3-9DEB-270B55B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326" y="1625056"/>
            <a:ext cx="118330" cy="106581"/>
          </a:xfrm>
          <a:custGeom xmlns:a="http://schemas.openxmlformats.org/drawingml/2006/main">
            <a:pathLst>
              <a:path w="118330" h="106581">
                <a:moveTo>
                  <a:pt x="63103" y="15975"/>
                </a:moveTo>
                <a:lnTo>
                  <a:pt x="41562" y="15975"/>
                </a:lnTo>
                <a:cubicBezTo>
                  <a:pt x="37161" y="15975"/>
                  <a:pt x="33571" y="12386"/>
                  <a:pt x="33571" y="7989"/>
                </a:cubicBezTo>
                <a:cubicBezTo>
                  <a:pt x="33571" y="3589"/>
                  <a:pt x="37161" y="0"/>
                  <a:pt x="41562" y="0"/>
                </a:cubicBezTo>
                <a:lnTo>
                  <a:pt x="63102" y="0"/>
                </a:lnTo>
                <a:cubicBezTo>
                  <a:pt x="67503" y="0"/>
                  <a:pt x="71093" y="3589"/>
                  <a:pt x="71093" y="7989"/>
                </a:cubicBezTo>
                <a:cubicBezTo>
                  <a:pt x="71093" y="12386"/>
                  <a:pt x="67503" y="15975"/>
                  <a:pt x="63103" y="15975"/>
                </a:cubicBezTo>
                <a:close/>
                <a:moveTo>
                  <a:pt x="110339" y="43739"/>
                </a:moveTo>
                <a:lnTo>
                  <a:pt x="60323" y="43739"/>
                </a:lnTo>
                <a:cubicBezTo>
                  <a:pt x="55922" y="43739"/>
                  <a:pt x="52332" y="40150"/>
                  <a:pt x="52332" y="35749"/>
                </a:cubicBezTo>
                <a:cubicBezTo>
                  <a:pt x="52332" y="31348"/>
                  <a:pt x="55922" y="27759"/>
                  <a:pt x="60323" y="27759"/>
                </a:cubicBezTo>
                <a:lnTo>
                  <a:pt x="110339" y="27759"/>
                </a:lnTo>
                <a:cubicBezTo>
                  <a:pt x="114740" y="27759"/>
                  <a:pt x="118330" y="31348"/>
                  <a:pt x="118330" y="35749"/>
                </a:cubicBezTo>
                <a:cubicBezTo>
                  <a:pt x="118330" y="40117"/>
                  <a:pt x="114711" y="43739"/>
                  <a:pt x="110339" y="43739"/>
                </a:cubicBezTo>
                <a:close/>
                <a:moveTo>
                  <a:pt x="59643" y="76380"/>
                </a:moveTo>
                <a:lnTo>
                  <a:pt x="35699" y="76379"/>
                </a:lnTo>
                <a:cubicBezTo>
                  <a:pt x="31298" y="76379"/>
                  <a:pt x="27708" y="72790"/>
                  <a:pt x="27708" y="68388"/>
                </a:cubicBezTo>
                <a:cubicBezTo>
                  <a:pt x="27708" y="63987"/>
                  <a:pt x="31298" y="60397"/>
                  <a:pt x="35699" y="60397"/>
                </a:cubicBezTo>
                <a:lnTo>
                  <a:pt x="59643" y="60397"/>
                </a:lnTo>
                <a:cubicBezTo>
                  <a:pt x="64044" y="60397"/>
                  <a:pt x="67634" y="63987"/>
                  <a:pt x="67634" y="68388"/>
                </a:cubicBezTo>
                <a:cubicBezTo>
                  <a:pt x="67634" y="72790"/>
                  <a:pt x="64015" y="76380"/>
                  <a:pt x="59643" y="76380"/>
                </a:cubicBezTo>
                <a:close/>
                <a:moveTo>
                  <a:pt x="31935" y="106581"/>
                </a:moveTo>
                <a:lnTo>
                  <a:pt x="7991" y="106581"/>
                </a:lnTo>
                <a:cubicBezTo>
                  <a:pt x="3590" y="106581"/>
                  <a:pt x="0" y="102992"/>
                  <a:pt x="0" y="98591"/>
                </a:cubicBezTo>
                <a:cubicBezTo>
                  <a:pt x="0" y="94188"/>
                  <a:pt x="3590" y="90599"/>
                  <a:pt x="7991" y="90599"/>
                </a:cubicBezTo>
                <a:lnTo>
                  <a:pt x="31935" y="90599"/>
                </a:lnTo>
                <a:cubicBezTo>
                  <a:pt x="36336" y="90599"/>
                  <a:pt x="39926" y="94188"/>
                  <a:pt x="39926" y="98591"/>
                </a:cubicBezTo>
                <a:cubicBezTo>
                  <a:pt x="39926" y="102992"/>
                  <a:pt x="36336" y="106581"/>
                  <a:pt x="31935" y="106581"/>
                </a:cubicBezTo>
                <a:close/>
                <a:moveTo>
                  <a:pt x="110339" y="15975"/>
                </a:moveTo>
                <a:lnTo>
                  <a:pt x="88798" y="15975"/>
                </a:lnTo>
                <a:cubicBezTo>
                  <a:pt x="84397" y="15975"/>
                  <a:pt x="80807" y="12386"/>
                  <a:pt x="80807" y="7989"/>
                </a:cubicBezTo>
                <a:cubicBezTo>
                  <a:pt x="80807" y="3589"/>
                  <a:pt x="84397" y="0"/>
                  <a:pt x="88798" y="0"/>
                </a:cubicBezTo>
                <a:lnTo>
                  <a:pt x="110339" y="0"/>
                </a:lnTo>
                <a:cubicBezTo>
                  <a:pt x="114740" y="0"/>
                  <a:pt x="118330" y="3589"/>
                  <a:pt x="118330" y="7989"/>
                </a:cubicBezTo>
                <a:cubicBezTo>
                  <a:pt x="118330" y="12386"/>
                  <a:pt x="114711" y="15975"/>
                  <a:pt x="110339" y="15975"/>
                </a:cubicBezTo>
                <a:close/>
                <a:moveTo>
                  <a:pt x="107734" y="76380"/>
                </a:moveTo>
                <a:lnTo>
                  <a:pt x="100785" y="76380"/>
                </a:lnTo>
                <a:cubicBezTo>
                  <a:pt x="96384" y="76380"/>
                  <a:pt x="92794" y="72790"/>
                  <a:pt x="92794" y="68388"/>
                </a:cubicBezTo>
                <a:cubicBezTo>
                  <a:pt x="92794" y="63987"/>
                  <a:pt x="96384" y="60397"/>
                  <a:pt x="100785" y="60397"/>
                </a:cubicBezTo>
                <a:lnTo>
                  <a:pt x="107734" y="60397"/>
                </a:lnTo>
                <a:cubicBezTo>
                  <a:pt x="112134" y="60397"/>
                  <a:pt x="115725" y="63987"/>
                  <a:pt x="115725" y="68388"/>
                </a:cubicBezTo>
                <a:cubicBezTo>
                  <a:pt x="115725" y="72790"/>
                  <a:pt x="112134" y="76380"/>
                  <a:pt x="107734" y="76380"/>
                </a:cubicBez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1977D-5E50-4B5F-8959-721820D3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932" y="1594851"/>
            <a:ext cx="83376" cy="136786"/>
          </a:xfrm>
          <a:custGeom xmlns:a="http://schemas.openxmlformats.org/drawingml/2006/main">
            <a:pathLst>
              <a:path w="83376" h="136786">
                <a:moveTo>
                  <a:pt x="59403" y="15978"/>
                </a:moveTo>
                <a:lnTo>
                  <a:pt x="7994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4" y="0"/>
                </a:cubicBezTo>
                <a:lnTo>
                  <a:pt x="59403" y="0"/>
                </a:lnTo>
                <a:cubicBezTo>
                  <a:pt x="63803" y="0"/>
                  <a:pt x="67394" y="3589"/>
                  <a:pt x="67394" y="7989"/>
                </a:cubicBezTo>
                <a:cubicBezTo>
                  <a:pt x="67394" y="12389"/>
                  <a:pt x="63803" y="15978"/>
                  <a:pt x="59403" y="15978"/>
                </a:cubicBezTo>
                <a:close/>
                <a:moveTo>
                  <a:pt x="75385" y="73944"/>
                </a:moveTo>
                <a:lnTo>
                  <a:pt x="23979" y="73944"/>
                </a:lnTo>
                <a:cubicBezTo>
                  <a:pt x="19577" y="73944"/>
                  <a:pt x="15987" y="70355"/>
                  <a:pt x="15987" y="65953"/>
                </a:cubicBezTo>
                <a:cubicBezTo>
                  <a:pt x="15987" y="61552"/>
                  <a:pt x="19577" y="57963"/>
                  <a:pt x="23979" y="57963"/>
                </a:cubicBezTo>
                <a:lnTo>
                  <a:pt x="75385" y="57963"/>
                </a:lnTo>
                <a:cubicBezTo>
                  <a:pt x="79786" y="57963"/>
                  <a:pt x="83376" y="61552"/>
                  <a:pt x="83376" y="65953"/>
                </a:cubicBezTo>
                <a:cubicBezTo>
                  <a:pt x="83347" y="70321"/>
                  <a:pt x="79757" y="73944"/>
                  <a:pt x="75385" y="73944"/>
                </a:cubicBezTo>
                <a:close/>
                <a:moveTo>
                  <a:pt x="75385" y="106584"/>
                </a:moveTo>
                <a:lnTo>
                  <a:pt x="23979" y="106584"/>
                </a:lnTo>
                <a:cubicBezTo>
                  <a:pt x="19577" y="106584"/>
                  <a:pt x="15987" y="102995"/>
                  <a:pt x="15987" y="98592"/>
                </a:cubicBezTo>
                <a:cubicBezTo>
                  <a:pt x="15987" y="94191"/>
                  <a:pt x="19577" y="90602"/>
                  <a:pt x="23979" y="90602"/>
                </a:cubicBezTo>
                <a:lnTo>
                  <a:pt x="75385" y="90602"/>
                </a:lnTo>
                <a:cubicBezTo>
                  <a:pt x="79786" y="90602"/>
                  <a:pt x="83376" y="94191"/>
                  <a:pt x="83376" y="98592"/>
                </a:cubicBezTo>
                <a:cubicBezTo>
                  <a:pt x="83347" y="102995"/>
                  <a:pt x="79757" y="106584"/>
                  <a:pt x="75385" y="106584"/>
                </a:cubicBezTo>
                <a:close/>
                <a:moveTo>
                  <a:pt x="36472" y="136786"/>
                </a:moveTo>
                <a:lnTo>
                  <a:pt x="23979" y="136786"/>
                </a:lnTo>
                <a:cubicBezTo>
                  <a:pt x="19577" y="136786"/>
                  <a:pt x="15987" y="133196"/>
                  <a:pt x="15987" y="128795"/>
                </a:cubicBezTo>
                <a:cubicBezTo>
                  <a:pt x="15987" y="124393"/>
                  <a:pt x="19577" y="120803"/>
                  <a:pt x="23979" y="120803"/>
                </a:cubicBezTo>
                <a:lnTo>
                  <a:pt x="36472" y="120803"/>
                </a:lnTo>
                <a:cubicBezTo>
                  <a:pt x="40873" y="120803"/>
                  <a:pt x="44463" y="124393"/>
                  <a:pt x="44463" y="128795"/>
                </a:cubicBezTo>
                <a:cubicBezTo>
                  <a:pt x="44463" y="133196"/>
                  <a:pt x="40873" y="136786"/>
                  <a:pt x="36472" y="136786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2E3C0-B808-4474-BE82-74D3ED60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969" y="1648456"/>
            <a:ext cx="53500" cy="81002"/>
          </a:xfrm>
          <a:custGeom xmlns:a="http://schemas.openxmlformats.org/drawingml/2006/main">
            <a:pathLst>
              <a:path w="53500" h="81002">
                <a:moveTo>
                  <a:pt x="47326" y="12345"/>
                </a:moveTo>
                <a:lnTo>
                  <a:pt x="38352" y="12345"/>
                </a:lnTo>
                <a:cubicBezTo>
                  <a:pt x="34952" y="12345"/>
                  <a:pt x="32179" y="9574"/>
                  <a:pt x="32179" y="6173"/>
                </a:cubicBezTo>
                <a:cubicBezTo>
                  <a:pt x="32179" y="2773"/>
                  <a:pt x="34952" y="0"/>
                  <a:pt x="38352" y="0"/>
                </a:cubicBezTo>
                <a:lnTo>
                  <a:pt x="47326" y="0"/>
                </a:lnTo>
                <a:cubicBezTo>
                  <a:pt x="50727" y="0"/>
                  <a:pt x="53500" y="2773"/>
                  <a:pt x="53500" y="6173"/>
                </a:cubicBezTo>
                <a:cubicBezTo>
                  <a:pt x="53500" y="9574"/>
                  <a:pt x="50727" y="12345"/>
                  <a:pt x="47326" y="12345"/>
                </a:cubicBezTo>
                <a:close/>
                <a:moveTo>
                  <a:pt x="47326" y="35675"/>
                </a:moveTo>
                <a:lnTo>
                  <a:pt x="38352" y="35675"/>
                </a:lnTo>
                <a:cubicBezTo>
                  <a:pt x="34952" y="35675"/>
                  <a:pt x="32180" y="32904"/>
                  <a:pt x="32180" y="29504"/>
                </a:cubicBezTo>
                <a:cubicBezTo>
                  <a:pt x="32180" y="26103"/>
                  <a:pt x="34952" y="23331"/>
                  <a:pt x="38352" y="23331"/>
                </a:cubicBezTo>
                <a:lnTo>
                  <a:pt x="47326" y="23331"/>
                </a:lnTo>
                <a:cubicBezTo>
                  <a:pt x="50727" y="23331"/>
                  <a:pt x="53500" y="26103"/>
                  <a:pt x="53500" y="29504"/>
                </a:cubicBezTo>
                <a:cubicBezTo>
                  <a:pt x="53500" y="32904"/>
                  <a:pt x="50727" y="35675"/>
                  <a:pt x="47326" y="35675"/>
                </a:cubicBezTo>
                <a:close/>
                <a:moveTo>
                  <a:pt x="33801" y="59007"/>
                </a:moveTo>
                <a:lnTo>
                  <a:pt x="22944" y="59006"/>
                </a:lnTo>
                <a:cubicBezTo>
                  <a:pt x="19543" y="59006"/>
                  <a:pt x="16769" y="56234"/>
                  <a:pt x="16769" y="52834"/>
                </a:cubicBezTo>
                <a:cubicBezTo>
                  <a:pt x="16769" y="49433"/>
                  <a:pt x="19543" y="46661"/>
                  <a:pt x="22944" y="46661"/>
                </a:cubicBezTo>
                <a:lnTo>
                  <a:pt x="33801" y="46661"/>
                </a:lnTo>
                <a:cubicBezTo>
                  <a:pt x="37201" y="46661"/>
                  <a:pt x="39975" y="49433"/>
                  <a:pt x="39975" y="52834"/>
                </a:cubicBezTo>
                <a:cubicBezTo>
                  <a:pt x="39949" y="56234"/>
                  <a:pt x="37175" y="59007"/>
                  <a:pt x="33801" y="59007"/>
                </a:cubicBezTo>
                <a:close/>
                <a:moveTo>
                  <a:pt x="24671" y="81002"/>
                </a:moveTo>
                <a:lnTo>
                  <a:pt x="6174" y="81002"/>
                </a:lnTo>
                <a:cubicBezTo>
                  <a:pt x="2774" y="81002"/>
                  <a:pt x="0" y="78229"/>
                  <a:pt x="0" y="74829"/>
                </a:cubicBezTo>
                <a:cubicBezTo>
                  <a:pt x="0" y="71430"/>
                  <a:pt x="2774" y="68657"/>
                  <a:pt x="6174" y="68657"/>
                </a:cubicBezTo>
                <a:lnTo>
                  <a:pt x="24671" y="68657"/>
                </a:lnTo>
                <a:cubicBezTo>
                  <a:pt x="28071" y="68657"/>
                  <a:pt x="30845" y="71430"/>
                  <a:pt x="30845" y="74829"/>
                </a:cubicBezTo>
                <a:cubicBezTo>
                  <a:pt x="30845" y="78229"/>
                  <a:pt x="28071" y="81002"/>
                  <a:pt x="24671" y="81002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DE2DB-6CB9-4F48-B0EB-64C82EB5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9319" y="1594851"/>
            <a:ext cx="30582" cy="166987"/>
          </a:xfrm>
          <a:custGeom xmlns:a="http://schemas.openxmlformats.org/drawingml/2006/main">
            <a:pathLst>
              <a:path w="30582" h="166987">
                <a:moveTo>
                  <a:pt x="22589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22589" y="0"/>
                </a:lnTo>
                <a:cubicBezTo>
                  <a:pt x="26991" y="0"/>
                  <a:pt x="30581" y="3589"/>
                  <a:pt x="30581" y="7989"/>
                </a:cubicBezTo>
                <a:cubicBezTo>
                  <a:pt x="30582" y="12389"/>
                  <a:pt x="26991" y="15978"/>
                  <a:pt x="22589" y="15978"/>
                </a:cubicBezTo>
                <a:close/>
                <a:moveTo>
                  <a:pt x="22589" y="46179"/>
                </a:moveTo>
                <a:lnTo>
                  <a:pt x="7993" y="46179"/>
                </a:lnTo>
                <a:cubicBezTo>
                  <a:pt x="3590" y="46179"/>
                  <a:pt x="0" y="42590"/>
                  <a:pt x="0" y="38193"/>
                </a:cubicBezTo>
                <a:cubicBezTo>
                  <a:pt x="0" y="33794"/>
                  <a:pt x="3590" y="30204"/>
                  <a:pt x="7993" y="30204"/>
                </a:cubicBezTo>
                <a:lnTo>
                  <a:pt x="22589" y="30204"/>
                </a:lnTo>
                <a:cubicBezTo>
                  <a:pt x="26991" y="30204"/>
                  <a:pt x="30582" y="33794"/>
                  <a:pt x="30582" y="38193"/>
                </a:cubicBezTo>
                <a:cubicBezTo>
                  <a:pt x="30582" y="42590"/>
                  <a:pt x="26991" y="46179"/>
                  <a:pt x="22589" y="46179"/>
                </a:cubicBezTo>
                <a:close/>
                <a:moveTo>
                  <a:pt x="22589" y="76381"/>
                </a:moveTo>
                <a:lnTo>
                  <a:pt x="7993" y="76381"/>
                </a:lnTo>
                <a:cubicBezTo>
                  <a:pt x="3590" y="76381"/>
                  <a:pt x="0" y="72793"/>
                  <a:pt x="0" y="68391"/>
                </a:cubicBezTo>
                <a:cubicBezTo>
                  <a:pt x="0" y="63989"/>
                  <a:pt x="3590" y="60400"/>
                  <a:pt x="7993" y="60400"/>
                </a:cubicBezTo>
                <a:lnTo>
                  <a:pt x="22589" y="60400"/>
                </a:lnTo>
                <a:cubicBezTo>
                  <a:pt x="26992" y="60400"/>
                  <a:pt x="30582" y="63989"/>
                  <a:pt x="30582" y="68391"/>
                </a:cubicBezTo>
                <a:cubicBezTo>
                  <a:pt x="30582" y="72793"/>
                  <a:pt x="26992" y="76381"/>
                  <a:pt x="22589" y="76381"/>
                </a:cubicBezTo>
                <a:close/>
                <a:moveTo>
                  <a:pt x="22589" y="106584"/>
                </a:moveTo>
                <a:lnTo>
                  <a:pt x="7993" y="106584"/>
                </a:lnTo>
                <a:cubicBezTo>
                  <a:pt x="3591" y="106584"/>
                  <a:pt x="0" y="102995"/>
                  <a:pt x="0" y="98592"/>
                </a:cubicBezTo>
                <a:cubicBezTo>
                  <a:pt x="0" y="94191"/>
                  <a:pt x="3590" y="90602"/>
                  <a:pt x="7993" y="90602"/>
                </a:cubicBezTo>
                <a:lnTo>
                  <a:pt x="22589" y="90602"/>
                </a:lnTo>
                <a:cubicBezTo>
                  <a:pt x="26992" y="90602"/>
                  <a:pt x="30582" y="94191"/>
                  <a:pt x="30582" y="98592"/>
                </a:cubicBezTo>
                <a:cubicBezTo>
                  <a:pt x="30582" y="102995"/>
                  <a:pt x="26992" y="106584"/>
                  <a:pt x="22589" y="106584"/>
                </a:cubicBezTo>
                <a:close/>
                <a:moveTo>
                  <a:pt x="22590" y="136786"/>
                </a:moveTo>
                <a:lnTo>
                  <a:pt x="7993" y="136786"/>
                </a:lnTo>
                <a:cubicBezTo>
                  <a:pt x="3591" y="136786"/>
                  <a:pt x="0" y="133196"/>
                  <a:pt x="0" y="128795"/>
                </a:cubicBezTo>
                <a:cubicBezTo>
                  <a:pt x="0" y="124393"/>
                  <a:pt x="3591" y="120803"/>
                  <a:pt x="7993" y="120803"/>
                </a:cubicBezTo>
                <a:lnTo>
                  <a:pt x="22589" y="120803"/>
                </a:lnTo>
                <a:cubicBezTo>
                  <a:pt x="26992" y="120803"/>
                  <a:pt x="30582" y="124393"/>
                  <a:pt x="30582" y="128795"/>
                </a:cubicBezTo>
                <a:cubicBezTo>
                  <a:pt x="30582" y="133196"/>
                  <a:pt x="26992" y="136786"/>
                  <a:pt x="22590" y="136786"/>
                </a:cubicBezTo>
                <a:close/>
                <a:moveTo>
                  <a:pt x="22590" y="166987"/>
                </a:moveTo>
                <a:lnTo>
                  <a:pt x="7993" y="166987"/>
                </a:lnTo>
                <a:cubicBezTo>
                  <a:pt x="3591" y="166987"/>
                  <a:pt x="1" y="163398"/>
                  <a:pt x="1" y="158997"/>
                </a:cubicBezTo>
                <a:cubicBezTo>
                  <a:pt x="1" y="154594"/>
                  <a:pt x="3591" y="151005"/>
                  <a:pt x="7993" y="151005"/>
                </a:cubicBezTo>
                <a:lnTo>
                  <a:pt x="22590" y="151005"/>
                </a:lnTo>
                <a:cubicBezTo>
                  <a:pt x="26992" y="151005"/>
                  <a:pt x="30582" y="154594"/>
                  <a:pt x="30582" y="158997"/>
                </a:cubicBezTo>
                <a:cubicBezTo>
                  <a:pt x="30582" y="163398"/>
                  <a:pt x="26992" y="166987"/>
                  <a:pt x="22590" y="166987"/>
                </a:cubicBez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Text ●">
            <a:extLst xmlns:a="http://schemas.openxmlformats.org/drawingml/2006/main">
              <a:ext uri="{FF2B5EF4-FFF2-40B4-BE49-F238E27FC236}">
                <a16:creationId xmlns:a16="http://schemas.microsoft.com/office/drawing/2014/main" id="{80871ADF-E66F-4408-A18A-E944C28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03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Text ●">
            <a:extLst xmlns:a="http://schemas.openxmlformats.org/drawingml/2006/main">
              <a:ext uri="{FF2B5EF4-FFF2-40B4-BE49-F238E27FC236}">
                <a16:creationId xmlns:a16="http://schemas.microsoft.com/office/drawing/2014/main" id="{27FACAB2-021F-4F73-970F-01BE67E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584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Text ●">
            <a:extLst xmlns:a="http://schemas.openxmlformats.org/drawingml/2006/main">
              <a:ext uri="{FF2B5EF4-FFF2-40B4-BE49-F238E27FC236}">
                <a16:creationId xmlns:a16="http://schemas.microsoft.com/office/drawing/2014/main" id="{87DDFCB8-43D4-40BA-A8AF-0F81BE3D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565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4F84F-1AFC-41C2-9B00-34D25435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91" y="1559800"/>
            <a:ext cx="96777" cy="76763"/>
          </a:xfrm>
          <a:custGeom xmlns:a="http://schemas.openxmlformats.org/drawingml/2006/main">
            <a:pathLst>
              <a:path w="96777" h="76763">
                <a:moveTo>
                  <a:pt x="55494" y="75175"/>
                </a:moveTo>
                <a:cubicBezTo>
                  <a:pt x="53906" y="73585"/>
                  <a:pt x="53906" y="71009"/>
                  <a:pt x="55494" y="69419"/>
                </a:cubicBezTo>
                <a:lnTo>
                  <a:pt x="82482" y="42430"/>
                </a:lnTo>
                <a:lnTo>
                  <a:pt x="4073" y="42429"/>
                </a:lnTo>
                <a:cubicBezTo>
                  <a:pt x="1823" y="42429"/>
                  <a:pt x="0" y="40606"/>
                  <a:pt x="0" y="38357"/>
                </a:cubicBezTo>
                <a:cubicBezTo>
                  <a:pt x="0" y="36108"/>
                  <a:pt x="1823" y="34284"/>
                  <a:pt x="4073" y="34284"/>
                </a:cubicBezTo>
                <a:lnTo>
                  <a:pt x="82482" y="34284"/>
                </a:lnTo>
                <a:lnTo>
                  <a:pt x="55494" y="7295"/>
                </a:lnTo>
                <a:cubicBezTo>
                  <a:pt x="53851" y="5765"/>
                  <a:pt x="53756" y="3195"/>
                  <a:pt x="55281" y="1548"/>
                </a:cubicBezTo>
                <a:cubicBezTo>
                  <a:pt x="55815" y="973"/>
                  <a:pt x="56508" y="566"/>
                  <a:pt x="57268" y="371"/>
                </a:cubicBezTo>
                <a:cubicBezTo>
                  <a:pt x="58707" y="0"/>
                  <a:pt x="60236" y="448"/>
                  <a:pt x="61250" y="1539"/>
                </a:cubicBezTo>
                <a:lnTo>
                  <a:pt x="95189" y="35479"/>
                </a:lnTo>
                <a:cubicBezTo>
                  <a:pt x="96777" y="37067"/>
                  <a:pt x="96777" y="39647"/>
                  <a:pt x="95189" y="41235"/>
                </a:cubicBezTo>
                <a:lnTo>
                  <a:pt x="61250" y="75175"/>
                </a:lnTo>
                <a:cubicBezTo>
                  <a:pt x="59662" y="76763"/>
                  <a:pt x="57087" y="76763"/>
                  <a:pt x="55494" y="75175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B88AB-4AED-42FA-A430-F04910A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62" y="1558850"/>
            <a:ext cx="209063" cy="177705"/>
          </a:xfrm>
          <a:custGeom xmlns:a="http://schemas.openxmlformats.org/drawingml/2006/main">
            <a:pathLst>
              <a:path w="209063" h="177705">
                <a:moveTo>
                  <a:pt x="188159" y="177705"/>
                </a:moveTo>
                <a:lnTo>
                  <a:pt x="20907" y="177705"/>
                </a:lnTo>
                <a:cubicBezTo>
                  <a:pt x="9354" y="177704"/>
                  <a:pt x="0" y="168352"/>
                  <a:pt x="0" y="156798"/>
                </a:cubicBezTo>
                <a:lnTo>
                  <a:pt x="0" y="20905"/>
                </a:lnTo>
                <a:cubicBezTo>
                  <a:pt x="0" y="9346"/>
                  <a:pt x="9353" y="0"/>
                  <a:pt x="20906" y="0"/>
                </a:cubicBezTo>
                <a:lnTo>
                  <a:pt x="188158" y="0"/>
                </a:lnTo>
                <a:cubicBezTo>
                  <a:pt x="199717" y="0"/>
                  <a:pt x="209062" y="9346"/>
                  <a:pt x="209062" y="20905"/>
                </a:cubicBezTo>
                <a:lnTo>
                  <a:pt x="209063" y="156798"/>
                </a:lnTo>
                <a:cubicBezTo>
                  <a:pt x="209063" y="168352"/>
                  <a:pt x="199717" y="177705"/>
                  <a:pt x="188159" y="177705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FB5E9-A6D8-4A73-A02E-262A0F0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63" y="1604096"/>
            <a:ext cx="209062" cy="132596"/>
          </a:xfrm>
          <a:custGeom xmlns:a="http://schemas.openxmlformats.org/drawingml/2006/main">
            <a:pathLst>
              <a:path w="209062" h="132596">
                <a:moveTo>
                  <a:pt x="209062" y="81566"/>
                </a:moveTo>
                <a:lnTo>
                  <a:pt x="198616" y="68912"/>
                </a:lnTo>
                <a:lnTo>
                  <a:pt x="134657" y="5089"/>
                </a:lnTo>
                <a:cubicBezTo>
                  <a:pt x="129569" y="0"/>
                  <a:pt x="121313" y="0"/>
                  <a:pt x="116225" y="5089"/>
                </a:cubicBezTo>
                <a:lnTo>
                  <a:pt x="80187" y="40989"/>
                </a:lnTo>
                <a:cubicBezTo>
                  <a:pt x="79500" y="41674"/>
                  <a:pt x="78811" y="41820"/>
                  <a:pt x="78399" y="41820"/>
                </a:cubicBezTo>
                <a:cubicBezTo>
                  <a:pt x="77987" y="41820"/>
                  <a:pt x="77161" y="41674"/>
                  <a:pt x="76611" y="40989"/>
                </a:cubicBezTo>
                <a:lnTo>
                  <a:pt x="66708" y="31228"/>
                </a:lnTo>
                <a:cubicBezTo>
                  <a:pt x="61618" y="26139"/>
                  <a:pt x="53366" y="26139"/>
                  <a:pt x="48278" y="31228"/>
                </a:cubicBezTo>
                <a:lnTo>
                  <a:pt x="10453" y="69049"/>
                </a:lnTo>
                <a:lnTo>
                  <a:pt x="0" y="81704"/>
                </a:lnTo>
                <a:lnTo>
                  <a:pt x="0" y="111689"/>
                </a:lnTo>
                <a:cubicBezTo>
                  <a:pt x="0" y="123242"/>
                  <a:pt x="9354" y="132596"/>
                  <a:pt x="20906" y="132596"/>
                </a:cubicBezTo>
                <a:lnTo>
                  <a:pt x="188158" y="132596"/>
                </a:lnTo>
                <a:cubicBezTo>
                  <a:pt x="199717" y="132596"/>
                  <a:pt x="209062" y="123243"/>
                  <a:pt x="209062" y="111690"/>
                </a:cubicBezTo>
                <a:lnTo>
                  <a:pt x="209062" y="81566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8FD95-1D22-43BB-81C3-3A72A8D9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709" y="1582360"/>
            <a:ext cx="26133" cy="26139"/>
          </a:xfrm>
          <a:custGeom xmlns:a="http://schemas.openxmlformats.org/drawingml/2006/main">
            <a:pathLst>
              <a:path w="26133" h="26139">
                <a:moveTo>
                  <a:pt x="0" y="13075"/>
                </a:moveTo>
                <a:cubicBezTo>
                  <a:pt x="0" y="20287"/>
                  <a:pt x="5850" y="26139"/>
                  <a:pt x="13067" y="26139"/>
                </a:cubicBezTo>
                <a:cubicBezTo>
                  <a:pt x="20283" y="26139"/>
                  <a:pt x="26133" y="20287"/>
                  <a:pt x="26133" y="13075"/>
                </a:cubicBezTo>
                <a:cubicBezTo>
                  <a:pt x="26133" y="5852"/>
                  <a:pt x="20283" y="0"/>
                  <a:pt x="13067" y="0"/>
                </a:cubicBezTo>
                <a:cubicBezTo>
                  <a:pt x="5850" y="0"/>
                  <a:pt x="0" y="5852"/>
                  <a:pt x="0" y="13075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859A8-9154-4FBC-9472-B46E96D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512" y="1678510"/>
            <a:ext cx="107285" cy="36587"/>
          </a:xfrm>
          <a:custGeom xmlns:a="http://schemas.openxmlformats.org/drawingml/2006/main">
            <a:pathLst>
              <a:path w="107285" h="36587">
                <a:moveTo>
                  <a:pt x="101781" y="36587"/>
                </a:moveTo>
                <a:lnTo>
                  <a:pt x="5502" y="36587"/>
                </a:lnTo>
                <a:cubicBezTo>
                  <a:pt x="2476" y="36587"/>
                  <a:pt x="0" y="34111"/>
                  <a:pt x="0" y="31085"/>
                </a:cubicBezTo>
                <a:cubicBezTo>
                  <a:pt x="0" y="28059"/>
                  <a:pt x="2476" y="25583"/>
                  <a:pt x="5502" y="25583"/>
                </a:cubicBezTo>
                <a:lnTo>
                  <a:pt x="101781" y="25583"/>
                </a:lnTo>
                <a:cubicBezTo>
                  <a:pt x="104802" y="25583"/>
                  <a:pt x="107285" y="28059"/>
                  <a:pt x="107285" y="31085"/>
                </a:cubicBezTo>
                <a:cubicBezTo>
                  <a:pt x="107285" y="34111"/>
                  <a:pt x="104802" y="36587"/>
                  <a:pt x="101781" y="36587"/>
                </a:cubicBezTo>
                <a:close/>
                <a:moveTo>
                  <a:pt x="53638" y="11004"/>
                </a:moveTo>
                <a:lnTo>
                  <a:pt x="5502" y="11004"/>
                </a:lnTo>
                <a:cubicBezTo>
                  <a:pt x="2476" y="11004"/>
                  <a:pt x="0" y="8528"/>
                  <a:pt x="0" y="5502"/>
                </a:cubicBezTo>
                <a:cubicBezTo>
                  <a:pt x="0" y="2476"/>
                  <a:pt x="2476" y="0"/>
                  <a:pt x="5502" y="0"/>
                </a:cubicBezTo>
                <a:lnTo>
                  <a:pt x="53638" y="0"/>
                </a:lnTo>
                <a:cubicBezTo>
                  <a:pt x="56671" y="0"/>
                  <a:pt x="59142" y="2476"/>
                  <a:pt x="59142" y="5502"/>
                </a:cubicBezTo>
                <a:cubicBezTo>
                  <a:pt x="59142" y="8528"/>
                  <a:pt x="56671" y="11004"/>
                  <a:pt x="53638" y="11004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DF5F9-AF0B-4D04-A23E-96EA7B9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29445"/>
            <a:ext cx="1515173" cy="548288"/>
          </a:xfrm>
          <a:custGeom xmlns:a="http://schemas.openxmlformats.org/drawingml/2006/main">
            <a:pathLst>
              <a:path w="1515173" h="548288">
                <a:moveTo>
                  <a:pt x="0" y="39823"/>
                </a:moveTo>
                <a:cubicBezTo>
                  <a:pt x="0" y="17867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06" y="548288"/>
                  <a:pt x="1475350" y="548288"/>
                </a:cubicBezTo>
                <a:lnTo>
                  <a:pt x="39823" y="548288"/>
                </a:lnTo>
                <a:cubicBezTo>
                  <a:pt x="17792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E54BC-630F-4EE2-8F4B-52E70D4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841" y="229445"/>
            <a:ext cx="1515173" cy="548288"/>
          </a:xfrm>
          <a:custGeom xmlns:a="http://schemas.openxmlformats.org/drawingml/2006/main">
            <a:pathLst>
              <a:path w="1515173" h="548288" fill="none">
                <a:moveTo>
                  <a:pt x="0" y="39823"/>
                </a:moveTo>
                <a:cubicBezTo>
                  <a:pt x="0" y="17867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173" y="17867"/>
                  <a:pt x="1515173" y="39823"/>
                </a:cubicBezTo>
                <a:lnTo>
                  <a:pt x="1515173" y="508465"/>
                </a:lnTo>
                <a:cubicBezTo>
                  <a:pt x="1515173" y="530420"/>
                  <a:pt x="1497306" y="548288"/>
                  <a:pt x="1475350" y="548288"/>
                </a:cubicBezTo>
                <a:lnTo>
                  <a:pt x="39823" y="548288"/>
                </a:lnTo>
                <a:cubicBezTo>
                  <a:pt x="17792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580" name="Text IssueReport">
            <a:extLst xmlns:a="http://schemas.openxmlformats.org/drawingml/2006/main">
              <a:ext uri="{FF2B5EF4-FFF2-40B4-BE49-F238E27FC236}">
                <a16:creationId xmlns:a16="http://schemas.microsoft.com/office/drawing/2014/main" id="{FCAFC478-82E1-42F5-9E7A-1F6AD8C3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525" y="458127"/>
            <a:ext cx="814183" cy="124433"/>
          </a:xfrm>
          <a:custGeom xmlns:a="http://schemas.openxmlformats.org/drawingml/2006/main">
            <a:pathLst>
              <a:path w="814183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6" y="78142"/>
                  <a:pt x="52945" y="80887"/>
                  <a:pt x="55385" y="82761"/>
                </a:cubicBezTo>
                <a:cubicBezTo>
                  <a:pt x="57825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5" y="82915"/>
                </a:cubicBezTo>
                <a:cubicBezTo>
                  <a:pt x="78187" y="81674"/>
                  <a:pt x="79007" y="80013"/>
                  <a:pt x="79007" y="77931"/>
                </a:cubicBezTo>
                <a:cubicBezTo>
                  <a:pt x="79007" y="76512"/>
                  <a:pt x="78564" y="75338"/>
                  <a:pt x="77677" y="74408"/>
                </a:cubicBezTo>
                <a:cubicBezTo>
                  <a:pt x="76745" y="73522"/>
                  <a:pt x="74660" y="72703"/>
                  <a:pt x="71422" y="71950"/>
                </a:cubicBezTo>
                <a:cubicBezTo>
                  <a:pt x="56339" y="68629"/>
                  <a:pt x="46779" y="65594"/>
                  <a:pt x="42742" y="62846"/>
                </a:cubicBezTo>
                <a:cubicBezTo>
                  <a:pt x="37153" y="59034"/>
                  <a:pt x="34358" y="53738"/>
                  <a:pt x="34358" y="46958"/>
                </a:cubicBezTo>
                <a:cubicBezTo>
                  <a:pt x="34358" y="40841"/>
                  <a:pt x="36776" y="35700"/>
                  <a:pt x="41611" y="31534"/>
                </a:cubicBezTo>
                <a:cubicBezTo>
                  <a:pt x="46446" y="27369"/>
                  <a:pt x="53943" y="25286"/>
                  <a:pt x="64102" y="25286"/>
                </a:cubicBezTo>
                <a:cubicBezTo>
                  <a:pt x="73773" y="25286"/>
                  <a:pt x="80959" y="26855"/>
                  <a:pt x="85662" y="29994"/>
                </a:cubicBezTo>
                <a:cubicBezTo>
                  <a:pt x="90364" y="33132"/>
                  <a:pt x="93602" y="37773"/>
                  <a:pt x="95377" y="43917"/>
                </a:cubicBezTo>
                <a:lnTo>
                  <a:pt x="77743" y="47244"/>
                </a:lnTo>
                <a:cubicBezTo>
                  <a:pt x="76989" y="44494"/>
                  <a:pt x="75558" y="42387"/>
                  <a:pt x="73451" y="40923"/>
                </a:cubicBezTo>
                <a:cubicBezTo>
                  <a:pt x="71344" y="39459"/>
                  <a:pt x="68339" y="38727"/>
                  <a:pt x="64435" y="38727"/>
                </a:cubicBezTo>
                <a:cubicBezTo>
                  <a:pt x="59511" y="38727"/>
                  <a:pt x="55984" y="39414"/>
                  <a:pt x="53855" y="40788"/>
                </a:cubicBezTo>
                <a:cubicBezTo>
                  <a:pt x="52435" y="41761"/>
                  <a:pt x="51725" y="43023"/>
                  <a:pt x="51725" y="44575"/>
                </a:cubicBezTo>
                <a:cubicBezTo>
                  <a:pt x="51725" y="45903"/>
                  <a:pt x="52346" y="47032"/>
                  <a:pt x="53589" y="47962"/>
                </a:cubicBezTo>
                <a:cubicBezTo>
                  <a:pt x="55274" y="49203"/>
                  <a:pt x="61097" y="50953"/>
                  <a:pt x="71056" y="53212"/>
                </a:cubicBezTo>
                <a:cubicBezTo>
                  <a:pt x="81015" y="55472"/>
                  <a:pt x="87968" y="58244"/>
                  <a:pt x="91916" y="61528"/>
                </a:cubicBezTo>
                <a:cubicBezTo>
                  <a:pt x="95820" y="64858"/>
                  <a:pt x="97772" y="69496"/>
                  <a:pt x="97772" y="75444"/>
                </a:cubicBezTo>
                <a:cubicBezTo>
                  <a:pt x="97772" y="81924"/>
                  <a:pt x="95066" y="87495"/>
                  <a:pt x="89654" y="92156"/>
                </a:cubicBezTo>
                <a:cubicBezTo>
                  <a:pt x="84242" y="96817"/>
                  <a:pt x="76235" y="99147"/>
                  <a:pt x="65633" y="99147"/>
                </a:cubicBezTo>
                <a:cubicBezTo>
                  <a:pt x="56006" y="99147"/>
                  <a:pt x="48387" y="97201"/>
                  <a:pt x="42776" y="93310"/>
                </a:cubicBezTo>
                <a:cubicBezTo>
                  <a:pt x="37164" y="89417"/>
                  <a:pt x="33493" y="84132"/>
                  <a:pt x="31763" y="77454"/>
                </a:cubicBezTo>
                <a:close/>
                <a:moveTo>
                  <a:pt x="107533" y="77454"/>
                </a:moveTo>
                <a:lnTo>
                  <a:pt x="126298" y="74527"/>
                </a:lnTo>
                <a:cubicBezTo>
                  <a:pt x="127096" y="78142"/>
                  <a:pt x="128716" y="80887"/>
                  <a:pt x="131155" y="82761"/>
                </a:cubicBezTo>
                <a:cubicBezTo>
                  <a:pt x="133595" y="84635"/>
                  <a:pt x="137011" y="85572"/>
                  <a:pt x="141403" y="85572"/>
                </a:cubicBezTo>
                <a:cubicBezTo>
                  <a:pt x="146238" y="85572"/>
                  <a:pt x="149876" y="84687"/>
                  <a:pt x="152316" y="82915"/>
                </a:cubicBezTo>
                <a:cubicBezTo>
                  <a:pt x="153957" y="81674"/>
                  <a:pt x="154778" y="80013"/>
                  <a:pt x="154778" y="77931"/>
                </a:cubicBezTo>
                <a:cubicBezTo>
                  <a:pt x="154778" y="76512"/>
                  <a:pt x="154334" y="75338"/>
                  <a:pt x="153447" y="74408"/>
                </a:cubicBezTo>
                <a:cubicBezTo>
                  <a:pt x="152515" y="73522"/>
                  <a:pt x="150430" y="72703"/>
                  <a:pt x="147192" y="71950"/>
                </a:cubicBezTo>
                <a:cubicBezTo>
                  <a:pt x="132109" y="68629"/>
                  <a:pt x="122549" y="65594"/>
                  <a:pt x="118513" y="62846"/>
                </a:cubicBezTo>
                <a:cubicBezTo>
                  <a:pt x="112923" y="59034"/>
                  <a:pt x="110128" y="53738"/>
                  <a:pt x="110128" y="46958"/>
                </a:cubicBezTo>
                <a:cubicBezTo>
                  <a:pt x="110128" y="40841"/>
                  <a:pt x="112546" y="35700"/>
                  <a:pt x="117381" y="31534"/>
                </a:cubicBezTo>
                <a:cubicBezTo>
                  <a:pt x="122217" y="27369"/>
                  <a:pt x="129714" y="25286"/>
                  <a:pt x="139872" y="25286"/>
                </a:cubicBezTo>
                <a:cubicBezTo>
                  <a:pt x="149543" y="25286"/>
                  <a:pt x="156730" y="26855"/>
                  <a:pt x="161432" y="29994"/>
                </a:cubicBezTo>
                <a:cubicBezTo>
                  <a:pt x="166134" y="33132"/>
                  <a:pt x="169372" y="37773"/>
                  <a:pt x="171147" y="43917"/>
                </a:cubicBezTo>
                <a:lnTo>
                  <a:pt x="153513" y="47244"/>
                </a:lnTo>
                <a:cubicBezTo>
                  <a:pt x="152759" y="44494"/>
                  <a:pt x="151329" y="42387"/>
                  <a:pt x="149222" y="40923"/>
                </a:cubicBezTo>
                <a:cubicBezTo>
                  <a:pt x="147114" y="39459"/>
                  <a:pt x="144109" y="38727"/>
                  <a:pt x="140205" y="38727"/>
                </a:cubicBezTo>
                <a:cubicBezTo>
                  <a:pt x="135281" y="38727"/>
                  <a:pt x="131754" y="39414"/>
                  <a:pt x="129625" y="40788"/>
                </a:cubicBezTo>
                <a:cubicBezTo>
                  <a:pt x="128205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7" y="50953"/>
                  <a:pt x="146826" y="53212"/>
                </a:cubicBezTo>
                <a:cubicBezTo>
                  <a:pt x="156785" y="55472"/>
                  <a:pt x="163739" y="58244"/>
                  <a:pt x="167687" y="61528"/>
                </a:cubicBezTo>
                <a:cubicBezTo>
                  <a:pt x="171591" y="64858"/>
                  <a:pt x="173542" y="69496"/>
                  <a:pt x="173542" y="75444"/>
                </a:cubicBezTo>
                <a:cubicBezTo>
                  <a:pt x="173542" y="81924"/>
                  <a:pt x="170836" y="87495"/>
                  <a:pt x="165424" y="92156"/>
                </a:cubicBezTo>
                <a:cubicBezTo>
                  <a:pt x="160012" y="96817"/>
                  <a:pt x="152005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4" y="89417"/>
                  <a:pt x="109263" y="84132"/>
                  <a:pt x="107533" y="77454"/>
                </a:cubicBezTo>
                <a:close/>
                <a:moveTo>
                  <a:pt x="235996" y="97550"/>
                </a:moveTo>
                <a:lnTo>
                  <a:pt x="235996" y="86970"/>
                </a:lnTo>
                <a:cubicBezTo>
                  <a:pt x="233423" y="90740"/>
                  <a:pt x="230041" y="93713"/>
                  <a:pt x="225849" y="95886"/>
                </a:cubicBezTo>
                <a:cubicBezTo>
                  <a:pt x="221657" y="98060"/>
                  <a:pt x="217232" y="99147"/>
                  <a:pt x="212574" y="99147"/>
                </a:cubicBezTo>
                <a:cubicBezTo>
                  <a:pt x="207827" y="99147"/>
                  <a:pt x="203568" y="98104"/>
                  <a:pt x="199798" y="96019"/>
                </a:cubicBezTo>
                <a:cubicBezTo>
                  <a:pt x="196027" y="93934"/>
                  <a:pt x="193299" y="91007"/>
                  <a:pt x="191613" y="87236"/>
                </a:cubicBezTo>
                <a:cubicBezTo>
                  <a:pt x="189927" y="83465"/>
                  <a:pt x="189084" y="78253"/>
                  <a:pt x="189084" y="71599"/>
                </a:cubicBezTo>
                <a:lnTo>
                  <a:pt x="189084" y="26883"/>
                </a:lnTo>
                <a:lnTo>
                  <a:pt x="207783" y="26883"/>
                </a:lnTo>
                <a:lnTo>
                  <a:pt x="207783" y="59280"/>
                </a:lnTo>
                <a:cubicBezTo>
                  <a:pt x="207783" y="69195"/>
                  <a:pt x="208126" y="75270"/>
                  <a:pt x="208814" y="77504"/>
                </a:cubicBezTo>
                <a:cubicBezTo>
                  <a:pt x="209502" y="79739"/>
                  <a:pt x="210755" y="81509"/>
                  <a:pt x="212574" y="82815"/>
                </a:cubicBezTo>
                <a:cubicBezTo>
                  <a:pt x="214392" y="84121"/>
                  <a:pt x="216699" y="84774"/>
                  <a:pt x="219494" y="84774"/>
                </a:cubicBezTo>
                <a:cubicBezTo>
                  <a:pt x="222688" y="84774"/>
                  <a:pt x="225549" y="83900"/>
                  <a:pt x="228078" y="82152"/>
                </a:cubicBezTo>
                <a:cubicBezTo>
                  <a:pt x="230606" y="80404"/>
                  <a:pt x="232336" y="78235"/>
                  <a:pt x="233268" y="75645"/>
                </a:cubicBezTo>
                <a:cubicBezTo>
                  <a:pt x="234200" y="73056"/>
                  <a:pt x="234665" y="66715"/>
                  <a:pt x="234665" y="56625"/>
                </a:cubicBezTo>
                <a:lnTo>
                  <a:pt x="234665" y="26883"/>
                </a:lnTo>
                <a:lnTo>
                  <a:pt x="253364" y="26883"/>
                </a:lnTo>
                <a:lnTo>
                  <a:pt x="253364" y="97550"/>
                </a:lnTo>
                <a:lnTo>
                  <a:pt x="235996" y="97550"/>
                </a:lnTo>
                <a:close/>
                <a:moveTo>
                  <a:pt x="313672" y="75059"/>
                </a:moveTo>
                <a:lnTo>
                  <a:pt x="332303" y="78253"/>
                </a:lnTo>
                <a:cubicBezTo>
                  <a:pt x="329908" y="85062"/>
                  <a:pt x="326126" y="90247"/>
                  <a:pt x="320958" y="93807"/>
                </a:cubicBezTo>
                <a:cubicBezTo>
                  <a:pt x="315790" y="97367"/>
                  <a:pt x="309324" y="99147"/>
                  <a:pt x="301561" y="99147"/>
                </a:cubicBezTo>
                <a:cubicBezTo>
                  <a:pt x="289273" y="99147"/>
                  <a:pt x="280179" y="95132"/>
                  <a:pt x="274279" y="87103"/>
                </a:cubicBezTo>
                <a:cubicBezTo>
                  <a:pt x="269621" y="80671"/>
                  <a:pt x="267292" y="72552"/>
                  <a:pt x="267292" y="62749"/>
                </a:cubicBezTo>
                <a:cubicBezTo>
                  <a:pt x="267292" y="51037"/>
                  <a:pt x="270353" y="41866"/>
                  <a:pt x="276475" y="35234"/>
                </a:cubicBezTo>
                <a:cubicBezTo>
                  <a:pt x="282597" y="28602"/>
                  <a:pt x="290338" y="25286"/>
                  <a:pt x="299698" y="25286"/>
                </a:cubicBezTo>
                <a:cubicBezTo>
                  <a:pt x="310212" y="25286"/>
                  <a:pt x="318507" y="28757"/>
                  <a:pt x="324585" y="35700"/>
                </a:cubicBezTo>
                <a:cubicBezTo>
                  <a:pt x="330662" y="42642"/>
                  <a:pt x="333568" y="53278"/>
                  <a:pt x="333301" y="67606"/>
                </a:cubicBezTo>
                <a:lnTo>
                  <a:pt x="286456" y="67606"/>
                </a:lnTo>
                <a:cubicBezTo>
                  <a:pt x="286589" y="73151"/>
                  <a:pt x="288098" y="77465"/>
                  <a:pt x="290981" y="80549"/>
                </a:cubicBezTo>
                <a:cubicBezTo>
                  <a:pt x="293865" y="83632"/>
                  <a:pt x="297458" y="85173"/>
                  <a:pt x="301761" y="85173"/>
                </a:cubicBezTo>
                <a:cubicBezTo>
                  <a:pt x="304689" y="85173"/>
                  <a:pt x="307151" y="84375"/>
                  <a:pt x="309147" y="82778"/>
                </a:cubicBezTo>
                <a:cubicBezTo>
                  <a:pt x="311143" y="81181"/>
                  <a:pt x="312651" y="78608"/>
                  <a:pt x="313672" y="75059"/>
                </a:cubicBezTo>
                <a:moveTo>
                  <a:pt x="314736" y="56161"/>
                </a:moveTo>
                <a:cubicBezTo>
                  <a:pt x="314603" y="50771"/>
                  <a:pt x="313206" y="46673"/>
                  <a:pt x="310544" y="43867"/>
                </a:cubicBezTo>
                <a:cubicBezTo>
                  <a:pt x="307883" y="41062"/>
                  <a:pt x="304644" y="39659"/>
                  <a:pt x="300829" y="39659"/>
                </a:cubicBezTo>
                <a:cubicBezTo>
                  <a:pt x="296748" y="39659"/>
                  <a:pt x="293377" y="41139"/>
                  <a:pt x="290715" y="44098"/>
                </a:cubicBezTo>
                <a:cubicBezTo>
                  <a:pt x="288053" y="47059"/>
                  <a:pt x="286745" y="51080"/>
                  <a:pt x="286789" y="56161"/>
                </a:cubicBezTo>
                <a:lnTo>
                  <a:pt x="314736" y="56161"/>
                </a:lnTo>
                <a:close/>
                <a:moveTo>
                  <a:pt x="386604" y="97550"/>
                </a:moveTo>
                <a:lnTo>
                  <a:pt x="386604" y="0"/>
                </a:lnTo>
                <a:lnTo>
                  <a:pt x="428059" y="0"/>
                </a:lnTo>
                <a:cubicBezTo>
                  <a:pt x="438484" y="0"/>
                  <a:pt x="446059" y="876"/>
                  <a:pt x="450783" y="2628"/>
                </a:cubicBezTo>
                <a:cubicBezTo>
                  <a:pt x="455508" y="4381"/>
                  <a:pt x="459289" y="7497"/>
                  <a:pt x="462129" y="11977"/>
                </a:cubicBezTo>
                <a:cubicBezTo>
                  <a:pt x="464968" y="16458"/>
                  <a:pt x="466387" y="21582"/>
                  <a:pt x="466387" y="27349"/>
                </a:cubicBezTo>
                <a:cubicBezTo>
                  <a:pt x="466387" y="34668"/>
                  <a:pt x="464236" y="40712"/>
                  <a:pt x="459933" y="45481"/>
                </a:cubicBezTo>
                <a:cubicBezTo>
                  <a:pt x="455630" y="50250"/>
                  <a:pt x="449197" y="53255"/>
                  <a:pt x="440636" y="54498"/>
                </a:cubicBezTo>
                <a:cubicBezTo>
                  <a:pt x="444894" y="56982"/>
                  <a:pt x="448410" y="59710"/>
                  <a:pt x="451182" y="62682"/>
                </a:cubicBezTo>
                <a:cubicBezTo>
                  <a:pt x="453955" y="65654"/>
                  <a:pt x="457692" y="70933"/>
                  <a:pt x="462395" y="78519"/>
                </a:cubicBezTo>
                <a:lnTo>
                  <a:pt x="474306" y="97550"/>
                </a:lnTo>
                <a:lnTo>
                  <a:pt x="450750" y="97550"/>
                </a:lnTo>
                <a:lnTo>
                  <a:pt x="436510" y="76317"/>
                </a:lnTo>
                <a:cubicBezTo>
                  <a:pt x="431453" y="68734"/>
                  <a:pt x="427993" y="63956"/>
                  <a:pt x="426130" y="61983"/>
                </a:cubicBezTo>
                <a:cubicBezTo>
                  <a:pt x="424266" y="60009"/>
                  <a:pt x="422292" y="58656"/>
                  <a:pt x="420207" y="57924"/>
                </a:cubicBezTo>
                <a:cubicBezTo>
                  <a:pt x="418122" y="57192"/>
                  <a:pt x="414818" y="56826"/>
                  <a:pt x="410293" y="56826"/>
                </a:cubicBezTo>
                <a:lnTo>
                  <a:pt x="406300" y="56826"/>
                </a:lnTo>
                <a:lnTo>
                  <a:pt x="406300" y="97550"/>
                </a:lnTo>
                <a:lnTo>
                  <a:pt x="386604" y="97550"/>
                </a:lnTo>
                <a:moveTo>
                  <a:pt x="406300" y="41256"/>
                </a:moveTo>
                <a:lnTo>
                  <a:pt x="420873" y="41256"/>
                </a:lnTo>
                <a:cubicBezTo>
                  <a:pt x="430322" y="41256"/>
                  <a:pt x="436222" y="40856"/>
                  <a:pt x="438573" y="40058"/>
                </a:cubicBezTo>
                <a:cubicBezTo>
                  <a:pt x="440924" y="39259"/>
                  <a:pt x="442765" y="37884"/>
                  <a:pt x="444096" y="35932"/>
                </a:cubicBezTo>
                <a:cubicBezTo>
                  <a:pt x="445427" y="33981"/>
                  <a:pt x="446092" y="31541"/>
                  <a:pt x="446092" y="28613"/>
                </a:cubicBezTo>
                <a:cubicBezTo>
                  <a:pt x="446092" y="25330"/>
                  <a:pt x="445216" y="22680"/>
                  <a:pt x="443464" y="20661"/>
                </a:cubicBezTo>
                <a:cubicBezTo>
                  <a:pt x="441711" y="18643"/>
                  <a:pt x="439238" y="17367"/>
                  <a:pt x="436044" y="16835"/>
                </a:cubicBezTo>
                <a:cubicBezTo>
                  <a:pt x="434447" y="16613"/>
                  <a:pt x="429656" y="16502"/>
                  <a:pt x="421671" y="16502"/>
                </a:cubicBezTo>
                <a:lnTo>
                  <a:pt x="406300" y="16502"/>
                </a:lnTo>
                <a:lnTo>
                  <a:pt x="406300" y="41256"/>
                </a:lnTo>
                <a:close/>
                <a:moveTo>
                  <a:pt x="525720" y="75059"/>
                </a:moveTo>
                <a:lnTo>
                  <a:pt x="544351" y="78253"/>
                </a:lnTo>
                <a:cubicBezTo>
                  <a:pt x="541956" y="85062"/>
                  <a:pt x="538174" y="90247"/>
                  <a:pt x="533006" y="93807"/>
                </a:cubicBezTo>
                <a:cubicBezTo>
                  <a:pt x="527838" y="97367"/>
                  <a:pt x="521372" y="99147"/>
                  <a:pt x="513609" y="99147"/>
                </a:cubicBezTo>
                <a:cubicBezTo>
                  <a:pt x="501321" y="99147"/>
                  <a:pt x="492227" y="95132"/>
                  <a:pt x="486327" y="87103"/>
                </a:cubicBezTo>
                <a:cubicBezTo>
                  <a:pt x="481669" y="80671"/>
                  <a:pt x="479340" y="72552"/>
                  <a:pt x="479340" y="62749"/>
                </a:cubicBezTo>
                <a:cubicBezTo>
                  <a:pt x="479340" y="51037"/>
                  <a:pt x="482401" y="41866"/>
                  <a:pt x="488523" y="35234"/>
                </a:cubicBezTo>
                <a:cubicBezTo>
                  <a:pt x="494645" y="28602"/>
                  <a:pt x="502386" y="25286"/>
                  <a:pt x="511746" y="25286"/>
                </a:cubicBezTo>
                <a:cubicBezTo>
                  <a:pt x="522259" y="25286"/>
                  <a:pt x="530555" y="28757"/>
                  <a:pt x="536632" y="35700"/>
                </a:cubicBezTo>
                <a:cubicBezTo>
                  <a:pt x="542710" y="42642"/>
                  <a:pt x="545616" y="53278"/>
                  <a:pt x="545349" y="67606"/>
                </a:cubicBezTo>
                <a:lnTo>
                  <a:pt x="498504" y="67606"/>
                </a:lnTo>
                <a:cubicBezTo>
                  <a:pt x="498637" y="73151"/>
                  <a:pt x="500146" y="77465"/>
                  <a:pt x="503029" y="80549"/>
                </a:cubicBezTo>
                <a:cubicBezTo>
                  <a:pt x="505912" y="83632"/>
                  <a:pt x="509506" y="85173"/>
                  <a:pt x="513809" y="85173"/>
                </a:cubicBezTo>
                <a:cubicBezTo>
                  <a:pt x="516737" y="85173"/>
                  <a:pt x="519199" y="84375"/>
                  <a:pt x="521195" y="82778"/>
                </a:cubicBezTo>
                <a:cubicBezTo>
                  <a:pt x="523191" y="81181"/>
                  <a:pt x="524699" y="78608"/>
                  <a:pt x="525720" y="75059"/>
                </a:cubicBezTo>
                <a:moveTo>
                  <a:pt x="526784" y="56161"/>
                </a:moveTo>
                <a:cubicBezTo>
                  <a:pt x="526651" y="50771"/>
                  <a:pt x="525254" y="46673"/>
                  <a:pt x="522592" y="43867"/>
                </a:cubicBezTo>
                <a:cubicBezTo>
                  <a:pt x="519931" y="41062"/>
                  <a:pt x="516692" y="39659"/>
                  <a:pt x="512877" y="39659"/>
                </a:cubicBezTo>
                <a:cubicBezTo>
                  <a:pt x="508796" y="39659"/>
                  <a:pt x="505424" y="41139"/>
                  <a:pt x="502763" y="44098"/>
                </a:cubicBezTo>
                <a:cubicBezTo>
                  <a:pt x="500101" y="47059"/>
                  <a:pt x="498793" y="51080"/>
                  <a:pt x="498837" y="56161"/>
                </a:cubicBezTo>
                <a:lnTo>
                  <a:pt x="526784" y="56161"/>
                </a:lnTo>
                <a:close/>
                <a:moveTo>
                  <a:pt x="559626" y="26883"/>
                </a:moveTo>
                <a:lnTo>
                  <a:pt x="577060" y="26883"/>
                </a:lnTo>
                <a:lnTo>
                  <a:pt x="577060" y="37263"/>
                </a:lnTo>
                <a:cubicBezTo>
                  <a:pt x="579322" y="33714"/>
                  <a:pt x="582383" y="30831"/>
                  <a:pt x="586243" y="28613"/>
                </a:cubicBezTo>
                <a:cubicBezTo>
                  <a:pt x="590102" y="26395"/>
                  <a:pt x="594383" y="25286"/>
                  <a:pt x="599085" y="25286"/>
                </a:cubicBezTo>
                <a:cubicBezTo>
                  <a:pt x="607292" y="25286"/>
                  <a:pt x="614257" y="28502"/>
                  <a:pt x="619979" y="34934"/>
                </a:cubicBezTo>
                <a:cubicBezTo>
                  <a:pt x="625702" y="41367"/>
                  <a:pt x="628563" y="50328"/>
                  <a:pt x="628563" y="61817"/>
                </a:cubicBezTo>
                <a:cubicBezTo>
                  <a:pt x="628563" y="73617"/>
                  <a:pt x="625680" y="82789"/>
                  <a:pt x="619913" y="89332"/>
                </a:cubicBezTo>
                <a:cubicBezTo>
                  <a:pt x="614146" y="95875"/>
                  <a:pt x="607159" y="99147"/>
                  <a:pt x="598952" y="99147"/>
                </a:cubicBezTo>
                <a:cubicBezTo>
                  <a:pt x="595048" y="99147"/>
                  <a:pt x="591510" y="98371"/>
                  <a:pt x="588339" y="96818"/>
                </a:cubicBezTo>
                <a:cubicBezTo>
                  <a:pt x="585167" y="95265"/>
                  <a:pt x="581829" y="92604"/>
                  <a:pt x="578324" y="88833"/>
                </a:cubicBezTo>
                <a:lnTo>
                  <a:pt x="578324" y="124433"/>
                </a:lnTo>
                <a:lnTo>
                  <a:pt x="559626" y="124433"/>
                </a:lnTo>
                <a:lnTo>
                  <a:pt x="559626" y="26883"/>
                </a:lnTo>
                <a:moveTo>
                  <a:pt x="578125" y="60987"/>
                </a:moveTo>
                <a:cubicBezTo>
                  <a:pt x="578125" y="68916"/>
                  <a:pt x="579699" y="74773"/>
                  <a:pt x="582849" y="78561"/>
                </a:cubicBezTo>
                <a:cubicBezTo>
                  <a:pt x="585999" y="82348"/>
                  <a:pt x="589836" y="84242"/>
                  <a:pt x="594361" y="84242"/>
                </a:cubicBezTo>
                <a:cubicBezTo>
                  <a:pt x="598708" y="84242"/>
                  <a:pt x="602323" y="82503"/>
                  <a:pt x="605207" y="79026"/>
                </a:cubicBezTo>
                <a:cubicBezTo>
                  <a:pt x="608090" y="75550"/>
                  <a:pt x="609532" y="69846"/>
                  <a:pt x="609532" y="61917"/>
                </a:cubicBezTo>
                <a:cubicBezTo>
                  <a:pt x="609532" y="54520"/>
                  <a:pt x="608046" y="49027"/>
                  <a:pt x="605074" y="45440"/>
                </a:cubicBezTo>
                <a:cubicBezTo>
                  <a:pt x="602102" y="41852"/>
                  <a:pt x="598420" y="40058"/>
                  <a:pt x="594028" y="40058"/>
                </a:cubicBezTo>
                <a:cubicBezTo>
                  <a:pt x="589459" y="40058"/>
                  <a:pt x="585666" y="41819"/>
                  <a:pt x="582649" y="45340"/>
                </a:cubicBezTo>
                <a:cubicBezTo>
                  <a:pt x="579633" y="48861"/>
                  <a:pt x="578125" y="54077"/>
                  <a:pt x="578125" y="60987"/>
                </a:cubicBezTo>
                <a:close/>
                <a:moveTo>
                  <a:pt x="639099" y="61218"/>
                </a:moveTo>
                <a:cubicBezTo>
                  <a:pt x="639099" y="55008"/>
                  <a:pt x="640629" y="48997"/>
                  <a:pt x="643690" y="43185"/>
                </a:cubicBezTo>
                <a:cubicBezTo>
                  <a:pt x="646751" y="37374"/>
                  <a:pt x="651088" y="32938"/>
                  <a:pt x="656699" y="29877"/>
                </a:cubicBezTo>
                <a:cubicBezTo>
                  <a:pt x="662311" y="26816"/>
                  <a:pt x="668577" y="25286"/>
                  <a:pt x="675497" y="25286"/>
                </a:cubicBezTo>
                <a:cubicBezTo>
                  <a:pt x="686188" y="25286"/>
                  <a:pt x="694949" y="28757"/>
                  <a:pt x="701781" y="35700"/>
                </a:cubicBezTo>
                <a:cubicBezTo>
                  <a:pt x="708613" y="42642"/>
                  <a:pt x="712028" y="51414"/>
                  <a:pt x="712028" y="62017"/>
                </a:cubicBezTo>
                <a:cubicBezTo>
                  <a:pt x="712028" y="72708"/>
                  <a:pt x="708579" y="81569"/>
                  <a:pt x="701681" y="88600"/>
                </a:cubicBezTo>
                <a:cubicBezTo>
                  <a:pt x="694783" y="95631"/>
                  <a:pt x="686099" y="99147"/>
                  <a:pt x="675630" y="99147"/>
                </a:cubicBezTo>
                <a:cubicBezTo>
                  <a:pt x="669154" y="99147"/>
                  <a:pt x="662976" y="97683"/>
                  <a:pt x="657098" y="94755"/>
                </a:cubicBezTo>
                <a:cubicBezTo>
                  <a:pt x="651221" y="91827"/>
                  <a:pt x="646751" y="87535"/>
                  <a:pt x="643690" y="81879"/>
                </a:cubicBezTo>
                <a:cubicBezTo>
                  <a:pt x="640629" y="76223"/>
                  <a:pt x="639099" y="69336"/>
                  <a:pt x="639099" y="61218"/>
                </a:cubicBezTo>
                <a:moveTo>
                  <a:pt x="658263" y="62216"/>
                </a:moveTo>
                <a:cubicBezTo>
                  <a:pt x="658263" y="69203"/>
                  <a:pt x="659926" y="74554"/>
                  <a:pt x="663254" y="78269"/>
                </a:cubicBezTo>
                <a:cubicBezTo>
                  <a:pt x="666581" y="81985"/>
                  <a:pt x="670684" y="83842"/>
                  <a:pt x="675564" y="83842"/>
                </a:cubicBezTo>
                <a:cubicBezTo>
                  <a:pt x="680443" y="83842"/>
                  <a:pt x="684536" y="81985"/>
                  <a:pt x="687841" y="78269"/>
                </a:cubicBezTo>
                <a:cubicBezTo>
                  <a:pt x="691146" y="74554"/>
                  <a:pt x="692798" y="69159"/>
                  <a:pt x="692798" y="62083"/>
                </a:cubicBezTo>
                <a:cubicBezTo>
                  <a:pt x="692798" y="55185"/>
                  <a:pt x="691146" y="49878"/>
                  <a:pt x="687841" y="46163"/>
                </a:cubicBezTo>
                <a:cubicBezTo>
                  <a:pt x="684536" y="42448"/>
                  <a:pt x="680443" y="40590"/>
                  <a:pt x="675564" y="40590"/>
                </a:cubicBezTo>
                <a:cubicBezTo>
                  <a:pt x="670684" y="40590"/>
                  <a:pt x="666581" y="42448"/>
                  <a:pt x="663254" y="46163"/>
                </a:cubicBezTo>
                <a:cubicBezTo>
                  <a:pt x="659926" y="49878"/>
                  <a:pt x="658263" y="55229"/>
                  <a:pt x="658263" y="62216"/>
                </a:cubicBezTo>
                <a:close/>
                <a:moveTo>
                  <a:pt x="745134" y="97550"/>
                </a:moveTo>
                <a:lnTo>
                  <a:pt x="726436" y="97550"/>
                </a:lnTo>
                <a:lnTo>
                  <a:pt x="726436" y="26883"/>
                </a:lnTo>
                <a:lnTo>
                  <a:pt x="743803" y="26883"/>
                </a:lnTo>
                <a:lnTo>
                  <a:pt x="743803" y="36931"/>
                </a:lnTo>
                <a:cubicBezTo>
                  <a:pt x="746776" y="32184"/>
                  <a:pt x="749448" y="29056"/>
                  <a:pt x="751822" y="27548"/>
                </a:cubicBezTo>
                <a:cubicBezTo>
                  <a:pt x="754195" y="26040"/>
                  <a:pt x="756890" y="25286"/>
                  <a:pt x="759907" y="25286"/>
                </a:cubicBezTo>
                <a:cubicBezTo>
                  <a:pt x="764165" y="25286"/>
                  <a:pt x="768269" y="26461"/>
                  <a:pt x="772217" y="28812"/>
                </a:cubicBezTo>
                <a:lnTo>
                  <a:pt x="766428" y="45115"/>
                </a:lnTo>
                <a:cubicBezTo>
                  <a:pt x="763278" y="43075"/>
                  <a:pt x="760350" y="42054"/>
                  <a:pt x="757644" y="42054"/>
                </a:cubicBezTo>
                <a:cubicBezTo>
                  <a:pt x="755027" y="42054"/>
                  <a:pt x="752809" y="42775"/>
                  <a:pt x="750990" y="44217"/>
                </a:cubicBezTo>
                <a:cubicBezTo>
                  <a:pt x="749171" y="45659"/>
                  <a:pt x="747741" y="48265"/>
                  <a:pt x="746698" y="52035"/>
                </a:cubicBezTo>
                <a:cubicBezTo>
                  <a:pt x="745656" y="55806"/>
                  <a:pt x="745134" y="63702"/>
                  <a:pt x="745134" y="75724"/>
                </a:cubicBezTo>
                <a:lnTo>
                  <a:pt x="745134" y="97550"/>
                </a:lnTo>
                <a:close/>
                <a:moveTo>
                  <a:pt x="812652" y="26883"/>
                </a:moveTo>
                <a:lnTo>
                  <a:pt x="812652" y="41788"/>
                </a:lnTo>
                <a:lnTo>
                  <a:pt x="799876" y="41788"/>
                </a:lnTo>
                <a:lnTo>
                  <a:pt x="799876" y="70222"/>
                </a:lnTo>
                <a:cubicBezTo>
                  <a:pt x="799876" y="75981"/>
                  <a:pt x="799998" y="79336"/>
                  <a:pt x="800242" y="80289"/>
                </a:cubicBezTo>
                <a:cubicBezTo>
                  <a:pt x="800486" y="81240"/>
                  <a:pt x="801041" y="82026"/>
                  <a:pt x="801906" y="82647"/>
                </a:cubicBezTo>
                <a:cubicBezTo>
                  <a:pt x="802771" y="83266"/>
                  <a:pt x="803824" y="83576"/>
                  <a:pt x="805066" y="83576"/>
                </a:cubicBezTo>
                <a:cubicBezTo>
                  <a:pt x="806796" y="83576"/>
                  <a:pt x="809303" y="82977"/>
                  <a:pt x="812586" y="81780"/>
                </a:cubicBezTo>
                <a:lnTo>
                  <a:pt x="814183" y="96340"/>
                </a:lnTo>
                <a:cubicBezTo>
                  <a:pt x="809835" y="98211"/>
                  <a:pt x="804911" y="99147"/>
                  <a:pt x="799410" y="99147"/>
                </a:cubicBezTo>
                <a:cubicBezTo>
                  <a:pt x="796039" y="99147"/>
                  <a:pt x="793000" y="98581"/>
                  <a:pt x="790294" y="97450"/>
                </a:cubicBezTo>
                <a:cubicBezTo>
                  <a:pt x="787588" y="96319"/>
                  <a:pt x="785603" y="94855"/>
                  <a:pt x="784339" y="93058"/>
                </a:cubicBezTo>
                <a:cubicBezTo>
                  <a:pt x="783074" y="91262"/>
                  <a:pt x="782198" y="88833"/>
                  <a:pt x="781710" y="85772"/>
                </a:cubicBezTo>
                <a:cubicBezTo>
                  <a:pt x="781311" y="83598"/>
                  <a:pt x="781111" y="79207"/>
                  <a:pt x="781111" y="72597"/>
                </a:cubicBezTo>
                <a:lnTo>
                  <a:pt x="781111" y="41788"/>
                </a:lnTo>
                <a:lnTo>
                  <a:pt x="772528" y="41788"/>
                </a:lnTo>
                <a:lnTo>
                  <a:pt x="772528" y="26883"/>
                </a:lnTo>
                <a:lnTo>
                  <a:pt x="781111" y="26883"/>
                </a:lnTo>
                <a:lnTo>
                  <a:pt x="781111" y="12776"/>
                </a:lnTo>
                <a:lnTo>
                  <a:pt x="799876" y="1730"/>
                </a:lnTo>
                <a:lnTo>
                  <a:pt x="799876" y="26883"/>
                </a:lnTo>
                <a:lnTo>
                  <a:pt x="812652" y="268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4EA01-6BB0-4153-B449-66E16306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9837" y="416987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2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9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1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1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AEB73-2212-4893-8258-E25F0911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430" y="229445"/>
            <a:ext cx="1515098" cy="548288"/>
          </a:xfrm>
          <a:custGeom xmlns:a="http://schemas.openxmlformats.org/drawingml/2006/main">
            <a:pathLst>
              <a:path w="1515098" h="548288">
                <a:moveTo>
                  <a:pt x="0" y="39823"/>
                </a:moveTo>
                <a:cubicBezTo>
                  <a:pt x="0" y="17867"/>
                  <a:pt x="17792" y="0"/>
                  <a:pt x="39823" y="0"/>
                </a:cubicBezTo>
                <a:lnTo>
                  <a:pt x="1475350" y="0"/>
                </a:lnTo>
                <a:cubicBezTo>
                  <a:pt x="1497306" y="0"/>
                  <a:pt x="1515098" y="17867"/>
                  <a:pt x="1515098" y="39823"/>
                </a:cubicBezTo>
                <a:lnTo>
                  <a:pt x="1515098" y="508465"/>
                </a:lnTo>
                <a:cubicBezTo>
                  <a:pt x="1515098" y="530420"/>
                  <a:pt x="1497306" y="548288"/>
                  <a:pt x="1475350" y="548288"/>
                </a:cubicBezTo>
                <a:lnTo>
                  <a:pt x="39823" y="548288"/>
                </a:lnTo>
                <a:cubicBezTo>
                  <a:pt x="17792" y="548288"/>
                  <a:pt x="0" y="530420"/>
                  <a:pt x="0" y="508465"/>
                </a:cubicBezTo>
                <a:lnTo>
                  <a:pt x="0" y="39823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Text IssueReport+">
            <a:extLst xmlns:a="http://schemas.openxmlformats.org/drawingml/2006/main">
              <a:ext uri="{FF2B5EF4-FFF2-40B4-BE49-F238E27FC236}">
                <a16:creationId xmlns:a16="http://schemas.microsoft.com/office/drawing/2014/main" id="{6BF02C42-9722-4542-B29E-AC639B7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189" y="458127"/>
            <a:ext cx="927590" cy="124433"/>
          </a:xfrm>
          <a:custGeom xmlns:a="http://schemas.openxmlformats.org/drawingml/2006/main">
            <a:pathLst>
              <a:path w="927590" h="124433">
                <a:moveTo>
                  <a:pt x="0" y="97550"/>
                </a:moveTo>
                <a:lnTo>
                  <a:pt x="0" y="0"/>
                </a:lnTo>
                <a:lnTo>
                  <a:pt x="19696" y="0"/>
                </a:lnTo>
                <a:lnTo>
                  <a:pt x="19696" y="97550"/>
                </a:lnTo>
                <a:lnTo>
                  <a:pt x="0" y="97550"/>
                </a:lnTo>
                <a:close/>
                <a:moveTo>
                  <a:pt x="31763" y="77454"/>
                </a:moveTo>
                <a:lnTo>
                  <a:pt x="50528" y="74527"/>
                </a:lnTo>
                <a:cubicBezTo>
                  <a:pt x="51326" y="78142"/>
                  <a:pt x="52945" y="80887"/>
                  <a:pt x="55385" y="82761"/>
                </a:cubicBezTo>
                <a:cubicBezTo>
                  <a:pt x="57825" y="84635"/>
                  <a:pt x="61241" y="85572"/>
                  <a:pt x="65633" y="85572"/>
                </a:cubicBezTo>
                <a:cubicBezTo>
                  <a:pt x="70468" y="85572"/>
                  <a:pt x="74106" y="84687"/>
                  <a:pt x="76545" y="82915"/>
                </a:cubicBezTo>
                <a:cubicBezTo>
                  <a:pt x="78187" y="81674"/>
                  <a:pt x="79007" y="80013"/>
                  <a:pt x="79007" y="77931"/>
                </a:cubicBezTo>
                <a:cubicBezTo>
                  <a:pt x="79007" y="76512"/>
                  <a:pt x="78564" y="75338"/>
                  <a:pt x="77677" y="74408"/>
                </a:cubicBezTo>
                <a:cubicBezTo>
                  <a:pt x="76745" y="73522"/>
                  <a:pt x="74660" y="72703"/>
                  <a:pt x="71422" y="71950"/>
                </a:cubicBezTo>
                <a:cubicBezTo>
                  <a:pt x="56339" y="68629"/>
                  <a:pt x="46779" y="65594"/>
                  <a:pt x="42742" y="62846"/>
                </a:cubicBezTo>
                <a:cubicBezTo>
                  <a:pt x="37153" y="59034"/>
                  <a:pt x="34358" y="53738"/>
                  <a:pt x="34358" y="46958"/>
                </a:cubicBezTo>
                <a:cubicBezTo>
                  <a:pt x="34358" y="40841"/>
                  <a:pt x="36776" y="35700"/>
                  <a:pt x="41611" y="31534"/>
                </a:cubicBezTo>
                <a:cubicBezTo>
                  <a:pt x="46446" y="27369"/>
                  <a:pt x="53943" y="25286"/>
                  <a:pt x="64102" y="25286"/>
                </a:cubicBezTo>
                <a:cubicBezTo>
                  <a:pt x="73773" y="25286"/>
                  <a:pt x="80959" y="26855"/>
                  <a:pt x="85662" y="29994"/>
                </a:cubicBezTo>
                <a:cubicBezTo>
                  <a:pt x="90364" y="33132"/>
                  <a:pt x="93602" y="37773"/>
                  <a:pt x="95377" y="43917"/>
                </a:cubicBezTo>
                <a:lnTo>
                  <a:pt x="77743" y="47244"/>
                </a:lnTo>
                <a:cubicBezTo>
                  <a:pt x="76989" y="44494"/>
                  <a:pt x="75558" y="42387"/>
                  <a:pt x="73451" y="40923"/>
                </a:cubicBezTo>
                <a:cubicBezTo>
                  <a:pt x="71344" y="39459"/>
                  <a:pt x="68339" y="38727"/>
                  <a:pt x="64435" y="38727"/>
                </a:cubicBezTo>
                <a:cubicBezTo>
                  <a:pt x="59511" y="38727"/>
                  <a:pt x="55984" y="39414"/>
                  <a:pt x="53855" y="40788"/>
                </a:cubicBezTo>
                <a:cubicBezTo>
                  <a:pt x="52435" y="41761"/>
                  <a:pt x="51725" y="43023"/>
                  <a:pt x="51725" y="44575"/>
                </a:cubicBezTo>
                <a:cubicBezTo>
                  <a:pt x="51725" y="45903"/>
                  <a:pt x="52346" y="47032"/>
                  <a:pt x="53589" y="47962"/>
                </a:cubicBezTo>
                <a:cubicBezTo>
                  <a:pt x="55274" y="49203"/>
                  <a:pt x="61097" y="50953"/>
                  <a:pt x="71056" y="53212"/>
                </a:cubicBezTo>
                <a:cubicBezTo>
                  <a:pt x="81015" y="55472"/>
                  <a:pt x="87968" y="58244"/>
                  <a:pt x="91916" y="61528"/>
                </a:cubicBezTo>
                <a:cubicBezTo>
                  <a:pt x="95820" y="64858"/>
                  <a:pt x="97772" y="69496"/>
                  <a:pt x="97772" y="75444"/>
                </a:cubicBezTo>
                <a:cubicBezTo>
                  <a:pt x="97772" y="81924"/>
                  <a:pt x="95066" y="87495"/>
                  <a:pt x="89654" y="92156"/>
                </a:cubicBezTo>
                <a:cubicBezTo>
                  <a:pt x="84242" y="96817"/>
                  <a:pt x="76235" y="99147"/>
                  <a:pt x="65633" y="99147"/>
                </a:cubicBezTo>
                <a:cubicBezTo>
                  <a:pt x="56006" y="99147"/>
                  <a:pt x="48387" y="97201"/>
                  <a:pt x="42776" y="93310"/>
                </a:cubicBezTo>
                <a:cubicBezTo>
                  <a:pt x="37164" y="89417"/>
                  <a:pt x="33493" y="84132"/>
                  <a:pt x="31763" y="77454"/>
                </a:cubicBezTo>
                <a:close/>
                <a:moveTo>
                  <a:pt x="107534" y="77454"/>
                </a:moveTo>
                <a:lnTo>
                  <a:pt x="126299" y="74527"/>
                </a:lnTo>
                <a:cubicBezTo>
                  <a:pt x="127097" y="78142"/>
                  <a:pt x="128716" y="80887"/>
                  <a:pt x="131156" y="82761"/>
                </a:cubicBezTo>
                <a:cubicBezTo>
                  <a:pt x="133596" y="84635"/>
                  <a:pt x="137012" y="85572"/>
                  <a:pt x="141403" y="85572"/>
                </a:cubicBezTo>
                <a:cubicBezTo>
                  <a:pt x="146239" y="85572"/>
                  <a:pt x="149876" y="84687"/>
                  <a:pt x="152316" y="82915"/>
                </a:cubicBezTo>
                <a:cubicBezTo>
                  <a:pt x="153958" y="81674"/>
                  <a:pt x="154778" y="80013"/>
                  <a:pt x="154778" y="77931"/>
                </a:cubicBezTo>
                <a:cubicBezTo>
                  <a:pt x="154778" y="76512"/>
                  <a:pt x="154335" y="75338"/>
                  <a:pt x="153447" y="74408"/>
                </a:cubicBezTo>
                <a:cubicBezTo>
                  <a:pt x="152516" y="73522"/>
                  <a:pt x="150431" y="72703"/>
                  <a:pt x="147193" y="71950"/>
                </a:cubicBezTo>
                <a:cubicBezTo>
                  <a:pt x="132110" y="68629"/>
                  <a:pt x="122550" y="65594"/>
                  <a:pt x="118513" y="62846"/>
                </a:cubicBezTo>
                <a:cubicBezTo>
                  <a:pt x="112924" y="59034"/>
                  <a:pt x="110129" y="53738"/>
                  <a:pt x="110129" y="46958"/>
                </a:cubicBezTo>
                <a:cubicBezTo>
                  <a:pt x="110129" y="40841"/>
                  <a:pt x="112547" y="35700"/>
                  <a:pt x="117382" y="31534"/>
                </a:cubicBezTo>
                <a:cubicBezTo>
                  <a:pt x="122217" y="27369"/>
                  <a:pt x="129714" y="25286"/>
                  <a:pt x="139873" y="25286"/>
                </a:cubicBezTo>
                <a:cubicBezTo>
                  <a:pt x="149544" y="25286"/>
                  <a:pt x="156730" y="26855"/>
                  <a:pt x="161432" y="29994"/>
                </a:cubicBezTo>
                <a:cubicBezTo>
                  <a:pt x="166135" y="33132"/>
                  <a:pt x="169373" y="37773"/>
                  <a:pt x="171148" y="43917"/>
                </a:cubicBezTo>
                <a:lnTo>
                  <a:pt x="153514" y="47244"/>
                </a:lnTo>
                <a:cubicBezTo>
                  <a:pt x="152760" y="44494"/>
                  <a:pt x="151329" y="42387"/>
                  <a:pt x="149222" y="40923"/>
                </a:cubicBezTo>
                <a:cubicBezTo>
                  <a:pt x="147115" y="39459"/>
                  <a:pt x="144109" y="38727"/>
                  <a:pt x="140206" y="38727"/>
                </a:cubicBezTo>
                <a:cubicBezTo>
                  <a:pt x="135282" y="38727"/>
                  <a:pt x="131755" y="39414"/>
                  <a:pt x="129626" y="40788"/>
                </a:cubicBezTo>
                <a:cubicBezTo>
                  <a:pt x="128206" y="41761"/>
                  <a:pt x="127496" y="43023"/>
                  <a:pt x="127496" y="44575"/>
                </a:cubicBezTo>
                <a:cubicBezTo>
                  <a:pt x="127496" y="45903"/>
                  <a:pt x="128117" y="47032"/>
                  <a:pt x="129359" y="47962"/>
                </a:cubicBezTo>
                <a:cubicBezTo>
                  <a:pt x="131045" y="49203"/>
                  <a:pt x="136868" y="50953"/>
                  <a:pt x="146827" y="53212"/>
                </a:cubicBezTo>
                <a:cubicBezTo>
                  <a:pt x="156786" y="55472"/>
                  <a:pt x="163739" y="58244"/>
                  <a:pt x="167687" y="61528"/>
                </a:cubicBezTo>
                <a:cubicBezTo>
                  <a:pt x="171591" y="64858"/>
                  <a:pt x="173543" y="69496"/>
                  <a:pt x="173543" y="75444"/>
                </a:cubicBezTo>
                <a:cubicBezTo>
                  <a:pt x="173543" y="81924"/>
                  <a:pt x="170837" y="87495"/>
                  <a:pt x="165425" y="92156"/>
                </a:cubicBezTo>
                <a:cubicBezTo>
                  <a:pt x="160013" y="96817"/>
                  <a:pt x="152006" y="99147"/>
                  <a:pt x="141403" y="99147"/>
                </a:cubicBezTo>
                <a:cubicBezTo>
                  <a:pt x="131777" y="99147"/>
                  <a:pt x="124158" y="97201"/>
                  <a:pt x="118546" y="93310"/>
                </a:cubicBezTo>
                <a:cubicBezTo>
                  <a:pt x="112935" y="89417"/>
                  <a:pt x="109264" y="84132"/>
                  <a:pt x="107534" y="77454"/>
                </a:cubicBezTo>
                <a:close/>
                <a:moveTo>
                  <a:pt x="235996" y="97550"/>
                </a:moveTo>
                <a:lnTo>
                  <a:pt x="235996" y="86970"/>
                </a:lnTo>
                <a:cubicBezTo>
                  <a:pt x="233423" y="90740"/>
                  <a:pt x="230040" y="93713"/>
                  <a:pt x="225848" y="95886"/>
                </a:cubicBezTo>
                <a:cubicBezTo>
                  <a:pt x="221656" y="98060"/>
                  <a:pt x="217231" y="99147"/>
                  <a:pt x="212573" y="99147"/>
                </a:cubicBezTo>
                <a:cubicBezTo>
                  <a:pt x="207826" y="99147"/>
                  <a:pt x="203568" y="98104"/>
                  <a:pt x="199797" y="96019"/>
                </a:cubicBezTo>
                <a:cubicBezTo>
                  <a:pt x="196026" y="93934"/>
                  <a:pt x="193298" y="91007"/>
                  <a:pt x="191612" y="87236"/>
                </a:cubicBezTo>
                <a:cubicBezTo>
                  <a:pt x="189927" y="83465"/>
                  <a:pt x="189084" y="78253"/>
                  <a:pt x="189084" y="71599"/>
                </a:cubicBezTo>
                <a:lnTo>
                  <a:pt x="189084" y="26883"/>
                </a:lnTo>
                <a:lnTo>
                  <a:pt x="207782" y="26883"/>
                </a:lnTo>
                <a:lnTo>
                  <a:pt x="207782" y="59280"/>
                </a:lnTo>
                <a:cubicBezTo>
                  <a:pt x="207782" y="69195"/>
                  <a:pt x="208126" y="75270"/>
                  <a:pt x="208813" y="77504"/>
                </a:cubicBezTo>
                <a:cubicBezTo>
                  <a:pt x="209501" y="79739"/>
                  <a:pt x="210754" y="81509"/>
                  <a:pt x="212573" y="82815"/>
                </a:cubicBezTo>
                <a:cubicBezTo>
                  <a:pt x="214392" y="84121"/>
                  <a:pt x="216699" y="84774"/>
                  <a:pt x="219493" y="84774"/>
                </a:cubicBezTo>
                <a:cubicBezTo>
                  <a:pt x="222687" y="84774"/>
                  <a:pt x="225549" y="83900"/>
                  <a:pt x="228077" y="82152"/>
                </a:cubicBezTo>
                <a:cubicBezTo>
                  <a:pt x="230606" y="80404"/>
                  <a:pt x="232336" y="78235"/>
                  <a:pt x="233267" y="75645"/>
                </a:cubicBezTo>
                <a:cubicBezTo>
                  <a:pt x="234199" y="73056"/>
                  <a:pt x="234665" y="66715"/>
                  <a:pt x="234665" y="56625"/>
                </a:cubicBezTo>
                <a:lnTo>
                  <a:pt x="234665" y="26883"/>
                </a:lnTo>
                <a:lnTo>
                  <a:pt x="253363" y="26883"/>
                </a:lnTo>
                <a:lnTo>
                  <a:pt x="253363" y="97550"/>
                </a:lnTo>
                <a:lnTo>
                  <a:pt x="235996" y="97550"/>
                </a:lnTo>
                <a:close/>
                <a:moveTo>
                  <a:pt x="313671" y="75059"/>
                </a:moveTo>
                <a:lnTo>
                  <a:pt x="332303" y="78253"/>
                </a:lnTo>
                <a:cubicBezTo>
                  <a:pt x="329908" y="85062"/>
                  <a:pt x="326126" y="90247"/>
                  <a:pt x="320958" y="93807"/>
                </a:cubicBezTo>
                <a:cubicBezTo>
                  <a:pt x="315790" y="97367"/>
                  <a:pt x="309324" y="99147"/>
                  <a:pt x="301561" y="99147"/>
                </a:cubicBezTo>
                <a:cubicBezTo>
                  <a:pt x="289273" y="99147"/>
                  <a:pt x="280179" y="95132"/>
                  <a:pt x="274279" y="87103"/>
                </a:cubicBezTo>
                <a:cubicBezTo>
                  <a:pt x="269621" y="80671"/>
                  <a:pt x="267292" y="72552"/>
                  <a:pt x="267292" y="62749"/>
                </a:cubicBezTo>
                <a:cubicBezTo>
                  <a:pt x="267292" y="51037"/>
                  <a:pt x="270353" y="41866"/>
                  <a:pt x="276475" y="35234"/>
                </a:cubicBezTo>
                <a:cubicBezTo>
                  <a:pt x="282597" y="28602"/>
                  <a:pt x="290338" y="25286"/>
                  <a:pt x="299698" y="25286"/>
                </a:cubicBezTo>
                <a:cubicBezTo>
                  <a:pt x="310211" y="25286"/>
                  <a:pt x="318507" y="28757"/>
                  <a:pt x="324584" y="35700"/>
                </a:cubicBezTo>
                <a:cubicBezTo>
                  <a:pt x="330662" y="42642"/>
                  <a:pt x="333567" y="53278"/>
                  <a:pt x="333301" y="67606"/>
                </a:cubicBezTo>
                <a:lnTo>
                  <a:pt x="286456" y="67606"/>
                </a:lnTo>
                <a:cubicBezTo>
                  <a:pt x="286589" y="73151"/>
                  <a:pt x="288097" y="77465"/>
                  <a:pt x="290981" y="80549"/>
                </a:cubicBezTo>
                <a:cubicBezTo>
                  <a:pt x="293864" y="83632"/>
                  <a:pt x="297457" y="85173"/>
                  <a:pt x="301760" y="85173"/>
                </a:cubicBezTo>
                <a:cubicBezTo>
                  <a:pt x="304688" y="85173"/>
                  <a:pt x="307150" y="84375"/>
                  <a:pt x="309147" y="82778"/>
                </a:cubicBezTo>
                <a:cubicBezTo>
                  <a:pt x="311143" y="81181"/>
                  <a:pt x="312651" y="78608"/>
                  <a:pt x="313671" y="75059"/>
                </a:cubicBezTo>
                <a:moveTo>
                  <a:pt x="314736" y="56161"/>
                </a:moveTo>
                <a:cubicBezTo>
                  <a:pt x="314603" y="50771"/>
                  <a:pt x="313206" y="46673"/>
                  <a:pt x="310544" y="43867"/>
                </a:cubicBezTo>
                <a:cubicBezTo>
                  <a:pt x="307882" y="41062"/>
                  <a:pt x="304644" y="39659"/>
                  <a:pt x="300829" y="39659"/>
                </a:cubicBezTo>
                <a:cubicBezTo>
                  <a:pt x="296748" y="39659"/>
                  <a:pt x="293376" y="41139"/>
                  <a:pt x="290715" y="44098"/>
                </a:cubicBezTo>
                <a:cubicBezTo>
                  <a:pt x="288053" y="47059"/>
                  <a:pt x="286744" y="51080"/>
                  <a:pt x="286789" y="56161"/>
                </a:cubicBezTo>
                <a:lnTo>
                  <a:pt x="314736" y="56161"/>
                </a:lnTo>
                <a:close/>
                <a:moveTo>
                  <a:pt x="386604" y="97550"/>
                </a:moveTo>
                <a:lnTo>
                  <a:pt x="386604" y="0"/>
                </a:lnTo>
                <a:lnTo>
                  <a:pt x="428060" y="0"/>
                </a:lnTo>
                <a:cubicBezTo>
                  <a:pt x="438484" y="0"/>
                  <a:pt x="446059" y="876"/>
                  <a:pt x="450784" y="2628"/>
                </a:cubicBezTo>
                <a:cubicBezTo>
                  <a:pt x="455508" y="4381"/>
                  <a:pt x="459290" y="7497"/>
                  <a:pt x="462129" y="11977"/>
                </a:cubicBezTo>
                <a:cubicBezTo>
                  <a:pt x="464968" y="16458"/>
                  <a:pt x="466388" y="21582"/>
                  <a:pt x="466388" y="27349"/>
                </a:cubicBezTo>
                <a:cubicBezTo>
                  <a:pt x="466388" y="34668"/>
                  <a:pt x="464236" y="40712"/>
                  <a:pt x="459933" y="45481"/>
                </a:cubicBezTo>
                <a:cubicBezTo>
                  <a:pt x="455630" y="50250"/>
                  <a:pt x="449198" y="53255"/>
                  <a:pt x="440636" y="54498"/>
                </a:cubicBezTo>
                <a:cubicBezTo>
                  <a:pt x="444895" y="56982"/>
                  <a:pt x="448410" y="59710"/>
                  <a:pt x="451183" y="62682"/>
                </a:cubicBezTo>
                <a:cubicBezTo>
                  <a:pt x="453955" y="65654"/>
                  <a:pt x="457693" y="70933"/>
                  <a:pt x="462395" y="78519"/>
                </a:cubicBezTo>
                <a:lnTo>
                  <a:pt x="474306" y="97550"/>
                </a:lnTo>
                <a:lnTo>
                  <a:pt x="450750" y="97550"/>
                </a:lnTo>
                <a:lnTo>
                  <a:pt x="436510" y="76317"/>
                </a:lnTo>
                <a:cubicBezTo>
                  <a:pt x="431453" y="68734"/>
                  <a:pt x="427993" y="63956"/>
                  <a:pt x="426130" y="61983"/>
                </a:cubicBezTo>
                <a:cubicBezTo>
                  <a:pt x="424267" y="60009"/>
                  <a:pt x="422293" y="58656"/>
                  <a:pt x="420208" y="57924"/>
                </a:cubicBezTo>
                <a:cubicBezTo>
                  <a:pt x="418123" y="57192"/>
                  <a:pt x="414818" y="56826"/>
                  <a:pt x="410293" y="56826"/>
                </a:cubicBezTo>
                <a:lnTo>
                  <a:pt x="406301" y="56826"/>
                </a:lnTo>
                <a:lnTo>
                  <a:pt x="406301" y="97550"/>
                </a:lnTo>
                <a:lnTo>
                  <a:pt x="386604" y="97550"/>
                </a:lnTo>
                <a:moveTo>
                  <a:pt x="406301" y="41256"/>
                </a:moveTo>
                <a:lnTo>
                  <a:pt x="420873" y="41256"/>
                </a:lnTo>
                <a:cubicBezTo>
                  <a:pt x="430322" y="41256"/>
                  <a:pt x="436222" y="40856"/>
                  <a:pt x="438573" y="40058"/>
                </a:cubicBezTo>
                <a:cubicBezTo>
                  <a:pt x="440924" y="39259"/>
                  <a:pt x="442765" y="37884"/>
                  <a:pt x="444096" y="35932"/>
                </a:cubicBezTo>
                <a:cubicBezTo>
                  <a:pt x="445427" y="33981"/>
                  <a:pt x="446092" y="31541"/>
                  <a:pt x="446092" y="28613"/>
                </a:cubicBezTo>
                <a:cubicBezTo>
                  <a:pt x="446092" y="25330"/>
                  <a:pt x="445216" y="22680"/>
                  <a:pt x="443464" y="20661"/>
                </a:cubicBezTo>
                <a:cubicBezTo>
                  <a:pt x="441712" y="18643"/>
                  <a:pt x="439239" y="17367"/>
                  <a:pt x="436045" y="16835"/>
                </a:cubicBezTo>
                <a:cubicBezTo>
                  <a:pt x="434448" y="16613"/>
                  <a:pt x="429657" y="16502"/>
                  <a:pt x="421672" y="16502"/>
                </a:cubicBezTo>
                <a:lnTo>
                  <a:pt x="406301" y="16502"/>
                </a:lnTo>
                <a:lnTo>
                  <a:pt x="406301" y="41256"/>
                </a:lnTo>
                <a:close/>
                <a:moveTo>
                  <a:pt x="525720" y="75059"/>
                </a:moveTo>
                <a:lnTo>
                  <a:pt x="544351" y="78253"/>
                </a:lnTo>
                <a:cubicBezTo>
                  <a:pt x="541956" y="85062"/>
                  <a:pt x="538174" y="90247"/>
                  <a:pt x="533006" y="93807"/>
                </a:cubicBezTo>
                <a:cubicBezTo>
                  <a:pt x="527838" y="97367"/>
                  <a:pt x="521372" y="99147"/>
                  <a:pt x="513609" y="99147"/>
                </a:cubicBezTo>
                <a:cubicBezTo>
                  <a:pt x="501321" y="99147"/>
                  <a:pt x="492227" y="95132"/>
                  <a:pt x="486327" y="87103"/>
                </a:cubicBezTo>
                <a:cubicBezTo>
                  <a:pt x="481669" y="80671"/>
                  <a:pt x="479340" y="72552"/>
                  <a:pt x="479340" y="62749"/>
                </a:cubicBezTo>
                <a:cubicBezTo>
                  <a:pt x="479340" y="51037"/>
                  <a:pt x="482401" y="41866"/>
                  <a:pt x="488523" y="35234"/>
                </a:cubicBezTo>
                <a:cubicBezTo>
                  <a:pt x="494645" y="28602"/>
                  <a:pt x="502386" y="25286"/>
                  <a:pt x="511746" y="25286"/>
                </a:cubicBezTo>
                <a:cubicBezTo>
                  <a:pt x="522259" y="25286"/>
                  <a:pt x="530555" y="28757"/>
                  <a:pt x="536632" y="35700"/>
                </a:cubicBezTo>
                <a:cubicBezTo>
                  <a:pt x="542710" y="42642"/>
                  <a:pt x="545616" y="53278"/>
                  <a:pt x="545349" y="67606"/>
                </a:cubicBezTo>
                <a:lnTo>
                  <a:pt x="498504" y="67606"/>
                </a:lnTo>
                <a:cubicBezTo>
                  <a:pt x="498637" y="73151"/>
                  <a:pt x="500146" y="77465"/>
                  <a:pt x="503029" y="80549"/>
                </a:cubicBezTo>
                <a:cubicBezTo>
                  <a:pt x="505912" y="83632"/>
                  <a:pt x="509506" y="85173"/>
                  <a:pt x="513809" y="85173"/>
                </a:cubicBezTo>
                <a:cubicBezTo>
                  <a:pt x="516737" y="85173"/>
                  <a:pt x="519199" y="84375"/>
                  <a:pt x="521195" y="82778"/>
                </a:cubicBezTo>
                <a:cubicBezTo>
                  <a:pt x="523191" y="81181"/>
                  <a:pt x="524699" y="78608"/>
                  <a:pt x="525720" y="75059"/>
                </a:cubicBezTo>
                <a:moveTo>
                  <a:pt x="526784" y="56161"/>
                </a:moveTo>
                <a:cubicBezTo>
                  <a:pt x="526651" y="50771"/>
                  <a:pt x="525254" y="46673"/>
                  <a:pt x="522592" y="43867"/>
                </a:cubicBezTo>
                <a:cubicBezTo>
                  <a:pt x="519931" y="41062"/>
                  <a:pt x="516692" y="39659"/>
                  <a:pt x="512877" y="39659"/>
                </a:cubicBezTo>
                <a:cubicBezTo>
                  <a:pt x="508796" y="39659"/>
                  <a:pt x="505424" y="41139"/>
                  <a:pt x="502763" y="44098"/>
                </a:cubicBezTo>
                <a:cubicBezTo>
                  <a:pt x="500101" y="47059"/>
                  <a:pt x="498793" y="51080"/>
                  <a:pt x="498837" y="56161"/>
                </a:cubicBezTo>
                <a:lnTo>
                  <a:pt x="526784" y="56161"/>
                </a:lnTo>
                <a:close/>
                <a:moveTo>
                  <a:pt x="559626" y="26883"/>
                </a:moveTo>
                <a:lnTo>
                  <a:pt x="577060" y="26883"/>
                </a:lnTo>
                <a:lnTo>
                  <a:pt x="577060" y="37263"/>
                </a:lnTo>
                <a:cubicBezTo>
                  <a:pt x="579322" y="33714"/>
                  <a:pt x="582383" y="30831"/>
                  <a:pt x="586243" y="28613"/>
                </a:cubicBezTo>
                <a:cubicBezTo>
                  <a:pt x="590102" y="26395"/>
                  <a:pt x="594383" y="25286"/>
                  <a:pt x="599085" y="25286"/>
                </a:cubicBezTo>
                <a:cubicBezTo>
                  <a:pt x="607292" y="25286"/>
                  <a:pt x="614257" y="28502"/>
                  <a:pt x="619979" y="34934"/>
                </a:cubicBezTo>
                <a:cubicBezTo>
                  <a:pt x="625702" y="41367"/>
                  <a:pt x="628563" y="50328"/>
                  <a:pt x="628563" y="61817"/>
                </a:cubicBezTo>
                <a:cubicBezTo>
                  <a:pt x="628563" y="73617"/>
                  <a:pt x="625680" y="82789"/>
                  <a:pt x="619913" y="89332"/>
                </a:cubicBezTo>
                <a:cubicBezTo>
                  <a:pt x="614146" y="95875"/>
                  <a:pt x="607159" y="99147"/>
                  <a:pt x="598952" y="99147"/>
                </a:cubicBezTo>
                <a:cubicBezTo>
                  <a:pt x="595048" y="99147"/>
                  <a:pt x="591510" y="98371"/>
                  <a:pt x="588339" y="96818"/>
                </a:cubicBezTo>
                <a:cubicBezTo>
                  <a:pt x="585167" y="95265"/>
                  <a:pt x="581829" y="92604"/>
                  <a:pt x="578324" y="88833"/>
                </a:cubicBezTo>
                <a:lnTo>
                  <a:pt x="578324" y="124433"/>
                </a:lnTo>
                <a:lnTo>
                  <a:pt x="559626" y="124433"/>
                </a:lnTo>
                <a:lnTo>
                  <a:pt x="559626" y="26883"/>
                </a:lnTo>
                <a:moveTo>
                  <a:pt x="578125" y="60987"/>
                </a:moveTo>
                <a:cubicBezTo>
                  <a:pt x="578125" y="68916"/>
                  <a:pt x="579699" y="74773"/>
                  <a:pt x="582849" y="78561"/>
                </a:cubicBezTo>
                <a:cubicBezTo>
                  <a:pt x="585999" y="82348"/>
                  <a:pt x="589836" y="84242"/>
                  <a:pt x="594361" y="84242"/>
                </a:cubicBezTo>
                <a:cubicBezTo>
                  <a:pt x="598708" y="84242"/>
                  <a:pt x="602323" y="82503"/>
                  <a:pt x="605207" y="79026"/>
                </a:cubicBezTo>
                <a:cubicBezTo>
                  <a:pt x="608090" y="75550"/>
                  <a:pt x="609532" y="69846"/>
                  <a:pt x="609532" y="61917"/>
                </a:cubicBezTo>
                <a:cubicBezTo>
                  <a:pt x="609532" y="54520"/>
                  <a:pt x="608046" y="49027"/>
                  <a:pt x="605074" y="45440"/>
                </a:cubicBezTo>
                <a:cubicBezTo>
                  <a:pt x="602102" y="41852"/>
                  <a:pt x="598420" y="40058"/>
                  <a:pt x="594028" y="40058"/>
                </a:cubicBezTo>
                <a:cubicBezTo>
                  <a:pt x="589459" y="40058"/>
                  <a:pt x="585666" y="41819"/>
                  <a:pt x="582649" y="45340"/>
                </a:cubicBezTo>
                <a:cubicBezTo>
                  <a:pt x="579633" y="48861"/>
                  <a:pt x="578125" y="54077"/>
                  <a:pt x="578125" y="60987"/>
                </a:cubicBezTo>
                <a:close/>
                <a:moveTo>
                  <a:pt x="639099" y="61218"/>
                </a:moveTo>
                <a:cubicBezTo>
                  <a:pt x="639099" y="55008"/>
                  <a:pt x="640629" y="48997"/>
                  <a:pt x="643690" y="43185"/>
                </a:cubicBezTo>
                <a:cubicBezTo>
                  <a:pt x="646751" y="37374"/>
                  <a:pt x="651088" y="32938"/>
                  <a:pt x="656699" y="29877"/>
                </a:cubicBezTo>
                <a:cubicBezTo>
                  <a:pt x="662311" y="26816"/>
                  <a:pt x="668577" y="25286"/>
                  <a:pt x="675497" y="25286"/>
                </a:cubicBezTo>
                <a:cubicBezTo>
                  <a:pt x="686188" y="25286"/>
                  <a:pt x="694949" y="28757"/>
                  <a:pt x="701781" y="35700"/>
                </a:cubicBezTo>
                <a:cubicBezTo>
                  <a:pt x="708613" y="42642"/>
                  <a:pt x="712028" y="51414"/>
                  <a:pt x="712028" y="62017"/>
                </a:cubicBezTo>
                <a:cubicBezTo>
                  <a:pt x="712028" y="72708"/>
                  <a:pt x="708579" y="81569"/>
                  <a:pt x="701681" y="88600"/>
                </a:cubicBezTo>
                <a:cubicBezTo>
                  <a:pt x="694783" y="95631"/>
                  <a:pt x="686099" y="99147"/>
                  <a:pt x="675630" y="99147"/>
                </a:cubicBezTo>
                <a:cubicBezTo>
                  <a:pt x="669154" y="99147"/>
                  <a:pt x="662976" y="97683"/>
                  <a:pt x="657098" y="94755"/>
                </a:cubicBezTo>
                <a:cubicBezTo>
                  <a:pt x="651221" y="91827"/>
                  <a:pt x="646751" y="87535"/>
                  <a:pt x="643690" y="81879"/>
                </a:cubicBezTo>
                <a:cubicBezTo>
                  <a:pt x="640629" y="76223"/>
                  <a:pt x="639099" y="69336"/>
                  <a:pt x="639099" y="61218"/>
                </a:cubicBezTo>
                <a:moveTo>
                  <a:pt x="658263" y="62216"/>
                </a:moveTo>
                <a:cubicBezTo>
                  <a:pt x="658263" y="69203"/>
                  <a:pt x="659926" y="74554"/>
                  <a:pt x="663254" y="78269"/>
                </a:cubicBezTo>
                <a:cubicBezTo>
                  <a:pt x="666581" y="81985"/>
                  <a:pt x="670684" y="83842"/>
                  <a:pt x="675564" y="83842"/>
                </a:cubicBezTo>
                <a:cubicBezTo>
                  <a:pt x="680443" y="83842"/>
                  <a:pt x="684536" y="81985"/>
                  <a:pt x="687841" y="78269"/>
                </a:cubicBezTo>
                <a:cubicBezTo>
                  <a:pt x="691146" y="74554"/>
                  <a:pt x="692798" y="69159"/>
                  <a:pt x="692798" y="62083"/>
                </a:cubicBezTo>
                <a:cubicBezTo>
                  <a:pt x="692798" y="55185"/>
                  <a:pt x="691146" y="49878"/>
                  <a:pt x="687841" y="46163"/>
                </a:cubicBezTo>
                <a:cubicBezTo>
                  <a:pt x="684536" y="42448"/>
                  <a:pt x="680443" y="40590"/>
                  <a:pt x="675564" y="40590"/>
                </a:cubicBezTo>
                <a:cubicBezTo>
                  <a:pt x="670684" y="40590"/>
                  <a:pt x="666581" y="42448"/>
                  <a:pt x="663254" y="46163"/>
                </a:cubicBezTo>
                <a:cubicBezTo>
                  <a:pt x="659926" y="49878"/>
                  <a:pt x="658263" y="55229"/>
                  <a:pt x="658263" y="62216"/>
                </a:cubicBezTo>
                <a:close/>
                <a:moveTo>
                  <a:pt x="745135" y="97550"/>
                </a:moveTo>
                <a:lnTo>
                  <a:pt x="726437" y="97550"/>
                </a:lnTo>
                <a:lnTo>
                  <a:pt x="726437" y="26883"/>
                </a:lnTo>
                <a:lnTo>
                  <a:pt x="743804" y="26883"/>
                </a:lnTo>
                <a:lnTo>
                  <a:pt x="743804" y="36931"/>
                </a:lnTo>
                <a:cubicBezTo>
                  <a:pt x="746776" y="32184"/>
                  <a:pt x="749449" y="29056"/>
                  <a:pt x="751822" y="27548"/>
                </a:cubicBezTo>
                <a:cubicBezTo>
                  <a:pt x="754196" y="26040"/>
                  <a:pt x="756891" y="25286"/>
                  <a:pt x="759907" y="25286"/>
                </a:cubicBezTo>
                <a:cubicBezTo>
                  <a:pt x="764166" y="25286"/>
                  <a:pt x="768269" y="26461"/>
                  <a:pt x="772217" y="28812"/>
                </a:cubicBezTo>
                <a:lnTo>
                  <a:pt x="766428" y="45115"/>
                </a:lnTo>
                <a:cubicBezTo>
                  <a:pt x="763279" y="43075"/>
                  <a:pt x="760351" y="42054"/>
                  <a:pt x="757645" y="42054"/>
                </a:cubicBezTo>
                <a:cubicBezTo>
                  <a:pt x="755027" y="42054"/>
                  <a:pt x="752809" y="42775"/>
                  <a:pt x="750991" y="44217"/>
                </a:cubicBezTo>
                <a:cubicBezTo>
                  <a:pt x="749172" y="45659"/>
                  <a:pt x="747741" y="48265"/>
                  <a:pt x="746699" y="52035"/>
                </a:cubicBezTo>
                <a:cubicBezTo>
                  <a:pt x="745656" y="55806"/>
                  <a:pt x="745135" y="63702"/>
                  <a:pt x="745135" y="75724"/>
                </a:cubicBezTo>
                <a:lnTo>
                  <a:pt x="745135" y="97550"/>
                </a:lnTo>
                <a:close/>
                <a:moveTo>
                  <a:pt x="812652" y="26883"/>
                </a:moveTo>
                <a:lnTo>
                  <a:pt x="812652" y="41788"/>
                </a:lnTo>
                <a:lnTo>
                  <a:pt x="799876" y="41788"/>
                </a:lnTo>
                <a:lnTo>
                  <a:pt x="799876" y="70222"/>
                </a:lnTo>
                <a:cubicBezTo>
                  <a:pt x="799876" y="75981"/>
                  <a:pt x="799998" y="79336"/>
                  <a:pt x="800242" y="80289"/>
                </a:cubicBezTo>
                <a:cubicBezTo>
                  <a:pt x="800486" y="81240"/>
                  <a:pt x="801040" y="82026"/>
                  <a:pt x="801905" y="82647"/>
                </a:cubicBezTo>
                <a:cubicBezTo>
                  <a:pt x="802770" y="83266"/>
                  <a:pt x="803824" y="83576"/>
                  <a:pt x="805066" y="83576"/>
                </a:cubicBezTo>
                <a:cubicBezTo>
                  <a:pt x="806796" y="83576"/>
                  <a:pt x="809303" y="82977"/>
                  <a:pt x="812585" y="81780"/>
                </a:cubicBezTo>
                <a:lnTo>
                  <a:pt x="814182" y="96340"/>
                </a:lnTo>
                <a:cubicBezTo>
                  <a:pt x="809835" y="98211"/>
                  <a:pt x="804911" y="99147"/>
                  <a:pt x="799410" y="99147"/>
                </a:cubicBezTo>
                <a:cubicBezTo>
                  <a:pt x="796039" y="99147"/>
                  <a:pt x="793000" y="98581"/>
                  <a:pt x="790294" y="97450"/>
                </a:cubicBezTo>
                <a:cubicBezTo>
                  <a:pt x="787588" y="96319"/>
                  <a:pt x="785603" y="94855"/>
                  <a:pt x="784338" y="93058"/>
                </a:cubicBezTo>
                <a:cubicBezTo>
                  <a:pt x="783074" y="91262"/>
                  <a:pt x="782198" y="88833"/>
                  <a:pt x="781710" y="85772"/>
                </a:cubicBezTo>
                <a:cubicBezTo>
                  <a:pt x="781311" y="83598"/>
                  <a:pt x="781111" y="79207"/>
                  <a:pt x="781111" y="72597"/>
                </a:cubicBezTo>
                <a:lnTo>
                  <a:pt x="781111" y="41788"/>
                </a:lnTo>
                <a:lnTo>
                  <a:pt x="772527" y="41788"/>
                </a:lnTo>
                <a:lnTo>
                  <a:pt x="772527" y="26883"/>
                </a:lnTo>
                <a:lnTo>
                  <a:pt x="781111" y="26883"/>
                </a:lnTo>
                <a:lnTo>
                  <a:pt x="781111" y="12776"/>
                </a:lnTo>
                <a:lnTo>
                  <a:pt x="799876" y="1730"/>
                </a:lnTo>
                <a:lnTo>
                  <a:pt x="799876" y="26883"/>
                </a:lnTo>
                <a:lnTo>
                  <a:pt x="812652" y="26883"/>
                </a:lnTo>
                <a:close/>
                <a:moveTo>
                  <a:pt x="884937" y="83443"/>
                </a:moveTo>
                <a:lnTo>
                  <a:pt x="884937" y="58157"/>
                </a:lnTo>
                <a:lnTo>
                  <a:pt x="859385" y="58157"/>
                </a:lnTo>
                <a:lnTo>
                  <a:pt x="859385" y="40590"/>
                </a:lnTo>
                <a:lnTo>
                  <a:pt x="884937" y="40590"/>
                </a:lnTo>
                <a:lnTo>
                  <a:pt x="884937" y="15305"/>
                </a:lnTo>
                <a:lnTo>
                  <a:pt x="901972" y="15305"/>
                </a:lnTo>
                <a:lnTo>
                  <a:pt x="901972" y="40590"/>
                </a:lnTo>
                <a:lnTo>
                  <a:pt x="927590" y="40590"/>
                </a:lnTo>
                <a:lnTo>
                  <a:pt x="927590" y="58157"/>
                </a:lnTo>
                <a:lnTo>
                  <a:pt x="901972" y="58157"/>
                </a:lnTo>
                <a:lnTo>
                  <a:pt x="901972" y="83443"/>
                </a:lnTo>
                <a:lnTo>
                  <a:pt x="884937" y="834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B2857-2F61-4498-8402-0C3C030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426" y="416987"/>
            <a:ext cx="175824" cy="175835"/>
          </a:xfrm>
          <a:custGeom xmlns:a="http://schemas.openxmlformats.org/drawingml/2006/main">
            <a:pathLst>
              <a:path w="175824" h="175835">
                <a:moveTo>
                  <a:pt x="87910" y="0"/>
                </a:moveTo>
                <a:cubicBezTo>
                  <a:pt x="136462" y="0"/>
                  <a:pt x="175824" y="39363"/>
                  <a:pt x="175824" y="87918"/>
                </a:cubicBezTo>
                <a:cubicBezTo>
                  <a:pt x="175824" y="136472"/>
                  <a:pt x="136463" y="175835"/>
                  <a:pt x="87911" y="175835"/>
                </a:cubicBezTo>
                <a:cubicBezTo>
                  <a:pt x="39362" y="175835"/>
                  <a:pt x="0" y="136472"/>
                  <a:pt x="0" y="87917"/>
                </a:cubicBezTo>
                <a:cubicBezTo>
                  <a:pt x="0" y="39363"/>
                  <a:pt x="39361" y="0"/>
                  <a:pt x="87910" y="0"/>
                </a:cubicBezTo>
                <a:close/>
                <a:moveTo>
                  <a:pt x="11988" y="87917"/>
                </a:moveTo>
                <a:cubicBezTo>
                  <a:pt x="11989" y="129851"/>
                  <a:pt x="45981" y="163846"/>
                  <a:pt x="87911" y="163846"/>
                </a:cubicBezTo>
                <a:cubicBezTo>
                  <a:pt x="129843" y="163846"/>
                  <a:pt x="163836" y="129851"/>
                  <a:pt x="163836" y="87918"/>
                </a:cubicBezTo>
                <a:cubicBezTo>
                  <a:pt x="163836" y="45984"/>
                  <a:pt x="129842" y="11989"/>
                  <a:pt x="87910" y="11989"/>
                </a:cubicBezTo>
                <a:cubicBezTo>
                  <a:pt x="45981" y="11989"/>
                  <a:pt x="11988" y="45983"/>
                  <a:pt x="11988" y="87917"/>
                </a:cubicBezTo>
                <a:close/>
                <a:moveTo>
                  <a:pt x="87911" y="103902"/>
                </a:moveTo>
                <a:cubicBezTo>
                  <a:pt x="79086" y="104102"/>
                  <a:pt x="71773" y="97109"/>
                  <a:pt x="71573" y="88284"/>
                </a:cubicBezTo>
                <a:cubicBezTo>
                  <a:pt x="71373" y="79459"/>
                  <a:pt x="78366" y="72139"/>
                  <a:pt x="87191" y="71939"/>
                </a:cubicBezTo>
                <a:cubicBezTo>
                  <a:pt x="87431" y="71932"/>
                  <a:pt x="87664" y="71932"/>
                  <a:pt x="87904" y="71939"/>
                </a:cubicBezTo>
                <a:cubicBezTo>
                  <a:pt x="96728" y="72132"/>
                  <a:pt x="103728" y="79445"/>
                  <a:pt x="103535" y="88277"/>
                </a:cubicBezTo>
                <a:cubicBezTo>
                  <a:pt x="103342" y="96822"/>
                  <a:pt x="96462" y="103709"/>
                  <a:pt x="87911" y="103902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FD1CD-91A8-46EC-9BE0-16DFC36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430" y="660459"/>
            <a:ext cx="1515098" cy="1266316"/>
          </a:xfrm>
          <a:custGeom xmlns:a="http://schemas.openxmlformats.org/drawingml/2006/main">
            <a:pathLst>
              <a:path w="1515098" h="1266316">
                <a:moveTo>
                  <a:pt x="0" y="43836"/>
                </a:moveTo>
                <a:cubicBezTo>
                  <a:pt x="0" y="19609"/>
                  <a:pt x="19609" y="0"/>
                  <a:pt x="43836" y="0"/>
                </a:cubicBezTo>
                <a:lnTo>
                  <a:pt x="1471262" y="0"/>
                </a:lnTo>
                <a:cubicBezTo>
                  <a:pt x="1495489" y="0"/>
                  <a:pt x="1515098" y="19609"/>
                  <a:pt x="1515098" y="43836"/>
                </a:cubicBezTo>
                <a:lnTo>
                  <a:pt x="1515098" y="1222481"/>
                </a:lnTo>
                <a:cubicBezTo>
                  <a:pt x="1515098" y="1246708"/>
                  <a:pt x="1495489" y="1266316"/>
                  <a:pt x="1471262" y="1266316"/>
                </a:cubicBezTo>
                <a:lnTo>
                  <a:pt x="43836" y="1266316"/>
                </a:lnTo>
                <a:cubicBezTo>
                  <a:pt x="19609" y="1266316"/>
                  <a:pt x="0" y="1246708"/>
                  <a:pt x="0" y="1222481"/>
                </a:cubicBezTo>
                <a:lnTo>
                  <a:pt x="0" y="4383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2eb9e72304d15"/>
          <a:stretch xmlns:a="http://schemas.openxmlformats.org/drawingml/2006/main"/>
        </p:blipFill>
        <p:spPr>
          <a:xfrm xmlns:a="http://schemas.openxmlformats.org/drawingml/2006/main">
            <a:off x="11473631" y="1436194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698AB-F534-4A7F-8ED4-80D4214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4722" y="1445491"/>
            <a:ext cx="386194" cy="363405"/>
          </a:xfrm>
          <a:custGeom xmlns:a="http://schemas.openxmlformats.org/drawingml/2006/main">
            <a:pathLst>
              <a:path w="386194" h="363405">
                <a:moveTo>
                  <a:pt x="0" y="15975"/>
                </a:moveTo>
                <a:cubicBezTo>
                  <a:pt x="0" y="7117"/>
                  <a:pt x="7192" y="0"/>
                  <a:pt x="15975" y="0"/>
                </a:cubicBezTo>
                <a:lnTo>
                  <a:pt x="370219" y="0"/>
                </a:lnTo>
                <a:cubicBezTo>
                  <a:pt x="379002" y="0"/>
                  <a:pt x="386194" y="7117"/>
                  <a:pt x="386194" y="15975"/>
                </a:cubicBezTo>
                <a:lnTo>
                  <a:pt x="386194" y="347431"/>
                </a:lnTo>
                <a:cubicBezTo>
                  <a:pt x="386194" y="356213"/>
                  <a:pt x="379002" y="363405"/>
                  <a:pt x="370219" y="363405"/>
                </a:cubicBezTo>
                <a:lnTo>
                  <a:pt x="15975" y="363405"/>
                </a:lnTo>
                <a:cubicBezTo>
                  <a:pt x="7192" y="363405"/>
                  <a:pt x="0" y="356213"/>
                  <a:pt x="0" y="347431"/>
                </a:cubicBezTo>
                <a:lnTo>
                  <a:pt x="0" y="15975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Text ●">
            <a:extLst xmlns:a="http://schemas.openxmlformats.org/drawingml/2006/main">
              <a:ext uri="{FF2B5EF4-FFF2-40B4-BE49-F238E27FC236}">
                <a16:creationId xmlns:a16="http://schemas.microsoft.com/office/drawing/2014/main" id="{A1CFA5C6-5B55-4185-B1FD-EFF3437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406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Text ●">
            <a:extLst xmlns:a="http://schemas.openxmlformats.org/drawingml/2006/main">
              <a:ext uri="{FF2B5EF4-FFF2-40B4-BE49-F238E27FC236}">
                <a16:creationId xmlns:a16="http://schemas.microsoft.com/office/drawing/2014/main" id="{D1562515-E22D-4BAC-86AE-732F007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7387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Text ●">
            <a:extLst xmlns:a="http://schemas.openxmlformats.org/drawingml/2006/main">
              <a:ext uri="{FF2B5EF4-FFF2-40B4-BE49-F238E27FC236}">
                <a16:creationId xmlns:a16="http://schemas.microsoft.com/office/drawing/2014/main" id="{362874AB-EF28-49F2-9F2D-D1777F76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7368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DB083-CE4D-4217-87D3-7EF3C1F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24" y="1308253"/>
            <a:ext cx="118009" cy="89365"/>
          </a:xfrm>
          <a:custGeom xmlns:a="http://schemas.openxmlformats.org/drawingml/2006/main">
            <a:pathLst>
              <a:path w="118009" h="89365">
                <a:moveTo>
                  <a:pt x="109030" y="89365"/>
                </a:moveTo>
                <a:lnTo>
                  <a:pt x="8980" y="89364"/>
                </a:lnTo>
                <a:cubicBezTo>
                  <a:pt x="4021" y="89364"/>
                  <a:pt x="1" y="85679"/>
                  <a:pt x="1" y="81133"/>
                </a:cubicBezTo>
                <a:lnTo>
                  <a:pt x="0" y="8231"/>
                </a:lnTo>
                <a:cubicBezTo>
                  <a:pt x="0" y="3688"/>
                  <a:pt x="4023" y="0"/>
                  <a:pt x="8979" y="0"/>
                </a:cubicBezTo>
                <a:lnTo>
                  <a:pt x="109029" y="0"/>
                </a:lnTo>
                <a:cubicBezTo>
                  <a:pt x="113989" y="0"/>
                  <a:pt x="118008" y="3689"/>
                  <a:pt x="118008" y="8231"/>
                </a:cubicBezTo>
                <a:lnTo>
                  <a:pt x="118009" y="81134"/>
                </a:lnTo>
                <a:cubicBezTo>
                  <a:pt x="118009" y="85680"/>
                  <a:pt x="113989" y="89365"/>
                  <a:pt x="109030" y="89365"/>
                </a:cubicBezTo>
                <a:close/>
                <a:moveTo>
                  <a:pt x="8979" y="7055"/>
                </a:moveTo>
                <a:cubicBezTo>
                  <a:pt x="8271" y="7055"/>
                  <a:pt x="7696" y="7580"/>
                  <a:pt x="7696" y="8231"/>
                </a:cubicBezTo>
                <a:lnTo>
                  <a:pt x="7697" y="81133"/>
                </a:lnTo>
                <a:cubicBezTo>
                  <a:pt x="7697" y="81783"/>
                  <a:pt x="8272" y="82309"/>
                  <a:pt x="8980" y="82309"/>
                </a:cubicBezTo>
                <a:lnTo>
                  <a:pt x="25285" y="82309"/>
                </a:lnTo>
                <a:lnTo>
                  <a:pt x="69265" y="39869"/>
                </a:lnTo>
                <a:cubicBezTo>
                  <a:pt x="72677" y="36577"/>
                  <a:pt x="78359" y="36440"/>
                  <a:pt x="81955" y="39568"/>
                </a:cubicBezTo>
                <a:cubicBezTo>
                  <a:pt x="82011" y="39618"/>
                  <a:pt x="82066" y="39669"/>
                  <a:pt x="82126" y="39720"/>
                </a:cubicBezTo>
                <a:lnTo>
                  <a:pt x="110312" y="65566"/>
                </a:lnTo>
                <a:lnTo>
                  <a:pt x="110312" y="8231"/>
                </a:lnTo>
                <a:cubicBezTo>
                  <a:pt x="110312" y="7581"/>
                  <a:pt x="109739" y="7055"/>
                  <a:pt x="109029" y="7055"/>
                </a:cubicBezTo>
                <a:lnTo>
                  <a:pt x="8979" y="7055"/>
                </a:lnTo>
                <a:close/>
                <a:moveTo>
                  <a:pt x="110312" y="81134"/>
                </a:moveTo>
                <a:lnTo>
                  <a:pt x="110312" y="75537"/>
                </a:lnTo>
                <a:lnTo>
                  <a:pt x="76679" y="44710"/>
                </a:lnTo>
                <a:cubicBezTo>
                  <a:pt x="76435" y="44486"/>
                  <a:pt x="76102" y="44361"/>
                  <a:pt x="75756" y="44369"/>
                </a:cubicBezTo>
                <a:cubicBezTo>
                  <a:pt x="75413" y="44369"/>
                  <a:pt x="75084" y="44498"/>
                  <a:pt x="74845" y="44729"/>
                </a:cubicBezTo>
                <a:lnTo>
                  <a:pt x="35901" y="82309"/>
                </a:lnTo>
                <a:lnTo>
                  <a:pt x="109029" y="82310"/>
                </a:lnTo>
                <a:cubicBezTo>
                  <a:pt x="109739" y="82310"/>
                  <a:pt x="110312" y="81783"/>
                  <a:pt x="110312" y="81134"/>
                </a:cubicBezTo>
                <a:close/>
                <a:moveTo>
                  <a:pt x="51307" y="31748"/>
                </a:moveTo>
                <a:cubicBezTo>
                  <a:pt x="51307" y="40191"/>
                  <a:pt x="43841" y="47034"/>
                  <a:pt x="34634" y="47034"/>
                </a:cubicBezTo>
                <a:cubicBezTo>
                  <a:pt x="25424" y="47034"/>
                  <a:pt x="17958" y="40191"/>
                  <a:pt x="17958" y="31748"/>
                </a:cubicBezTo>
                <a:cubicBezTo>
                  <a:pt x="17958" y="23305"/>
                  <a:pt x="25424" y="16462"/>
                  <a:pt x="34633" y="16462"/>
                </a:cubicBezTo>
                <a:cubicBezTo>
                  <a:pt x="43841" y="16462"/>
                  <a:pt x="51307" y="23305"/>
                  <a:pt x="51307" y="31748"/>
                </a:cubicBezTo>
                <a:close/>
                <a:moveTo>
                  <a:pt x="43610" y="31748"/>
                </a:moveTo>
                <a:cubicBezTo>
                  <a:pt x="43610" y="27201"/>
                  <a:pt x="39587" y="23517"/>
                  <a:pt x="34628" y="23517"/>
                </a:cubicBezTo>
                <a:cubicBezTo>
                  <a:pt x="29668" y="23517"/>
                  <a:pt x="25648" y="27205"/>
                  <a:pt x="25649" y="31752"/>
                </a:cubicBezTo>
                <a:cubicBezTo>
                  <a:pt x="25651" y="36298"/>
                  <a:pt x="29673" y="39987"/>
                  <a:pt x="34634" y="39983"/>
                </a:cubicBezTo>
                <a:cubicBezTo>
                  <a:pt x="39596" y="39983"/>
                  <a:pt x="43615" y="36295"/>
                  <a:pt x="43610" y="3174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Text Image">
            <a:extLst xmlns:a="http://schemas.openxmlformats.org/drawingml/2006/main">
              <a:ext uri="{FF2B5EF4-FFF2-40B4-BE49-F238E27FC236}">
                <a16:creationId xmlns:a16="http://schemas.microsoft.com/office/drawing/2014/main" id="{EC8703EE-0CB5-49DA-B9CD-1E010F58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875" y="1338192"/>
            <a:ext cx="181137" cy="63148"/>
          </a:xfrm>
          <a:custGeom xmlns:a="http://schemas.openxmlformats.org/drawingml/2006/main">
            <a:pathLst>
              <a:path w="181137" h="63148">
                <a:moveTo>
                  <a:pt x="0" y="48775"/>
                </a:moveTo>
                <a:lnTo>
                  <a:pt x="0" y="0"/>
                </a:lnTo>
                <a:lnTo>
                  <a:pt x="6455" y="0"/>
                </a:lnTo>
                <a:lnTo>
                  <a:pt x="6455" y="48775"/>
                </a:lnTo>
                <a:lnTo>
                  <a:pt x="0" y="48775"/>
                </a:lnTo>
                <a:close/>
                <a:moveTo>
                  <a:pt x="17078" y="48775"/>
                </a:moveTo>
                <a:lnTo>
                  <a:pt x="17078" y="13441"/>
                </a:lnTo>
                <a:lnTo>
                  <a:pt x="22435" y="13441"/>
                </a:lnTo>
                <a:lnTo>
                  <a:pt x="22435" y="18365"/>
                </a:lnTo>
                <a:cubicBezTo>
                  <a:pt x="23544" y="16645"/>
                  <a:pt x="25019" y="15261"/>
                  <a:pt x="26860" y="14214"/>
                </a:cubicBezTo>
                <a:cubicBezTo>
                  <a:pt x="28701" y="13167"/>
                  <a:pt x="30797" y="12643"/>
                  <a:pt x="33148" y="12643"/>
                </a:cubicBezTo>
                <a:cubicBezTo>
                  <a:pt x="35765" y="12643"/>
                  <a:pt x="37911" y="13184"/>
                  <a:pt x="39586" y="14265"/>
                </a:cubicBezTo>
                <a:cubicBezTo>
                  <a:pt x="41261" y="15345"/>
                  <a:pt x="42442" y="16856"/>
                  <a:pt x="43129" y="18798"/>
                </a:cubicBezTo>
                <a:cubicBezTo>
                  <a:pt x="45924" y="14695"/>
                  <a:pt x="49562" y="12643"/>
                  <a:pt x="54042" y="12643"/>
                </a:cubicBezTo>
                <a:cubicBezTo>
                  <a:pt x="57547" y="12643"/>
                  <a:pt x="60242" y="13613"/>
                  <a:pt x="62127" y="15554"/>
                </a:cubicBezTo>
                <a:cubicBezTo>
                  <a:pt x="64012" y="17495"/>
                  <a:pt x="64955" y="20484"/>
                  <a:pt x="64955" y="24521"/>
                </a:cubicBezTo>
                <a:lnTo>
                  <a:pt x="64955" y="48775"/>
                </a:lnTo>
                <a:lnTo>
                  <a:pt x="59000" y="48775"/>
                </a:lnTo>
                <a:lnTo>
                  <a:pt x="59000" y="26493"/>
                </a:lnTo>
                <a:cubicBezTo>
                  <a:pt x="59000" y="24095"/>
                  <a:pt x="58805" y="22368"/>
                  <a:pt x="58417" y="21314"/>
                </a:cubicBezTo>
                <a:cubicBezTo>
                  <a:pt x="58029" y="20259"/>
                  <a:pt x="57325" y="19410"/>
                  <a:pt x="56305" y="18766"/>
                </a:cubicBezTo>
                <a:cubicBezTo>
                  <a:pt x="55284" y="18122"/>
                  <a:pt x="54087" y="17800"/>
                  <a:pt x="52711" y="17800"/>
                </a:cubicBezTo>
                <a:cubicBezTo>
                  <a:pt x="50227" y="17800"/>
                  <a:pt x="48164" y="18627"/>
                  <a:pt x="46523" y="20282"/>
                </a:cubicBezTo>
                <a:cubicBezTo>
                  <a:pt x="44882" y="21935"/>
                  <a:pt x="44061" y="24583"/>
                  <a:pt x="44061" y="28225"/>
                </a:cubicBezTo>
                <a:lnTo>
                  <a:pt x="44061" y="48775"/>
                </a:lnTo>
                <a:lnTo>
                  <a:pt x="38072" y="48775"/>
                </a:lnTo>
                <a:lnTo>
                  <a:pt x="38072" y="25793"/>
                </a:lnTo>
                <a:cubicBezTo>
                  <a:pt x="38072" y="23129"/>
                  <a:pt x="37584" y="21130"/>
                  <a:pt x="36608" y="19798"/>
                </a:cubicBezTo>
                <a:cubicBezTo>
                  <a:pt x="35632" y="18466"/>
                  <a:pt x="34035" y="17800"/>
                  <a:pt x="31817" y="17800"/>
                </a:cubicBezTo>
                <a:cubicBezTo>
                  <a:pt x="30132" y="17800"/>
                  <a:pt x="28573" y="18244"/>
                  <a:pt x="27143" y="19133"/>
                </a:cubicBezTo>
                <a:cubicBezTo>
                  <a:pt x="25712" y="20021"/>
                  <a:pt x="24675" y="21320"/>
                  <a:pt x="24032" y="23030"/>
                </a:cubicBezTo>
                <a:cubicBezTo>
                  <a:pt x="23389" y="24739"/>
                  <a:pt x="23067" y="27203"/>
                  <a:pt x="23067" y="30423"/>
                </a:cubicBezTo>
                <a:lnTo>
                  <a:pt x="23067" y="48775"/>
                </a:lnTo>
                <a:lnTo>
                  <a:pt x="17078" y="48775"/>
                </a:lnTo>
                <a:close/>
                <a:moveTo>
                  <a:pt x="97439" y="44412"/>
                </a:moveTo>
                <a:cubicBezTo>
                  <a:pt x="95221" y="46299"/>
                  <a:pt x="93086" y="47631"/>
                  <a:pt x="91035" y="48408"/>
                </a:cubicBezTo>
                <a:cubicBezTo>
                  <a:pt x="88983" y="49185"/>
                  <a:pt x="86782" y="49573"/>
                  <a:pt x="84430" y="49573"/>
                </a:cubicBezTo>
                <a:cubicBezTo>
                  <a:pt x="80549" y="49573"/>
                  <a:pt x="77566" y="48625"/>
                  <a:pt x="75481" y="46727"/>
                </a:cubicBezTo>
                <a:cubicBezTo>
                  <a:pt x="73396" y="44829"/>
                  <a:pt x="72353" y="42404"/>
                  <a:pt x="72353" y="39452"/>
                </a:cubicBezTo>
                <a:cubicBezTo>
                  <a:pt x="72353" y="37721"/>
                  <a:pt x="72747" y="36140"/>
                  <a:pt x="73534" y="34709"/>
                </a:cubicBezTo>
                <a:cubicBezTo>
                  <a:pt x="74322" y="33277"/>
                  <a:pt x="75353" y="32128"/>
                  <a:pt x="76628" y="31262"/>
                </a:cubicBezTo>
                <a:cubicBezTo>
                  <a:pt x="77904" y="30396"/>
                  <a:pt x="79340" y="29742"/>
                  <a:pt x="80937" y="29298"/>
                </a:cubicBezTo>
                <a:cubicBezTo>
                  <a:pt x="82113" y="28987"/>
                  <a:pt x="83887" y="28687"/>
                  <a:pt x="86260" y="28399"/>
                </a:cubicBezTo>
                <a:cubicBezTo>
                  <a:pt x="91096" y="27826"/>
                  <a:pt x="94656" y="27143"/>
                  <a:pt x="96940" y="26350"/>
                </a:cubicBezTo>
                <a:cubicBezTo>
                  <a:pt x="96962" y="25533"/>
                  <a:pt x="96973" y="25014"/>
                  <a:pt x="96973" y="24793"/>
                </a:cubicBezTo>
                <a:cubicBezTo>
                  <a:pt x="96973" y="22362"/>
                  <a:pt x="96408" y="20650"/>
                  <a:pt x="95277" y="19656"/>
                </a:cubicBezTo>
                <a:cubicBezTo>
                  <a:pt x="93746" y="18308"/>
                  <a:pt x="91473" y="17634"/>
                  <a:pt x="88456" y="17634"/>
                </a:cubicBezTo>
                <a:cubicBezTo>
                  <a:pt x="85639" y="17634"/>
                  <a:pt x="83560" y="18127"/>
                  <a:pt x="82218" y="19114"/>
                </a:cubicBezTo>
                <a:cubicBezTo>
                  <a:pt x="80876" y="20101"/>
                  <a:pt x="79883" y="21848"/>
                  <a:pt x="79240" y="24354"/>
                </a:cubicBezTo>
                <a:lnTo>
                  <a:pt x="73385" y="23556"/>
                </a:lnTo>
                <a:cubicBezTo>
                  <a:pt x="73917" y="21042"/>
                  <a:pt x="74793" y="19011"/>
                  <a:pt x="76013" y="17465"/>
                </a:cubicBezTo>
                <a:cubicBezTo>
                  <a:pt x="77233" y="15919"/>
                  <a:pt x="78996" y="14729"/>
                  <a:pt x="81303" y="13895"/>
                </a:cubicBezTo>
                <a:cubicBezTo>
                  <a:pt x="83610" y="13060"/>
                  <a:pt x="86282" y="12643"/>
                  <a:pt x="89321" y="12643"/>
                </a:cubicBezTo>
                <a:cubicBezTo>
                  <a:pt x="92338" y="12643"/>
                  <a:pt x="94789" y="12998"/>
                  <a:pt x="96674" y="13708"/>
                </a:cubicBezTo>
                <a:cubicBezTo>
                  <a:pt x="98559" y="14417"/>
                  <a:pt x="99946" y="15310"/>
                  <a:pt x="100833" y="16386"/>
                </a:cubicBezTo>
                <a:cubicBezTo>
                  <a:pt x="101720" y="17462"/>
                  <a:pt x="102341" y="18820"/>
                  <a:pt x="102696" y="20462"/>
                </a:cubicBezTo>
                <a:cubicBezTo>
                  <a:pt x="102896" y="21482"/>
                  <a:pt x="102996" y="23323"/>
                  <a:pt x="102996" y="25984"/>
                </a:cubicBezTo>
                <a:lnTo>
                  <a:pt x="102996" y="33969"/>
                </a:lnTo>
                <a:cubicBezTo>
                  <a:pt x="102996" y="39537"/>
                  <a:pt x="103123" y="43058"/>
                  <a:pt x="103378" y="44533"/>
                </a:cubicBezTo>
                <a:cubicBezTo>
                  <a:pt x="103633" y="46008"/>
                  <a:pt x="104138" y="47422"/>
                  <a:pt x="104892" y="48775"/>
                </a:cubicBezTo>
                <a:lnTo>
                  <a:pt x="98637" y="48775"/>
                </a:lnTo>
                <a:cubicBezTo>
                  <a:pt x="98016" y="47531"/>
                  <a:pt x="97617" y="46077"/>
                  <a:pt x="97439" y="44412"/>
                </a:cubicBezTo>
                <a:moveTo>
                  <a:pt x="96940" y="31008"/>
                </a:moveTo>
                <a:cubicBezTo>
                  <a:pt x="94767" y="31903"/>
                  <a:pt x="91506" y="32664"/>
                  <a:pt x="87159" y="33289"/>
                </a:cubicBezTo>
                <a:cubicBezTo>
                  <a:pt x="84697" y="33646"/>
                  <a:pt x="82955" y="34047"/>
                  <a:pt x="81935" y="34492"/>
                </a:cubicBezTo>
                <a:cubicBezTo>
                  <a:pt x="80915" y="34937"/>
                  <a:pt x="80127" y="35589"/>
                  <a:pt x="79573" y="36447"/>
                </a:cubicBezTo>
                <a:cubicBezTo>
                  <a:pt x="79018" y="37304"/>
                  <a:pt x="78741" y="38257"/>
                  <a:pt x="78741" y="39303"/>
                </a:cubicBezTo>
                <a:cubicBezTo>
                  <a:pt x="78741" y="40906"/>
                  <a:pt x="79346" y="42243"/>
                  <a:pt x="80554" y="43312"/>
                </a:cubicBezTo>
                <a:cubicBezTo>
                  <a:pt x="81763" y="44381"/>
                  <a:pt x="83532" y="44916"/>
                  <a:pt x="85861" y="44916"/>
                </a:cubicBezTo>
                <a:cubicBezTo>
                  <a:pt x="88168" y="44916"/>
                  <a:pt x="90220" y="44408"/>
                  <a:pt x="92016" y="43394"/>
                </a:cubicBezTo>
                <a:cubicBezTo>
                  <a:pt x="93813" y="42380"/>
                  <a:pt x="95133" y="40993"/>
                  <a:pt x="95975" y="39232"/>
                </a:cubicBezTo>
                <a:cubicBezTo>
                  <a:pt x="96619" y="37873"/>
                  <a:pt x="96940" y="35867"/>
                  <a:pt x="96940" y="33215"/>
                </a:cubicBezTo>
                <a:lnTo>
                  <a:pt x="96940" y="31008"/>
                </a:lnTo>
                <a:close/>
                <a:moveTo>
                  <a:pt x="111375" y="51703"/>
                </a:moveTo>
                <a:lnTo>
                  <a:pt x="117197" y="52568"/>
                </a:lnTo>
                <a:cubicBezTo>
                  <a:pt x="117441" y="54364"/>
                  <a:pt x="118117" y="55673"/>
                  <a:pt x="119227" y="56494"/>
                </a:cubicBezTo>
                <a:cubicBezTo>
                  <a:pt x="120713" y="57603"/>
                  <a:pt x="122742" y="58157"/>
                  <a:pt x="125315" y="58157"/>
                </a:cubicBezTo>
                <a:cubicBezTo>
                  <a:pt x="128088" y="58157"/>
                  <a:pt x="130228" y="57601"/>
                  <a:pt x="131736" y="56490"/>
                </a:cubicBezTo>
                <a:cubicBezTo>
                  <a:pt x="133245" y="55378"/>
                  <a:pt x="134265" y="53822"/>
                  <a:pt x="134797" y="51821"/>
                </a:cubicBezTo>
                <a:cubicBezTo>
                  <a:pt x="135108" y="50599"/>
                  <a:pt x="135252" y="48032"/>
                  <a:pt x="135230" y="44119"/>
                </a:cubicBezTo>
                <a:cubicBezTo>
                  <a:pt x="132612" y="47223"/>
                  <a:pt x="129352" y="48775"/>
                  <a:pt x="125448" y="48775"/>
                </a:cubicBezTo>
                <a:cubicBezTo>
                  <a:pt x="120591" y="48775"/>
                  <a:pt x="116831" y="47023"/>
                  <a:pt x="114169" y="43518"/>
                </a:cubicBezTo>
                <a:cubicBezTo>
                  <a:pt x="111508" y="40014"/>
                  <a:pt x="110177" y="35810"/>
                  <a:pt x="110177" y="30909"/>
                </a:cubicBezTo>
                <a:cubicBezTo>
                  <a:pt x="110177" y="27537"/>
                  <a:pt x="110787" y="24426"/>
                  <a:pt x="112007" y="21576"/>
                </a:cubicBezTo>
                <a:cubicBezTo>
                  <a:pt x="113227" y="18726"/>
                  <a:pt x="114996" y="16524"/>
                  <a:pt x="117313" y="14972"/>
                </a:cubicBezTo>
                <a:cubicBezTo>
                  <a:pt x="119631" y="13419"/>
                  <a:pt x="122354" y="12643"/>
                  <a:pt x="125481" y="12643"/>
                </a:cubicBezTo>
                <a:cubicBezTo>
                  <a:pt x="129651" y="12643"/>
                  <a:pt x="133089" y="14340"/>
                  <a:pt x="135795" y="17733"/>
                </a:cubicBezTo>
                <a:lnTo>
                  <a:pt x="135795" y="13441"/>
                </a:lnTo>
                <a:lnTo>
                  <a:pt x="141318" y="13441"/>
                </a:lnTo>
                <a:lnTo>
                  <a:pt x="141318" y="44005"/>
                </a:lnTo>
                <a:cubicBezTo>
                  <a:pt x="141318" y="49509"/>
                  <a:pt x="140758" y="53410"/>
                  <a:pt x="139638" y="55707"/>
                </a:cubicBezTo>
                <a:cubicBezTo>
                  <a:pt x="138518" y="58004"/>
                  <a:pt x="136744" y="59818"/>
                  <a:pt x="134315" y="61150"/>
                </a:cubicBezTo>
                <a:cubicBezTo>
                  <a:pt x="131886" y="62482"/>
                  <a:pt x="128897" y="63148"/>
                  <a:pt x="125348" y="63148"/>
                </a:cubicBezTo>
                <a:cubicBezTo>
                  <a:pt x="121134" y="63148"/>
                  <a:pt x="117729" y="62197"/>
                  <a:pt x="115134" y="60295"/>
                </a:cubicBezTo>
                <a:cubicBezTo>
                  <a:pt x="112539" y="58393"/>
                  <a:pt x="111286" y="55529"/>
                  <a:pt x="111375" y="51703"/>
                </a:cubicBezTo>
                <a:moveTo>
                  <a:pt x="116332" y="30477"/>
                </a:moveTo>
                <a:cubicBezTo>
                  <a:pt x="116332" y="35101"/>
                  <a:pt x="117252" y="38475"/>
                  <a:pt x="119093" y="40599"/>
                </a:cubicBezTo>
                <a:cubicBezTo>
                  <a:pt x="120934" y="42722"/>
                  <a:pt x="123241" y="43784"/>
                  <a:pt x="126014" y="43784"/>
                </a:cubicBezTo>
                <a:cubicBezTo>
                  <a:pt x="128764" y="43784"/>
                  <a:pt x="131071" y="42728"/>
                  <a:pt x="132934" y="40615"/>
                </a:cubicBezTo>
                <a:cubicBezTo>
                  <a:pt x="134797" y="38503"/>
                  <a:pt x="135729" y="35189"/>
                  <a:pt x="135729" y="30676"/>
                </a:cubicBezTo>
                <a:cubicBezTo>
                  <a:pt x="135729" y="26362"/>
                  <a:pt x="134770" y="23109"/>
                  <a:pt x="132851" y="20919"/>
                </a:cubicBezTo>
                <a:cubicBezTo>
                  <a:pt x="130932" y="18729"/>
                  <a:pt x="128620" y="17634"/>
                  <a:pt x="125914" y="17634"/>
                </a:cubicBezTo>
                <a:cubicBezTo>
                  <a:pt x="123252" y="17634"/>
                  <a:pt x="120990" y="18712"/>
                  <a:pt x="119127" y="20869"/>
                </a:cubicBezTo>
                <a:cubicBezTo>
                  <a:pt x="117264" y="23026"/>
                  <a:pt x="116332" y="26229"/>
                  <a:pt x="116332" y="30477"/>
                </a:cubicBezTo>
                <a:close/>
                <a:moveTo>
                  <a:pt x="174749" y="37396"/>
                </a:moveTo>
                <a:lnTo>
                  <a:pt x="180938" y="38162"/>
                </a:lnTo>
                <a:cubicBezTo>
                  <a:pt x="179962" y="41777"/>
                  <a:pt x="178154" y="44583"/>
                  <a:pt x="175515" y="46579"/>
                </a:cubicBezTo>
                <a:cubicBezTo>
                  <a:pt x="172875" y="48575"/>
                  <a:pt x="169504" y="49573"/>
                  <a:pt x="165400" y="49573"/>
                </a:cubicBezTo>
                <a:cubicBezTo>
                  <a:pt x="160232" y="49573"/>
                  <a:pt x="156134" y="47982"/>
                  <a:pt x="153107" y="44799"/>
                </a:cubicBezTo>
                <a:cubicBezTo>
                  <a:pt x="150079" y="41616"/>
                  <a:pt x="148565" y="37152"/>
                  <a:pt x="148565" y="31408"/>
                </a:cubicBezTo>
                <a:cubicBezTo>
                  <a:pt x="148565" y="25463"/>
                  <a:pt x="150096" y="20850"/>
                  <a:pt x="153157" y="17567"/>
                </a:cubicBezTo>
                <a:cubicBezTo>
                  <a:pt x="156218" y="14284"/>
                  <a:pt x="160188" y="12643"/>
                  <a:pt x="165068" y="12643"/>
                </a:cubicBezTo>
                <a:cubicBezTo>
                  <a:pt x="169792" y="12643"/>
                  <a:pt x="173652" y="14249"/>
                  <a:pt x="176646" y="17460"/>
                </a:cubicBezTo>
                <a:cubicBezTo>
                  <a:pt x="179640" y="20670"/>
                  <a:pt x="181137" y="25188"/>
                  <a:pt x="181137" y="31011"/>
                </a:cubicBezTo>
                <a:cubicBezTo>
                  <a:pt x="181137" y="31366"/>
                  <a:pt x="181126" y="31897"/>
                  <a:pt x="181104" y="32605"/>
                </a:cubicBezTo>
                <a:lnTo>
                  <a:pt x="154754" y="32605"/>
                </a:lnTo>
                <a:cubicBezTo>
                  <a:pt x="154976" y="36476"/>
                  <a:pt x="156073" y="39440"/>
                  <a:pt x="158048" y="41497"/>
                </a:cubicBezTo>
                <a:cubicBezTo>
                  <a:pt x="160022" y="43554"/>
                  <a:pt x="162484" y="44583"/>
                  <a:pt x="165434" y="44583"/>
                </a:cubicBezTo>
                <a:cubicBezTo>
                  <a:pt x="167630" y="44583"/>
                  <a:pt x="169504" y="44012"/>
                  <a:pt x="171056" y="42869"/>
                </a:cubicBezTo>
                <a:cubicBezTo>
                  <a:pt x="172609" y="41726"/>
                  <a:pt x="173840" y="39902"/>
                  <a:pt x="174749" y="37396"/>
                </a:cubicBezTo>
                <a:moveTo>
                  <a:pt x="155086" y="27615"/>
                </a:moveTo>
                <a:lnTo>
                  <a:pt x="174816" y="27615"/>
                </a:lnTo>
                <a:cubicBezTo>
                  <a:pt x="174550" y="24691"/>
                  <a:pt x="173796" y="22498"/>
                  <a:pt x="172554" y="21036"/>
                </a:cubicBezTo>
                <a:cubicBezTo>
                  <a:pt x="170646" y="18768"/>
                  <a:pt x="168173" y="17634"/>
                  <a:pt x="165134" y="17634"/>
                </a:cubicBezTo>
                <a:cubicBezTo>
                  <a:pt x="162384" y="17634"/>
                  <a:pt x="160071" y="18539"/>
                  <a:pt x="158197" y="20350"/>
                </a:cubicBezTo>
                <a:cubicBezTo>
                  <a:pt x="156323" y="22161"/>
                  <a:pt x="155286" y="24582"/>
                  <a:pt x="155086" y="276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924A8-D8F7-418B-BE92-0E8FF34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158" y="1335078"/>
            <a:ext cx="60012" cy="35527"/>
          </a:xfrm>
          <a:custGeom xmlns:a="http://schemas.openxmlformats.org/drawingml/2006/main">
            <a:pathLst>
              <a:path w="60012" h="35527">
                <a:moveTo>
                  <a:pt x="21573" y="17857"/>
                </a:moveTo>
                <a:cubicBezTo>
                  <a:pt x="21573" y="18844"/>
                  <a:pt x="21180" y="19787"/>
                  <a:pt x="20482" y="20485"/>
                </a:cubicBezTo>
                <a:lnTo>
                  <a:pt x="6844" y="34126"/>
                </a:lnTo>
                <a:cubicBezTo>
                  <a:pt x="5341" y="35527"/>
                  <a:pt x="2987" y="35444"/>
                  <a:pt x="1587" y="33940"/>
                </a:cubicBezTo>
                <a:cubicBezTo>
                  <a:pt x="255" y="32514"/>
                  <a:pt x="255" y="30298"/>
                  <a:pt x="1587" y="28868"/>
                </a:cubicBezTo>
                <a:lnTo>
                  <a:pt x="12597" y="17857"/>
                </a:lnTo>
                <a:lnTo>
                  <a:pt x="1586" y="6845"/>
                </a:lnTo>
                <a:cubicBezTo>
                  <a:pt x="83" y="5444"/>
                  <a:pt x="0" y="3092"/>
                  <a:pt x="1401" y="1587"/>
                </a:cubicBezTo>
                <a:cubicBezTo>
                  <a:pt x="2801" y="83"/>
                  <a:pt x="5155" y="0"/>
                  <a:pt x="6658" y="1401"/>
                </a:cubicBezTo>
                <a:cubicBezTo>
                  <a:pt x="6722" y="1463"/>
                  <a:pt x="6784" y="1525"/>
                  <a:pt x="6844" y="1587"/>
                </a:cubicBezTo>
                <a:lnTo>
                  <a:pt x="20482" y="15228"/>
                </a:lnTo>
                <a:cubicBezTo>
                  <a:pt x="21184" y="15922"/>
                  <a:pt x="21573" y="16869"/>
                  <a:pt x="21573" y="17857"/>
                </a:cubicBezTo>
                <a:close/>
                <a:moveTo>
                  <a:pt x="31493" y="27777"/>
                </a:moveTo>
                <a:cubicBezTo>
                  <a:pt x="29439" y="27777"/>
                  <a:pt x="27773" y="29443"/>
                  <a:pt x="27773" y="31497"/>
                </a:cubicBezTo>
                <a:cubicBezTo>
                  <a:pt x="27773" y="33551"/>
                  <a:pt x="29439" y="35217"/>
                  <a:pt x="31493" y="35217"/>
                </a:cubicBezTo>
                <a:lnTo>
                  <a:pt x="56293" y="35217"/>
                </a:lnTo>
                <a:cubicBezTo>
                  <a:pt x="58347" y="35217"/>
                  <a:pt x="60012" y="33551"/>
                  <a:pt x="60012" y="31497"/>
                </a:cubicBezTo>
                <a:cubicBezTo>
                  <a:pt x="60012" y="29443"/>
                  <a:pt x="58347" y="27777"/>
                  <a:pt x="56292" y="27777"/>
                </a:cubicBezTo>
                <a:lnTo>
                  <a:pt x="31493" y="27777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3DB82-E4A2-4490-9EAE-BAE4076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853" y="1308293"/>
            <a:ext cx="119037" cy="89283"/>
          </a:xfrm>
          <a:custGeom xmlns:a="http://schemas.openxmlformats.org/drawingml/2006/main">
            <a:pathLst>
              <a:path w="119037" h="89283">
                <a:moveTo>
                  <a:pt x="0" y="8680"/>
                </a:moveTo>
                <a:cubicBezTo>
                  <a:pt x="0" y="3890"/>
                  <a:pt x="3889" y="0"/>
                  <a:pt x="8680" y="0"/>
                </a:cubicBezTo>
                <a:lnTo>
                  <a:pt x="110357" y="0"/>
                </a:lnTo>
                <a:cubicBezTo>
                  <a:pt x="115151" y="0"/>
                  <a:pt x="119036" y="3890"/>
                  <a:pt x="119036" y="8681"/>
                </a:cubicBezTo>
                <a:lnTo>
                  <a:pt x="119037" y="80603"/>
                </a:lnTo>
                <a:cubicBezTo>
                  <a:pt x="119037" y="85397"/>
                  <a:pt x="115152" y="89283"/>
                  <a:pt x="110357" y="89283"/>
                </a:cubicBezTo>
                <a:lnTo>
                  <a:pt x="8681" y="89283"/>
                </a:lnTo>
                <a:cubicBezTo>
                  <a:pt x="3887" y="89283"/>
                  <a:pt x="1" y="85396"/>
                  <a:pt x="1" y="80602"/>
                </a:cubicBezTo>
                <a:lnTo>
                  <a:pt x="0" y="8680"/>
                </a:lnTo>
                <a:close/>
                <a:moveTo>
                  <a:pt x="8680" y="7440"/>
                </a:moveTo>
                <a:cubicBezTo>
                  <a:pt x="7995" y="7440"/>
                  <a:pt x="7440" y="7994"/>
                  <a:pt x="7440" y="8680"/>
                </a:cubicBezTo>
                <a:lnTo>
                  <a:pt x="7441" y="80602"/>
                </a:lnTo>
                <a:cubicBezTo>
                  <a:pt x="7441" y="81287"/>
                  <a:pt x="7996" y="81842"/>
                  <a:pt x="8681" y="81842"/>
                </a:cubicBezTo>
                <a:lnTo>
                  <a:pt x="110357" y="81843"/>
                </a:lnTo>
                <a:cubicBezTo>
                  <a:pt x="111043" y="81843"/>
                  <a:pt x="111597" y="81288"/>
                  <a:pt x="111597" y="80603"/>
                </a:cubicBezTo>
                <a:lnTo>
                  <a:pt x="111597" y="8681"/>
                </a:lnTo>
                <a:cubicBezTo>
                  <a:pt x="111597" y="7994"/>
                  <a:pt x="111043" y="7441"/>
                  <a:pt x="110357" y="7441"/>
                </a:cubicBezTo>
                <a:lnTo>
                  <a:pt x="8680" y="7440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Text Code">
            <a:extLst xmlns:a="http://schemas.openxmlformats.org/drawingml/2006/main">
              <a:ext uri="{FF2B5EF4-FFF2-40B4-BE49-F238E27FC236}">
                <a16:creationId xmlns:a16="http://schemas.microsoft.com/office/drawing/2014/main" id="{F0DF7EC6-C287-469E-BB07-87427F8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561" y="1337327"/>
            <a:ext cx="156981" cy="50438"/>
          </a:xfrm>
          <a:custGeom xmlns:a="http://schemas.openxmlformats.org/drawingml/2006/main">
            <a:pathLst>
              <a:path w="156981" h="50438">
                <a:moveTo>
                  <a:pt x="36664" y="32472"/>
                </a:moveTo>
                <a:lnTo>
                  <a:pt x="43119" y="34103"/>
                </a:lnTo>
                <a:cubicBezTo>
                  <a:pt x="41766" y="39415"/>
                  <a:pt x="39332" y="43465"/>
                  <a:pt x="35816" y="46255"/>
                </a:cubicBezTo>
                <a:cubicBezTo>
                  <a:pt x="32300" y="49044"/>
                  <a:pt x="28003" y="50438"/>
                  <a:pt x="22924" y="50438"/>
                </a:cubicBezTo>
                <a:cubicBezTo>
                  <a:pt x="17667" y="50438"/>
                  <a:pt x="13391" y="49368"/>
                  <a:pt x="10098" y="47228"/>
                </a:cubicBezTo>
                <a:cubicBezTo>
                  <a:pt x="6804" y="45087"/>
                  <a:pt x="4297" y="41988"/>
                  <a:pt x="2578" y="37929"/>
                </a:cubicBezTo>
                <a:cubicBezTo>
                  <a:pt x="859" y="33870"/>
                  <a:pt x="0" y="29511"/>
                  <a:pt x="0" y="24853"/>
                </a:cubicBezTo>
                <a:cubicBezTo>
                  <a:pt x="0" y="19774"/>
                  <a:pt x="970" y="15343"/>
                  <a:pt x="2911" y="11562"/>
                </a:cubicBezTo>
                <a:cubicBezTo>
                  <a:pt x="4852" y="7780"/>
                  <a:pt x="7613" y="4907"/>
                  <a:pt x="11196" y="2944"/>
                </a:cubicBezTo>
                <a:cubicBezTo>
                  <a:pt x="14778" y="981"/>
                  <a:pt x="18720" y="0"/>
                  <a:pt x="23023" y="0"/>
                </a:cubicBezTo>
                <a:cubicBezTo>
                  <a:pt x="27903" y="0"/>
                  <a:pt x="32006" y="1242"/>
                  <a:pt x="35334" y="3726"/>
                </a:cubicBezTo>
                <a:cubicBezTo>
                  <a:pt x="38661" y="6211"/>
                  <a:pt x="40978" y="9704"/>
                  <a:pt x="42287" y="14207"/>
                </a:cubicBezTo>
                <a:lnTo>
                  <a:pt x="35932" y="15704"/>
                </a:lnTo>
                <a:cubicBezTo>
                  <a:pt x="34801" y="12143"/>
                  <a:pt x="33160" y="9551"/>
                  <a:pt x="31008" y="7927"/>
                </a:cubicBezTo>
                <a:cubicBezTo>
                  <a:pt x="28857" y="6302"/>
                  <a:pt x="26151" y="5490"/>
                  <a:pt x="22890" y="5490"/>
                </a:cubicBezTo>
                <a:cubicBezTo>
                  <a:pt x="19142" y="5490"/>
                  <a:pt x="16009" y="6390"/>
                  <a:pt x="13491" y="8190"/>
                </a:cubicBezTo>
                <a:cubicBezTo>
                  <a:pt x="10974" y="9989"/>
                  <a:pt x="9205" y="12405"/>
                  <a:pt x="8185" y="15439"/>
                </a:cubicBezTo>
                <a:cubicBezTo>
                  <a:pt x="7164" y="18471"/>
                  <a:pt x="6654" y="21598"/>
                  <a:pt x="6654" y="24819"/>
                </a:cubicBezTo>
                <a:cubicBezTo>
                  <a:pt x="6654" y="28974"/>
                  <a:pt x="7259" y="32601"/>
                  <a:pt x="8467" y="35701"/>
                </a:cubicBezTo>
                <a:cubicBezTo>
                  <a:pt x="9676" y="38800"/>
                  <a:pt x="11556" y="41117"/>
                  <a:pt x="14107" y="42650"/>
                </a:cubicBezTo>
                <a:cubicBezTo>
                  <a:pt x="16658" y="44183"/>
                  <a:pt x="19419" y="44949"/>
                  <a:pt x="22391" y="44949"/>
                </a:cubicBezTo>
                <a:cubicBezTo>
                  <a:pt x="26007" y="44949"/>
                  <a:pt x="29068" y="43901"/>
                  <a:pt x="31574" y="41805"/>
                </a:cubicBezTo>
                <a:cubicBezTo>
                  <a:pt x="34080" y="39709"/>
                  <a:pt x="35777" y="36598"/>
                  <a:pt x="36664" y="32472"/>
                </a:cubicBezTo>
                <a:close/>
                <a:moveTo>
                  <a:pt x="48065" y="31973"/>
                </a:moveTo>
                <a:cubicBezTo>
                  <a:pt x="48065" y="25430"/>
                  <a:pt x="49884" y="20584"/>
                  <a:pt x="53521" y="17434"/>
                </a:cubicBezTo>
                <a:cubicBezTo>
                  <a:pt x="56560" y="14817"/>
                  <a:pt x="60264" y="13508"/>
                  <a:pt x="64634" y="13508"/>
                </a:cubicBezTo>
                <a:cubicBezTo>
                  <a:pt x="69491" y="13508"/>
                  <a:pt x="73462" y="15099"/>
                  <a:pt x="76545" y="18282"/>
                </a:cubicBezTo>
                <a:cubicBezTo>
                  <a:pt x="79628" y="21465"/>
                  <a:pt x="81169" y="25862"/>
                  <a:pt x="81169" y="31474"/>
                </a:cubicBezTo>
                <a:cubicBezTo>
                  <a:pt x="81169" y="36021"/>
                  <a:pt x="80487" y="39598"/>
                  <a:pt x="79123" y="42204"/>
                </a:cubicBezTo>
                <a:cubicBezTo>
                  <a:pt x="77759" y="44810"/>
                  <a:pt x="75774" y="46834"/>
                  <a:pt x="73168" y="48276"/>
                </a:cubicBezTo>
                <a:cubicBezTo>
                  <a:pt x="70562" y="49718"/>
                  <a:pt x="67717" y="50438"/>
                  <a:pt x="64634" y="50438"/>
                </a:cubicBezTo>
                <a:cubicBezTo>
                  <a:pt x="59688" y="50438"/>
                  <a:pt x="55689" y="48853"/>
                  <a:pt x="52640" y="45681"/>
                </a:cubicBezTo>
                <a:cubicBezTo>
                  <a:pt x="49590" y="42509"/>
                  <a:pt x="48065" y="37940"/>
                  <a:pt x="48065" y="31973"/>
                </a:cubicBezTo>
                <a:moveTo>
                  <a:pt x="54220" y="31957"/>
                </a:moveTo>
                <a:cubicBezTo>
                  <a:pt x="54220" y="36465"/>
                  <a:pt x="55207" y="39840"/>
                  <a:pt x="57181" y="42083"/>
                </a:cubicBezTo>
                <a:cubicBezTo>
                  <a:pt x="59155" y="44326"/>
                  <a:pt x="61639" y="45448"/>
                  <a:pt x="64634" y="45448"/>
                </a:cubicBezTo>
                <a:cubicBezTo>
                  <a:pt x="67606" y="45448"/>
                  <a:pt x="70079" y="44321"/>
                  <a:pt x="72053" y="42067"/>
                </a:cubicBezTo>
                <a:cubicBezTo>
                  <a:pt x="74027" y="39813"/>
                  <a:pt x="75014" y="36376"/>
                  <a:pt x="75014" y="31758"/>
                </a:cubicBezTo>
                <a:cubicBezTo>
                  <a:pt x="75014" y="27404"/>
                  <a:pt x="74022" y="24106"/>
                  <a:pt x="72037" y="21863"/>
                </a:cubicBezTo>
                <a:cubicBezTo>
                  <a:pt x="70051" y="19620"/>
                  <a:pt x="67584" y="18499"/>
                  <a:pt x="64634" y="18499"/>
                </a:cubicBezTo>
                <a:cubicBezTo>
                  <a:pt x="61639" y="18499"/>
                  <a:pt x="59155" y="19614"/>
                  <a:pt x="57181" y="21846"/>
                </a:cubicBezTo>
                <a:cubicBezTo>
                  <a:pt x="55207" y="24078"/>
                  <a:pt x="54220" y="27448"/>
                  <a:pt x="54220" y="31957"/>
                </a:cubicBezTo>
                <a:close/>
                <a:moveTo>
                  <a:pt x="111102" y="49640"/>
                </a:moveTo>
                <a:lnTo>
                  <a:pt x="111102" y="45182"/>
                </a:lnTo>
                <a:cubicBezTo>
                  <a:pt x="108862" y="48686"/>
                  <a:pt x="105568" y="50438"/>
                  <a:pt x="101221" y="50438"/>
                </a:cubicBezTo>
                <a:cubicBezTo>
                  <a:pt x="98404" y="50438"/>
                  <a:pt x="95814" y="49662"/>
                  <a:pt x="93452" y="48110"/>
                </a:cubicBezTo>
                <a:cubicBezTo>
                  <a:pt x="91090" y="46557"/>
                  <a:pt x="89260" y="44389"/>
                  <a:pt x="87963" y="41605"/>
                </a:cubicBezTo>
                <a:cubicBezTo>
                  <a:pt x="86665" y="38821"/>
                  <a:pt x="86016" y="35622"/>
                  <a:pt x="86016" y="32006"/>
                </a:cubicBezTo>
                <a:cubicBezTo>
                  <a:pt x="86016" y="28480"/>
                  <a:pt x="86604" y="25280"/>
                  <a:pt x="87780" y="22408"/>
                </a:cubicBezTo>
                <a:cubicBezTo>
                  <a:pt x="88955" y="19535"/>
                  <a:pt x="90718" y="17334"/>
                  <a:pt x="93070" y="15804"/>
                </a:cubicBezTo>
                <a:cubicBezTo>
                  <a:pt x="95421" y="14273"/>
                  <a:pt x="98049" y="13508"/>
                  <a:pt x="100955" y="13508"/>
                </a:cubicBezTo>
                <a:cubicBezTo>
                  <a:pt x="103084" y="13508"/>
                  <a:pt x="104981" y="13957"/>
                  <a:pt x="106644" y="14855"/>
                </a:cubicBezTo>
                <a:cubicBezTo>
                  <a:pt x="108308" y="15754"/>
                  <a:pt x="109661" y="16924"/>
                  <a:pt x="110703" y="18365"/>
                </a:cubicBezTo>
                <a:lnTo>
                  <a:pt x="110703" y="865"/>
                </a:lnTo>
                <a:lnTo>
                  <a:pt x="116659" y="865"/>
                </a:lnTo>
                <a:lnTo>
                  <a:pt x="116659" y="49640"/>
                </a:lnTo>
                <a:lnTo>
                  <a:pt x="111102" y="49640"/>
                </a:lnTo>
                <a:moveTo>
                  <a:pt x="92171" y="31990"/>
                </a:moveTo>
                <a:cubicBezTo>
                  <a:pt x="92171" y="36498"/>
                  <a:pt x="93125" y="39868"/>
                  <a:pt x="95033" y="42100"/>
                </a:cubicBezTo>
                <a:cubicBezTo>
                  <a:pt x="96940" y="44332"/>
                  <a:pt x="99191" y="45448"/>
                  <a:pt x="101787" y="45448"/>
                </a:cubicBezTo>
                <a:cubicBezTo>
                  <a:pt x="104404" y="45448"/>
                  <a:pt x="106627" y="44382"/>
                  <a:pt x="108457" y="42250"/>
                </a:cubicBezTo>
                <a:cubicBezTo>
                  <a:pt x="110287" y="40117"/>
                  <a:pt x="111202" y="36863"/>
                  <a:pt x="111202" y="32487"/>
                </a:cubicBezTo>
                <a:cubicBezTo>
                  <a:pt x="111202" y="27669"/>
                  <a:pt x="110271" y="24134"/>
                  <a:pt x="108407" y="21880"/>
                </a:cubicBezTo>
                <a:cubicBezTo>
                  <a:pt x="106544" y="19626"/>
                  <a:pt x="104249" y="18499"/>
                  <a:pt x="101520" y="18499"/>
                </a:cubicBezTo>
                <a:cubicBezTo>
                  <a:pt x="98859" y="18499"/>
                  <a:pt x="96635" y="19582"/>
                  <a:pt x="94850" y="21748"/>
                </a:cubicBezTo>
                <a:cubicBezTo>
                  <a:pt x="93064" y="23913"/>
                  <a:pt x="92171" y="27327"/>
                  <a:pt x="92171" y="31990"/>
                </a:cubicBezTo>
                <a:close/>
                <a:moveTo>
                  <a:pt x="150593" y="38261"/>
                </a:moveTo>
                <a:lnTo>
                  <a:pt x="156782" y="39027"/>
                </a:lnTo>
                <a:cubicBezTo>
                  <a:pt x="155806" y="42642"/>
                  <a:pt x="153998" y="45448"/>
                  <a:pt x="151358" y="47444"/>
                </a:cubicBezTo>
                <a:cubicBezTo>
                  <a:pt x="148719" y="49440"/>
                  <a:pt x="145347" y="50438"/>
                  <a:pt x="141244" y="50438"/>
                </a:cubicBezTo>
                <a:cubicBezTo>
                  <a:pt x="136076" y="50438"/>
                  <a:pt x="131978" y="48847"/>
                  <a:pt x="128951" y="45664"/>
                </a:cubicBezTo>
                <a:cubicBezTo>
                  <a:pt x="125923" y="42481"/>
                  <a:pt x="124409" y="38017"/>
                  <a:pt x="124409" y="32273"/>
                </a:cubicBezTo>
                <a:cubicBezTo>
                  <a:pt x="124409" y="26328"/>
                  <a:pt x="125940" y="21715"/>
                  <a:pt x="129000" y="18432"/>
                </a:cubicBezTo>
                <a:cubicBezTo>
                  <a:pt x="132061" y="15149"/>
                  <a:pt x="136032" y="13508"/>
                  <a:pt x="140911" y="13508"/>
                </a:cubicBezTo>
                <a:cubicBezTo>
                  <a:pt x="145636" y="13508"/>
                  <a:pt x="149495" y="15114"/>
                  <a:pt x="152490" y="18325"/>
                </a:cubicBezTo>
                <a:cubicBezTo>
                  <a:pt x="155484" y="21536"/>
                  <a:pt x="156981" y="26053"/>
                  <a:pt x="156981" y="31877"/>
                </a:cubicBezTo>
                <a:cubicBezTo>
                  <a:pt x="156981" y="32231"/>
                  <a:pt x="156970" y="32762"/>
                  <a:pt x="156948" y="33470"/>
                </a:cubicBezTo>
                <a:lnTo>
                  <a:pt x="130597" y="33470"/>
                </a:lnTo>
                <a:cubicBezTo>
                  <a:pt x="130819" y="37341"/>
                  <a:pt x="131917" y="40305"/>
                  <a:pt x="133891" y="42362"/>
                </a:cubicBezTo>
                <a:cubicBezTo>
                  <a:pt x="135865" y="44419"/>
                  <a:pt x="138327" y="45448"/>
                  <a:pt x="141277" y="45448"/>
                </a:cubicBezTo>
                <a:cubicBezTo>
                  <a:pt x="143473" y="45448"/>
                  <a:pt x="145347" y="44877"/>
                  <a:pt x="146900" y="43734"/>
                </a:cubicBezTo>
                <a:cubicBezTo>
                  <a:pt x="148453" y="42591"/>
                  <a:pt x="149684" y="40767"/>
                  <a:pt x="150593" y="38261"/>
                </a:cubicBezTo>
                <a:moveTo>
                  <a:pt x="130930" y="28480"/>
                </a:moveTo>
                <a:lnTo>
                  <a:pt x="150660" y="28480"/>
                </a:lnTo>
                <a:cubicBezTo>
                  <a:pt x="150394" y="25556"/>
                  <a:pt x="149639" y="23363"/>
                  <a:pt x="148397" y="21902"/>
                </a:cubicBezTo>
                <a:cubicBezTo>
                  <a:pt x="146490" y="19633"/>
                  <a:pt x="144017" y="18499"/>
                  <a:pt x="140978" y="18499"/>
                </a:cubicBezTo>
                <a:cubicBezTo>
                  <a:pt x="138228" y="18499"/>
                  <a:pt x="135915" y="19404"/>
                  <a:pt x="134041" y="21215"/>
                </a:cubicBezTo>
                <a:cubicBezTo>
                  <a:pt x="132167" y="23026"/>
                  <a:pt x="131130" y="25447"/>
                  <a:pt x="130930" y="284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28818432d4574"/>
          <a:stretch xmlns:a="http://schemas.openxmlformats.org/drawingml/2006/main"/>
        </p:blipFill>
        <p:spPr>
          <a:xfrm xmlns:a="http://schemas.openxmlformats.org/drawingml/2006/main">
            <a:off x="12192266" y="1436194"/>
            <a:ext cx="445742" cy="424261"/>
          </a:xfrm>
          <a:prstGeom xmlns:a="http://schemas.openxmlformats.org/drawingml/2006/main" prst="rect">
            <a:avLst/>
          </a:prstGeom>
        </p:spPr>
      </p:pic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BAC59-6F7B-48C1-9827-7EFEDAD3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508" y="1445491"/>
            <a:ext cx="386194" cy="363405"/>
          </a:xfrm>
          <a:custGeom xmlns:a="http://schemas.openxmlformats.org/drawingml/2006/main">
            <a:pathLst>
              <a:path w="386194" h="363405">
                <a:moveTo>
                  <a:pt x="0" y="15975"/>
                </a:moveTo>
                <a:cubicBezTo>
                  <a:pt x="0" y="7117"/>
                  <a:pt x="7192" y="0"/>
                  <a:pt x="15975" y="0"/>
                </a:cubicBezTo>
                <a:lnTo>
                  <a:pt x="370219" y="0"/>
                </a:lnTo>
                <a:cubicBezTo>
                  <a:pt x="379077" y="0"/>
                  <a:pt x="386194" y="7117"/>
                  <a:pt x="386194" y="15975"/>
                </a:cubicBezTo>
                <a:lnTo>
                  <a:pt x="386194" y="347431"/>
                </a:lnTo>
                <a:cubicBezTo>
                  <a:pt x="386194" y="356213"/>
                  <a:pt x="379077" y="363405"/>
                  <a:pt x="370219" y="363405"/>
                </a:cubicBezTo>
                <a:lnTo>
                  <a:pt x="15975" y="363405"/>
                </a:lnTo>
                <a:cubicBezTo>
                  <a:pt x="7192" y="363405"/>
                  <a:pt x="0" y="356213"/>
                  <a:pt x="0" y="347431"/>
                </a:cubicBezTo>
                <a:lnTo>
                  <a:pt x="0" y="15975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CF47C-D721-41FE-A492-CAFA56B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93" y="1548726"/>
            <a:ext cx="326530" cy="162628"/>
          </a:xfrm>
          <a:custGeom xmlns:a="http://schemas.openxmlformats.org/drawingml/2006/main">
            <a:pathLst>
              <a:path w="326530" h="162628">
                <a:moveTo>
                  <a:pt x="310692" y="162365"/>
                </a:moveTo>
                <a:lnTo>
                  <a:pt x="312576" y="162043"/>
                </a:lnTo>
                <a:lnTo>
                  <a:pt x="314416" y="161600"/>
                </a:lnTo>
                <a:lnTo>
                  <a:pt x="316210" y="161039"/>
                </a:lnTo>
                <a:lnTo>
                  <a:pt x="317951" y="160366"/>
                </a:lnTo>
                <a:lnTo>
                  <a:pt x="319636" y="159585"/>
                </a:lnTo>
                <a:lnTo>
                  <a:pt x="321261" y="158700"/>
                </a:lnTo>
                <a:lnTo>
                  <a:pt x="322821" y="157715"/>
                </a:lnTo>
                <a:lnTo>
                  <a:pt x="324312" y="156635"/>
                </a:lnTo>
                <a:lnTo>
                  <a:pt x="325730" y="155464"/>
                </a:lnTo>
                <a:lnTo>
                  <a:pt x="326530" y="154712"/>
                </a:lnTo>
                <a:lnTo>
                  <a:pt x="326530" y="0"/>
                </a:lnTo>
                <a:lnTo>
                  <a:pt x="0" y="0"/>
                </a:lnTo>
                <a:lnTo>
                  <a:pt x="0" y="158477"/>
                </a:lnTo>
                <a:lnTo>
                  <a:pt x="352" y="158699"/>
                </a:lnTo>
                <a:lnTo>
                  <a:pt x="1977" y="159584"/>
                </a:lnTo>
                <a:lnTo>
                  <a:pt x="3663" y="160366"/>
                </a:lnTo>
                <a:lnTo>
                  <a:pt x="5405" y="161039"/>
                </a:lnTo>
                <a:lnTo>
                  <a:pt x="7199" y="161599"/>
                </a:lnTo>
                <a:lnTo>
                  <a:pt x="9040" y="162043"/>
                </a:lnTo>
                <a:lnTo>
                  <a:pt x="10924" y="162365"/>
                </a:lnTo>
                <a:lnTo>
                  <a:pt x="12846" y="162561"/>
                </a:lnTo>
                <a:lnTo>
                  <a:pt x="14803" y="162628"/>
                </a:lnTo>
                <a:lnTo>
                  <a:pt x="306813" y="162628"/>
                </a:lnTo>
                <a:lnTo>
                  <a:pt x="308770" y="162562"/>
                </a:lnTo>
                <a:lnTo>
                  <a:pt x="310692" y="162365"/>
                </a:lnTo>
                <a:close/>
              </a:path>
            </a:pathLst>
          </a:custGeom>
          <a:solidFill xmlns:a="http://schemas.openxmlformats.org/drawingml/2006/main">
            <a:srgbClr val="E3E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3F8B1-F8FA-49DF-9572-9352ED03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93" y="1548726"/>
            <a:ext cx="326530" cy="229507"/>
          </a:xfrm>
          <a:custGeom xmlns:a="http://schemas.openxmlformats.org/drawingml/2006/main">
            <a:pathLst>
              <a:path w="326530" h="229507">
                <a:moveTo>
                  <a:pt x="326530" y="229507"/>
                </a:moveTo>
                <a:lnTo>
                  <a:pt x="326530" y="0"/>
                </a:lnTo>
                <a:lnTo>
                  <a:pt x="0" y="0"/>
                </a:lnTo>
                <a:lnTo>
                  <a:pt x="0" y="229507"/>
                </a:lnTo>
                <a:lnTo>
                  <a:pt x="326530" y="229507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F4C92-9082-41CC-9638-D61428F0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726" y="1578468"/>
            <a:ext cx="23624" cy="12345"/>
          </a:xfrm>
          <a:custGeom xmlns:a="http://schemas.openxmlformats.org/drawingml/2006/main">
            <a:pathLst>
              <a:path w="23624" h="12345">
                <a:moveTo>
                  <a:pt x="17872" y="12331"/>
                </a:moveTo>
                <a:lnTo>
                  <a:pt x="18286" y="12289"/>
                </a:lnTo>
                <a:lnTo>
                  <a:pt x="18692" y="12219"/>
                </a:lnTo>
                <a:lnTo>
                  <a:pt x="19088" y="12124"/>
                </a:lnTo>
                <a:lnTo>
                  <a:pt x="19474" y="12003"/>
                </a:lnTo>
                <a:lnTo>
                  <a:pt x="19849" y="11858"/>
                </a:lnTo>
                <a:lnTo>
                  <a:pt x="20212" y="11690"/>
                </a:lnTo>
                <a:lnTo>
                  <a:pt x="20562" y="11499"/>
                </a:lnTo>
                <a:lnTo>
                  <a:pt x="20898" y="11287"/>
                </a:lnTo>
                <a:lnTo>
                  <a:pt x="21219" y="11054"/>
                </a:lnTo>
                <a:lnTo>
                  <a:pt x="21524" y="10802"/>
                </a:lnTo>
                <a:lnTo>
                  <a:pt x="21812" y="10531"/>
                </a:lnTo>
                <a:lnTo>
                  <a:pt x="22083" y="10242"/>
                </a:lnTo>
                <a:lnTo>
                  <a:pt x="22335" y="9937"/>
                </a:lnTo>
                <a:lnTo>
                  <a:pt x="22567" y="9615"/>
                </a:lnTo>
                <a:lnTo>
                  <a:pt x="22779" y="9279"/>
                </a:lnTo>
                <a:lnTo>
                  <a:pt x="22970" y="8929"/>
                </a:lnTo>
                <a:lnTo>
                  <a:pt x="23138" y="8566"/>
                </a:lnTo>
                <a:lnTo>
                  <a:pt x="23282" y="8191"/>
                </a:lnTo>
                <a:lnTo>
                  <a:pt x="23403" y="7804"/>
                </a:lnTo>
                <a:lnTo>
                  <a:pt x="23498" y="7407"/>
                </a:lnTo>
                <a:lnTo>
                  <a:pt x="23568" y="7001"/>
                </a:lnTo>
                <a:lnTo>
                  <a:pt x="23610" y="6587"/>
                </a:lnTo>
                <a:lnTo>
                  <a:pt x="23624" y="6165"/>
                </a:lnTo>
                <a:lnTo>
                  <a:pt x="23610" y="5744"/>
                </a:lnTo>
                <a:lnTo>
                  <a:pt x="23568" y="5330"/>
                </a:lnTo>
                <a:lnTo>
                  <a:pt x="23498" y="4924"/>
                </a:lnTo>
                <a:lnTo>
                  <a:pt x="23403" y="4528"/>
                </a:lnTo>
                <a:lnTo>
                  <a:pt x="23282" y="4142"/>
                </a:lnTo>
                <a:lnTo>
                  <a:pt x="23138" y="3767"/>
                </a:lnTo>
                <a:lnTo>
                  <a:pt x="22969" y="3405"/>
                </a:lnTo>
                <a:lnTo>
                  <a:pt x="22779" y="3055"/>
                </a:lnTo>
                <a:lnTo>
                  <a:pt x="22567" y="2720"/>
                </a:lnTo>
                <a:lnTo>
                  <a:pt x="22335" y="2400"/>
                </a:lnTo>
                <a:lnTo>
                  <a:pt x="22083" y="2095"/>
                </a:lnTo>
                <a:lnTo>
                  <a:pt x="21812" y="1807"/>
                </a:lnTo>
                <a:lnTo>
                  <a:pt x="21524" y="1537"/>
                </a:lnTo>
                <a:lnTo>
                  <a:pt x="21219" y="1286"/>
                </a:lnTo>
                <a:lnTo>
                  <a:pt x="20898" y="1054"/>
                </a:lnTo>
                <a:lnTo>
                  <a:pt x="20562" y="843"/>
                </a:lnTo>
                <a:lnTo>
                  <a:pt x="20212" y="653"/>
                </a:lnTo>
                <a:lnTo>
                  <a:pt x="19849" y="485"/>
                </a:lnTo>
                <a:lnTo>
                  <a:pt x="19474" y="341"/>
                </a:lnTo>
                <a:lnTo>
                  <a:pt x="19088" y="221"/>
                </a:lnTo>
                <a:lnTo>
                  <a:pt x="18691" y="125"/>
                </a:lnTo>
                <a:lnTo>
                  <a:pt x="18286" y="56"/>
                </a:lnTo>
                <a:lnTo>
                  <a:pt x="17872" y="14"/>
                </a:lnTo>
                <a:lnTo>
                  <a:pt x="17450" y="0"/>
                </a:lnTo>
                <a:lnTo>
                  <a:pt x="6174" y="0"/>
                </a:lnTo>
                <a:lnTo>
                  <a:pt x="5753" y="14"/>
                </a:lnTo>
                <a:lnTo>
                  <a:pt x="5338" y="56"/>
                </a:lnTo>
                <a:lnTo>
                  <a:pt x="4933" y="125"/>
                </a:lnTo>
                <a:lnTo>
                  <a:pt x="4536" y="221"/>
                </a:lnTo>
                <a:lnTo>
                  <a:pt x="4150" y="341"/>
                </a:lnTo>
                <a:lnTo>
                  <a:pt x="3775" y="485"/>
                </a:lnTo>
                <a:lnTo>
                  <a:pt x="3412" y="653"/>
                </a:lnTo>
                <a:lnTo>
                  <a:pt x="3062" y="843"/>
                </a:lnTo>
                <a:lnTo>
                  <a:pt x="2726" y="1054"/>
                </a:lnTo>
                <a:lnTo>
                  <a:pt x="2405" y="1286"/>
                </a:lnTo>
                <a:lnTo>
                  <a:pt x="2100" y="1537"/>
                </a:lnTo>
                <a:lnTo>
                  <a:pt x="1812" y="1807"/>
                </a:lnTo>
                <a:lnTo>
                  <a:pt x="1541" y="2095"/>
                </a:lnTo>
                <a:lnTo>
                  <a:pt x="1289" y="2400"/>
                </a:lnTo>
                <a:lnTo>
                  <a:pt x="1057" y="2720"/>
                </a:lnTo>
                <a:lnTo>
                  <a:pt x="845" y="3055"/>
                </a:lnTo>
                <a:lnTo>
                  <a:pt x="655" y="3405"/>
                </a:lnTo>
                <a:lnTo>
                  <a:pt x="487" y="3767"/>
                </a:lnTo>
                <a:lnTo>
                  <a:pt x="342" y="4142"/>
                </a:lnTo>
                <a:lnTo>
                  <a:pt x="221" y="4528"/>
                </a:lnTo>
                <a:lnTo>
                  <a:pt x="126" y="4924"/>
                </a:lnTo>
                <a:lnTo>
                  <a:pt x="57" y="5330"/>
                </a:lnTo>
                <a:lnTo>
                  <a:pt x="14" y="5744"/>
                </a:lnTo>
                <a:lnTo>
                  <a:pt x="0" y="6165"/>
                </a:lnTo>
                <a:lnTo>
                  <a:pt x="14" y="6587"/>
                </a:lnTo>
                <a:lnTo>
                  <a:pt x="57" y="7001"/>
                </a:lnTo>
                <a:lnTo>
                  <a:pt x="126" y="7407"/>
                </a:lnTo>
                <a:lnTo>
                  <a:pt x="221" y="7804"/>
                </a:lnTo>
                <a:lnTo>
                  <a:pt x="342" y="8190"/>
                </a:lnTo>
                <a:lnTo>
                  <a:pt x="487" y="8566"/>
                </a:lnTo>
                <a:lnTo>
                  <a:pt x="655" y="8929"/>
                </a:lnTo>
                <a:lnTo>
                  <a:pt x="845" y="9279"/>
                </a:lnTo>
                <a:lnTo>
                  <a:pt x="1057" y="9615"/>
                </a:lnTo>
                <a:lnTo>
                  <a:pt x="1289" y="9937"/>
                </a:lnTo>
                <a:lnTo>
                  <a:pt x="1541" y="10242"/>
                </a:lnTo>
                <a:lnTo>
                  <a:pt x="1812" y="10531"/>
                </a:lnTo>
                <a:lnTo>
                  <a:pt x="2100" y="10802"/>
                </a:lnTo>
                <a:lnTo>
                  <a:pt x="2405" y="11054"/>
                </a:lnTo>
                <a:lnTo>
                  <a:pt x="2726" y="11287"/>
                </a:lnTo>
                <a:lnTo>
                  <a:pt x="3062" y="11499"/>
                </a:lnTo>
                <a:lnTo>
                  <a:pt x="3412" y="11690"/>
                </a:lnTo>
                <a:lnTo>
                  <a:pt x="3775" y="11858"/>
                </a:lnTo>
                <a:lnTo>
                  <a:pt x="4150" y="12003"/>
                </a:lnTo>
                <a:lnTo>
                  <a:pt x="4536" y="12124"/>
                </a:lnTo>
                <a:lnTo>
                  <a:pt x="4933" y="12219"/>
                </a:lnTo>
                <a:lnTo>
                  <a:pt x="5338" y="12289"/>
                </a:lnTo>
                <a:lnTo>
                  <a:pt x="5753" y="12331"/>
                </a:lnTo>
                <a:lnTo>
                  <a:pt x="6174" y="12345"/>
                </a:lnTo>
                <a:lnTo>
                  <a:pt x="17450" y="12345"/>
                </a:lnTo>
                <a:lnTo>
                  <a:pt x="17872" y="12331"/>
                </a:ln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7EC9A-DE49-44A8-A865-2F600AA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960" y="1564646"/>
            <a:ext cx="65296" cy="76384"/>
          </a:xfrm>
          <a:custGeom xmlns:a="http://schemas.openxmlformats.org/drawingml/2006/main">
            <a:pathLst>
              <a:path w="65296" h="76384">
                <a:moveTo>
                  <a:pt x="31937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31936" y="0"/>
                </a:lnTo>
                <a:cubicBezTo>
                  <a:pt x="36340" y="0"/>
                  <a:pt x="39929" y="3589"/>
                  <a:pt x="39929" y="7989"/>
                </a:cubicBezTo>
                <a:cubicBezTo>
                  <a:pt x="39929" y="12389"/>
                  <a:pt x="36340" y="15978"/>
                  <a:pt x="31937" y="15978"/>
                </a:cubicBezTo>
                <a:close/>
                <a:moveTo>
                  <a:pt x="39592" y="46182"/>
                </a:moveTo>
                <a:lnTo>
                  <a:pt x="27974" y="46182"/>
                </a:lnTo>
                <a:cubicBezTo>
                  <a:pt x="23572" y="46182"/>
                  <a:pt x="19982" y="42593"/>
                  <a:pt x="19982" y="38193"/>
                </a:cubicBezTo>
                <a:cubicBezTo>
                  <a:pt x="19982" y="33794"/>
                  <a:pt x="23572" y="30204"/>
                  <a:pt x="27974" y="30204"/>
                </a:cubicBezTo>
                <a:lnTo>
                  <a:pt x="39592" y="30204"/>
                </a:lnTo>
                <a:cubicBezTo>
                  <a:pt x="43994" y="30205"/>
                  <a:pt x="47584" y="33794"/>
                  <a:pt x="47584" y="38193"/>
                </a:cubicBezTo>
                <a:cubicBezTo>
                  <a:pt x="47584" y="42593"/>
                  <a:pt x="43959" y="46182"/>
                  <a:pt x="39592" y="46182"/>
                </a:cubicBezTo>
                <a:close/>
                <a:moveTo>
                  <a:pt x="57304" y="76384"/>
                </a:moveTo>
                <a:lnTo>
                  <a:pt x="46195" y="76384"/>
                </a:lnTo>
                <a:cubicBezTo>
                  <a:pt x="41792" y="76384"/>
                  <a:pt x="38202" y="72795"/>
                  <a:pt x="38202" y="68398"/>
                </a:cubicBezTo>
                <a:cubicBezTo>
                  <a:pt x="38202" y="63998"/>
                  <a:pt x="41792" y="60409"/>
                  <a:pt x="46195" y="60409"/>
                </a:cubicBezTo>
                <a:lnTo>
                  <a:pt x="57304" y="60409"/>
                </a:lnTo>
                <a:cubicBezTo>
                  <a:pt x="61706" y="60409"/>
                  <a:pt x="65296" y="63998"/>
                  <a:pt x="65296" y="68398"/>
                </a:cubicBezTo>
                <a:cubicBezTo>
                  <a:pt x="65296" y="72795"/>
                  <a:pt x="61673" y="76384"/>
                  <a:pt x="57304" y="76384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A61A7-305E-474D-8F5F-41D98CA8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431" y="1625128"/>
            <a:ext cx="52067" cy="12344"/>
          </a:xfrm>
          <a:custGeom xmlns:a="http://schemas.openxmlformats.org/drawingml/2006/main">
            <a:pathLst>
              <a:path w="52067" h="12344">
                <a:moveTo>
                  <a:pt x="45886" y="12344"/>
                </a:moveTo>
                <a:lnTo>
                  <a:pt x="6177" y="12344"/>
                </a:lnTo>
                <a:cubicBezTo>
                  <a:pt x="2775" y="12344"/>
                  <a:pt x="0" y="9571"/>
                  <a:pt x="0" y="6165"/>
                </a:cubicBezTo>
                <a:cubicBezTo>
                  <a:pt x="0" y="2764"/>
                  <a:pt x="2775" y="0"/>
                  <a:pt x="6177" y="0"/>
                </a:cubicBezTo>
                <a:lnTo>
                  <a:pt x="45886" y="0"/>
                </a:lnTo>
                <a:cubicBezTo>
                  <a:pt x="49288" y="0"/>
                  <a:pt x="52067" y="2764"/>
                  <a:pt x="52067" y="6165"/>
                </a:cubicBezTo>
                <a:cubicBezTo>
                  <a:pt x="52038" y="9571"/>
                  <a:pt x="49259" y="12344"/>
                  <a:pt x="45886" y="12344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CA78E-5ED8-4763-98D3-4733A84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839" y="1625056"/>
            <a:ext cx="118330" cy="106581"/>
          </a:xfrm>
          <a:custGeom xmlns:a="http://schemas.openxmlformats.org/drawingml/2006/main">
            <a:pathLst>
              <a:path w="118330" h="106581">
                <a:moveTo>
                  <a:pt x="63103" y="15975"/>
                </a:moveTo>
                <a:lnTo>
                  <a:pt x="41562" y="15975"/>
                </a:lnTo>
                <a:cubicBezTo>
                  <a:pt x="37161" y="15975"/>
                  <a:pt x="33571" y="12386"/>
                  <a:pt x="33571" y="7989"/>
                </a:cubicBezTo>
                <a:cubicBezTo>
                  <a:pt x="33571" y="3589"/>
                  <a:pt x="37161" y="0"/>
                  <a:pt x="41562" y="0"/>
                </a:cubicBezTo>
                <a:lnTo>
                  <a:pt x="63102" y="0"/>
                </a:lnTo>
                <a:cubicBezTo>
                  <a:pt x="67503" y="0"/>
                  <a:pt x="71093" y="3589"/>
                  <a:pt x="71093" y="7989"/>
                </a:cubicBezTo>
                <a:cubicBezTo>
                  <a:pt x="71093" y="12386"/>
                  <a:pt x="67503" y="15975"/>
                  <a:pt x="63103" y="15975"/>
                </a:cubicBezTo>
                <a:close/>
                <a:moveTo>
                  <a:pt x="110339" y="43739"/>
                </a:moveTo>
                <a:lnTo>
                  <a:pt x="60323" y="43739"/>
                </a:lnTo>
                <a:cubicBezTo>
                  <a:pt x="55922" y="43739"/>
                  <a:pt x="52332" y="40150"/>
                  <a:pt x="52332" y="35749"/>
                </a:cubicBezTo>
                <a:cubicBezTo>
                  <a:pt x="52332" y="31348"/>
                  <a:pt x="55922" y="27759"/>
                  <a:pt x="60323" y="27759"/>
                </a:cubicBezTo>
                <a:lnTo>
                  <a:pt x="110339" y="27759"/>
                </a:lnTo>
                <a:cubicBezTo>
                  <a:pt x="114740" y="27759"/>
                  <a:pt x="118330" y="31348"/>
                  <a:pt x="118330" y="35749"/>
                </a:cubicBezTo>
                <a:cubicBezTo>
                  <a:pt x="118330" y="40117"/>
                  <a:pt x="114711" y="43739"/>
                  <a:pt x="110339" y="43739"/>
                </a:cubicBezTo>
                <a:close/>
                <a:moveTo>
                  <a:pt x="59643" y="76380"/>
                </a:moveTo>
                <a:lnTo>
                  <a:pt x="35699" y="76379"/>
                </a:lnTo>
                <a:cubicBezTo>
                  <a:pt x="31298" y="76379"/>
                  <a:pt x="27708" y="72790"/>
                  <a:pt x="27708" y="68388"/>
                </a:cubicBezTo>
                <a:cubicBezTo>
                  <a:pt x="27708" y="63987"/>
                  <a:pt x="31298" y="60397"/>
                  <a:pt x="35699" y="60397"/>
                </a:cubicBezTo>
                <a:lnTo>
                  <a:pt x="59643" y="60397"/>
                </a:lnTo>
                <a:cubicBezTo>
                  <a:pt x="64044" y="60397"/>
                  <a:pt x="67634" y="63987"/>
                  <a:pt x="67634" y="68388"/>
                </a:cubicBezTo>
                <a:cubicBezTo>
                  <a:pt x="67634" y="72790"/>
                  <a:pt x="64015" y="76380"/>
                  <a:pt x="59643" y="76380"/>
                </a:cubicBezTo>
                <a:close/>
                <a:moveTo>
                  <a:pt x="31935" y="106581"/>
                </a:moveTo>
                <a:lnTo>
                  <a:pt x="7991" y="106581"/>
                </a:lnTo>
                <a:cubicBezTo>
                  <a:pt x="3590" y="106581"/>
                  <a:pt x="0" y="102992"/>
                  <a:pt x="0" y="98591"/>
                </a:cubicBezTo>
                <a:cubicBezTo>
                  <a:pt x="0" y="94188"/>
                  <a:pt x="3590" y="90599"/>
                  <a:pt x="7991" y="90599"/>
                </a:cubicBezTo>
                <a:lnTo>
                  <a:pt x="31935" y="90599"/>
                </a:lnTo>
                <a:cubicBezTo>
                  <a:pt x="36336" y="90599"/>
                  <a:pt x="39926" y="94188"/>
                  <a:pt x="39926" y="98591"/>
                </a:cubicBezTo>
                <a:cubicBezTo>
                  <a:pt x="39926" y="102992"/>
                  <a:pt x="36336" y="106581"/>
                  <a:pt x="31935" y="106581"/>
                </a:cubicBezTo>
                <a:close/>
                <a:moveTo>
                  <a:pt x="110339" y="15975"/>
                </a:moveTo>
                <a:lnTo>
                  <a:pt x="88798" y="15975"/>
                </a:lnTo>
                <a:cubicBezTo>
                  <a:pt x="84397" y="15975"/>
                  <a:pt x="80807" y="12386"/>
                  <a:pt x="80807" y="7989"/>
                </a:cubicBezTo>
                <a:cubicBezTo>
                  <a:pt x="80807" y="3589"/>
                  <a:pt x="84397" y="0"/>
                  <a:pt x="88798" y="0"/>
                </a:cubicBezTo>
                <a:lnTo>
                  <a:pt x="110339" y="0"/>
                </a:lnTo>
                <a:cubicBezTo>
                  <a:pt x="114740" y="0"/>
                  <a:pt x="118330" y="3589"/>
                  <a:pt x="118330" y="7989"/>
                </a:cubicBezTo>
                <a:cubicBezTo>
                  <a:pt x="118330" y="12386"/>
                  <a:pt x="114711" y="15975"/>
                  <a:pt x="110339" y="15975"/>
                </a:cubicBezTo>
                <a:close/>
                <a:moveTo>
                  <a:pt x="107734" y="76380"/>
                </a:moveTo>
                <a:lnTo>
                  <a:pt x="100785" y="76380"/>
                </a:lnTo>
                <a:cubicBezTo>
                  <a:pt x="96384" y="76380"/>
                  <a:pt x="92794" y="72790"/>
                  <a:pt x="92794" y="68388"/>
                </a:cubicBezTo>
                <a:cubicBezTo>
                  <a:pt x="92794" y="63987"/>
                  <a:pt x="96384" y="60397"/>
                  <a:pt x="100785" y="60397"/>
                </a:cubicBezTo>
                <a:lnTo>
                  <a:pt x="107734" y="60397"/>
                </a:lnTo>
                <a:cubicBezTo>
                  <a:pt x="112134" y="60397"/>
                  <a:pt x="115725" y="63987"/>
                  <a:pt x="115725" y="68388"/>
                </a:cubicBezTo>
                <a:cubicBezTo>
                  <a:pt x="115725" y="72790"/>
                  <a:pt x="112134" y="76380"/>
                  <a:pt x="107734" y="76380"/>
                </a:cubicBez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397EA-2505-4876-BB95-151D8CFA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45" y="1594851"/>
            <a:ext cx="83376" cy="136786"/>
          </a:xfrm>
          <a:custGeom xmlns:a="http://schemas.openxmlformats.org/drawingml/2006/main">
            <a:pathLst>
              <a:path w="83376" h="136786">
                <a:moveTo>
                  <a:pt x="59403" y="15978"/>
                </a:moveTo>
                <a:lnTo>
                  <a:pt x="7994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4" y="0"/>
                </a:cubicBezTo>
                <a:lnTo>
                  <a:pt x="59403" y="0"/>
                </a:lnTo>
                <a:cubicBezTo>
                  <a:pt x="63803" y="0"/>
                  <a:pt x="67394" y="3589"/>
                  <a:pt x="67394" y="7989"/>
                </a:cubicBezTo>
                <a:cubicBezTo>
                  <a:pt x="67394" y="12389"/>
                  <a:pt x="63803" y="15978"/>
                  <a:pt x="59403" y="15978"/>
                </a:cubicBezTo>
                <a:close/>
                <a:moveTo>
                  <a:pt x="75385" y="73944"/>
                </a:moveTo>
                <a:lnTo>
                  <a:pt x="23979" y="73944"/>
                </a:lnTo>
                <a:cubicBezTo>
                  <a:pt x="19577" y="73944"/>
                  <a:pt x="15987" y="70355"/>
                  <a:pt x="15987" y="65953"/>
                </a:cubicBezTo>
                <a:cubicBezTo>
                  <a:pt x="15987" y="61552"/>
                  <a:pt x="19577" y="57963"/>
                  <a:pt x="23979" y="57963"/>
                </a:cubicBezTo>
                <a:lnTo>
                  <a:pt x="75385" y="57963"/>
                </a:lnTo>
                <a:cubicBezTo>
                  <a:pt x="79786" y="57963"/>
                  <a:pt x="83376" y="61552"/>
                  <a:pt x="83376" y="65953"/>
                </a:cubicBezTo>
                <a:cubicBezTo>
                  <a:pt x="83347" y="70321"/>
                  <a:pt x="79757" y="73944"/>
                  <a:pt x="75385" y="73944"/>
                </a:cubicBezTo>
                <a:close/>
                <a:moveTo>
                  <a:pt x="75385" y="106584"/>
                </a:moveTo>
                <a:lnTo>
                  <a:pt x="23979" y="106584"/>
                </a:lnTo>
                <a:cubicBezTo>
                  <a:pt x="19577" y="106584"/>
                  <a:pt x="15987" y="102995"/>
                  <a:pt x="15987" y="98592"/>
                </a:cubicBezTo>
                <a:cubicBezTo>
                  <a:pt x="15987" y="94191"/>
                  <a:pt x="19577" y="90602"/>
                  <a:pt x="23979" y="90602"/>
                </a:cubicBezTo>
                <a:lnTo>
                  <a:pt x="75385" y="90602"/>
                </a:lnTo>
                <a:cubicBezTo>
                  <a:pt x="79786" y="90602"/>
                  <a:pt x="83376" y="94191"/>
                  <a:pt x="83376" y="98592"/>
                </a:cubicBezTo>
                <a:cubicBezTo>
                  <a:pt x="83347" y="102995"/>
                  <a:pt x="79757" y="106584"/>
                  <a:pt x="75385" y="106584"/>
                </a:cubicBezTo>
                <a:close/>
                <a:moveTo>
                  <a:pt x="36472" y="136786"/>
                </a:moveTo>
                <a:lnTo>
                  <a:pt x="23979" y="136786"/>
                </a:lnTo>
                <a:cubicBezTo>
                  <a:pt x="19577" y="136786"/>
                  <a:pt x="15987" y="133196"/>
                  <a:pt x="15987" y="128795"/>
                </a:cubicBezTo>
                <a:cubicBezTo>
                  <a:pt x="15987" y="124393"/>
                  <a:pt x="19577" y="120803"/>
                  <a:pt x="23979" y="120803"/>
                </a:cubicBezTo>
                <a:lnTo>
                  <a:pt x="36472" y="120803"/>
                </a:lnTo>
                <a:cubicBezTo>
                  <a:pt x="40873" y="120803"/>
                  <a:pt x="44463" y="124393"/>
                  <a:pt x="44463" y="128795"/>
                </a:cubicBezTo>
                <a:cubicBezTo>
                  <a:pt x="44463" y="133196"/>
                  <a:pt x="40873" y="136786"/>
                  <a:pt x="36472" y="136786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4EADA-3A00-473F-ABDE-637EC666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481" y="1648456"/>
            <a:ext cx="53500" cy="81002"/>
          </a:xfrm>
          <a:custGeom xmlns:a="http://schemas.openxmlformats.org/drawingml/2006/main">
            <a:pathLst>
              <a:path w="53500" h="81002">
                <a:moveTo>
                  <a:pt x="47326" y="12345"/>
                </a:moveTo>
                <a:lnTo>
                  <a:pt x="38352" y="12345"/>
                </a:lnTo>
                <a:cubicBezTo>
                  <a:pt x="34952" y="12345"/>
                  <a:pt x="32179" y="9574"/>
                  <a:pt x="32179" y="6173"/>
                </a:cubicBezTo>
                <a:cubicBezTo>
                  <a:pt x="32179" y="2773"/>
                  <a:pt x="34952" y="0"/>
                  <a:pt x="38352" y="0"/>
                </a:cubicBezTo>
                <a:lnTo>
                  <a:pt x="47326" y="0"/>
                </a:lnTo>
                <a:cubicBezTo>
                  <a:pt x="50727" y="0"/>
                  <a:pt x="53500" y="2773"/>
                  <a:pt x="53500" y="6173"/>
                </a:cubicBezTo>
                <a:cubicBezTo>
                  <a:pt x="53500" y="9574"/>
                  <a:pt x="50727" y="12345"/>
                  <a:pt x="47326" y="12345"/>
                </a:cubicBezTo>
                <a:close/>
                <a:moveTo>
                  <a:pt x="47326" y="35675"/>
                </a:moveTo>
                <a:lnTo>
                  <a:pt x="38352" y="35675"/>
                </a:lnTo>
                <a:cubicBezTo>
                  <a:pt x="34952" y="35675"/>
                  <a:pt x="32180" y="32904"/>
                  <a:pt x="32180" y="29504"/>
                </a:cubicBezTo>
                <a:cubicBezTo>
                  <a:pt x="32180" y="26103"/>
                  <a:pt x="34952" y="23331"/>
                  <a:pt x="38352" y="23331"/>
                </a:cubicBezTo>
                <a:lnTo>
                  <a:pt x="47326" y="23331"/>
                </a:lnTo>
                <a:cubicBezTo>
                  <a:pt x="50727" y="23331"/>
                  <a:pt x="53500" y="26103"/>
                  <a:pt x="53500" y="29504"/>
                </a:cubicBezTo>
                <a:cubicBezTo>
                  <a:pt x="53500" y="32904"/>
                  <a:pt x="50727" y="35675"/>
                  <a:pt x="47326" y="35675"/>
                </a:cubicBezTo>
                <a:close/>
                <a:moveTo>
                  <a:pt x="33801" y="59007"/>
                </a:moveTo>
                <a:lnTo>
                  <a:pt x="22944" y="59006"/>
                </a:lnTo>
                <a:cubicBezTo>
                  <a:pt x="19543" y="59006"/>
                  <a:pt x="16769" y="56234"/>
                  <a:pt x="16769" y="52834"/>
                </a:cubicBezTo>
                <a:cubicBezTo>
                  <a:pt x="16769" y="49433"/>
                  <a:pt x="19543" y="46661"/>
                  <a:pt x="22944" y="46661"/>
                </a:cubicBezTo>
                <a:lnTo>
                  <a:pt x="33801" y="46661"/>
                </a:lnTo>
                <a:cubicBezTo>
                  <a:pt x="37201" y="46661"/>
                  <a:pt x="39975" y="49433"/>
                  <a:pt x="39975" y="52834"/>
                </a:cubicBezTo>
                <a:cubicBezTo>
                  <a:pt x="39949" y="56234"/>
                  <a:pt x="37175" y="59007"/>
                  <a:pt x="33801" y="59007"/>
                </a:cubicBezTo>
                <a:close/>
                <a:moveTo>
                  <a:pt x="24671" y="81002"/>
                </a:moveTo>
                <a:lnTo>
                  <a:pt x="6174" y="81002"/>
                </a:lnTo>
                <a:cubicBezTo>
                  <a:pt x="2774" y="81002"/>
                  <a:pt x="0" y="78229"/>
                  <a:pt x="0" y="74829"/>
                </a:cubicBezTo>
                <a:cubicBezTo>
                  <a:pt x="0" y="71430"/>
                  <a:pt x="2774" y="68657"/>
                  <a:pt x="6174" y="68657"/>
                </a:cubicBezTo>
                <a:lnTo>
                  <a:pt x="24671" y="68657"/>
                </a:lnTo>
                <a:cubicBezTo>
                  <a:pt x="28071" y="68657"/>
                  <a:pt x="30845" y="71430"/>
                  <a:pt x="30845" y="74829"/>
                </a:cubicBezTo>
                <a:cubicBezTo>
                  <a:pt x="30845" y="78229"/>
                  <a:pt x="28071" y="81002"/>
                  <a:pt x="24671" y="81002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4DCB6-725F-4CE1-B6DA-4C8AD21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6832" y="1594851"/>
            <a:ext cx="30582" cy="166987"/>
          </a:xfrm>
          <a:custGeom xmlns:a="http://schemas.openxmlformats.org/drawingml/2006/main">
            <a:pathLst>
              <a:path w="30582" h="166987">
                <a:moveTo>
                  <a:pt x="22589" y="15978"/>
                </a:moveTo>
                <a:lnTo>
                  <a:pt x="7992" y="15978"/>
                </a:lnTo>
                <a:cubicBezTo>
                  <a:pt x="3590" y="15978"/>
                  <a:pt x="0" y="12389"/>
                  <a:pt x="0" y="7989"/>
                </a:cubicBezTo>
                <a:cubicBezTo>
                  <a:pt x="0" y="3589"/>
                  <a:pt x="3590" y="0"/>
                  <a:pt x="7992" y="0"/>
                </a:cubicBezTo>
                <a:lnTo>
                  <a:pt x="22589" y="0"/>
                </a:lnTo>
                <a:cubicBezTo>
                  <a:pt x="26991" y="0"/>
                  <a:pt x="30581" y="3589"/>
                  <a:pt x="30581" y="7989"/>
                </a:cubicBezTo>
                <a:cubicBezTo>
                  <a:pt x="30582" y="12389"/>
                  <a:pt x="26991" y="15978"/>
                  <a:pt x="22589" y="15978"/>
                </a:cubicBezTo>
                <a:close/>
                <a:moveTo>
                  <a:pt x="22589" y="46179"/>
                </a:moveTo>
                <a:lnTo>
                  <a:pt x="7993" y="46179"/>
                </a:lnTo>
                <a:cubicBezTo>
                  <a:pt x="3590" y="46179"/>
                  <a:pt x="0" y="42590"/>
                  <a:pt x="0" y="38193"/>
                </a:cubicBezTo>
                <a:cubicBezTo>
                  <a:pt x="0" y="33794"/>
                  <a:pt x="3590" y="30204"/>
                  <a:pt x="7993" y="30204"/>
                </a:cubicBezTo>
                <a:lnTo>
                  <a:pt x="22589" y="30204"/>
                </a:lnTo>
                <a:cubicBezTo>
                  <a:pt x="26991" y="30204"/>
                  <a:pt x="30582" y="33794"/>
                  <a:pt x="30582" y="38193"/>
                </a:cubicBezTo>
                <a:cubicBezTo>
                  <a:pt x="30582" y="42590"/>
                  <a:pt x="26991" y="46179"/>
                  <a:pt x="22589" y="46179"/>
                </a:cubicBezTo>
                <a:close/>
                <a:moveTo>
                  <a:pt x="22589" y="76381"/>
                </a:moveTo>
                <a:lnTo>
                  <a:pt x="7993" y="76381"/>
                </a:lnTo>
                <a:cubicBezTo>
                  <a:pt x="3590" y="76381"/>
                  <a:pt x="0" y="72793"/>
                  <a:pt x="0" y="68391"/>
                </a:cubicBezTo>
                <a:cubicBezTo>
                  <a:pt x="0" y="63989"/>
                  <a:pt x="3590" y="60400"/>
                  <a:pt x="7993" y="60400"/>
                </a:cubicBezTo>
                <a:lnTo>
                  <a:pt x="22589" y="60400"/>
                </a:lnTo>
                <a:cubicBezTo>
                  <a:pt x="26992" y="60400"/>
                  <a:pt x="30582" y="63989"/>
                  <a:pt x="30582" y="68391"/>
                </a:cubicBezTo>
                <a:cubicBezTo>
                  <a:pt x="30582" y="72793"/>
                  <a:pt x="26992" y="76381"/>
                  <a:pt x="22589" y="76381"/>
                </a:cubicBezTo>
                <a:close/>
                <a:moveTo>
                  <a:pt x="22589" y="106584"/>
                </a:moveTo>
                <a:lnTo>
                  <a:pt x="7993" y="106584"/>
                </a:lnTo>
                <a:cubicBezTo>
                  <a:pt x="3591" y="106584"/>
                  <a:pt x="0" y="102995"/>
                  <a:pt x="0" y="98592"/>
                </a:cubicBezTo>
                <a:cubicBezTo>
                  <a:pt x="0" y="94191"/>
                  <a:pt x="3590" y="90602"/>
                  <a:pt x="7993" y="90602"/>
                </a:cubicBezTo>
                <a:lnTo>
                  <a:pt x="22589" y="90602"/>
                </a:lnTo>
                <a:cubicBezTo>
                  <a:pt x="26992" y="90602"/>
                  <a:pt x="30582" y="94191"/>
                  <a:pt x="30582" y="98592"/>
                </a:cubicBezTo>
                <a:cubicBezTo>
                  <a:pt x="30582" y="102995"/>
                  <a:pt x="26992" y="106584"/>
                  <a:pt x="22589" y="106584"/>
                </a:cubicBezTo>
                <a:close/>
                <a:moveTo>
                  <a:pt x="22590" y="136786"/>
                </a:moveTo>
                <a:lnTo>
                  <a:pt x="7993" y="136786"/>
                </a:lnTo>
                <a:cubicBezTo>
                  <a:pt x="3591" y="136786"/>
                  <a:pt x="0" y="133196"/>
                  <a:pt x="0" y="128795"/>
                </a:cubicBezTo>
                <a:cubicBezTo>
                  <a:pt x="0" y="124393"/>
                  <a:pt x="3591" y="120803"/>
                  <a:pt x="7993" y="120803"/>
                </a:cubicBezTo>
                <a:lnTo>
                  <a:pt x="22589" y="120803"/>
                </a:lnTo>
                <a:cubicBezTo>
                  <a:pt x="26992" y="120803"/>
                  <a:pt x="30582" y="124393"/>
                  <a:pt x="30582" y="128795"/>
                </a:cubicBezTo>
                <a:cubicBezTo>
                  <a:pt x="30582" y="133196"/>
                  <a:pt x="26992" y="136786"/>
                  <a:pt x="22590" y="136786"/>
                </a:cubicBezTo>
                <a:close/>
                <a:moveTo>
                  <a:pt x="22590" y="166987"/>
                </a:moveTo>
                <a:lnTo>
                  <a:pt x="7993" y="166987"/>
                </a:lnTo>
                <a:cubicBezTo>
                  <a:pt x="3591" y="166987"/>
                  <a:pt x="1" y="163398"/>
                  <a:pt x="1" y="158997"/>
                </a:cubicBezTo>
                <a:cubicBezTo>
                  <a:pt x="1" y="154594"/>
                  <a:pt x="3591" y="151005"/>
                  <a:pt x="7993" y="151005"/>
                </a:cubicBezTo>
                <a:lnTo>
                  <a:pt x="22590" y="151005"/>
                </a:lnTo>
                <a:cubicBezTo>
                  <a:pt x="26992" y="151005"/>
                  <a:pt x="30582" y="154594"/>
                  <a:pt x="30582" y="158997"/>
                </a:cubicBezTo>
                <a:cubicBezTo>
                  <a:pt x="30582" y="163398"/>
                  <a:pt x="26992" y="166987"/>
                  <a:pt x="22590" y="166987"/>
                </a:cubicBez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Text ●">
            <a:extLst xmlns:a="http://schemas.openxmlformats.org/drawingml/2006/main">
              <a:ext uri="{FF2B5EF4-FFF2-40B4-BE49-F238E27FC236}">
                <a16:creationId xmlns:a16="http://schemas.microsoft.com/office/drawing/2014/main" id="{4D941852-7913-4C41-A84C-D25351CB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192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Text ●">
            <a:extLst xmlns:a="http://schemas.openxmlformats.org/drawingml/2006/main">
              <a:ext uri="{FF2B5EF4-FFF2-40B4-BE49-F238E27FC236}">
                <a16:creationId xmlns:a16="http://schemas.microsoft.com/office/drawing/2014/main" id="{396B1137-BDB5-41A1-9D3C-52442C7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6173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Text ●">
            <a:extLst xmlns:a="http://schemas.openxmlformats.org/drawingml/2006/main">
              <a:ext uri="{FF2B5EF4-FFF2-40B4-BE49-F238E27FC236}">
                <a16:creationId xmlns:a16="http://schemas.microsoft.com/office/drawing/2014/main" id="{87C76261-4575-4F0B-A0CA-BCCCD4E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154" y="1482397"/>
            <a:ext cx="21812" cy="21768"/>
          </a:xfrm>
          <a:custGeom xmlns:a="http://schemas.openxmlformats.org/drawingml/2006/main">
            <a:pathLst>
              <a:path w="21812" h="21768">
                <a:moveTo>
                  <a:pt x="10906" y="0"/>
                </a:moveTo>
                <a:cubicBezTo>
                  <a:pt x="17543" y="644"/>
                  <a:pt x="21178" y="4284"/>
                  <a:pt x="21812" y="10921"/>
                </a:cubicBezTo>
                <a:cubicBezTo>
                  <a:pt x="21178" y="17538"/>
                  <a:pt x="17543" y="21154"/>
                  <a:pt x="10906" y="21768"/>
                </a:cubicBezTo>
                <a:cubicBezTo>
                  <a:pt x="4270" y="21154"/>
                  <a:pt x="634" y="17538"/>
                  <a:pt x="0" y="10921"/>
                </a:cubicBezTo>
                <a:cubicBezTo>
                  <a:pt x="634" y="4284"/>
                  <a:pt x="4270" y="644"/>
                  <a:pt x="10906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637DA-D295-4A39-BD79-F57AE65B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979" y="1559800"/>
            <a:ext cx="96777" cy="76763"/>
          </a:xfrm>
          <a:custGeom xmlns:a="http://schemas.openxmlformats.org/drawingml/2006/main">
            <a:pathLst>
              <a:path w="96777" h="76763">
                <a:moveTo>
                  <a:pt x="55494" y="75175"/>
                </a:moveTo>
                <a:cubicBezTo>
                  <a:pt x="53906" y="73585"/>
                  <a:pt x="53906" y="71009"/>
                  <a:pt x="55494" y="69419"/>
                </a:cubicBezTo>
                <a:lnTo>
                  <a:pt x="82482" y="42430"/>
                </a:lnTo>
                <a:lnTo>
                  <a:pt x="4073" y="42429"/>
                </a:lnTo>
                <a:cubicBezTo>
                  <a:pt x="1823" y="42429"/>
                  <a:pt x="0" y="40606"/>
                  <a:pt x="0" y="38357"/>
                </a:cubicBezTo>
                <a:cubicBezTo>
                  <a:pt x="0" y="36108"/>
                  <a:pt x="1823" y="34284"/>
                  <a:pt x="4073" y="34284"/>
                </a:cubicBezTo>
                <a:lnTo>
                  <a:pt x="82482" y="34284"/>
                </a:lnTo>
                <a:lnTo>
                  <a:pt x="55494" y="7295"/>
                </a:lnTo>
                <a:cubicBezTo>
                  <a:pt x="53851" y="5765"/>
                  <a:pt x="53756" y="3195"/>
                  <a:pt x="55281" y="1548"/>
                </a:cubicBezTo>
                <a:cubicBezTo>
                  <a:pt x="55815" y="973"/>
                  <a:pt x="56508" y="566"/>
                  <a:pt x="57268" y="371"/>
                </a:cubicBezTo>
                <a:cubicBezTo>
                  <a:pt x="58707" y="0"/>
                  <a:pt x="60236" y="448"/>
                  <a:pt x="61250" y="1539"/>
                </a:cubicBezTo>
                <a:lnTo>
                  <a:pt x="95189" y="35479"/>
                </a:lnTo>
                <a:cubicBezTo>
                  <a:pt x="96777" y="37067"/>
                  <a:pt x="96777" y="39647"/>
                  <a:pt x="95189" y="41235"/>
                </a:cubicBezTo>
                <a:lnTo>
                  <a:pt x="61250" y="75175"/>
                </a:lnTo>
                <a:cubicBezTo>
                  <a:pt x="59662" y="76763"/>
                  <a:pt x="57087" y="76763"/>
                  <a:pt x="55494" y="75175"/>
                </a:cubicBezTo>
                <a:close/>
              </a:path>
            </a:pathLst>
          </a:custGeom>
          <a:solidFill xmlns:a="http://schemas.openxmlformats.org/drawingml/2006/main">
            <a:srgbClr val="20386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3E345-8667-42C2-97BB-A737BB7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476" y="1558850"/>
            <a:ext cx="209063" cy="177705"/>
          </a:xfrm>
          <a:custGeom xmlns:a="http://schemas.openxmlformats.org/drawingml/2006/main">
            <a:pathLst>
              <a:path w="209063" h="177705">
                <a:moveTo>
                  <a:pt x="188159" y="177705"/>
                </a:moveTo>
                <a:lnTo>
                  <a:pt x="20907" y="177705"/>
                </a:lnTo>
                <a:cubicBezTo>
                  <a:pt x="9354" y="177704"/>
                  <a:pt x="0" y="168352"/>
                  <a:pt x="0" y="156798"/>
                </a:cubicBezTo>
                <a:lnTo>
                  <a:pt x="0" y="20905"/>
                </a:lnTo>
                <a:cubicBezTo>
                  <a:pt x="0" y="9346"/>
                  <a:pt x="9353" y="0"/>
                  <a:pt x="20906" y="0"/>
                </a:cubicBezTo>
                <a:lnTo>
                  <a:pt x="188158" y="0"/>
                </a:lnTo>
                <a:cubicBezTo>
                  <a:pt x="199717" y="0"/>
                  <a:pt x="209062" y="9346"/>
                  <a:pt x="209062" y="20905"/>
                </a:cubicBezTo>
                <a:lnTo>
                  <a:pt x="209063" y="156798"/>
                </a:lnTo>
                <a:cubicBezTo>
                  <a:pt x="209063" y="168352"/>
                  <a:pt x="199717" y="177705"/>
                  <a:pt x="188159" y="177705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FD825-4369-40E6-B96C-6C568A4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476" y="1604096"/>
            <a:ext cx="209062" cy="132596"/>
          </a:xfrm>
          <a:custGeom xmlns:a="http://schemas.openxmlformats.org/drawingml/2006/main">
            <a:pathLst>
              <a:path w="209062" h="132596">
                <a:moveTo>
                  <a:pt x="209062" y="81566"/>
                </a:moveTo>
                <a:lnTo>
                  <a:pt x="198616" y="68912"/>
                </a:lnTo>
                <a:lnTo>
                  <a:pt x="134657" y="5089"/>
                </a:lnTo>
                <a:cubicBezTo>
                  <a:pt x="129569" y="0"/>
                  <a:pt x="121313" y="0"/>
                  <a:pt x="116225" y="5089"/>
                </a:cubicBezTo>
                <a:lnTo>
                  <a:pt x="80187" y="40989"/>
                </a:lnTo>
                <a:cubicBezTo>
                  <a:pt x="79500" y="41674"/>
                  <a:pt x="78811" y="41820"/>
                  <a:pt x="78399" y="41820"/>
                </a:cubicBezTo>
                <a:cubicBezTo>
                  <a:pt x="77987" y="41820"/>
                  <a:pt x="77161" y="41674"/>
                  <a:pt x="76611" y="40989"/>
                </a:cubicBezTo>
                <a:lnTo>
                  <a:pt x="66708" y="31228"/>
                </a:lnTo>
                <a:cubicBezTo>
                  <a:pt x="61618" y="26139"/>
                  <a:pt x="53366" y="26139"/>
                  <a:pt x="48278" y="31228"/>
                </a:cubicBezTo>
                <a:lnTo>
                  <a:pt x="10453" y="69049"/>
                </a:lnTo>
                <a:lnTo>
                  <a:pt x="0" y="81704"/>
                </a:lnTo>
                <a:lnTo>
                  <a:pt x="0" y="111689"/>
                </a:lnTo>
                <a:cubicBezTo>
                  <a:pt x="0" y="123242"/>
                  <a:pt x="9354" y="132596"/>
                  <a:pt x="20906" y="132596"/>
                </a:cubicBezTo>
                <a:lnTo>
                  <a:pt x="188158" y="132596"/>
                </a:lnTo>
                <a:cubicBezTo>
                  <a:pt x="199717" y="132596"/>
                  <a:pt x="209062" y="123243"/>
                  <a:pt x="209062" y="111690"/>
                </a:cubicBezTo>
                <a:lnTo>
                  <a:pt x="209062" y="81566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18246-AE2D-403D-91B6-1E5A1636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222" y="1582360"/>
            <a:ext cx="26133" cy="26139"/>
          </a:xfrm>
          <a:custGeom xmlns:a="http://schemas.openxmlformats.org/drawingml/2006/main">
            <a:pathLst>
              <a:path w="26133" h="26139">
                <a:moveTo>
                  <a:pt x="0" y="13075"/>
                </a:moveTo>
                <a:cubicBezTo>
                  <a:pt x="0" y="20287"/>
                  <a:pt x="5850" y="26139"/>
                  <a:pt x="13067" y="26139"/>
                </a:cubicBezTo>
                <a:cubicBezTo>
                  <a:pt x="20283" y="26139"/>
                  <a:pt x="26133" y="20287"/>
                  <a:pt x="26133" y="13075"/>
                </a:cubicBezTo>
                <a:cubicBezTo>
                  <a:pt x="26133" y="5852"/>
                  <a:pt x="20283" y="0"/>
                  <a:pt x="13067" y="0"/>
                </a:cubicBezTo>
                <a:cubicBezTo>
                  <a:pt x="5850" y="0"/>
                  <a:pt x="0" y="5852"/>
                  <a:pt x="0" y="13075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7BFB1-DCA8-4A05-A593-E814868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1026" y="1678510"/>
            <a:ext cx="107285" cy="36587"/>
          </a:xfrm>
          <a:custGeom xmlns:a="http://schemas.openxmlformats.org/drawingml/2006/main">
            <a:pathLst>
              <a:path w="107285" h="36587">
                <a:moveTo>
                  <a:pt x="101781" y="36587"/>
                </a:moveTo>
                <a:lnTo>
                  <a:pt x="5502" y="36587"/>
                </a:lnTo>
                <a:cubicBezTo>
                  <a:pt x="2476" y="36587"/>
                  <a:pt x="0" y="34111"/>
                  <a:pt x="0" y="31085"/>
                </a:cubicBezTo>
                <a:cubicBezTo>
                  <a:pt x="0" y="28059"/>
                  <a:pt x="2476" y="25583"/>
                  <a:pt x="5502" y="25583"/>
                </a:cubicBezTo>
                <a:lnTo>
                  <a:pt x="101781" y="25583"/>
                </a:lnTo>
                <a:cubicBezTo>
                  <a:pt x="104802" y="25583"/>
                  <a:pt x="107285" y="28059"/>
                  <a:pt x="107285" y="31085"/>
                </a:cubicBezTo>
                <a:cubicBezTo>
                  <a:pt x="107285" y="34111"/>
                  <a:pt x="104802" y="36587"/>
                  <a:pt x="101781" y="36587"/>
                </a:cubicBezTo>
                <a:close/>
                <a:moveTo>
                  <a:pt x="53638" y="11004"/>
                </a:moveTo>
                <a:lnTo>
                  <a:pt x="5502" y="11004"/>
                </a:lnTo>
                <a:cubicBezTo>
                  <a:pt x="2476" y="11004"/>
                  <a:pt x="0" y="8528"/>
                  <a:pt x="0" y="5502"/>
                </a:cubicBezTo>
                <a:cubicBezTo>
                  <a:pt x="0" y="2476"/>
                  <a:pt x="2476" y="0"/>
                  <a:pt x="5502" y="0"/>
                </a:cubicBezTo>
                <a:lnTo>
                  <a:pt x="53638" y="0"/>
                </a:lnTo>
                <a:cubicBezTo>
                  <a:pt x="56671" y="0"/>
                  <a:pt x="59142" y="2476"/>
                  <a:pt x="59142" y="5502"/>
                </a:cubicBezTo>
                <a:cubicBezTo>
                  <a:pt x="59142" y="8528"/>
                  <a:pt x="56671" y="11004"/>
                  <a:pt x="53638" y="11004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Text Description">
            <a:extLst xmlns:a="http://schemas.openxmlformats.org/drawingml/2006/main">
              <a:ext uri="{FF2B5EF4-FFF2-40B4-BE49-F238E27FC236}">
                <a16:creationId xmlns:a16="http://schemas.microsoft.com/office/drawing/2014/main" id="{030742F6-A248-40F1-90C4-2A42C80B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2470" y="708084"/>
            <a:ext cx="366034" cy="69000"/>
          </a:xfrm>
          <a:custGeom xmlns:a="http://schemas.openxmlformats.org/drawingml/2006/main">
            <a:pathLst>
              <a:path w="366034" h="69000">
                <a:moveTo>
                  <a:pt x="0" y="53978"/>
                </a:moveTo>
                <a:lnTo>
                  <a:pt x="0" y="0"/>
                </a:lnTo>
                <a:lnTo>
                  <a:pt x="18594" y="0"/>
                </a:lnTo>
                <a:cubicBezTo>
                  <a:pt x="22791" y="0"/>
                  <a:pt x="25995" y="258"/>
                  <a:pt x="28204" y="773"/>
                </a:cubicBezTo>
                <a:cubicBezTo>
                  <a:pt x="31297" y="1485"/>
                  <a:pt x="33935" y="2774"/>
                  <a:pt x="36120" y="4639"/>
                </a:cubicBezTo>
                <a:cubicBezTo>
                  <a:pt x="38967" y="7045"/>
                  <a:pt x="41097" y="10119"/>
                  <a:pt x="42508" y="13863"/>
                </a:cubicBezTo>
                <a:cubicBezTo>
                  <a:pt x="43920" y="17606"/>
                  <a:pt x="44625" y="21883"/>
                  <a:pt x="44625" y="26694"/>
                </a:cubicBezTo>
                <a:cubicBezTo>
                  <a:pt x="44625" y="30793"/>
                  <a:pt x="44147" y="34426"/>
                  <a:pt x="43189" y="37593"/>
                </a:cubicBezTo>
                <a:cubicBezTo>
                  <a:pt x="42232" y="40759"/>
                  <a:pt x="41005" y="43380"/>
                  <a:pt x="39507" y="45454"/>
                </a:cubicBezTo>
                <a:cubicBezTo>
                  <a:pt x="38010" y="47528"/>
                  <a:pt x="36372" y="49160"/>
                  <a:pt x="34592" y="50351"/>
                </a:cubicBezTo>
                <a:cubicBezTo>
                  <a:pt x="32812" y="51541"/>
                  <a:pt x="30665" y="52443"/>
                  <a:pt x="28149" y="53057"/>
                </a:cubicBezTo>
                <a:cubicBezTo>
                  <a:pt x="25633" y="53671"/>
                  <a:pt x="22742" y="53978"/>
                  <a:pt x="19478" y="53978"/>
                </a:cubicBezTo>
                <a:lnTo>
                  <a:pt x="0" y="53978"/>
                </a:lnTo>
                <a:moveTo>
                  <a:pt x="7143" y="47608"/>
                </a:moveTo>
                <a:lnTo>
                  <a:pt x="18668" y="47608"/>
                </a:lnTo>
                <a:cubicBezTo>
                  <a:pt x="22227" y="47608"/>
                  <a:pt x="25019" y="47276"/>
                  <a:pt x="27044" y="46614"/>
                </a:cubicBezTo>
                <a:cubicBezTo>
                  <a:pt x="29069" y="45951"/>
                  <a:pt x="30683" y="45018"/>
                  <a:pt x="31886" y="43815"/>
                </a:cubicBezTo>
                <a:cubicBezTo>
                  <a:pt x="33580" y="42122"/>
                  <a:pt x="34899" y="39845"/>
                  <a:pt x="35844" y="36985"/>
                </a:cubicBezTo>
                <a:cubicBezTo>
                  <a:pt x="36789" y="34126"/>
                  <a:pt x="37261" y="30658"/>
                  <a:pt x="37261" y="26584"/>
                </a:cubicBezTo>
                <a:cubicBezTo>
                  <a:pt x="37261" y="20938"/>
                  <a:pt x="36335" y="16600"/>
                  <a:pt x="34482" y="13568"/>
                </a:cubicBezTo>
                <a:cubicBezTo>
                  <a:pt x="32628" y="10537"/>
                  <a:pt x="30376" y="8505"/>
                  <a:pt x="27725" y="7474"/>
                </a:cubicBezTo>
                <a:cubicBezTo>
                  <a:pt x="25811" y="6738"/>
                  <a:pt x="22730" y="6370"/>
                  <a:pt x="18483" y="6370"/>
                </a:cubicBezTo>
                <a:lnTo>
                  <a:pt x="7143" y="6370"/>
                </a:lnTo>
                <a:lnTo>
                  <a:pt x="7143" y="47608"/>
                </a:lnTo>
                <a:close/>
                <a:moveTo>
                  <a:pt x="80365" y="41385"/>
                </a:moveTo>
                <a:lnTo>
                  <a:pt x="87213" y="42232"/>
                </a:lnTo>
                <a:cubicBezTo>
                  <a:pt x="86133" y="46233"/>
                  <a:pt x="84133" y="49338"/>
                  <a:pt x="81212" y="51548"/>
                </a:cubicBezTo>
                <a:cubicBezTo>
                  <a:pt x="78291" y="53757"/>
                  <a:pt x="74560" y="54861"/>
                  <a:pt x="70019" y="54861"/>
                </a:cubicBezTo>
                <a:cubicBezTo>
                  <a:pt x="64299" y="54861"/>
                  <a:pt x="59764" y="53100"/>
                  <a:pt x="56414" y="49578"/>
                </a:cubicBezTo>
                <a:cubicBezTo>
                  <a:pt x="53063" y="46055"/>
                  <a:pt x="51388" y="41115"/>
                  <a:pt x="51388" y="34758"/>
                </a:cubicBezTo>
                <a:cubicBezTo>
                  <a:pt x="51388" y="28179"/>
                  <a:pt x="53082" y="23074"/>
                  <a:pt x="56469" y="19441"/>
                </a:cubicBezTo>
                <a:cubicBezTo>
                  <a:pt x="59856" y="15808"/>
                  <a:pt x="64250" y="13991"/>
                  <a:pt x="69650" y="13991"/>
                </a:cubicBezTo>
                <a:cubicBezTo>
                  <a:pt x="74879" y="13991"/>
                  <a:pt x="79150" y="15768"/>
                  <a:pt x="82464" y="19322"/>
                </a:cubicBezTo>
                <a:cubicBezTo>
                  <a:pt x="85777" y="22875"/>
                  <a:pt x="87434" y="27874"/>
                  <a:pt x="87434" y="34319"/>
                </a:cubicBezTo>
                <a:cubicBezTo>
                  <a:pt x="87434" y="34711"/>
                  <a:pt x="87422" y="35299"/>
                  <a:pt x="87398" y="36083"/>
                </a:cubicBezTo>
                <a:lnTo>
                  <a:pt x="58236" y="36083"/>
                </a:lnTo>
                <a:cubicBezTo>
                  <a:pt x="58482" y="40367"/>
                  <a:pt x="59697" y="43647"/>
                  <a:pt x="61882" y="45923"/>
                </a:cubicBezTo>
                <a:cubicBezTo>
                  <a:pt x="64066" y="48200"/>
                  <a:pt x="66791" y="49338"/>
                  <a:pt x="70055" y="49338"/>
                </a:cubicBezTo>
                <a:cubicBezTo>
                  <a:pt x="72486" y="49338"/>
                  <a:pt x="74560" y="48706"/>
                  <a:pt x="76278" y="47442"/>
                </a:cubicBezTo>
                <a:cubicBezTo>
                  <a:pt x="77996" y="46177"/>
                  <a:pt x="79359" y="44158"/>
                  <a:pt x="80365" y="41385"/>
                </a:cubicBezTo>
                <a:moveTo>
                  <a:pt x="58605" y="30560"/>
                </a:moveTo>
                <a:lnTo>
                  <a:pt x="80439" y="30560"/>
                </a:lnTo>
                <a:cubicBezTo>
                  <a:pt x="80144" y="27325"/>
                  <a:pt x="79309" y="24898"/>
                  <a:pt x="77935" y="23280"/>
                </a:cubicBezTo>
                <a:cubicBezTo>
                  <a:pt x="75824" y="20770"/>
                  <a:pt x="73087" y="19514"/>
                  <a:pt x="69724" y="19514"/>
                </a:cubicBezTo>
                <a:cubicBezTo>
                  <a:pt x="66680" y="19514"/>
                  <a:pt x="64121" y="20517"/>
                  <a:pt x="62047" y="22521"/>
                </a:cubicBezTo>
                <a:cubicBezTo>
                  <a:pt x="59973" y="24525"/>
                  <a:pt x="58825" y="27204"/>
                  <a:pt x="58605" y="30560"/>
                </a:cubicBezTo>
                <a:close/>
                <a:moveTo>
                  <a:pt x="92872" y="42269"/>
                </a:moveTo>
                <a:lnTo>
                  <a:pt x="99426" y="41238"/>
                </a:lnTo>
                <a:cubicBezTo>
                  <a:pt x="99794" y="43853"/>
                  <a:pt x="100819" y="45857"/>
                  <a:pt x="102501" y="47250"/>
                </a:cubicBezTo>
                <a:cubicBezTo>
                  <a:pt x="104182" y="48642"/>
                  <a:pt x="106532" y="49338"/>
                  <a:pt x="109551" y="49338"/>
                </a:cubicBezTo>
                <a:cubicBezTo>
                  <a:pt x="112595" y="49338"/>
                  <a:pt x="114854" y="48724"/>
                  <a:pt x="116326" y="47494"/>
                </a:cubicBezTo>
                <a:cubicBezTo>
                  <a:pt x="117799" y="46263"/>
                  <a:pt x="118535" y="44821"/>
                  <a:pt x="118535" y="43165"/>
                </a:cubicBezTo>
                <a:cubicBezTo>
                  <a:pt x="118535" y="41679"/>
                  <a:pt x="117885" y="40510"/>
                  <a:pt x="116584" y="39658"/>
                </a:cubicBezTo>
                <a:cubicBezTo>
                  <a:pt x="115676" y="39074"/>
                  <a:pt x="113418" y="38331"/>
                  <a:pt x="109809" y="37429"/>
                </a:cubicBezTo>
                <a:cubicBezTo>
                  <a:pt x="104949" y="36201"/>
                  <a:pt x="101580" y="35139"/>
                  <a:pt x="99702" y="34242"/>
                </a:cubicBezTo>
                <a:cubicBezTo>
                  <a:pt x="97824" y="33346"/>
                  <a:pt x="96401" y="32105"/>
                  <a:pt x="95431" y="30520"/>
                </a:cubicBezTo>
                <a:cubicBezTo>
                  <a:pt x="94462" y="28935"/>
                  <a:pt x="93977" y="27185"/>
                  <a:pt x="93977" y="25269"/>
                </a:cubicBezTo>
                <a:cubicBezTo>
                  <a:pt x="93977" y="23524"/>
                  <a:pt x="94376" y="21909"/>
                  <a:pt x="95173" y="20422"/>
                </a:cubicBezTo>
                <a:cubicBezTo>
                  <a:pt x="95971" y="18936"/>
                  <a:pt x="97057" y="17701"/>
                  <a:pt x="98432" y="16718"/>
                </a:cubicBezTo>
                <a:cubicBezTo>
                  <a:pt x="99463" y="15957"/>
                  <a:pt x="100868" y="15312"/>
                  <a:pt x="102648" y="14784"/>
                </a:cubicBezTo>
                <a:cubicBezTo>
                  <a:pt x="104427" y="14256"/>
                  <a:pt x="106336" y="13991"/>
                  <a:pt x="108373" y="13991"/>
                </a:cubicBezTo>
                <a:cubicBezTo>
                  <a:pt x="111442" y="13991"/>
                  <a:pt x="114136" y="14436"/>
                  <a:pt x="116455" y="15326"/>
                </a:cubicBezTo>
                <a:cubicBezTo>
                  <a:pt x="118775" y="16215"/>
                  <a:pt x="120487" y="17420"/>
                  <a:pt x="121592" y="18940"/>
                </a:cubicBezTo>
                <a:cubicBezTo>
                  <a:pt x="122696" y="20460"/>
                  <a:pt x="123457" y="22492"/>
                  <a:pt x="123874" y="25037"/>
                </a:cubicBezTo>
                <a:lnTo>
                  <a:pt x="117394" y="25921"/>
                </a:lnTo>
                <a:cubicBezTo>
                  <a:pt x="117100" y="23908"/>
                  <a:pt x="116247" y="22337"/>
                  <a:pt x="114835" y="21208"/>
                </a:cubicBezTo>
                <a:cubicBezTo>
                  <a:pt x="113424" y="20079"/>
                  <a:pt x="111429" y="19514"/>
                  <a:pt x="108852" y="19514"/>
                </a:cubicBezTo>
                <a:cubicBezTo>
                  <a:pt x="105808" y="19514"/>
                  <a:pt x="103636" y="20015"/>
                  <a:pt x="102335" y="21017"/>
                </a:cubicBezTo>
                <a:cubicBezTo>
                  <a:pt x="101034" y="22018"/>
                  <a:pt x="100383" y="23191"/>
                  <a:pt x="100383" y="24535"/>
                </a:cubicBezTo>
                <a:cubicBezTo>
                  <a:pt x="100383" y="25389"/>
                  <a:pt x="100653" y="26158"/>
                  <a:pt x="101193" y="26843"/>
                </a:cubicBezTo>
                <a:cubicBezTo>
                  <a:pt x="101733" y="27551"/>
                  <a:pt x="102580" y="28137"/>
                  <a:pt x="103734" y="28601"/>
                </a:cubicBezTo>
                <a:cubicBezTo>
                  <a:pt x="104397" y="28846"/>
                  <a:pt x="106348" y="29407"/>
                  <a:pt x="109588" y="30286"/>
                </a:cubicBezTo>
                <a:cubicBezTo>
                  <a:pt x="114277" y="31538"/>
                  <a:pt x="117547" y="32562"/>
                  <a:pt x="119401" y="33359"/>
                </a:cubicBezTo>
                <a:cubicBezTo>
                  <a:pt x="121254" y="34156"/>
                  <a:pt x="122708" y="35315"/>
                  <a:pt x="123764" y="36836"/>
                </a:cubicBezTo>
                <a:cubicBezTo>
                  <a:pt x="124819" y="38356"/>
                  <a:pt x="125347" y="40244"/>
                  <a:pt x="125347" y="42500"/>
                </a:cubicBezTo>
                <a:cubicBezTo>
                  <a:pt x="125347" y="44708"/>
                  <a:pt x="124703" y="46787"/>
                  <a:pt x="123414" y="48737"/>
                </a:cubicBezTo>
                <a:cubicBezTo>
                  <a:pt x="122125" y="50686"/>
                  <a:pt x="120266" y="52194"/>
                  <a:pt x="117836" y="53261"/>
                </a:cubicBezTo>
                <a:cubicBezTo>
                  <a:pt x="115406" y="54328"/>
                  <a:pt x="112657" y="54861"/>
                  <a:pt x="109588" y="54861"/>
                </a:cubicBezTo>
                <a:cubicBezTo>
                  <a:pt x="104507" y="54861"/>
                  <a:pt x="100635" y="53803"/>
                  <a:pt x="97972" y="51686"/>
                </a:cubicBezTo>
                <a:cubicBezTo>
                  <a:pt x="95308" y="49568"/>
                  <a:pt x="93609" y="46430"/>
                  <a:pt x="92872" y="42269"/>
                </a:cubicBezTo>
                <a:close/>
                <a:moveTo>
                  <a:pt x="159043" y="39618"/>
                </a:moveTo>
                <a:lnTo>
                  <a:pt x="165560" y="40465"/>
                </a:lnTo>
                <a:cubicBezTo>
                  <a:pt x="164848" y="44968"/>
                  <a:pt x="163026" y="48494"/>
                  <a:pt x="160092" y="51041"/>
                </a:cubicBezTo>
                <a:cubicBezTo>
                  <a:pt x="157159" y="53588"/>
                  <a:pt x="153557" y="54861"/>
                  <a:pt x="149286" y="54861"/>
                </a:cubicBezTo>
                <a:cubicBezTo>
                  <a:pt x="143935" y="54861"/>
                  <a:pt x="139633" y="53112"/>
                  <a:pt x="136381" y="49614"/>
                </a:cubicBezTo>
                <a:cubicBezTo>
                  <a:pt x="133128" y="46117"/>
                  <a:pt x="131502" y="41103"/>
                  <a:pt x="131502" y="34574"/>
                </a:cubicBezTo>
                <a:cubicBezTo>
                  <a:pt x="131502" y="30352"/>
                  <a:pt x="132202" y="26657"/>
                  <a:pt x="133601" y="23491"/>
                </a:cubicBezTo>
                <a:cubicBezTo>
                  <a:pt x="135000" y="20324"/>
                  <a:pt x="137129" y="17950"/>
                  <a:pt x="139989" y="16366"/>
                </a:cubicBezTo>
                <a:cubicBezTo>
                  <a:pt x="142849" y="14783"/>
                  <a:pt x="145960" y="13991"/>
                  <a:pt x="149323" y="13991"/>
                </a:cubicBezTo>
                <a:cubicBezTo>
                  <a:pt x="153569" y="13991"/>
                  <a:pt x="157043" y="15069"/>
                  <a:pt x="159743" y="17224"/>
                </a:cubicBezTo>
                <a:cubicBezTo>
                  <a:pt x="162443" y="19377"/>
                  <a:pt x="164173" y="22436"/>
                  <a:pt x="164934" y="26400"/>
                </a:cubicBezTo>
                <a:lnTo>
                  <a:pt x="158491" y="27394"/>
                </a:lnTo>
                <a:cubicBezTo>
                  <a:pt x="157877" y="24780"/>
                  <a:pt x="156791" y="22813"/>
                  <a:pt x="155232" y="21493"/>
                </a:cubicBezTo>
                <a:cubicBezTo>
                  <a:pt x="153674" y="20174"/>
                  <a:pt x="151790" y="19514"/>
                  <a:pt x="149580" y="19514"/>
                </a:cubicBezTo>
                <a:cubicBezTo>
                  <a:pt x="146242" y="19514"/>
                  <a:pt x="143530" y="20705"/>
                  <a:pt x="141443" y="23087"/>
                </a:cubicBezTo>
                <a:cubicBezTo>
                  <a:pt x="139357" y="25468"/>
                  <a:pt x="138314" y="29236"/>
                  <a:pt x="138314" y="34390"/>
                </a:cubicBezTo>
                <a:cubicBezTo>
                  <a:pt x="138314" y="39617"/>
                  <a:pt x="139320" y="43416"/>
                  <a:pt x="141333" y="45785"/>
                </a:cubicBezTo>
                <a:cubicBezTo>
                  <a:pt x="143346" y="48154"/>
                  <a:pt x="145972" y="49338"/>
                  <a:pt x="149212" y="49338"/>
                </a:cubicBezTo>
                <a:cubicBezTo>
                  <a:pt x="151814" y="49338"/>
                  <a:pt x="153987" y="48544"/>
                  <a:pt x="155729" y="46954"/>
                </a:cubicBezTo>
                <a:cubicBezTo>
                  <a:pt x="157472" y="45365"/>
                  <a:pt x="158577" y="42919"/>
                  <a:pt x="159043" y="39618"/>
                </a:cubicBezTo>
                <a:close/>
                <a:moveTo>
                  <a:pt x="171534" y="53978"/>
                </a:moveTo>
                <a:lnTo>
                  <a:pt x="171534" y="14875"/>
                </a:lnTo>
                <a:lnTo>
                  <a:pt x="177499" y="14875"/>
                </a:lnTo>
                <a:lnTo>
                  <a:pt x="177499" y="20766"/>
                </a:lnTo>
                <a:cubicBezTo>
                  <a:pt x="179021" y="18008"/>
                  <a:pt x="180426" y="16189"/>
                  <a:pt x="181715" y="15310"/>
                </a:cubicBezTo>
                <a:cubicBezTo>
                  <a:pt x="183004" y="14431"/>
                  <a:pt x="184421" y="13991"/>
                  <a:pt x="185968" y="13991"/>
                </a:cubicBezTo>
                <a:cubicBezTo>
                  <a:pt x="188201" y="13991"/>
                  <a:pt x="190472" y="14700"/>
                  <a:pt x="192779" y="16118"/>
                </a:cubicBezTo>
                <a:lnTo>
                  <a:pt x="190496" y="22239"/>
                </a:lnTo>
                <a:cubicBezTo>
                  <a:pt x="188876" y="21282"/>
                  <a:pt x="187256" y="20803"/>
                  <a:pt x="185636" y="20803"/>
                </a:cubicBezTo>
                <a:cubicBezTo>
                  <a:pt x="184188" y="20803"/>
                  <a:pt x="182887" y="21240"/>
                  <a:pt x="181733" y="22112"/>
                </a:cubicBezTo>
                <a:cubicBezTo>
                  <a:pt x="180580" y="22985"/>
                  <a:pt x="179757" y="24195"/>
                  <a:pt x="179266" y="25743"/>
                </a:cubicBezTo>
                <a:cubicBezTo>
                  <a:pt x="178530" y="28101"/>
                  <a:pt x="178162" y="30682"/>
                  <a:pt x="178162" y="33483"/>
                </a:cubicBezTo>
                <a:lnTo>
                  <a:pt x="178162" y="53978"/>
                </a:lnTo>
                <a:lnTo>
                  <a:pt x="171534" y="53978"/>
                </a:lnTo>
                <a:close/>
                <a:moveTo>
                  <a:pt x="196982" y="7658"/>
                </a:moveTo>
                <a:lnTo>
                  <a:pt x="196982" y="0"/>
                </a:lnTo>
                <a:lnTo>
                  <a:pt x="203609" y="0"/>
                </a:lnTo>
                <a:lnTo>
                  <a:pt x="203609" y="7658"/>
                </a:lnTo>
                <a:lnTo>
                  <a:pt x="196982" y="7658"/>
                </a:lnTo>
                <a:moveTo>
                  <a:pt x="196982" y="53978"/>
                </a:moveTo>
                <a:lnTo>
                  <a:pt x="196982" y="14875"/>
                </a:lnTo>
                <a:lnTo>
                  <a:pt x="203609" y="14875"/>
                </a:lnTo>
                <a:lnTo>
                  <a:pt x="203609" y="53978"/>
                </a:lnTo>
                <a:lnTo>
                  <a:pt x="196982" y="53978"/>
                </a:lnTo>
                <a:close/>
                <a:moveTo>
                  <a:pt x="213307" y="69000"/>
                </a:moveTo>
                <a:lnTo>
                  <a:pt x="213307" y="14875"/>
                </a:lnTo>
                <a:lnTo>
                  <a:pt x="219345" y="14875"/>
                </a:lnTo>
                <a:lnTo>
                  <a:pt x="219345" y="19919"/>
                </a:lnTo>
                <a:cubicBezTo>
                  <a:pt x="220769" y="17943"/>
                  <a:pt x="222377" y="16461"/>
                  <a:pt x="224169" y="15473"/>
                </a:cubicBezTo>
                <a:cubicBezTo>
                  <a:pt x="225961" y="14485"/>
                  <a:pt x="228133" y="13991"/>
                  <a:pt x="230686" y="13991"/>
                </a:cubicBezTo>
                <a:cubicBezTo>
                  <a:pt x="234024" y="13991"/>
                  <a:pt x="236970" y="14851"/>
                  <a:pt x="239523" y="16569"/>
                </a:cubicBezTo>
                <a:cubicBezTo>
                  <a:pt x="242075" y="18287"/>
                  <a:pt x="244002" y="20711"/>
                  <a:pt x="245303" y="23841"/>
                </a:cubicBezTo>
                <a:cubicBezTo>
                  <a:pt x="246604" y="26970"/>
                  <a:pt x="247255" y="30401"/>
                  <a:pt x="247255" y="34132"/>
                </a:cubicBezTo>
                <a:cubicBezTo>
                  <a:pt x="247255" y="38133"/>
                  <a:pt x="246537" y="41735"/>
                  <a:pt x="245101" y="44938"/>
                </a:cubicBezTo>
                <a:cubicBezTo>
                  <a:pt x="243665" y="48142"/>
                  <a:pt x="241578" y="50596"/>
                  <a:pt x="238841" y="52302"/>
                </a:cubicBezTo>
                <a:cubicBezTo>
                  <a:pt x="236105" y="54008"/>
                  <a:pt x="233226" y="54861"/>
                  <a:pt x="230207" y="54861"/>
                </a:cubicBezTo>
                <a:cubicBezTo>
                  <a:pt x="227998" y="54861"/>
                  <a:pt x="226016" y="54389"/>
                  <a:pt x="224261" y="53444"/>
                </a:cubicBezTo>
                <a:cubicBezTo>
                  <a:pt x="222506" y="52498"/>
                  <a:pt x="221064" y="51304"/>
                  <a:pt x="219935" y="49861"/>
                </a:cubicBezTo>
                <a:lnTo>
                  <a:pt x="219935" y="69000"/>
                </a:lnTo>
                <a:lnTo>
                  <a:pt x="213307" y="69000"/>
                </a:lnTo>
                <a:moveTo>
                  <a:pt x="219309" y="34592"/>
                </a:moveTo>
                <a:cubicBezTo>
                  <a:pt x="219309" y="39618"/>
                  <a:pt x="220327" y="43332"/>
                  <a:pt x="222365" y="45735"/>
                </a:cubicBezTo>
                <a:cubicBezTo>
                  <a:pt x="224402" y="48137"/>
                  <a:pt x="226869" y="49338"/>
                  <a:pt x="229765" y="49338"/>
                </a:cubicBezTo>
                <a:cubicBezTo>
                  <a:pt x="232711" y="49338"/>
                  <a:pt x="235233" y="48094"/>
                  <a:pt x="237332" y="45606"/>
                </a:cubicBezTo>
                <a:cubicBezTo>
                  <a:pt x="239431" y="43117"/>
                  <a:pt x="240480" y="39262"/>
                  <a:pt x="240480" y="34040"/>
                </a:cubicBezTo>
                <a:cubicBezTo>
                  <a:pt x="240480" y="29063"/>
                  <a:pt x="239455" y="25337"/>
                  <a:pt x="237406" y="22860"/>
                </a:cubicBezTo>
                <a:cubicBezTo>
                  <a:pt x="235356" y="20384"/>
                  <a:pt x="232907" y="19146"/>
                  <a:pt x="230060" y="19146"/>
                </a:cubicBezTo>
                <a:cubicBezTo>
                  <a:pt x="227237" y="19146"/>
                  <a:pt x="224740" y="20464"/>
                  <a:pt x="222567" y="23100"/>
                </a:cubicBezTo>
                <a:cubicBezTo>
                  <a:pt x="220395" y="25735"/>
                  <a:pt x="219309" y="29566"/>
                  <a:pt x="219309" y="34592"/>
                </a:cubicBezTo>
                <a:close/>
                <a:moveTo>
                  <a:pt x="269703" y="48123"/>
                </a:moveTo>
                <a:lnTo>
                  <a:pt x="270660" y="53978"/>
                </a:lnTo>
                <a:cubicBezTo>
                  <a:pt x="268795" y="54321"/>
                  <a:pt x="267126" y="54493"/>
                  <a:pt x="265653" y="54493"/>
                </a:cubicBezTo>
                <a:cubicBezTo>
                  <a:pt x="263247" y="54493"/>
                  <a:pt x="261382" y="54113"/>
                  <a:pt x="260056" y="53352"/>
                </a:cubicBezTo>
                <a:cubicBezTo>
                  <a:pt x="258731" y="52591"/>
                  <a:pt x="257798" y="51590"/>
                  <a:pt x="257258" y="50351"/>
                </a:cubicBezTo>
                <a:cubicBezTo>
                  <a:pt x="256718" y="49111"/>
                  <a:pt x="256448" y="46503"/>
                  <a:pt x="256448" y="42527"/>
                </a:cubicBezTo>
                <a:lnTo>
                  <a:pt x="256448" y="20030"/>
                </a:lnTo>
                <a:lnTo>
                  <a:pt x="251588" y="20030"/>
                </a:lnTo>
                <a:lnTo>
                  <a:pt x="251588" y="14875"/>
                </a:lnTo>
                <a:lnTo>
                  <a:pt x="256448" y="14875"/>
                </a:lnTo>
                <a:lnTo>
                  <a:pt x="256448" y="5165"/>
                </a:lnTo>
                <a:lnTo>
                  <a:pt x="263039" y="1178"/>
                </a:lnTo>
                <a:lnTo>
                  <a:pt x="263039" y="14875"/>
                </a:lnTo>
                <a:lnTo>
                  <a:pt x="269703" y="14875"/>
                </a:lnTo>
                <a:lnTo>
                  <a:pt x="269703" y="20030"/>
                </a:lnTo>
                <a:lnTo>
                  <a:pt x="263039" y="20030"/>
                </a:lnTo>
                <a:lnTo>
                  <a:pt x="263039" y="42895"/>
                </a:lnTo>
                <a:cubicBezTo>
                  <a:pt x="263039" y="44785"/>
                  <a:pt x="263155" y="46000"/>
                  <a:pt x="263388" y="46540"/>
                </a:cubicBezTo>
                <a:cubicBezTo>
                  <a:pt x="263622" y="47080"/>
                  <a:pt x="264002" y="47510"/>
                  <a:pt x="264530" y="47829"/>
                </a:cubicBezTo>
                <a:cubicBezTo>
                  <a:pt x="265058" y="48148"/>
                  <a:pt x="265812" y="48307"/>
                  <a:pt x="266794" y="48307"/>
                </a:cubicBezTo>
                <a:cubicBezTo>
                  <a:pt x="267531" y="48307"/>
                  <a:pt x="268500" y="48246"/>
                  <a:pt x="269703" y="48123"/>
                </a:cubicBezTo>
                <a:close/>
                <a:moveTo>
                  <a:pt x="276233" y="7658"/>
                </a:moveTo>
                <a:lnTo>
                  <a:pt x="276233" y="0"/>
                </a:lnTo>
                <a:lnTo>
                  <a:pt x="282861" y="0"/>
                </a:lnTo>
                <a:lnTo>
                  <a:pt x="282861" y="7658"/>
                </a:lnTo>
                <a:lnTo>
                  <a:pt x="276233" y="7658"/>
                </a:lnTo>
                <a:moveTo>
                  <a:pt x="276233" y="53978"/>
                </a:moveTo>
                <a:lnTo>
                  <a:pt x="276233" y="14875"/>
                </a:lnTo>
                <a:lnTo>
                  <a:pt x="282861" y="14875"/>
                </a:lnTo>
                <a:lnTo>
                  <a:pt x="282861" y="53978"/>
                </a:lnTo>
                <a:lnTo>
                  <a:pt x="276233" y="53978"/>
                </a:lnTo>
                <a:close/>
                <a:moveTo>
                  <a:pt x="289866" y="34426"/>
                </a:moveTo>
                <a:cubicBezTo>
                  <a:pt x="289866" y="27185"/>
                  <a:pt x="291879" y="21822"/>
                  <a:pt x="295904" y="18336"/>
                </a:cubicBezTo>
                <a:cubicBezTo>
                  <a:pt x="299267" y="15440"/>
                  <a:pt x="303366" y="13991"/>
                  <a:pt x="308202" y="13991"/>
                </a:cubicBezTo>
                <a:cubicBezTo>
                  <a:pt x="313578" y="13991"/>
                  <a:pt x="317971" y="15753"/>
                  <a:pt x="321383" y="19275"/>
                </a:cubicBezTo>
                <a:cubicBezTo>
                  <a:pt x="324795" y="22797"/>
                  <a:pt x="326501" y="27664"/>
                  <a:pt x="326501" y="33874"/>
                </a:cubicBezTo>
                <a:cubicBezTo>
                  <a:pt x="326501" y="38906"/>
                  <a:pt x="325746" y="42864"/>
                  <a:pt x="324237" y="45748"/>
                </a:cubicBezTo>
                <a:cubicBezTo>
                  <a:pt x="322727" y="48633"/>
                  <a:pt x="320530" y="50872"/>
                  <a:pt x="317646" y="52468"/>
                </a:cubicBezTo>
                <a:cubicBezTo>
                  <a:pt x="314762" y="54064"/>
                  <a:pt x="311614" y="54861"/>
                  <a:pt x="308202" y="54861"/>
                </a:cubicBezTo>
                <a:cubicBezTo>
                  <a:pt x="302728" y="54861"/>
                  <a:pt x="298304" y="53106"/>
                  <a:pt x="294928" y="49596"/>
                </a:cubicBezTo>
                <a:cubicBezTo>
                  <a:pt x="291553" y="46086"/>
                  <a:pt x="289866" y="41029"/>
                  <a:pt x="289866" y="34426"/>
                </a:cubicBezTo>
                <a:moveTo>
                  <a:pt x="296677" y="34408"/>
                </a:moveTo>
                <a:cubicBezTo>
                  <a:pt x="296677" y="39397"/>
                  <a:pt x="297770" y="43133"/>
                  <a:pt x="299954" y="45615"/>
                </a:cubicBezTo>
                <a:cubicBezTo>
                  <a:pt x="302139" y="48097"/>
                  <a:pt x="304888" y="49338"/>
                  <a:pt x="308202" y="49338"/>
                </a:cubicBezTo>
                <a:cubicBezTo>
                  <a:pt x="311491" y="49338"/>
                  <a:pt x="314228" y="48091"/>
                  <a:pt x="316413" y="45597"/>
                </a:cubicBezTo>
                <a:cubicBezTo>
                  <a:pt x="318597" y="43102"/>
                  <a:pt x="319690" y="39299"/>
                  <a:pt x="319690" y="34188"/>
                </a:cubicBezTo>
                <a:cubicBezTo>
                  <a:pt x="319690" y="29370"/>
                  <a:pt x="318591" y="25720"/>
                  <a:pt x="316394" y="23238"/>
                </a:cubicBezTo>
                <a:cubicBezTo>
                  <a:pt x="314197" y="20756"/>
                  <a:pt x="311467" y="19514"/>
                  <a:pt x="308202" y="19514"/>
                </a:cubicBezTo>
                <a:cubicBezTo>
                  <a:pt x="304888" y="19514"/>
                  <a:pt x="302139" y="20749"/>
                  <a:pt x="299954" y="23219"/>
                </a:cubicBezTo>
                <a:cubicBezTo>
                  <a:pt x="297770" y="25689"/>
                  <a:pt x="296677" y="29419"/>
                  <a:pt x="296677" y="34408"/>
                </a:cubicBezTo>
                <a:close/>
                <a:moveTo>
                  <a:pt x="334259" y="53978"/>
                </a:moveTo>
                <a:lnTo>
                  <a:pt x="334259" y="14875"/>
                </a:lnTo>
                <a:lnTo>
                  <a:pt x="340224" y="14875"/>
                </a:lnTo>
                <a:lnTo>
                  <a:pt x="340224" y="20398"/>
                </a:lnTo>
                <a:cubicBezTo>
                  <a:pt x="343095" y="16127"/>
                  <a:pt x="347244" y="13991"/>
                  <a:pt x="352669" y="13991"/>
                </a:cubicBezTo>
                <a:cubicBezTo>
                  <a:pt x="355025" y="13991"/>
                  <a:pt x="357191" y="14415"/>
                  <a:pt x="359167" y="15262"/>
                </a:cubicBezTo>
                <a:cubicBezTo>
                  <a:pt x="361143" y="16109"/>
                  <a:pt x="362622" y="17219"/>
                  <a:pt x="363604" y="18594"/>
                </a:cubicBezTo>
                <a:cubicBezTo>
                  <a:pt x="364586" y="19969"/>
                  <a:pt x="365273" y="21601"/>
                  <a:pt x="365666" y="23491"/>
                </a:cubicBezTo>
                <a:cubicBezTo>
                  <a:pt x="365911" y="24718"/>
                  <a:pt x="366034" y="26866"/>
                  <a:pt x="366034" y="29934"/>
                </a:cubicBezTo>
                <a:lnTo>
                  <a:pt x="366034" y="53978"/>
                </a:lnTo>
                <a:lnTo>
                  <a:pt x="359407" y="53978"/>
                </a:lnTo>
                <a:lnTo>
                  <a:pt x="359407" y="30167"/>
                </a:lnTo>
                <a:cubicBezTo>
                  <a:pt x="359407" y="27464"/>
                  <a:pt x="359149" y="25442"/>
                  <a:pt x="358633" y="24103"/>
                </a:cubicBezTo>
                <a:cubicBezTo>
                  <a:pt x="358118" y="22764"/>
                  <a:pt x="357204" y="21695"/>
                  <a:pt x="355890" y="20896"/>
                </a:cubicBezTo>
                <a:cubicBezTo>
                  <a:pt x="354577" y="20098"/>
                  <a:pt x="353037" y="19699"/>
                  <a:pt x="351269" y="19699"/>
                </a:cubicBezTo>
                <a:cubicBezTo>
                  <a:pt x="348447" y="19699"/>
                  <a:pt x="346010" y="20596"/>
                  <a:pt x="343961" y="22390"/>
                </a:cubicBezTo>
                <a:cubicBezTo>
                  <a:pt x="341911" y="24183"/>
                  <a:pt x="340886" y="27586"/>
                  <a:pt x="340886" y="32599"/>
                </a:cubicBezTo>
                <a:lnTo>
                  <a:pt x="340886" y="53978"/>
                </a:lnTo>
                <a:lnTo>
                  <a:pt x="334259" y="53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0820C-F569-48FB-A111-C880B8D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205" y="678281"/>
            <a:ext cx="115591" cy="86698"/>
          </a:xfrm>
          <a:custGeom xmlns:a="http://schemas.openxmlformats.org/drawingml/2006/main">
            <a:pathLst>
              <a:path w="115591" h="86698">
                <a:moveTo>
                  <a:pt x="0" y="8429"/>
                </a:moveTo>
                <a:cubicBezTo>
                  <a:pt x="0" y="3777"/>
                  <a:pt x="3776" y="0"/>
                  <a:pt x="8429" y="0"/>
                </a:cubicBezTo>
                <a:lnTo>
                  <a:pt x="107162" y="0"/>
                </a:lnTo>
                <a:cubicBezTo>
                  <a:pt x="111818" y="0"/>
                  <a:pt x="115591" y="3777"/>
                  <a:pt x="115591" y="8429"/>
                </a:cubicBezTo>
                <a:lnTo>
                  <a:pt x="115591" y="78269"/>
                </a:lnTo>
                <a:cubicBezTo>
                  <a:pt x="115591" y="82925"/>
                  <a:pt x="111818" y="86698"/>
                  <a:pt x="107163" y="86698"/>
                </a:cubicBezTo>
                <a:lnTo>
                  <a:pt x="8429" y="86698"/>
                </a:lnTo>
                <a:cubicBezTo>
                  <a:pt x="3774" y="86698"/>
                  <a:pt x="1" y="82924"/>
                  <a:pt x="1" y="78269"/>
                </a:cubicBezTo>
                <a:lnTo>
                  <a:pt x="0" y="8429"/>
                </a:lnTo>
                <a:close/>
                <a:moveTo>
                  <a:pt x="8429" y="7225"/>
                </a:moveTo>
                <a:cubicBezTo>
                  <a:pt x="7764" y="7225"/>
                  <a:pt x="7225" y="7763"/>
                  <a:pt x="7225" y="8429"/>
                </a:cubicBezTo>
                <a:lnTo>
                  <a:pt x="7225" y="78269"/>
                </a:lnTo>
                <a:cubicBezTo>
                  <a:pt x="7225" y="78934"/>
                  <a:pt x="7765" y="79473"/>
                  <a:pt x="8429" y="79473"/>
                </a:cubicBezTo>
                <a:lnTo>
                  <a:pt x="107163" y="79474"/>
                </a:lnTo>
                <a:cubicBezTo>
                  <a:pt x="107829" y="79474"/>
                  <a:pt x="108367" y="78935"/>
                  <a:pt x="108367" y="78269"/>
                </a:cubicBezTo>
                <a:lnTo>
                  <a:pt x="108366" y="8429"/>
                </a:lnTo>
                <a:cubicBezTo>
                  <a:pt x="108366" y="7763"/>
                  <a:pt x="107828" y="7225"/>
                  <a:pt x="107162" y="7225"/>
                </a:cubicBezTo>
                <a:lnTo>
                  <a:pt x="8429" y="722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831E0-74A7-446A-AB3A-77EBA73B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287" y="702364"/>
            <a:ext cx="62611" cy="26491"/>
          </a:xfrm>
          <a:custGeom xmlns:a="http://schemas.openxmlformats.org/drawingml/2006/main">
            <a:pathLst>
              <a:path w="62611" h="26491">
                <a:moveTo>
                  <a:pt x="0" y="3612"/>
                </a:moveTo>
                <a:cubicBezTo>
                  <a:pt x="0" y="1618"/>
                  <a:pt x="1617" y="0"/>
                  <a:pt x="3612" y="0"/>
                </a:cubicBezTo>
                <a:lnTo>
                  <a:pt x="58998" y="0"/>
                </a:lnTo>
                <a:cubicBezTo>
                  <a:pt x="60993" y="0"/>
                  <a:pt x="62611" y="1618"/>
                  <a:pt x="62611" y="3613"/>
                </a:cubicBezTo>
                <a:cubicBezTo>
                  <a:pt x="62611" y="5607"/>
                  <a:pt x="60993" y="7225"/>
                  <a:pt x="58998" y="7225"/>
                </a:cubicBezTo>
                <a:lnTo>
                  <a:pt x="3612" y="7225"/>
                </a:lnTo>
                <a:cubicBezTo>
                  <a:pt x="1617" y="7225"/>
                  <a:pt x="0" y="5607"/>
                  <a:pt x="0" y="3612"/>
                </a:cubicBezTo>
                <a:close/>
                <a:moveTo>
                  <a:pt x="0" y="22879"/>
                </a:moveTo>
                <a:cubicBezTo>
                  <a:pt x="0" y="20884"/>
                  <a:pt x="1617" y="19266"/>
                  <a:pt x="3612" y="19266"/>
                </a:cubicBezTo>
                <a:lnTo>
                  <a:pt x="30100" y="19266"/>
                </a:lnTo>
                <a:cubicBezTo>
                  <a:pt x="32095" y="19266"/>
                  <a:pt x="33713" y="20884"/>
                  <a:pt x="33713" y="22879"/>
                </a:cubicBezTo>
                <a:cubicBezTo>
                  <a:pt x="33713" y="24874"/>
                  <a:pt x="32095" y="26491"/>
                  <a:pt x="30100" y="26491"/>
                </a:cubicBezTo>
                <a:lnTo>
                  <a:pt x="3612" y="26491"/>
                </a:lnTo>
                <a:cubicBezTo>
                  <a:pt x="1617" y="26491"/>
                  <a:pt x="0" y="24874"/>
                  <a:pt x="0" y="2287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8ac5f6c36407c"/>
          <a:stretch xmlns:a="http://schemas.openxmlformats.org/drawingml/2006/main"/>
        </p:blipFill>
        <p:spPr>
          <a:xfrm xmlns:a="http://schemas.openxmlformats.org/drawingml/2006/main">
            <a:off x="11471093" y="823825"/>
            <a:ext cx="1178524" cy="419748"/>
          </a:xfrm>
          <a:prstGeom xmlns:a="http://schemas.openxmlformats.org/drawingml/2006/main" prst="rect">
            <a:avLst/>
          </a:prstGeom>
        </p:spPr>
      </p:pic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1ADFF-B304-41BE-9B5E-3B85D8A1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845" y="833077"/>
            <a:ext cx="1119440" cy="358711"/>
          </a:xfrm>
          <a:custGeom xmlns:a="http://schemas.openxmlformats.org/drawingml/2006/main">
            <a:pathLst>
              <a:path w="1119440" h="358711">
                <a:moveTo>
                  <a:pt x="0" y="20669"/>
                </a:moveTo>
                <a:cubicBezTo>
                  <a:pt x="0" y="9312"/>
                  <a:pt x="9237" y="0"/>
                  <a:pt x="20669" y="0"/>
                </a:cubicBezTo>
                <a:lnTo>
                  <a:pt x="1098771" y="0"/>
                </a:lnTo>
                <a:cubicBezTo>
                  <a:pt x="1110128" y="0"/>
                  <a:pt x="1119440" y="9312"/>
                  <a:pt x="1119440" y="20669"/>
                </a:cubicBezTo>
                <a:lnTo>
                  <a:pt x="1119440" y="338043"/>
                </a:lnTo>
                <a:cubicBezTo>
                  <a:pt x="1119440" y="349475"/>
                  <a:pt x="1110128" y="358711"/>
                  <a:pt x="1098771" y="358711"/>
                </a:cubicBezTo>
                <a:lnTo>
                  <a:pt x="20669" y="358711"/>
                </a:lnTo>
                <a:cubicBezTo>
                  <a:pt x="9237" y="358711"/>
                  <a:pt x="0" y="349475"/>
                  <a:pt x="0" y="338043"/>
                </a:cubicBezTo>
                <a:lnTo>
                  <a:pt x="0" y="2066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3A215-28B1-4403-9D65-76B26F4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50" y="879511"/>
            <a:ext cx="1038432" cy="51761"/>
          </a:xfrm>
          <a:custGeom xmlns:a="http://schemas.openxmlformats.org/drawingml/2006/main">
            <a:pathLst>
              <a:path w="1038432" h="51761">
                <a:moveTo>
                  <a:pt x="0" y="51761"/>
                </a:moveTo>
                <a:lnTo>
                  <a:pt x="0" y="0"/>
                </a:lnTo>
                <a:lnTo>
                  <a:pt x="1038432" y="0"/>
                </a:lnTo>
                <a:lnTo>
                  <a:pt x="1038432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D0CECE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95BF2-D968-400E-9FA0-CD68CA3C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50" y="956886"/>
            <a:ext cx="1038432" cy="51761"/>
          </a:xfrm>
          <a:custGeom xmlns:a="http://schemas.openxmlformats.org/drawingml/2006/main">
            <a:pathLst>
              <a:path w="1038432" h="51761">
                <a:moveTo>
                  <a:pt x="0" y="51761"/>
                </a:moveTo>
                <a:lnTo>
                  <a:pt x="0" y="0"/>
                </a:lnTo>
                <a:lnTo>
                  <a:pt x="1038432" y="0"/>
                </a:lnTo>
                <a:lnTo>
                  <a:pt x="1038432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D0CECE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3A5D3-71B7-42C4-9647-D05B5A0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50" y="1034185"/>
            <a:ext cx="1038432" cy="51761"/>
          </a:xfrm>
          <a:custGeom xmlns:a="http://schemas.openxmlformats.org/drawingml/2006/main">
            <a:pathLst>
              <a:path w="1038432" h="51761">
                <a:moveTo>
                  <a:pt x="0" y="51761"/>
                </a:moveTo>
                <a:lnTo>
                  <a:pt x="0" y="0"/>
                </a:lnTo>
                <a:lnTo>
                  <a:pt x="1038432" y="0"/>
                </a:lnTo>
                <a:lnTo>
                  <a:pt x="1038432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D0CECE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9A19A-BDB5-4DBB-9C3E-53549D1E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50" y="1111485"/>
            <a:ext cx="369568" cy="51761"/>
          </a:xfrm>
          <a:custGeom xmlns:a="http://schemas.openxmlformats.org/drawingml/2006/main">
            <a:pathLst>
              <a:path w="369568" h="51761">
                <a:moveTo>
                  <a:pt x="0" y="51761"/>
                </a:moveTo>
                <a:lnTo>
                  <a:pt x="0" y="0"/>
                </a:lnTo>
                <a:lnTo>
                  <a:pt x="369568" y="0"/>
                </a:lnTo>
                <a:lnTo>
                  <a:pt x="369568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D0CECE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85B96-F285-4E66-BBB4-7AFC6743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000" y="45751"/>
            <a:ext cx="10610152" cy="6245122"/>
          </a:xfrm>
          <a:custGeom xmlns:a="http://schemas.openxmlformats.org/drawingml/2006/main">
            <a:pathLst>
              <a:path w="10610152" h="6245122" fill="none">
                <a:moveTo>
                  <a:pt x="0" y="6245122"/>
                </a:moveTo>
                <a:lnTo>
                  <a:pt x="10610152" y="6245122"/>
                </a:lnTo>
                <a:lnTo>
                  <a:pt x="10610152" y="0"/>
                </a:lnTo>
                <a:lnTo>
                  <a:pt x="0" y="0"/>
                </a:lnTo>
                <a:lnTo>
                  <a:pt x="0" y="6245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49" cap="flat">
            <a:solidFill>
              <a:srgbClr val="22272E"/>
            </a:solidFill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67DE-6330-4364-B3C6-D73E73DB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882" y="1722814"/>
            <a:ext cx="171709" cy="171709"/>
          </a:xfrm>
          <a:custGeom xmlns:a="http://schemas.openxmlformats.org/drawingml/2006/main">
            <a:pathLst>
              <a:path w="171709" h="171709">
                <a:moveTo>
                  <a:pt x="0" y="85855"/>
                </a:moveTo>
                <a:cubicBezTo>
                  <a:pt x="0" y="38460"/>
                  <a:pt x="38460" y="0"/>
                  <a:pt x="85855" y="0"/>
                </a:cubicBezTo>
                <a:cubicBezTo>
                  <a:pt x="133324" y="0"/>
                  <a:pt x="171709" y="38460"/>
                  <a:pt x="171709" y="85855"/>
                </a:cubicBezTo>
                <a:cubicBezTo>
                  <a:pt x="171709" y="133249"/>
                  <a:pt x="133324" y="171709"/>
                  <a:pt x="85855" y="171709"/>
                </a:cubicBezTo>
                <a:cubicBezTo>
                  <a:pt x="38460" y="171709"/>
                  <a:pt x="0" y="133249"/>
                  <a:pt x="0" y="85855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Text 1">
            <a:extLst xmlns:a="http://schemas.openxmlformats.org/drawingml/2006/main">
              <a:ext uri="{FF2B5EF4-FFF2-40B4-BE49-F238E27FC236}">
                <a16:creationId xmlns:a16="http://schemas.microsoft.com/office/drawing/2014/main" id="{E33655A1-7941-4600-8DC0-301A5E87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194" y="1771867"/>
            <a:ext cx="30983" cy="83688"/>
          </a:xfrm>
          <a:custGeom xmlns:a="http://schemas.openxmlformats.org/drawingml/2006/main">
            <a:pathLst>
              <a:path w="30983" h="83688">
                <a:moveTo>
                  <a:pt x="29784" y="57481"/>
                </a:moveTo>
                <a:cubicBezTo>
                  <a:pt x="29784" y="67662"/>
                  <a:pt x="30184" y="76264"/>
                  <a:pt x="30983" y="83288"/>
                </a:cubicBezTo>
                <a:lnTo>
                  <a:pt x="30717" y="83688"/>
                </a:lnTo>
                <a:cubicBezTo>
                  <a:pt x="28185" y="83421"/>
                  <a:pt x="26008" y="83288"/>
                  <a:pt x="24187" y="83288"/>
                </a:cubicBezTo>
                <a:lnTo>
                  <a:pt x="17857" y="83688"/>
                </a:lnTo>
                <a:lnTo>
                  <a:pt x="17724" y="83288"/>
                </a:lnTo>
                <a:cubicBezTo>
                  <a:pt x="18434" y="77377"/>
                  <a:pt x="18812" y="68777"/>
                  <a:pt x="18856" y="57487"/>
                </a:cubicBezTo>
                <a:lnTo>
                  <a:pt x="18856" y="23623"/>
                </a:lnTo>
                <a:cubicBezTo>
                  <a:pt x="18856" y="16689"/>
                  <a:pt x="18035" y="13222"/>
                  <a:pt x="16391" y="13222"/>
                </a:cubicBezTo>
                <a:cubicBezTo>
                  <a:pt x="15369" y="13222"/>
                  <a:pt x="12993" y="13550"/>
                  <a:pt x="9262" y="14205"/>
                </a:cubicBezTo>
                <a:cubicBezTo>
                  <a:pt x="5530" y="14860"/>
                  <a:pt x="2710" y="15278"/>
                  <a:pt x="800" y="15458"/>
                </a:cubicBezTo>
                <a:lnTo>
                  <a:pt x="0" y="11460"/>
                </a:lnTo>
                <a:cubicBezTo>
                  <a:pt x="3820" y="10261"/>
                  <a:pt x="9095" y="8251"/>
                  <a:pt x="15825" y="5430"/>
                </a:cubicBezTo>
                <a:cubicBezTo>
                  <a:pt x="22554" y="2610"/>
                  <a:pt x="27252" y="800"/>
                  <a:pt x="29917" y="0"/>
                </a:cubicBezTo>
                <a:cubicBezTo>
                  <a:pt x="30539" y="0"/>
                  <a:pt x="30850" y="222"/>
                  <a:pt x="30850" y="666"/>
                </a:cubicBezTo>
                <a:cubicBezTo>
                  <a:pt x="30139" y="5779"/>
                  <a:pt x="29784" y="13159"/>
                  <a:pt x="29784" y="22806"/>
                </a:cubicBezTo>
                <a:lnTo>
                  <a:pt x="29784" y="57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9CD67-C680-475C-9CEE-D40914FC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670" y="1722814"/>
            <a:ext cx="171709" cy="171709"/>
          </a:xfrm>
          <a:custGeom xmlns:a="http://schemas.openxmlformats.org/drawingml/2006/main">
            <a:pathLst>
              <a:path w="171709" h="171709">
                <a:moveTo>
                  <a:pt x="0" y="85855"/>
                </a:moveTo>
                <a:cubicBezTo>
                  <a:pt x="0" y="38460"/>
                  <a:pt x="38460" y="0"/>
                  <a:pt x="85855" y="0"/>
                </a:cubicBezTo>
                <a:cubicBezTo>
                  <a:pt x="133249" y="0"/>
                  <a:pt x="171709" y="38460"/>
                  <a:pt x="171709" y="85855"/>
                </a:cubicBezTo>
                <a:cubicBezTo>
                  <a:pt x="171709" y="133249"/>
                  <a:pt x="133249" y="171709"/>
                  <a:pt x="85855" y="171709"/>
                </a:cubicBezTo>
                <a:cubicBezTo>
                  <a:pt x="38460" y="171709"/>
                  <a:pt x="0" y="133249"/>
                  <a:pt x="0" y="85855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Text 2">
            <a:extLst xmlns:a="http://schemas.openxmlformats.org/drawingml/2006/main">
              <a:ext uri="{FF2B5EF4-FFF2-40B4-BE49-F238E27FC236}">
                <a16:creationId xmlns:a16="http://schemas.microsoft.com/office/drawing/2014/main" id="{97EAB482-F80B-40ED-B980-A466447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191" y="1771867"/>
            <a:ext cx="51216" cy="83954"/>
          </a:xfrm>
          <a:custGeom xmlns:a="http://schemas.openxmlformats.org/drawingml/2006/main">
            <a:pathLst>
              <a:path w="51216" h="83954">
                <a:moveTo>
                  <a:pt x="23165" y="7729"/>
                </a:moveTo>
                <a:cubicBezTo>
                  <a:pt x="18812" y="7729"/>
                  <a:pt x="15303" y="8795"/>
                  <a:pt x="12638" y="10927"/>
                </a:cubicBezTo>
                <a:cubicBezTo>
                  <a:pt x="11794" y="11594"/>
                  <a:pt x="11050" y="12349"/>
                  <a:pt x="10405" y="13193"/>
                </a:cubicBezTo>
                <a:cubicBezTo>
                  <a:pt x="9761" y="14037"/>
                  <a:pt x="9317" y="14670"/>
                  <a:pt x="9073" y="15092"/>
                </a:cubicBezTo>
                <a:cubicBezTo>
                  <a:pt x="8829" y="15514"/>
                  <a:pt x="8407" y="16435"/>
                  <a:pt x="7807" y="17857"/>
                </a:cubicBezTo>
                <a:cubicBezTo>
                  <a:pt x="7207" y="19278"/>
                  <a:pt x="6818" y="20189"/>
                  <a:pt x="6641" y="20589"/>
                </a:cubicBezTo>
                <a:lnTo>
                  <a:pt x="4842" y="20455"/>
                </a:lnTo>
                <a:lnTo>
                  <a:pt x="1843" y="11061"/>
                </a:lnTo>
                <a:cubicBezTo>
                  <a:pt x="3087" y="9417"/>
                  <a:pt x="4653" y="7829"/>
                  <a:pt x="6541" y="6297"/>
                </a:cubicBezTo>
                <a:cubicBezTo>
                  <a:pt x="8429" y="4764"/>
                  <a:pt x="11083" y="3332"/>
                  <a:pt x="14503" y="1999"/>
                </a:cubicBezTo>
                <a:cubicBezTo>
                  <a:pt x="17924" y="666"/>
                  <a:pt x="21544" y="0"/>
                  <a:pt x="25364" y="0"/>
                </a:cubicBezTo>
                <a:cubicBezTo>
                  <a:pt x="30339" y="0"/>
                  <a:pt x="34648" y="933"/>
                  <a:pt x="38290" y="2798"/>
                </a:cubicBezTo>
                <a:cubicBezTo>
                  <a:pt x="41933" y="4664"/>
                  <a:pt x="44676" y="7252"/>
                  <a:pt x="46519" y="10561"/>
                </a:cubicBezTo>
                <a:cubicBezTo>
                  <a:pt x="48362" y="13870"/>
                  <a:pt x="49284" y="17679"/>
                  <a:pt x="49284" y="21988"/>
                </a:cubicBezTo>
                <a:cubicBezTo>
                  <a:pt x="49284" y="28607"/>
                  <a:pt x="45997" y="36380"/>
                  <a:pt x="39423" y="45309"/>
                </a:cubicBezTo>
                <a:cubicBezTo>
                  <a:pt x="36624" y="49084"/>
                  <a:pt x="33793" y="52616"/>
                  <a:pt x="30928" y="55903"/>
                </a:cubicBezTo>
                <a:cubicBezTo>
                  <a:pt x="28062" y="59190"/>
                  <a:pt x="25830" y="61633"/>
                  <a:pt x="24231" y="63232"/>
                </a:cubicBezTo>
                <a:cubicBezTo>
                  <a:pt x="22632" y="64831"/>
                  <a:pt x="20322" y="67074"/>
                  <a:pt x="17302" y="69962"/>
                </a:cubicBezTo>
                <a:cubicBezTo>
                  <a:pt x="15703" y="71516"/>
                  <a:pt x="14903" y="72760"/>
                  <a:pt x="14903" y="73693"/>
                </a:cubicBezTo>
                <a:cubicBezTo>
                  <a:pt x="14903" y="73826"/>
                  <a:pt x="14914" y="73937"/>
                  <a:pt x="14936" y="74026"/>
                </a:cubicBezTo>
                <a:cubicBezTo>
                  <a:pt x="14958" y="74115"/>
                  <a:pt x="15014" y="74226"/>
                  <a:pt x="15103" y="74359"/>
                </a:cubicBezTo>
                <a:cubicBezTo>
                  <a:pt x="17590" y="74182"/>
                  <a:pt x="21299" y="74093"/>
                  <a:pt x="26230" y="74093"/>
                </a:cubicBezTo>
                <a:cubicBezTo>
                  <a:pt x="34670" y="74093"/>
                  <a:pt x="42999" y="73715"/>
                  <a:pt x="51216" y="72960"/>
                </a:cubicBezTo>
                <a:cubicBezTo>
                  <a:pt x="50772" y="74791"/>
                  <a:pt x="50550" y="76957"/>
                  <a:pt x="50550" y="79459"/>
                </a:cubicBezTo>
                <a:cubicBezTo>
                  <a:pt x="50550" y="80532"/>
                  <a:pt x="50683" y="82030"/>
                  <a:pt x="50950" y="83954"/>
                </a:cubicBezTo>
                <a:cubicBezTo>
                  <a:pt x="40111" y="83510"/>
                  <a:pt x="32205" y="83288"/>
                  <a:pt x="27230" y="83288"/>
                </a:cubicBezTo>
                <a:cubicBezTo>
                  <a:pt x="26785" y="83288"/>
                  <a:pt x="18168" y="83510"/>
                  <a:pt x="1377" y="83954"/>
                </a:cubicBezTo>
                <a:cubicBezTo>
                  <a:pt x="444" y="82433"/>
                  <a:pt x="0" y="80643"/>
                  <a:pt x="44" y="78586"/>
                </a:cubicBezTo>
                <a:cubicBezTo>
                  <a:pt x="89" y="77914"/>
                  <a:pt x="155" y="77333"/>
                  <a:pt x="244" y="76841"/>
                </a:cubicBezTo>
                <a:cubicBezTo>
                  <a:pt x="422" y="76664"/>
                  <a:pt x="1999" y="75184"/>
                  <a:pt x="4975" y="72402"/>
                </a:cubicBezTo>
                <a:cubicBezTo>
                  <a:pt x="7951" y="69620"/>
                  <a:pt x="10250" y="67419"/>
                  <a:pt x="11871" y="65797"/>
                </a:cubicBezTo>
                <a:cubicBezTo>
                  <a:pt x="13493" y="64176"/>
                  <a:pt x="15714" y="61922"/>
                  <a:pt x="18534" y="59034"/>
                </a:cubicBezTo>
                <a:cubicBezTo>
                  <a:pt x="21355" y="56147"/>
                  <a:pt x="23909" y="53304"/>
                  <a:pt x="26197" y="50506"/>
                </a:cubicBezTo>
                <a:cubicBezTo>
                  <a:pt x="28484" y="47707"/>
                  <a:pt x="30539" y="44931"/>
                  <a:pt x="32360" y="42177"/>
                </a:cubicBezTo>
                <a:cubicBezTo>
                  <a:pt x="35825" y="36980"/>
                  <a:pt x="37557" y="30872"/>
                  <a:pt x="37557" y="23854"/>
                </a:cubicBezTo>
                <a:cubicBezTo>
                  <a:pt x="37557" y="19234"/>
                  <a:pt x="36091" y="15392"/>
                  <a:pt x="33160" y="12327"/>
                </a:cubicBezTo>
                <a:cubicBezTo>
                  <a:pt x="30228" y="9262"/>
                  <a:pt x="26896" y="7729"/>
                  <a:pt x="23165" y="77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820D1-E398-4330-A5A1-FFBBCB4C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22" y="3804522"/>
            <a:ext cx="171709" cy="171633"/>
          </a:xfrm>
          <a:custGeom xmlns:a="http://schemas.openxmlformats.org/drawingml/2006/main">
            <a:pathLst>
              <a:path w="171709" h="171633">
                <a:moveTo>
                  <a:pt x="0" y="85779"/>
                </a:moveTo>
                <a:cubicBezTo>
                  <a:pt x="0" y="38385"/>
                  <a:pt x="38460" y="0"/>
                  <a:pt x="85855" y="0"/>
                </a:cubicBezTo>
                <a:cubicBezTo>
                  <a:pt x="133249" y="0"/>
                  <a:pt x="171709" y="38385"/>
                  <a:pt x="171709" y="85779"/>
                </a:cubicBezTo>
                <a:cubicBezTo>
                  <a:pt x="171709" y="133249"/>
                  <a:pt x="133249" y="171633"/>
                  <a:pt x="85855" y="171633"/>
                </a:cubicBezTo>
                <a:cubicBezTo>
                  <a:pt x="38460" y="171633"/>
                  <a:pt x="0" y="133249"/>
                  <a:pt x="0" y="8577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Text 3">
            <a:extLst xmlns:a="http://schemas.openxmlformats.org/drawingml/2006/main">
              <a:ext uri="{FF2B5EF4-FFF2-40B4-BE49-F238E27FC236}">
                <a16:creationId xmlns:a16="http://schemas.microsoft.com/office/drawing/2014/main" id="{965F5C49-03C3-4FCB-A898-D593E0F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552" y="3854095"/>
            <a:ext cx="50505" cy="84552"/>
          </a:xfrm>
          <a:custGeom xmlns:a="http://schemas.openxmlformats.org/drawingml/2006/main">
            <a:pathLst>
              <a:path w="50505" h="84552">
                <a:moveTo>
                  <a:pt x="20961" y="79229"/>
                </a:moveTo>
                <a:cubicBezTo>
                  <a:pt x="22513" y="79229"/>
                  <a:pt x="24177" y="78952"/>
                  <a:pt x="25951" y="78399"/>
                </a:cubicBezTo>
                <a:cubicBezTo>
                  <a:pt x="27726" y="77845"/>
                  <a:pt x="29633" y="76937"/>
                  <a:pt x="31674" y="75675"/>
                </a:cubicBezTo>
                <a:cubicBezTo>
                  <a:pt x="33714" y="74414"/>
                  <a:pt x="35411" y="72399"/>
                  <a:pt x="36764" y="69632"/>
                </a:cubicBezTo>
                <a:cubicBezTo>
                  <a:pt x="38117" y="66864"/>
                  <a:pt x="38794" y="63576"/>
                  <a:pt x="38794" y="59767"/>
                </a:cubicBezTo>
                <a:cubicBezTo>
                  <a:pt x="38794" y="54055"/>
                  <a:pt x="37019" y="49693"/>
                  <a:pt x="33470" y="46682"/>
                </a:cubicBezTo>
                <a:cubicBezTo>
                  <a:pt x="29922" y="43759"/>
                  <a:pt x="25485" y="42320"/>
                  <a:pt x="20162" y="42365"/>
                </a:cubicBezTo>
                <a:cubicBezTo>
                  <a:pt x="17456" y="42365"/>
                  <a:pt x="15549" y="42453"/>
                  <a:pt x="14440" y="42631"/>
                </a:cubicBezTo>
                <a:lnTo>
                  <a:pt x="14440" y="36642"/>
                </a:lnTo>
                <a:cubicBezTo>
                  <a:pt x="16347" y="36908"/>
                  <a:pt x="18033" y="37041"/>
                  <a:pt x="19497" y="37041"/>
                </a:cubicBezTo>
                <a:cubicBezTo>
                  <a:pt x="24421" y="37041"/>
                  <a:pt x="28169" y="35752"/>
                  <a:pt x="30742" y="33174"/>
                </a:cubicBezTo>
                <a:cubicBezTo>
                  <a:pt x="34202" y="29884"/>
                  <a:pt x="35932" y="25439"/>
                  <a:pt x="35932" y="19838"/>
                </a:cubicBezTo>
                <a:cubicBezTo>
                  <a:pt x="35932" y="15659"/>
                  <a:pt x="34757" y="12202"/>
                  <a:pt x="32406" y="9468"/>
                </a:cubicBezTo>
                <a:cubicBezTo>
                  <a:pt x="30055" y="6735"/>
                  <a:pt x="27459" y="5368"/>
                  <a:pt x="24620" y="5368"/>
                </a:cubicBezTo>
                <a:cubicBezTo>
                  <a:pt x="20628" y="5368"/>
                  <a:pt x="17434" y="6301"/>
                  <a:pt x="15038" y="8169"/>
                </a:cubicBezTo>
                <a:cubicBezTo>
                  <a:pt x="12643" y="10036"/>
                  <a:pt x="10580" y="12970"/>
                  <a:pt x="8850" y="16971"/>
                </a:cubicBezTo>
                <a:lnTo>
                  <a:pt x="6787" y="16838"/>
                </a:lnTo>
                <a:lnTo>
                  <a:pt x="3926" y="8102"/>
                </a:lnTo>
                <a:lnTo>
                  <a:pt x="4325" y="7636"/>
                </a:lnTo>
                <a:cubicBezTo>
                  <a:pt x="10136" y="2531"/>
                  <a:pt x="17323" y="0"/>
                  <a:pt x="25885" y="44"/>
                </a:cubicBezTo>
                <a:cubicBezTo>
                  <a:pt x="32539" y="44"/>
                  <a:pt x="37851" y="1744"/>
                  <a:pt x="41821" y="5143"/>
                </a:cubicBezTo>
                <a:cubicBezTo>
                  <a:pt x="45792" y="8541"/>
                  <a:pt x="47777" y="12750"/>
                  <a:pt x="47777" y="17771"/>
                </a:cubicBezTo>
                <a:cubicBezTo>
                  <a:pt x="47777" y="23060"/>
                  <a:pt x="46102" y="27638"/>
                  <a:pt x="42753" y="31506"/>
                </a:cubicBezTo>
                <a:cubicBezTo>
                  <a:pt x="39404" y="35372"/>
                  <a:pt x="35733" y="37750"/>
                  <a:pt x="31740" y="38638"/>
                </a:cubicBezTo>
                <a:lnTo>
                  <a:pt x="31740" y="39370"/>
                </a:lnTo>
                <a:cubicBezTo>
                  <a:pt x="37108" y="39814"/>
                  <a:pt x="41577" y="41830"/>
                  <a:pt x="45148" y="45417"/>
                </a:cubicBezTo>
                <a:cubicBezTo>
                  <a:pt x="48719" y="49005"/>
                  <a:pt x="50505" y="53412"/>
                  <a:pt x="50505" y="58638"/>
                </a:cubicBezTo>
                <a:cubicBezTo>
                  <a:pt x="50505" y="64279"/>
                  <a:pt x="48786" y="69153"/>
                  <a:pt x="45348" y="73261"/>
                </a:cubicBezTo>
                <a:cubicBezTo>
                  <a:pt x="41910" y="77368"/>
                  <a:pt x="38006" y="80277"/>
                  <a:pt x="33637" y="81988"/>
                </a:cubicBezTo>
                <a:cubicBezTo>
                  <a:pt x="29267" y="83697"/>
                  <a:pt x="24953" y="84552"/>
                  <a:pt x="20694" y="84552"/>
                </a:cubicBezTo>
                <a:cubicBezTo>
                  <a:pt x="12355" y="84552"/>
                  <a:pt x="5589" y="82358"/>
                  <a:pt x="399" y="77971"/>
                </a:cubicBezTo>
                <a:lnTo>
                  <a:pt x="0" y="77567"/>
                </a:lnTo>
                <a:lnTo>
                  <a:pt x="2994" y="67339"/>
                </a:lnTo>
                <a:lnTo>
                  <a:pt x="4991" y="67206"/>
                </a:lnTo>
                <a:cubicBezTo>
                  <a:pt x="6277" y="69819"/>
                  <a:pt x="7175" y="71613"/>
                  <a:pt x="7686" y="72587"/>
                </a:cubicBezTo>
                <a:cubicBezTo>
                  <a:pt x="8196" y="73560"/>
                  <a:pt x="9061" y="74700"/>
                  <a:pt x="10281" y="76008"/>
                </a:cubicBezTo>
                <a:cubicBezTo>
                  <a:pt x="11501" y="77314"/>
                  <a:pt x="12931" y="78177"/>
                  <a:pt x="14573" y="78599"/>
                </a:cubicBezTo>
                <a:cubicBezTo>
                  <a:pt x="16214" y="79019"/>
                  <a:pt x="18343" y="79229"/>
                  <a:pt x="20961" y="7922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6DD3C-044F-429A-9DDE-57CE946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355" y="3804522"/>
            <a:ext cx="171709" cy="171633"/>
          </a:xfrm>
          <a:custGeom xmlns:a="http://schemas.openxmlformats.org/drawingml/2006/main">
            <a:pathLst>
              <a:path w="171709" h="171633">
                <a:moveTo>
                  <a:pt x="0" y="85779"/>
                </a:moveTo>
                <a:cubicBezTo>
                  <a:pt x="0" y="38385"/>
                  <a:pt x="38460" y="0"/>
                  <a:pt x="85855" y="0"/>
                </a:cubicBezTo>
                <a:cubicBezTo>
                  <a:pt x="133249" y="0"/>
                  <a:pt x="171709" y="38385"/>
                  <a:pt x="171709" y="85779"/>
                </a:cubicBezTo>
                <a:cubicBezTo>
                  <a:pt x="171709" y="133249"/>
                  <a:pt x="133249" y="171633"/>
                  <a:pt x="85855" y="171633"/>
                </a:cubicBezTo>
                <a:cubicBezTo>
                  <a:pt x="38460" y="171633"/>
                  <a:pt x="0" y="133249"/>
                  <a:pt x="0" y="8577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Text 4">
            <a:extLst xmlns:a="http://schemas.openxmlformats.org/drawingml/2006/main">
              <a:ext uri="{FF2B5EF4-FFF2-40B4-BE49-F238E27FC236}">
                <a16:creationId xmlns:a16="http://schemas.microsoft.com/office/drawing/2014/main" id="{26150EE6-688C-4A92-9E1C-C0E6FB3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879" y="3854938"/>
            <a:ext cx="57536" cy="82778"/>
          </a:xfrm>
          <a:custGeom xmlns:a="http://schemas.openxmlformats.org/drawingml/2006/main">
            <a:pathLst>
              <a:path w="57536" h="82778">
                <a:moveTo>
                  <a:pt x="36132" y="62283"/>
                </a:moveTo>
                <a:lnTo>
                  <a:pt x="8052" y="62283"/>
                </a:lnTo>
                <a:cubicBezTo>
                  <a:pt x="2684" y="62283"/>
                  <a:pt x="0" y="61364"/>
                  <a:pt x="0" y="59528"/>
                </a:cubicBezTo>
                <a:cubicBezTo>
                  <a:pt x="0" y="58061"/>
                  <a:pt x="599" y="56283"/>
                  <a:pt x="1797" y="54194"/>
                </a:cubicBezTo>
                <a:cubicBezTo>
                  <a:pt x="5346" y="48195"/>
                  <a:pt x="11024" y="39186"/>
                  <a:pt x="18831" y="27166"/>
                </a:cubicBezTo>
                <a:cubicBezTo>
                  <a:pt x="26639" y="15144"/>
                  <a:pt x="32628" y="6266"/>
                  <a:pt x="36797" y="532"/>
                </a:cubicBezTo>
                <a:lnTo>
                  <a:pt x="37330" y="0"/>
                </a:lnTo>
                <a:cubicBezTo>
                  <a:pt x="38971" y="355"/>
                  <a:pt x="40524" y="532"/>
                  <a:pt x="41988" y="532"/>
                </a:cubicBezTo>
                <a:cubicBezTo>
                  <a:pt x="42697" y="532"/>
                  <a:pt x="43662" y="444"/>
                  <a:pt x="44882" y="266"/>
                </a:cubicBezTo>
                <a:cubicBezTo>
                  <a:pt x="46102" y="89"/>
                  <a:pt x="46912" y="0"/>
                  <a:pt x="47311" y="0"/>
                </a:cubicBezTo>
                <a:cubicBezTo>
                  <a:pt x="47488" y="0"/>
                  <a:pt x="47577" y="177"/>
                  <a:pt x="47577" y="532"/>
                </a:cubicBezTo>
                <a:cubicBezTo>
                  <a:pt x="47045" y="5552"/>
                  <a:pt x="46757" y="12281"/>
                  <a:pt x="46712" y="20719"/>
                </a:cubicBezTo>
                <a:lnTo>
                  <a:pt x="46712" y="55363"/>
                </a:lnTo>
                <a:lnTo>
                  <a:pt x="55496" y="55363"/>
                </a:lnTo>
                <a:cubicBezTo>
                  <a:pt x="56871" y="55363"/>
                  <a:pt x="57536" y="56101"/>
                  <a:pt x="57492" y="57579"/>
                </a:cubicBezTo>
                <a:cubicBezTo>
                  <a:pt x="57492" y="58386"/>
                  <a:pt x="57059" y="59372"/>
                  <a:pt x="56194" y="60536"/>
                </a:cubicBezTo>
                <a:cubicBezTo>
                  <a:pt x="55329" y="61701"/>
                  <a:pt x="54453" y="62283"/>
                  <a:pt x="53566" y="62283"/>
                </a:cubicBezTo>
                <a:lnTo>
                  <a:pt x="46712" y="62283"/>
                </a:lnTo>
                <a:cubicBezTo>
                  <a:pt x="46712" y="67810"/>
                  <a:pt x="47000" y="74509"/>
                  <a:pt x="47577" y="82380"/>
                </a:cubicBezTo>
                <a:cubicBezTo>
                  <a:pt x="47577" y="82645"/>
                  <a:pt x="47488" y="82778"/>
                  <a:pt x="47311" y="82778"/>
                </a:cubicBezTo>
                <a:cubicBezTo>
                  <a:pt x="46956" y="82778"/>
                  <a:pt x="46113" y="82711"/>
                  <a:pt x="44782" y="82578"/>
                </a:cubicBezTo>
                <a:cubicBezTo>
                  <a:pt x="43452" y="82446"/>
                  <a:pt x="42387" y="82380"/>
                  <a:pt x="41588" y="82380"/>
                </a:cubicBezTo>
                <a:lnTo>
                  <a:pt x="35134" y="82778"/>
                </a:lnTo>
                <a:lnTo>
                  <a:pt x="35001" y="82380"/>
                </a:lnTo>
                <a:cubicBezTo>
                  <a:pt x="35755" y="76234"/>
                  <a:pt x="36132" y="69535"/>
                  <a:pt x="36132" y="62283"/>
                </a:cubicBezTo>
                <a:moveTo>
                  <a:pt x="36132" y="12524"/>
                </a:moveTo>
                <a:lnTo>
                  <a:pt x="8451" y="55363"/>
                </a:lnTo>
                <a:lnTo>
                  <a:pt x="36132" y="55363"/>
                </a:lnTo>
                <a:lnTo>
                  <a:pt x="36132" y="125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4E82C-F7BE-4989-9838-0D48A9C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07" y="3804522"/>
            <a:ext cx="171709" cy="171633"/>
          </a:xfrm>
          <a:custGeom xmlns:a="http://schemas.openxmlformats.org/drawingml/2006/main">
            <a:pathLst>
              <a:path w="171709" h="171633">
                <a:moveTo>
                  <a:pt x="0" y="85779"/>
                </a:moveTo>
                <a:cubicBezTo>
                  <a:pt x="0" y="38385"/>
                  <a:pt x="38460" y="0"/>
                  <a:pt x="85855" y="0"/>
                </a:cubicBezTo>
                <a:cubicBezTo>
                  <a:pt x="133324" y="0"/>
                  <a:pt x="171709" y="38385"/>
                  <a:pt x="171709" y="85779"/>
                </a:cubicBezTo>
                <a:cubicBezTo>
                  <a:pt x="171709" y="133249"/>
                  <a:pt x="133324" y="171633"/>
                  <a:pt x="85855" y="171633"/>
                </a:cubicBezTo>
                <a:cubicBezTo>
                  <a:pt x="38460" y="171633"/>
                  <a:pt x="0" y="133249"/>
                  <a:pt x="0" y="85779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93E7E2E4-9900-401A-A8A2-7422F5B4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885" y="3854139"/>
            <a:ext cx="48908" cy="84508"/>
          </a:xfrm>
          <a:custGeom xmlns:a="http://schemas.openxmlformats.org/drawingml/2006/main">
            <a:pathLst>
              <a:path w="48908" h="84508">
                <a:moveTo>
                  <a:pt x="21160" y="84508"/>
                </a:moveTo>
                <a:cubicBezTo>
                  <a:pt x="13264" y="84508"/>
                  <a:pt x="6388" y="81959"/>
                  <a:pt x="532" y="76862"/>
                </a:cubicBezTo>
                <a:lnTo>
                  <a:pt x="0" y="76460"/>
                </a:lnTo>
                <a:lnTo>
                  <a:pt x="2994" y="65564"/>
                </a:lnTo>
                <a:lnTo>
                  <a:pt x="4924" y="65431"/>
                </a:lnTo>
                <a:cubicBezTo>
                  <a:pt x="5190" y="65875"/>
                  <a:pt x="5711" y="66827"/>
                  <a:pt x="6488" y="68288"/>
                </a:cubicBezTo>
                <a:cubicBezTo>
                  <a:pt x="7264" y="69749"/>
                  <a:pt x="7763" y="70680"/>
                  <a:pt x="7985" y="71079"/>
                </a:cubicBezTo>
                <a:cubicBezTo>
                  <a:pt x="8207" y="71477"/>
                  <a:pt x="8684" y="72196"/>
                  <a:pt x="9416" y="73237"/>
                </a:cubicBezTo>
                <a:cubicBezTo>
                  <a:pt x="10148" y="74278"/>
                  <a:pt x="10691" y="74954"/>
                  <a:pt x="11046" y="75265"/>
                </a:cubicBezTo>
                <a:cubicBezTo>
                  <a:pt x="11401" y="75574"/>
                  <a:pt x="11989" y="76072"/>
                  <a:pt x="12809" y="76760"/>
                </a:cubicBezTo>
                <a:cubicBezTo>
                  <a:pt x="13630" y="77446"/>
                  <a:pt x="14428" y="77878"/>
                  <a:pt x="15205" y="78055"/>
                </a:cubicBezTo>
                <a:cubicBezTo>
                  <a:pt x="15981" y="78233"/>
                  <a:pt x="16890" y="78443"/>
                  <a:pt x="17933" y="78687"/>
                </a:cubicBezTo>
                <a:cubicBezTo>
                  <a:pt x="18975" y="78930"/>
                  <a:pt x="20140" y="79051"/>
                  <a:pt x="21426" y="79051"/>
                </a:cubicBezTo>
                <a:cubicBezTo>
                  <a:pt x="26040" y="79051"/>
                  <a:pt x="29777" y="77213"/>
                  <a:pt x="32639" y="73537"/>
                </a:cubicBezTo>
                <a:cubicBezTo>
                  <a:pt x="35500" y="69860"/>
                  <a:pt x="36931" y="64922"/>
                  <a:pt x="36931" y="58721"/>
                </a:cubicBezTo>
                <a:cubicBezTo>
                  <a:pt x="36931" y="51547"/>
                  <a:pt x="35478" y="46111"/>
                  <a:pt x="32572" y="42412"/>
                </a:cubicBezTo>
                <a:cubicBezTo>
                  <a:pt x="29666" y="38713"/>
                  <a:pt x="25907" y="36864"/>
                  <a:pt x="21293" y="36864"/>
                </a:cubicBezTo>
                <a:cubicBezTo>
                  <a:pt x="17035" y="36864"/>
                  <a:pt x="11401" y="38062"/>
                  <a:pt x="4392" y="40457"/>
                </a:cubicBezTo>
                <a:lnTo>
                  <a:pt x="3394" y="40725"/>
                </a:lnTo>
                <a:lnTo>
                  <a:pt x="7785" y="532"/>
                </a:lnTo>
                <a:cubicBezTo>
                  <a:pt x="13952" y="1065"/>
                  <a:pt x="19120" y="1331"/>
                  <a:pt x="23290" y="1331"/>
                </a:cubicBezTo>
                <a:cubicBezTo>
                  <a:pt x="30831" y="1331"/>
                  <a:pt x="38284" y="887"/>
                  <a:pt x="45647" y="0"/>
                </a:cubicBezTo>
                <a:lnTo>
                  <a:pt x="46646" y="401"/>
                </a:lnTo>
                <a:lnTo>
                  <a:pt x="44450" y="9715"/>
                </a:lnTo>
                <a:cubicBezTo>
                  <a:pt x="40014" y="10247"/>
                  <a:pt x="35245" y="10514"/>
                  <a:pt x="30143" y="10514"/>
                </a:cubicBezTo>
                <a:cubicBezTo>
                  <a:pt x="24687" y="10514"/>
                  <a:pt x="18920" y="10114"/>
                  <a:pt x="12843" y="9316"/>
                </a:cubicBezTo>
                <a:lnTo>
                  <a:pt x="9981" y="33404"/>
                </a:lnTo>
                <a:cubicBezTo>
                  <a:pt x="13708" y="31674"/>
                  <a:pt x="18654" y="30831"/>
                  <a:pt x="24820" y="30875"/>
                </a:cubicBezTo>
                <a:cubicBezTo>
                  <a:pt x="32184" y="30875"/>
                  <a:pt x="38040" y="33375"/>
                  <a:pt x="42387" y="38376"/>
                </a:cubicBezTo>
                <a:cubicBezTo>
                  <a:pt x="46734" y="43375"/>
                  <a:pt x="48908" y="49404"/>
                  <a:pt x="48908" y="56463"/>
                </a:cubicBezTo>
                <a:cubicBezTo>
                  <a:pt x="48908" y="64545"/>
                  <a:pt x="46302" y="71240"/>
                  <a:pt x="41089" y="76548"/>
                </a:cubicBezTo>
                <a:cubicBezTo>
                  <a:pt x="35877" y="81854"/>
                  <a:pt x="29234" y="84508"/>
                  <a:pt x="21160" y="8450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39E69-7B21-481C-8E01-5B3210F7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263" y="5897427"/>
            <a:ext cx="171709" cy="171686"/>
          </a:xfrm>
          <a:custGeom xmlns:a="http://schemas.openxmlformats.org/drawingml/2006/main">
            <a:pathLst>
              <a:path w="171709" h="171686">
                <a:moveTo>
                  <a:pt x="0" y="85847"/>
                </a:moveTo>
                <a:cubicBezTo>
                  <a:pt x="0" y="38430"/>
                  <a:pt x="38460" y="0"/>
                  <a:pt x="85855" y="0"/>
                </a:cubicBezTo>
                <a:cubicBezTo>
                  <a:pt x="133249" y="0"/>
                  <a:pt x="171709" y="38430"/>
                  <a:pt x="171709" y="85847"/>
                </a:cubicBezTo>
                <a:cubicBezTo>
                  <a:pt x="171709" y="133256"/>
                  <a:pt x="133249" y="171686"/>
                  <a:pt x="85855" y="171686"/>
                </a:cubicBezTo>
                <a:cubicBezTo>
                  <a:pt x="38460" y="171686"/>
                  <a:pt x="0" y="133256"/>
                  <a:pt x="0" y="85847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Text 6">
            <a:extLst xmlns:a="http://schemas.openxmlformats.org/drawingml/2006/main">
              <a:ext uri="{FF2B5EF4-FFF2-40B4-BE49-F238E27FC236}">
                <a16:creationId xmlns:a16="http://schemas.microsoft.com/office/drawing/2014/main" id="{7D19B9B3-8855-4747-924F-B9AE2D22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878" y="5947221"/>
            <a:ext cx="52634" cy="84508"/>
          </a:xfrm>
          <a:custGeom xmlns:a="http://schemas.openxmlformats.org/drawingml/2006/main">
            <a:pathLst>
              <a:path w="52634" h="84508">
                <a:moveTo>
                  <a:pt x="11046" y="45514"/>
                </a:moveTo>
                <a:cubicBezTo>
                  <a:pt x="10957" y="46402"/>
                  <a:pt x="10913" y="48065"/>
                  <a:pt x="10913" y="50505"/>
                </a:cubicBezTo>
                <a:cubicBezTo>
                  <a:pt x="10913" y="56228"/>
                  <a:pt x="11456" y="61118"/>
                  <a:pt x="12543" y="65177"/>
                </a:cubicBezTo>
                <a:cubicBezTo>
                  <a:pt x="13630" y="69236"/>
                  <a:pt x="15127" y="72242"/>
                  <a:pt x="17035" y="74194"/>
                </a:cubicBezTo>
                <a:cubicBezTo>
                  <a:pt x="18942" y="76146"/>
                  <a:pt x="20805" y="77532"/>
                  <a:pt x="22624" y="78353"/>
                </a:cubicBezTo>
                <a:cubicBezTo>
                  <a:pt x="24443" y="79173"/>
                  <a:pt x="26395" y="79584"/>
                  <a:pt x="28480" y="79584"/>
                </a:cubicBezTo>
                <a:cubicBezTo>
                  <a:pt x="36553" y="79584"/>
                  <a:pt x="40613" y="72952"/>
                  <a:pt x="40657" y="59688"/>
                </a:cubicBezTo>
                <a:cubicBezTo>
                  <a:pt x="40657" y="57691"/>
                  <a:pt x="40446" y="55695"/>
                  <a:pt x="40025" y="53699"/>
                </a:cubicBezTo>
                <a:cubicBezTo>
                  <a:pt x="39603" y="51703"/>
                  <a:pt x="38894" y="49585"/>
                  <a:pt x="37895" y="47344"/>
                </a:cubicBezTo>
                <a:cubicBezTo>
                  <a:pt x="36897" y="45104"/>
                  <a:pt x="35289" y="43307"/>
                  <a:pt x="33071" y="41954"/>
                </a:cubicBezTo>
                <a:cubicBezTo>
                  <a:pt x="30853" y="40601"/>
                  <a:pt x="28103" y="39925"/>
                  <a:pt x="24820" y="39925"/>
                </a:cubicBezTo>
                <a:cubicBezTo>
                  <a:pt x="19275" y="39925"/>
                  <a:pt x="14683" y="41788"/>
                  <a:pt x="11046" y="45514"/>
                </a:cubicBezTo>
                <a:moveTo>
                  <a:pt x="48243" y="3859"/>
                </a:moveTo>
                <a:cubicBezTo>
                  <a:pt x="38173" y="4878"/>
                  <a:pt x="30188" y="8244"/>
                  <a:pt x="24288" y="13955"/>
                </a:cubicBezTo>
                <a:cubicBezTo>
                  <a:pt x="17101" y="20953"/>
                  <a:pt x="12776" y="30142"/>
                  <a:pt x="11312" y="41522"/>
                </a:cubicBezTo>
                <a:cubicBezTo>
                  <a:pt x="12953" y="39375"/>
                  <a:pt x="15382" y="37574"/>
                  <a:pt x="18598" y="36120"/>
                </a:cubicBezTo>
                <a:cubicBezTo>
                  <a:pt x="21815" y="34664"/>
                  <a:pt x="24842" y="33936"/>
                  <a:pt x="27681" y="33936"/>
                </a:cubicBezTo>
                <a:cubicBezTo>
                  <a:pt x="32694" y="33936"/>
                  <a:pt x="36964" y="34889"/>
                  <a:pt x="40491" y="36793"/>
                </a:cubicBezTo>
                <a:cubicBezTo>
                  <a:pt x="44017" y="38697"/>
                  <a:pt x="46579" y="41088"/>
                  <a:pt x="48176" y="43967"/>
                </a:cubicBezTo>
                <a:cubicBezTo>
                  <a:pt x="49773" y="46845"/>
                  <a:pt x="50915" y="49486"/>
                  <a:pt x="51603" y="51890"/>
                </a:cubicBezTo>
                <a:cubicBezTo>
                  <a:pt x="52291" y="54292"/>
                  <a:pt x="52634" y="56559"/>
                  <a:pt x="52634" y="58690"/>
                </a:cubicBezTo>
                <a:cubicBezTo>
                  <a:pt x="52634" y="61403"/>
                  <a:pt x="52202" y="64160"/>
                  <a:pt x="51337" y="66962"/>
                </a:cubicBezTo>
                <a:cubicBezTo>
                  <a:pt x="50472" y="69763"/>
                  <a:pt x="49130" y="72532"/>
                  <a:pt x="47311" y="75269"/>
                </a:cubicBezTo>
                <a:cubicBezTo>
                  <a:pt x="45492" y="78004"/>
                  <a:pt x="42831" y="80228"/>
                  <a:pt x="39326" y="81940"/>
                </a:cubicBezTo>
                <a:cubicBezTo>
                  <a:pt x="35822" y="83652"/>
                  <a:pt x="31718" y="84508"/>
                  <a:pt x="27016" y="84508"/>
                </a:cubicBezTo>
                <a:cubicBezTo>
                  <a:pt x="23999" y="84508"/>
                  <a:pt x="21083" y="84030"/>
                  <a:pt x="18266" y="83075"/>
                </a:cubicBezTo>
                <a:cubicBezTo>
                  <a:pt x="15449" y="82118"/>
                  <a:pt x="12587" y="80485"/>
                  <a:pt x="9682" y="78174"/>
                </a:cubicBezTo>
                <a:cubicBezTo>
                  <a:pt x="6776" y="75863"/>
                  <a:pt x="4436" y="72296"/>
                  <a:pt x="2662" y="67473"/>
                </a:cubicBezTo>
                <a:cubicBezTo>
                  <a:pt x="887" y="62650"/>
                  <a:pt x="0" y="56861"/>
                  <a:pt x="0" y="50106"/>
                </a:cubicBezTo>
                <a:cubicBezTo>
                  <a:pt x="0" y="35737"/>
                  <a:pt x="4858" y="23718"/>
                  <a:pt x="14573" y="14049"/>
                </a:cubicBezTo>
                <a:cubicBezTo>
                  <a:pt x="19097" y="9436"/>
                  <a:pt x="23977" y="6055"/>
                  <a:pt x="29212" y="3905"/>
                </a:cubicBezTo>
                <a:cubicBezTo>
                  <a:pt x="34446" y="1754"/>
                  <a:pt x="40657" y="452"/>
                  <a:pt x="47843" y="0"/>
                </a:cubicBezTo>
                <a:lnTo>
                  <a:pt x="48243" y="38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4BEC4-23CB-4887-B870-79DDCACF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62" y="5897427"/>
            <a:ext cx="171709" cy="171686"/>
          </a:xfrm>
          <a:custGeom xmlns:a="http://schemas.openxmlformats.org/drawingml/2006/main">
            <a:pathLst>
              <a:path w="171709" h="171686">
                <a:moveTo>
                  <a:pt x="0" y="85847"/>
                </a:moveTo>
                <a:cubicBezTo>
                  <a:pt x="0" y="38430"/>
                  <a:pt x="38460" y="0"/>
                  <a:pt x="85855" y="0"/>
                </a:cubicBezTo>
                <a:cubicBezTo>
                  <a:pt x="133249" y="0"/>
                  <a:pt x="171709" y="38430"/>
                  <a:pt x="171709" y="85847"/>
                </a:cubicBezTo>
                <a:cubicBezTo>
                  <a:pt x="171709" y="133256"/>
                  <a:pt x="133249" y="171686"/>
                  <a:pt x="85855" y="171686"/>
                </a:cubicBezTo>
                <a:cubicBezTo>
                  <a:pt x="38460" y="171686"/>
                  <a:pt x="0" y="133256"/>
                  <a:pt x="0" y="85847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Text 7">
            <a:extLst xmlns:a="http://schemas.openxmlformats.org/drawingml/2006/main">
              <a:ext uri="{FF2B5EF4-FFF2-40B4-BE49-F238E27FC236}">
                <a16:creationId xmlns:a16="http://schemas.microsoft.com/office/drawing/2014/main" id="{114E626A-C00D-4095-89F1-D5BACD8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884" y="5947355"/>
            <a:ext cx="49174" cy="84907"/>
          </a:xfrm>
          <a:custGeom xmlns:a="http://schemas.openxmlformats.org/drawingml/2006/main">
            <a:pathLst>
              <a:path w="49174" h="84907">
                <a:moveTo>
                  <a:pt x="38461" y="11578"/>
                </a:moveTo>
                <a:cubicBezTo>
                  <a:pt x="22003" y="11046"/>
                  <a:pt x="9183" y="11445"/>
                  <a:pt x="0" y="12776"/>
                </a:cubicBezTo>
                <a:cubicBezTo>
                  <a:pt x="444" y="9316"/>
                  <a:pt x="665" y="7098"/>
                  <a:pt x="665" y="6122"/>
                </a:cubicBezTo>
                <a:cubicBezTo>
                  <a:pt x="665" y="5678"/>
                  <a:pt x="444" y="3771"/>
                  <a:pt x="0" y="399"/>
                </a:cubicBezTo>
                <a:cubicBezTo>
                  <a:pt x="4525" y="1020"/>
                  <a:pt x="17234" y="1331"/>
                  <a:pt x="38128" y="1331"/>
                </a:cubicBezTo>
                <a:cubicBezTo>
                  <a:pt x="41234" y="1331"/>
                  <a:pt x="44161" y="887"/>
                  <a:pt x="46912" y="0"/>
                </a:cubicBezTo>
                <a:lnTo>
                  <a:pt x="49174" y="1331"/>
                </a:lnTo>
                <a:cubicBezTo>
                  <a:pt x="39370" y="25330"/>
                  <a:pt x="29212" y="52989"/>
                  <a:pt x="18698" y="84308"/>
                </a:cubicBezTo>
                <a:lnTo>
                  <a:pt x="8717" y="84907"/>
                </a:lnTo>
                <a:lnTo>
                  <a:pt x="8318" y="84042"/>
                </a:lnTo>
                <a:cubicBezTo>
                  <a:pt x="14040" y="71266"/>
                  <a:pt x="24088" y="47111"/>
                  <a:pt x="38461" y="115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2C03E-6974-4DB3-8E7B-11365B9E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4414740"/>
            <a:ext cx="2526705" cy="1705272"/>
          </a:xfrm>
          <a:custGeom xmlns:a="http://schemas.openxmlformats.org/drawingml/2006/main">
            <a:pathLst>
              <a:path w="2526705" h="1705272">
                <a:moveTo>
                  <a:pt x="0" y="38688"/>
                </a:moveTo>
                <a:cubicBezTo>
                  <a:pt x="0" y="17337"/>
                  <a:pt x="17330" y="0"/>
                  <a:pt x="38710" y="0"/>
                </a:cubicBezTo>
                <a:lnTo>
                  <a:pt x="2488017" y="0"/>
                </a:lnTo>
                <a:cubicBezTo>
                  <a:pt x="2509367" y="0"/>
                  <a:pt x="2526705" y="17337"/>
                  <a:pt x="2526705" y="38688"/>
                </a:cubicBezTo>
                <a:lnTo>
                  <a:pt x="2526705" y="1666562"/>
                </a:lnTo>
                <a:cubicBezTo>
                  <a:pt x="2526705" y="1687942"/>
                  <a:pt x="2509367" y="1705272"/>
                  <a:pt x="2488017" y="1705272"/>
                </a:cubicBezTo>
                <a:lnTo>
                  <a:pt x="38710" y="1705272"/>
                </a:lnTo>
                <a:cubicBezTo>
                  <a:pt x="17330" y="1705272"/>
                  <a:pt x="0" y="1687942"/>
                  <a:pt x="0" y="1666562"/>
                </a:cubicBezTo>
                <a:lnTo>
                  <a:pt x="0" y="3868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77D65-05A5-428C-B856-F954E039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30" y="4414740"/>
            <a:ext cx="2526705" cy="1705272"/>
          </a:xfrm>
          <a:custGeom xmlns:a="http://schemas.openxmlformats.org/drawingml/2006/main">
            <a:pathLst>
              <a:path w="2526705" h="1705272" fill="none">
                <a:moveTo>
                  <a:pt x="0" y="38688"/>
                </a:moveTo>
                <a:cubicBezTo>
                  <a:pt x="0" y="17337"/>
                  <a:pt x="17330" y="0"/>
                  <a:pt x="38710" y="0"/>
                </a:cubicBezTo>
                <a:lnTo>
                  <a:pt x="2488017" y="0"/>
                </a:lnTo>
                <a:cubicBezTo>
                  <a:pt x="2509367" y="0"/>
                  <a:pt x="2526705" y="17337"/>
                  <a:pt x="2526705" y="38688"/>
                </a:cubicBezTo>
                <a:lnTo>
                  <a:pt x="2526705" y="1666562"/>
                </a:lnTo>
                <a:cubicBezTo>
                  <a:pt x="2526705" y="1687942"/>
                  <a:pt x="2509367" y="1705272"/>
                  <a:pt x="2488017" y="1705272"/>
                </a:cubicBezTo>
                <a:lnTo>
                  <a:pt x="38710" y="1705272"/>
                </a:lnTo>
                <a:cubicBezTo>
                  <a:pt x="17330" y="1705272"/>
                  <a:pt x="0" y="1687942"/>
                  <a:pt x="0" y="1666562"/>
                </a:cubicBezTo>
                <a:lnTo>
                  <a:pt x="0" y="386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71" cap="flat">
            <a:solidFill>
              <a:srgbClr val="22272E"/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2CE5A-E8AC-4588-B775-A17129A5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70" y="4556468"/>
            <a:ext cx="479612" cy="479544"/>
          </a:xfrm>
          <a:custGeom xmlns:a="http://schemas.openxmlformats.org/drawingml/2006/main">
            <a:pathLst>
              <a:path w="479612" h="479544">
                <a:moveTo>
                  <a:pt x="239764" y="76"/>
                </a:moveTo>
                <a:cubicBezTo>
                  <a:pt x="306010" y="76"/>
                  <a:pt x="365896" y="26877"/>
                  <a:pt x="409278" y="70258"/>
                </a:cubicBezTo>
                <a:cubicBezTo>
                  <a:pt x="454325" y="115154"/>
                  <a:pt x="479612" y="176176"/>
                  <a:pt x="479460" y="239772"/>
                </a:cubicBezTo>
                <a:cubicBezTo>
                  <a:pt x="479460" y="305942"/>
                  <a:pt x="452659" y="365904"/>
                  <a:pt x="409278" y="409285"/>
                </a:cubicBezTo>
                <a:cubicBezTo>
                  <a:pt x="364382" y="454257"/>
                  <a:pt x="303360" y="479544"/>
                  <a:pt x="239764" y="479468"/>
                </a:cubicBezTo>
                <a:cubicBezTo>
                  <a:pt x="176168" y="479544"/>
                  <a:pt x="115222" y="454257"/>
                  <a:pt x="70296" y="409285"/>
                </a:cubicBezTo>
                <a:cubicBezTo>
                  <a:pt x="25272" y="364314"/>
                  <a:pt x="0" y="303368"/>
                  <a:pt x="76" y="239772"/>
                </a:cubicBezTo>
                <a:cubicBezTo>
                  <a:pt x="76" y="173602"/>
                  <a:pt x="26900" y="113640"/>
                  <a:pt x="70296" y="70258"/>
                </a:cubicBezTo>
                <a:cubicBezTo>
                  <a:pt x="115222" y="25211"/>
                  <a:pt x="176168" y="0"/>
                  <a:pt x="239764" y="76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420D9-08FC-4333-87C0-2CC4F4CD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79" y="4636115"/>
            <a:ext cx="308145" cy="314649"/>
          </a:xfrm>
          <a:custGeom xmlns:a="http://schemas.openxmlformats.org/drawingml/2006/main">
            <a:pathLst>
              <a:path w="308145" h="314649">
                <a:moveTo>
                  <a:pt x="291716" y="107735"/>
                </a:moveTo>
                <a:cubicBezTo>
                  <a:pt x="291792" y="115230"/>
                  <a:pt x="290656" y="122649"/>
                  <a:pt x="288461" y="129842"/>
                </a:cubicBezTo>
                <a:cubicBezTo>
                  <a:pt x="287931" y="131507"/>
                  <a:pt x="288082" y="132643"/>
                  <a:pt x="289293" y="134006"/>
                </a:cubicBezTo>
                <a:cubicBezTo>
                  <a:pt x="298681" y="144832"/>
                  <a:pt x="304890" y="158006"/>
                  <a:pt x="307085" y="172163"/>
                </a:cubicBezTo>
                <a:cubicBezTo>
                  <a:pt x="307767" y="176252"/>
                  <a:pt x="308145" y="180416"/>
                  <a:pt x="308145" y="184655"/>
                </a:cubicBezTo>
                <a:cubicBezTo>
                  <a:pt x="307918" y="200403"/>
                  <a:pt x="302921" y="215696"/>
                  <a:pt x="293836" y="228567"/>
                </a:cubicBezTo>
                <a:cubicBezTo>
                  <a:pt x="286341" y="239318"/>
                  <a:pt x="276196" y="248024"/>
                  <a:pt x="264385" y="253702"/>
                </a:cubicBezTo>
                <a:cubicBezTo>
                  <a:pt x="259010" y="256428"/>
                  <a:pt x="253331" y="258396"/>
                  <a:pt x="247502" y="259683"/>
                </a:cubicBezTo>
                <a:cubicBezTo>
                  <a:pt x="246215" y="259835"/>
                  <a:pt x="245231" y="260743"/>
                  <a:pt x="244928" y="261955"/>
                </a:cubicBezTo>
                <a:cubicBezTo>
                  <a:pt x="236448" y="284592"/>
                  <a:pt x="220928" y="300188"/>
                  <a:pt x="198215" y="308970"/>
                </a:cubicBezTo>
                <a:cubicBezTo>
                  <a:pt x="190795" y="311772"/>
                  <a:pt x="182997" y="313361"/>
                  <a:pt x="175048" y="313664"/>
                </a:cubicBezTo>
                <a:cubicBezTo>
                  <a:pt x="154758" y="314649"/>
                  <a:pt x="136739" y="308895"/>
                  <a:pt x="120916" y="296251"/>
                </a:cubicBezTo>
                <a:cubicBezTo>
                  <a:pt x="118417" y="294131"/>
                  <a:pt x="115994" y="291860"/>
                  <a:pt x="113647" y="289437"/>
                </a:cubicBezTo>
                <a:cubicBezTo>
                  <a:pt x="112815" y="288529"/>
                  <a:pt x="111528" y="288075"/>
                  <a:pt x="110241" y="288377"/>
                </a:cubicBezTo>
                <a:cubicBezTo>
                  <a:pt x="91692" y="291633"/>
                  <a:pt x="73976" y="289134"/>
                  <a:pt x="57471" y="279898"/>
                </a:cubicBezTo>
                <a:cubicBezTo>
                  <a:pt x="36045" y="267784"/>
                  <a:pt x="23099" y="249538"/>
                  <a:pt x="18329" y="225690"/>
                </a:cubicBezTo>
                <a:cubicBezTo>
                  <a:pt x="16058" y="213955"/>
                  <a:pt x="16739" y="201841"/>
                  <a:pt x="20373" y="190409"/>
                </a:cubicBezTo>
                <a:lnTo>
                  <a:pt x="20676" y="189349"/>
                </a:lnTo>
                <a:cubicBezTo>
                  <a:pt x="21055" y="188517"/>
                  <a:pt x="20828" y="187532"/>
                  <a:pt x="20146" y="186927"/>
                </a:cubicBezTo>
                <a:cubicBezTo>
                  <a:pt x="8866" y="174207"/>
                  <a:pt x="2127" y="158081"/>
                  <a:pt x="992" y="141122"/>
                </a:cubicBezTo>
                <a:cubicBezTo>
                  <a:pt x="0" y="127040"/>
                  <a:pt x="2960" y="113034"/>
                  <a:pt x="9623" y="100618"/>
                </a:cubicBezTo>
                <a:cubicBezTo>
                  <a:pt x="17269" y="85552"/>
                  <a:pt x="29761" y="73438"/>
                  <a:pt x="45055" y="66246"/>
                </a:cubicBezTo>
                <a:cubicBezTo>
                  <a:pt x="50203" y="63672"/>
                  <a:pt x="55730" y="61779"/>
                  <a:pt x="61408" y="60568"/>
                </a:cubicBezTo>
                <a:cubicBezTo>
                  <a:pt x="62619" y="60416"/>
                  <a:pt x="63679" y="59508"/>
                  <a:pt x="63982" y="58221"/>
                </a:cubicBezTo>
                <a:cubicBezTo>
                  <a:pt x="68146" y="46334"/>
                  <a:pt x="75187" y="35659"/>
                  <a:pt x="84575" y="27180"/>
                </a:cubicBezTo>
                <a:cubicBezTo>
                  <a:pt x="109408" y="4618"/>
                  <a:pt x="145597" y="0"/>
                  <a:pt x="175275" y="15596"/>
                </a:cubicBezTo>
                <a:cubicBezTo>
                  <a:pt x="182619" y="19382"/>
                  <a:pt x="189206" y="24378"/>
                  <a:pt x="194808" y="30359"/>
                </a:cubicBezTo>
                <a:cubicBezTo>
                  <a:pt x="196095" y="31798"/>
                  <a:pt x="197306" y="32101"/>
                  <a:pt x="199199" y="31798"/>
                </a:cubicBezTo>
                <a:cubicBezTo>
                  <a:pt x="214190" y="28997"/>
                  <a:pt x="229710" y="30738"/>
                  <a:pt x="243792" y="36643"/>
                </a:cubicBezTo>
                <a:cubicBezTo>
                  <a:pt x="253861" y="40807"/>
                  <a:pt x="262947" y="47016"/>
                  <a:pt x="270366" y="54965"/>
                </a:cubicBezTo>
                <a:cubicBezTo>
                  <a:pt x="283918" y="69198"/>
                  <a:pt x="291640" y="88050"/>
                  <a:pt x="291716" y="107735"/>
                </a:cubicBezTo>
                <a:close/>
                <a:moveTo>
                  <a:pt x="175426" y="39823"/>
                </a:moveTo>
                <a:cubicBezTo>
                  <a:pt x="174896" y="39293"/>
                  <a:pt x="174594" y="38915"/>
                  <a:pt x="174215" y="38612"/>
                </a:cubicBezTo>
                <a:cubicBezTo>
                  <a:pt x="162253" y="29300"/>
                  <a:pt x="147111" y="24984"/>
                  <a:pt x="132045" y="26650"/>
                </a:cubicBezTo>
                <a:cubicBezTo>
                  <a:pt x="120007" y="27710"/>
                  <a:pt x="108651" y="32631"/>
                  <a:pt x="99641" y="40656"/>
                </a:cubicBezTo>
                <a:cubicBezTo>
                  <a:pt x="86619" y="52012"/>
                  <a:pt x="79805" y="66397"/>
                  <a:pt x="79654" y="83583"/>
                </a:cubicBezTo>
                <a:cubicBezTo>
                  <a:pt x="79427" y="106977"/>
                  <a:pt x="79578" y="130447"/>
                  <a:pt x="79578" y="153917"/>
                </a:cubicBezTo>
                <a:cubicBezTo>
                  <a:pt x="79427" y="155204"/>
                  <a:pt x="80184" y="156491"/>
                  <a:pt x="81395" y="157021"/>
                </a:cubicBezTo>
                <a:cubicBezTo>
                  <a:pt x="89269" y="161488"/>
                  <a:pt x="96991" y="165955"/>
                  <a:pt x="104865" y="170346"/>
                </a:cubicBezTo>
                <a:cubicBezTo>
                  <a:pt x="105319" y="170649"/>
                  <a:pt x="105774" y="170801"/>
                  <a:pt x="106531" y="171179"/>
                </a:cubicBezTo>
                <a:lnTo>
                  <a:pt x="106531" y="168681"/>
                </a:lnTo>
                <a:lnTo>
                  <a:pt x="106531" y="85325"/>
                </a:lnTo>
                <a:cubicBezTo>
                  <a:pt x="106531" y="81161"/>
                  <a:pt x="108348" y="78056"/>
                  <a:pt x="111982" y="76012"/>
                </a:cubicBezTo>
                <a:lnTo>
                  <a:pt x="173382" y="41035"/>
                </a:lnTo>
                <a:lnTo>
                  <a:pt x="175426" y="39823"/>
                </a:lnTo>
                <a:close/>
                <a:moveTo>
                  <a:pt x="59364" y="81993"/>
                </a:moveTo>
                <a:cubicBezTo>
                  <a:pt x="58682" y="82220"/>
                  <a:pt x="58228" y="82296"/>
                  <a:pt x="57774" y="82523"/>
                </a:cubicBezTo>
                <a:cubicBezTo>
                  <a:pt x="51036" y="85022"/>
                  <a:pt x="44979" y="88883"/>
                  <a:pt x="39755" y="93728"/>
                </a:cubicBezTo>
                <a:cubicBezTo>
                  <a:pt x="25597" y="107205"/>
                  <a:pt x="19313" y="123558"/>
                  <a:pt x="21585" y="142864"/>
                </a:cubicBezTo>
                <a:cubicBezTo>
                  <a:pt x="23932" y="161715"/>
                  <a:pt x="33547" y="176176"/>
                  <a:pt x="50127" y="185867"/>
                </a:cubicBezTo>
                <a:cubicBezTo>
                  <a:pt x="70569" y="197753"/>
                  <a:pt x="91237" y="209337"/>
                  <a:pt x="111830" y="221072"/>
                </a:cubicBezTo>
                <a:cubicBezTo>
                  <a:pt x="112815" y="221753"/>
                  <a:pt x="114177" y="221753"/>
                  <a:pt x="115162" y="221072"/>
                </a:cubicBezTo>
                <a:cubicBezTo>
                  <a:pt x="122884" y="216605"/>
                  <a:pt x="130606" y="212214"/>
                  <a:pt x="138404" y="207822"/>
                </a:cubicBezTo>
                <a:cubicBezTo>
                  <a:pt x="138934" y="207520"/>
                  <a:pt x="139464" y="207141"/>
                  <a:pt x="140070" y="206687"/>
                </a:cubicBezTo>
                <a:cubicBezTo>
                  <a:pt x="139540" y="206308"/>
                  <a:pt x="139086" y="206005"/>
                  <a:pt x="138707" y="205703"/>
                </a:cubicBezTo>
                <a:lnTo>
                  <a:pt x="85332" y="175343"/>
                </a:lnTo>
                <a:lnTo>
                  <a:pt x="64436" y="163381"/>
                </a:lnTo>
                <a:cubicBezTo>
                  <a:pt x="62392" y="162321"/>
                  <a:pt x="60802" y="160504"/>
                  <a:pt x="60045" y="158233"/>
                </a:cubicBezTo>
                <a:cubicBezTo>
                  <a:pt x="59591" y="156643"/>
                  <a:pt x="59364" y="155053"/>
                  <a:pt x="59364" y="153387"/>
                </a:cubicBezTo>
                <a:cubicBezTo>
                  <a:pt x="59364" y="130599"/>
                  <a:pt x="59364" y="107810"/>
                  <a:pt x="59364" y="85022"/>
                </a:cubicBezTo>
                <a:lnTo>
                  <a:pt x="59364" y="81993"/>
                </a:lnTo>
                <a:close/>
                <a:moveTo>
                  <a:pt x="270593" y="117804"/>
                </a:moveTo>
                <a:cubicBezTo>
                  <a:pt x="271880" y="111066"/>
                  <a:pt x="271805" y="104176"/>
                  <a:pt x="270442" y="97438"/>
                </a:cubicBezTo>
                <a:cubicBezTo>
                  <a:pt x="266278" y="77678"/>
                  <a:pt x="254997" y="63217"/>
                  <a:pt x="236145" y="55192"/>
                </a:cubicBezTo>
                <a:cubicBezTo>
                  <a:pt x="217899" y="47470"/>
                  <a:pt x="199881" y="48908"/>
                  <a:pt x="182619" y="58751"/>
                </a:cubicBezTo>
                <a:cubicBezTo>
                  <a:pt x="162404" y="70258"/>
                  <a:pt x="142266" y="81766"/>
                  <a:pt x="122051" y="93274"/>
                </a:cubicBezTo>
                <a:cubicBezTo>
                  <a:pt x="121143" y="93653"/>
                  <a:pt x="120537" y="94637"/>
                  <a:pt x="120613" y="95621"/>
                </a:cubicBezTo>
                <a:cubicBezTo>
                  <a:pt x="120688" y="104782"/>
                  <a:pt x="120613" y="113943"/>
                  <a:pt x="120613" y="123104"/>
                </a:cubicBezTo>
                <a:cubicBezTo>
                  <a:pt x="120613" y="123482"/>
                  <a:pt x="120688" y="123936"/>
                  <a:pt x="120764" y="124618"/>
                </a:cubicBezTo>
                <a:lnTo>
                  <a:pt x="124095" y="122725"/>
                </a:lnTo>
                <a:lnTo>
                  <a:pt x="177849" y="92138"/>
                </a:lnTo>
                <a:lnTo>
                  <a:pt x="196019" y="81766"/>
                </a:lnTo>
                <a:cubicBezTo>
                  <a:pt x="197988" y="80555"/>
                  <a:pt x="200259" y="80025"/>
                  <a:pt x="202530" y="80252"/>
                </a:cubicBezTo>
                <a:cubicBezTo>
                  <a:pt x="204272" y="80479"/>
                  <a:pt x="206013" y="81085"/>
                  <a:pt x="207527" y="81993"/>
                </a:cubicBezTo>
                <a:cubicBezTo>
                  <a:pt x="218051" y="88050"/>
                  <a:pt x="228574" y="94031"/>
                  <a:pt x="239098" y="100088"/>
                </a:cubicBezTo>
                <a:lnTo>
                  <a:pt x="269230" y="117198"/>
                </a:lnTo>
                <a:cubicBezTo>
                  <a:pt x="269685" y="117425"/>
                  <a:pt x="270139" y="117653"/>
                  <a:pt x="270593" y="117804"/>
                </a:cubicBezTo>
                <a:close/>
                <a:moveTo>
                  <a:pt x="38089" y="202144"/>
                </a:moveTo>
                <a:cubicBezTo>
                  <a:pt x="37862" y="205400"/>
                  <a:pt x="37559" y="208125"/>
                  <a:pt x="37484" y="210927"/>
                </a:cubicBezTo>
                <a:cubicBezTo>
                  <a:pt x="37029" y="221299"/>
                  <a:pt x="39679" y="231520"/>
                  <a:pt x="44979" y="240453"/>
                </a:cubicBezTo>
                <a:cubicBezTo>
                  <a:pt x="57395" y="260895"/>
                  <a:pt x="75868" y="270510"/>
                  <a:pt x="99868" y="269601"/>
                </a:cubicBezTo>
                <a:cubicBezTo>
                  <a:pt x="109332" y="269299"/>
                  <a:pt x="118039" y="266194"/>
                  <a:pt x="126140" y="261500"/>
                </a:cubicBezTo>
                <a:cubicBezTo>
                  <a:pt x="134998" y="256428"/>
                  <a:pt x="143856" y="251355"/>
                  <a:pt x="152714" y="246359"/>
                </a:cubicBezTo>
                <a:cubicBezTo>
                  <a:pt x="164070" y="239848"/>
                  <a:pt x="175351" y="233412"/>
                  <a:pt x="186707" y="227053"/>
                </a:cubicBezTo>
                <a:cubicBezTo>
                  <a:pt x="187691" y="226523"/>
                  <a:pt x="188373" y="225463"/>
                  <a:pt x="188221" y="224327"/>
                </a:cubicBezTo>
                <a:cubicBezTo>
                  <a:pt x="188146" y="215393"/>
                  <a:pt x="188221" y="206535"/>
                  <a:pt x="188221" y="197602"/>
                </a:cubicBezTo>
                <a:cubicBezTo>
                  <a:pt x="188221" y="196996"/>
                  <a:pt x="188146" y="196390"/>
                  <a:pt x="188070" y="195633"/>
                </a:cubicBezTo>
                <a:cubicBezTo>
                  <a:pt x="187388" y="196012"/>
                  <a:pt x="186859" y="196239"/>
                  <a:pt x="186329" y="196466"/>
                </a:cubicBezTo>
                <a:cubicBezTo>
                  <a:pt x="178379" y="201009"/>
                  <a:pt x="170430" y="205551"/>
                  <a:pt x="162480" y="210169"/>
                </a:cubicBezTo>
                <a:lnTo>
                  <a:pt x="128335" y="229551"/>
                </a:lnTo>
                <a:lnTo>
                  <a:pt x="112436" y="238636"/>
                </a:lnTo>
                <a:cubicBezTo>
                  <a:pt x="109332" y="240529"/>
                  <a:pt x="105319" y="240529"/>
                  <a:pt x="102215" y="238636"/>
                </a:cubicBezTo>
                <a:lnTo>
                  <a:pt x="100701" y="237803"/>
                </a:lnTo>
                <a:lnTo>
                  <a:pt x="44828" y="205930"/>
                </a:lnTo>
                <a:cubicBezTo>
                  <a:pt x="42708" y="204718"/>
                  <a:pt x="40664" y="203583"/>
                  <a:pt x="38089" y="202144"/>
                </a:cubicBezTo>
                <a:close/>
                <a:moveTo>
                  <a:pt x="168613" y="113488"/>
                </a:moveTo>
                <a:cubicBezTo>
                  <a:pt x="169294" y="113867"/>
                  <a:pt x="169521" y="114094"/>
                  <a:pt x="169900" y="114246"/>
                </a:cubicBezTo>
                <a:cubicBezTo>
                  <a:pt x="185723" y="123331"/>
                  <a:pt x="201546" y="132340"/>
                  <a:pt x="217369" y="141350"/>
                </a:cubicBezTo>
                <a:lnTo>
                  <a:pt x="244398" y="156794"/>
                </a:lnTo>
                <a:cubicBezTo>
                  <a:pt x="246669" y="158006"/>
                  <a:pt x="248410" y="160126"/>
                  <a:pt x="249016" y="162624"/>
                </a:cubicBezTo>
                <a:cubicBezTo>
                  <a:pt x="249395" y="163835"/>
                  <a:pt x="249546" y="165122"/>
                  <a:pt x="249546" y="166409"/>
                </a:cubicBezTo>
                <a:cubicBezTo>
                  <a:pt x="249546" y="189652"/>
                  <a:pt x="249546" y="212971"/>
                  <a:pt x="249546" y="236289"/>
                </a:cubicBezTo>
                <a:lnTo>
                  <a:pt x="249546" y="238258"/>
                </a:lnTo>
                <a:cubicBezTo>
                  <a:pt x="250606" y="237879"/>
                  <a:pt x="251514" y="237576"/>
                  <a:pt x="252423" y="237198"/>
                </a:cubicBezTo>
                <a:cubicBezTo>
                  <a:pt x="259237" y="234321"/>
                  <a:pt x="265445" y="230232"/>
                  <a:pt x="270669" y="224933"/>
                </a:cubicBezTo>
                <a:cubicBezTo>
                  <a:pt x="282782" y="212744"/>
                  <a:pt x="288688" y="198056"/>
                  <a:pt x="287628" y="180946"/>
                </a:cubicBezTo>
                <a:cubicBezTo>
                  <a:pt x="286265" y="160655"/>
                  <a:pt x="276574" y="145135"/>
                  <a:pt x="258934" y="134460"/>
                </a:cubicBezTo>
                <a:cubicBezTo>
                  <a:pt x="253104" y="130902"/>
                  <a:pt x="247199" y="127646"/>
                  <a:pt x="241218" y="124315"/>
                </a:cubicBezTo>
                <a:lnTo>
                  <a:pt x="197004" y="99028"/>
                </a:lnTo>
                <a:cubicBezTo>
                  <a:pt x="196019" y="98422"/>
                  <a:pt x="194732" y="98422"/>
                  <a:pt x="193824" y="99104"/>
                </a:cubicBezTo>
                <a:cubicBezTo>
                  <a:pt x="188524" y="102208"/>
                  <a:pt x="183224" y="105160"/>
                  <a:pt x="177925" y="108113"/>
                </a:cubicBezTo>
                <a:lnTo>
                  <a:pt x="168613" y="113488"/>
                </a:lnTo>
                <a:close/>
                <a:moveTo>
                  <a:pt x="202303" y="149072"/>
                </a:moveTo>
                <a:lnTo>
                  <a:pt x="202303" y="234548"/>
                </a:lnTo>
                <a:cubicBezTo>
                  <a:pt x="202303" y="238788"/>
                  <a:pt x="200713" y="242043"/>
                  <a:pt x="196928" y="244163"/>
                </a:cubicBezTo>
                <a:lnTo>
                  <a:pt x="165963" y="261728"/>
                </a:lnTo>
                <a:lnTo>
                  <a:pt x="134922" y="279519"/>
                </a:lnTo>
                <a:cubicBezTo>
                  <a:pt x="134468" y="279746"/>
                  <a:pt x="134013" y="280125"/>
                  <a:pt x="133408" y="280504"/>
                </a:cubicBezTo>
                <a:cubicBezTo>
                  <a:pt x="134165" y="281109"/>
                  <a:pt x="134619" y="281563"/>
                  <a:pt x="135225" y="282018"/>
                </a:cubicBezTo>
                <a:cubicBezTo>
                  <a:pt x="152259" y="294207"/>
                  <a:pt x="170884" y="297235"/>
                  <a:pt x="190720" y="290270"/>
                </a:cubicBezTo>
                <a:cubicBezTo>
                  <a:pt x="213508" y="282396"/>
                  <a:pt x="228802" y="261122"/>
                  <a:pt x="229180" y="237122"/>
                </a:cubicBezTo>
                <a:cubicBezTo>
                  <a:pt x="229332" y="213425"/>
                  <a:pt x="229180" y="189728"/>
                  <a:pt x="229256" y="166031"/>
                </a:cubicBezTo>
                <a:cubicBezTo>
                  <a:pt x="229332" y="164895"/>
                  <a:pt x="228726" y="163760"/>
                  <a:pt x="227666" y="163230"/>
                </a:cubicBezTo>
                <a:cubicBezTo>
                  <a:pt x="219716" y="158838"/>
                  <a:pt x="211843" y="154296"/>
                  <a:pt x="203893" y="149753"/>
                </a:cubicBezTo>
                <a:cubicBezTo>
                  <a:pt x="203590" y="149526"/>
                  <a:pt x="203136" y="149450"/>
                  <a:pt x="202303" y="149072"/>
                </a:cubicBezTo>
                <a:close/>
                <a:moveTo>
                  <a:pt x="120613" y="179356"/>
                </a:moveTo>
                <a:lnTo>
                  <a:pt x="154455" y="198662"/>
                </a:lnTo>
                <a:lnTo>
                  <a:pt x="188070" y="179507"/>
                </a:lnTo>
                <a:cubicBezTo>
                  <a:pt x="188146" y="179280"/>
                  <a:pt x="188146" y="179129"/>
                  <a:pt x="188221" y="178901"/>
                </a:cubicBezTo>
                <a:cubicBezTo>
                  <a:pt x="188221" y="166637"/>
                  <a:pt x="188221" y="154296"/>
                  <a:pt x="188221" y="141955"/>
                </a:cubicBezTo>
                <a:cubicBezTo>
                  <a:pt x="188221" y="140971"/>
                  <a:pt x="187691" y="140517"/>
                  <a:pt x="186934" y="140063"/>
                </a:cubicBezTo>
                <a:lnTo>
                  <a:pt x="157332" y="123255"/>
                </a:lnTo>
                <a:lnTo>
                  <a:pt x="154455" y="121589"/>
                </a:lnTo>
                <a:lnTo>
                  <a:pt x="153244" y="122271"/>
                </a:lnTo>
                <a:lnTo>
                  <a:pt x="121976" y="140063"/>
                </a:lnTo>
                <a:cubicBezTo>
                  <a:pt x="121067" y="140441"/>
                  <a:pt x="120461" y="141425"/>
                  <a:pt x="120613" y="142485"/>
                </a:cubicBezTo>
                <a:cubicBezTo>
                  <a:pt x="120688" y="151192"/>
                  <a:pt x="120613" y="159823"/>
                  <a:pt x="120613" y="168605"/>
                </a:cubicBezTo>
                <a:lnTo>
                  <a:pt x="120613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Text Chat">
            <a:extLst xmlns:a="http://schemas.openxmlformats.org/drawingml/2006/main">
              <a:ext uri="{FF2B5EF4-FFF2-40B4-BE49-F238E27FC236}">
                <a16:creationId xmlns:a16="http://schemas.microsoft.com/office/drawing/2014/main" id="{A4CEE9E1-EC80-4378-823A-4CA20E5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82" y="5171335"/>
            <a:ext cx="287800" cy="96663"/>
          </a:xfrm>
          <a:custGeom xmlns:a="http://schemas.openxmlformats.org/drawingml/2006/main">
            <a:pathLst>
              <a:path w="287800" h="96663">
                <a:moveTo>
                  <a:pt x="50239" y="5456"/>
                </a:moveTo>
                <a:cubicBezTo>
                  <a:pt x="55163" y="5456"/>
                  <a:pt x="60098" y="5960"/>
                  <a:pt x="65044" y="6968"/>
                </a:cubicBezTo>
                <a:cubicBezTo>
                  <a:pt x="69991" y="7975"/>
                  <a:pt x="73728" y="9015"/>
                  <a:pt x="76257" y="10089"/>
                </a:cubicBezTo>
                <a:lnTo>
                  <a:pt x="79983" y="11699"/>
                </a:lnTo>
                <a:lnTo>
                  <a:pt x="80249" y="12102"/>
                </a:lnTo>
                <a:cubicBezTo>
                  <a:pt x="78874" y="17920"/>
                  <a:pt x="77964" y="23828"/>
                  <a:pt x="77521" y="29825"/>
                </a:cubicBezTo>
                <a:lnTo>
                  <a:pt x="73462" y="29958"/>
                </a:lnTo>
                <a:cubicBezTo>
                  <a:pt x="70534" y="24230"/>
                  <a:pt x="67118" y="20001"/>
                  <a:pt x="63214" y="17272"/>
                </a:cubicBezTo>
                <a:cubicBezTo>
                  <a:pt x="59311" y="14541"/>
                  <a:pt x="54364" y="13175"/>
                  <a:pt x="48376" y="13175"/>
                </a:cubicBezTo>
                <a:cubicBezTo>
                  <a:pt x="45359" y="13175"/>
                  <a:pt x="42398" y="13808"/>
                  <a:pt x="39492" y="15074"/>
                </a:cubicBezTo>
                <a:cubicBezTo>
                  <a:pt x="36587" y="16339"/>
                  <a:pt x="33792" y="18316"/>
                  <a:pt x="31108" y="21002"/>
                </a:cubicBezTo>
                <a:cubicBezTo>
                  <a:pt x="28424" y="23687"/>
                  <a:pt x="26273" y="27516"/>
                  <a:pt x="24654" y="32489"/>
                </a:cubicBezTo>
                <a:cubicBezTo>
                  <a:pt x="23034" y="37461"/>
                  <a:pt x="22225" y="43212"/>
                  <a:pt x="22225" y="49740"/>
                </a:cubicBezTo>
                <a:cubicBezTo>
                  <a:pt x="22225" y="59552"/>
                  <a:pt x="24964" y="68465"/>
                  <a:pt x="30443" y="76479"/>
                </a:cubicBezTo>
                <a:cubicBezTo>
                  <a:pt x="35921" y="84493"/>
                  <a:pt x="42298" y="88500"/>
                  <a:pt x="49573" y="88500"/>
                </a:cubicBezTo>
                <a:cubicBezTo>
                  <a:pt x="56006" y="88500"/>
                  <a:pt x="61185" y="87679"/>
                  <a:pt x="65111" y="86036"/>
                </a:cubicBezTo>
                <a:cubicBezTo>
                  <a:pt x="69037" y="84393"/>
                  <a:pt x="73528" y="81152"/>
                  <a:pt x="78586" y="76313"/>
                </a:cubicBezTo>
                <a:lnTo>
                  <a:pt x="81913" y="80975"/>
                </a:lnTo>
                <a:cubicBezTo>
                  <a:pt x="71843" y="91448"/>
                  <a:pt x="60198" y="96663"/>
                  <a:pt x="46978" y="96618"/>
                </a:cubicBezTo>
                <a:cubicBezTo>
                  <a:pt x="35356" y="96618"/>
                  <a:pt x="25463" y="93622"/>
                  <a:pt x="17301" y="87629"/>
                </a:cubicBezTo>
                <a:cubicBezTo>
                  <a:pt x="11667" y="83456"/>
                  <a:pt x="7375" y="78263"/>
                  <a:pt x="4425" y="72048"/>
                </a:cubicBezTo>
                <a:cubicBezTo>
                  <a:pt x="1475" y="65833"/>
                  <a:pt x="0" y="59263"/>
                  <a:pt x="0" y="52337"/>
                </a:cubicBezTo>
                <a:cubicBezTo>
                  <a:pt x="0" y="44868"/>
                  <a:pt x="1475" y="37921"/>
                  <a:pt x="4425" y="31497"/>
                </a:cubicBezTo>
                <a:cubicBezTo>
                  <a:pt x="7375" y="25073"/>
                  <a:pt x="11534" y="19772"/>
                  <a:pt x="16902" y="15594"/>
                </a:cubicBezTo>
                <a:cubicBezTo>
                  <a:pt x="25508" y="8835"/>
                  <a:pt x="36620" y="5456"/>
                  <a:pt x="50239" y="5456"/>
                </a:cubicBezTo>
                <a:close/>
                <a:moveTo>
                  <a:pt x="100822" y="30586"/>
                </a:moveTo>
                <a:cubicBezTo>
                  <a:pt x="100822" y="19569"/>
                  <a:pt x="100289" y="11018"/>
                  <a:pt x="99225" y="4932"/>
                </a:cubicBezTo>
                <a:lnTo>
                  <a:pt x="99491" y="4533"/>
                </a:lnTo>
                <a:cubicBezTo>
                  <a:pt x="102019" y="4354"/>
                  <a:pt x="105424" y="3743"/>
                  <a:pt x="109705" y="2699"/>
                </a:cubicBezTo>
                <a:cubicBezTo>
                  <a:pt x="113986" y="1655"/>
                  <a:pt x="117080" y="756"/>
                  <a:pt x="118988" y="0"/>
                </a:cubicBezTo>
                <a:cubicBezTo>
                  <a:pt x="119786" y="0"/>
                  <a:pt x="120185" y="466"/>
                  <a:pt x="120185" y="1399"/>
                </a:cubicBezTo>
                <a:cubicBezTo>
                  <a:pt x="119298" y="8689"/>
                  <a:pt x="118832" y="17241"/>
                  <a:pt x="118788" y="27057"/>
                </a:cubicBezTo>
                <a:lnTo>
                  <a:pt x="118788" y="35521"/>
                </a:lnTo>
                <a:lnTo>
                  <a:pt x="118256" y="47380"/>
                </a:lnTo>
                <a:lnTo>
                  <a:pt x="118788" y="47646"/>
                </a:lnTo>
                <a:cubicBezTo>
                  <a:pt x="121804" y="43831"/>
                  <a:pt x="125520" y="40836"/>
                  <a:pt x="129934" y="38663"/>
                </a:cubicBezTo>
                <a:cubicBezTo>
                  <a:pt x="134348" y="36488"/>
                  <a:pt x="138418" y="35400"/>
                  <a:pt x="142144" y="35400"/>
                </a:cubicBezTo>
                <a:cubicBezTo>
                  <a:pt x="153855" y="35400"/>
                  <a:pt x="159711" y="42125"/>
                  <a:pt x="159711" y="55575"/>
                </a:cubicBezTo>
                <a:lnTo>
                  <a:pt x="159711" y="70700"/>
                </a:lnTo>
                <a:cubicBezTo>
                  <a:pt x="159711" y="81361"/>
                  <a:pt x="160155" y="89557"/>
                  <a:pt x="161042" y="95287"/>
                </a:cubicBezTo>
                <a:lnTo>
                  <a:pt x="160776" y="95687"/>
                </a:lnTo>
                <a:cubicBezTo>
                  <a:pt x="158336" y="95421"/>
                  <a:pt x="155563" y="95287"/>
                  <a:pt x="152458" y="95287"/>
                </a:cubicBezTo>
                <a:lnTo>
                  <a:pt x="141013" y="95687"/>
                </a:lnTo>
                <a:lnTo>
                  <a:pt x="140880" y="95287"/>
                </a:lnTo>
                <a:cubicBezTo>
                  <a:pt x="141412" y="90445"/>
                  <a:pt x="141700" y="82249"/>
                  <a:pt x="141745" y="70700"/>
                </a:cubicBezTo>
                <a:lnTo>
                  <a:pt x="141745" y="58573"/>
                </a:lnTo>
                <a:cubicBezTo>
                  <a:pt x="141745" y="50133"/>
                  <a:pt x="139371" y="45914"/>
                  <a:pt x="134625" y="45914"/>
                </a:cubicBezTo>
                <a:cubicBezTo>
                  <a:pt x="129612" y="45914"/>
                  <a:pt x="124333" y="49534"/>
                  <a:pt x="118788" y="56774"/>
                </a:cubicBezTo>
                <a:lnTo>
                  <a:pt x="118788" y="70700"/>
                </a:lnTo>
                <a:cubicBezTo>
                  <a:pt x="118788" y="80873"/>
                  <a:pt x="119076" y="89069"/>
                  <a:pt x="119653" y="95287"/>
                </a:cubicBezTo>
                <a:lnTo>
                  <a:pt x="119387" y="95687"/>
                </a:lnTo>
                <a:cubicBezTo>
                  <a:pt x="116370" y="95421"/>
                  <a:pt x="113309" y="95287"/>
                  <a:pt x="110204" y="95287"/>
                </a:cubicBezTo>
                <a:lnTo>
                  <a:pt x="99358" y="95687"/>
                </a:lnTo>
                <a:lnTo>
                  <a:pt x="99225" y="95287"/>
                </a:lnTo>
                <a:cubicBezTo>
                  <a:pt x="100334" y="88357"/>
                  <a:pt x="100866" y="80161"/>
                  <a:pt x="100822" y="70698"/>
                </a:cubicBezTo>
                <a:lnTo>
                  <a:pt x="100822" y="30586"/>
                </a:lnTo>
                <a:close/>
                <a:moveTo>
                  <a:pt x="214354" y="65011"/>
                </a:moveTo>
                <a:lnTo>
                  <a:pt x="203441" y="67872"/>
                </a:lnTo>
                <a:cubicBezTo>
                  <a:pt x="197718" y="69425"/>
                  <a:pt x="194857" y="73706"/>
                  <a:pt x="194857" y="80715"/>
                </a:cubicBezTo>
                <a:cubicBezTo>
                  <a:pt x="194857" y="82622"/>
                  <a:pt x="195545" y="84397"/>
                  <a:pt x="196920" y="86038"/>
                </a:cubicBezTo>
                <a:cubicBezTo>
                  <a:pt x="198295" y="87680"/>
                  <a:pt x="199981" y="88500"/>
                  <a:pt x="201977" y="88500"/>
                </a:cubicBezTo>
                <a:cubicBezTo>
                  <a:pt x="205615" y="88500"/>
                  <a:pt x="208964" y="86948"/>
                  <a:pt x="212025" y="83842"/>
                </a:cubicBezTo>
                <a:cubicBezTo>
                  <a:pt x="212468" y="83399"/>
                  <a:pt x="212923" y="82489"/>
                  <a:pt x="213389" y="81114"/>
                </a:cubicBezTo>
                <a:cubicBezTo>
                  <a:pt x="213855" y="79739"/>
                  <a:pt x="214088" y="78608"/>
                  <a:pt x="214088" y="77720"/>
                </a:cubicBezTo>
                <a:lnTo>
                  <a:pt x="214354" y="65011"/>
                </a:lnTo>
                <a:moveTo>
                  <a:pt x="231521" y="84314"/>
                </a:moveTo>
                <a:cubicBezTo>
                  <a:pt x="231521" y="86424"/>
                  <a:pt x="232131" y="87783"/>
                  <a:pt x="233351" y="88390"/>
                </a:cubicBezTo>
                <a:cubicBezTo>
                  <a:pt x="234571" y="88996"/>
                  <a:pt x="236734" y="89299"/>
                  <a:pt x="239839" y="89299"/>
                </a:cubicBezTo>
                <a:cubicBezTo>
                  <a:pt x="240549" y="89920"/>
                  <a:pt x="240993" y="90874"/>
                  <a:pt x="241170" y="92160"/>
                </a:cubicBezTo>
                <a:cubicBezTo>
                  <a:pt x="237266" y="95177"/>
                  <a:pt x="231876" y="96663"/>
                  <a:pt x="225000" y="96618"/>
                </a:cubicBezTo>
                <a:cubicBezTo>
                  <a:pt x="222073" y="96618"/>
                  <a:pt x="219788" y="96008"/>
                  <a:pt x="218147" y="94788"/>
                </a:cubicBezTo>
                <a:cubicBezTo>
                  <a:pt x="216505" y="93568"/>
                  <a:pt x="215197" y="91561"/>
                  <a:pt x="214221" y="88766"/>
                </a:cubicBezTo>
                <a:lnTo>
                  <a:pt x="213955" y="88766"/>
                </a:lnTo>
                <a:cubicBezTo>
                  <a:pt x="208676" y="94045"/>
                  <a:pt x="202443" y="96663"/>
                  <a:pt x="195256" y="96618"/>
                </a:cubicBezTo>
                <a:cubicBezTo>
                  <a:pt x="190155" y="96618"/>
                  <a:pt x="185774" y="95279"/>
                  <a:pt x="182114" y="92601"/>
                </a:cubicBezTo>
                <a:cubicBezTo>
                  <a:pt x="178455" y="89921"/>
                  <a:pt x="176625" y="86327"/>
                  <a:pt x="176625" y="81817"/>
                </a:cubicBezTo>
                <a:cubicBezTo>
                  <a:pt x="176625" y="77239"/>
                  <a:pt x="178466" y="73278"/>
                  <a:pt x="182148" y="69933"/>
                </a:cubicBezTo>
                <a:cubicBezTo>
                  <a:pt x="185830" y="66588"/>
                  <a:pt x="190976" y="64090"/>
                  <a:pt x="197585" y="62439"/>
                </a:cubicBezTo>
                <a:lnTo>
                  <a:pt x="213555" y="58407"/>
                </a:lnTo>
                <a:cubicBezTo>
                  <a:pt x="214088" y="58221"/>
                  <a:pt x="214354" y="57641"/>
                  <a:pt x="214354" y="56666"/>
                </a:cubicBezTo>
                <a:cubicBezTo>
                  <a:pt x="214354" y="51329"/>
                  <a:pt x="213577" y="47582"/>
                  <a:pt x="212025" y="45425"/>
                </a:cubicBezTo>
                <a:cubicBezTo>
                  <a:pt x="210472" y="43267"/>
                  <a:pt x="208121" y="42187"/>
                  <a:pt x="204971" y="42187"/>
                </a:cubicBezTo>
                <a:cubicBezTo>
                  <a:pt x="198717" y="42187"/>
                  <a:pt x="193127" y="45810"/>
                  <a:pt x="188203" y="53056"/>
                </a:cubicBezTo>
                <a:lnTo>
                  <a:pt x="183678" y="52921"/>
                </a:lnTo>
                <a:lnTo>
                  <a:pt x="180950" y="42593"/>
                </a:lnTo>
                <a:lnTo>
                  <a:pt x="181349" y="42040"/>
                </a:lnTo>
                <a:cubicBezTo>
                  <a:pt x="183168" y="40523"/>
                  <a:pt x="186628" y="39038"/>
                  <a:pt x="191730" y="37583"/>
                </a:cubicBezTo>
                <a:cubicBezTo>
                  <a:pt x="196831" y="36128"/>
                  <a:pt x="201644" y="35400"/>
                  <a:pt x="206169" y="35400"/>
                </a:cubicBezTo>
                <a:cubicBezTo>
                  <a:pt x="209851" y="35356"/>
                  <a:pt x="213677" y="35792"/>
                  <a:pt x="217648" y="36708"/>
                </a:cubicBezTo>
                <a:cubicBezTo>
                  <a:pt x="221618" y="37623"/>
                  <a:pt x="224601" y="38974"/>
                  <a:pt x="226597" y="40761"/>
                </a:cubicBezTo>
                <a:cubicBezTo>
                  <a:pt x="230235" y="43987"/>
                  <a:pt x="232054" y="49435"/>
                  <a:pt x="232054" y="57107"/>
                </a:cubicBezTo>
                <a:cubicBezTo>
                  <a:pt x="232054" y="57378"/>
                  <a:pt x="231965" y="61586"/>
                  <a:pt x="231788" y="69733"/>
                </a:cubicBezTo>
                <a:cubicBezTo>
                  <a:pt x="231610" y="77879"/>
                  <a:pt x="231521" y="82740"/>
                  <a:pt x="231521" y="84314"/>
                </a:cubicBezTo>
                <a:close/>
                <a:moveTo>
                  <a:pt x="245546" y="43518"/>
                </a:moveTo>
                <a:cubicBezTo>
                  <a:pt x="244349" y="43518"/>
                  <a:pt x="243772" y="42793"/>
                  <a:pt x="243816" y="41343"/>
                </a:cubicBezTo>
                <a:cubicBezTo>
                  <a:pt x="243816" y="40332"/>
                  <a:pt x="244127" y="39311"/>
                  <a:pt x="244748" y="38280"/>
                </a:cubicBezTo>
                <a:cubicBezTo>
                  <a:pt x="245369" y="37247"/>
                  <a:pt x="246012" y="36731"/>
                  <a:pt x="246678" y="36731"/>
                </a:cubicBezTo>
                <a:lnTo>
                  <a:pt x="254529" y="36731"/>
                </a:lnTo>
                <a:cubicBezTo>
                  <a:pt x="254529" y="31363"/>
                  <a:pt x="254219" y="26794"/>
                  <a:pt x="253598" y="23023"/>
                </a:cubicBezTo>
                <a:lnTo>
                  <a:pt x="253864" y="22558"/>
                </a:lnTo>
                <a:cubicBezTo>
                  <a:pt x="257502" y="21759"/>
                  <a:pt x="263402" y="19718"/>
                  <a:pt x="271564" y="16436"/>
                </a:cubicBezTo>
                <a:cubicBezTo>
                  <a:pt x="272363" y="16436"/>
                  <a:pt x="272784" y="16902"/>
                  <a:pt x="272828" y="17833"/>
                </a:cubicBezTo>
                <a:cubicBezTo>
                  <a:pt x="272385" y="24487"/>
                  <a:pt x="272163" y="30787"/>
                  <a:pt x="272163" y="36731"/>
                </a:cubicBezTo>
                <a:lnTo>
                  <a:pt x="286736" y="36731"/>
                </a:lnTo>
                <a:cubicBezTo>
                  <a:pt x="287445" y="36731"/>
                  <a:pt x="287800" y="37016"/>
                  <a:pt x="287800" y="37588"/>
                </a:cubicBezTo>
                <a:lnTo>
                  <a:pt x="287800" y="41738"/>
                </a:lnTo>
                <a:cubicBezTo>
                  <a:pt x="287800" y="42925"/>
                  <a:pt x="286713" y="43518"/>
                  <a:pt x="284540" y="43518"/>
                </a:cubicBezTo>
                <a:lnTo>
                  <a:pt x="272163" y="43518"/>
                </a:lnTo>
                <a:lnTo>
                  <a:pt x="271830" y="58114"/>
                </a:lnTo>
                <a:cubicBezTo>
                  <a:pt x="271742" y="63089"/>
                  <a:pt x="271697" y="69508"/>
                  <a:pt x="271697" y="77371"/>
                </a:cubicBezTo>
                <a:cubicBezTo>
                  <a:pt x="271697" y="78082"/>
                  <a:pt x="271719" y="78760"/>
                  <a:pt x="271764" y="79405"/>
                </a:cubicBezTo>
                <a:cubicBezTo>
                  <a:pt x="271808" y="80049"/>
                  <a:pt x="271875" y="80694"/>
                  <a:pt x="271963" y="81339"/>
                </a:cubicBezTo>
                <a:cubicBezTo>
                  <a:pt x="272052" y="81982"/>
                  <a:pt x="272174" y="82581"/>
                  <a:pt x="272329" y="83137"/>
                </a:cubicBezTo>
                <a:cubicBezTo>
                  <a:pt x="272485" y="83692"/>
                  <a:pt x="272662" y="84214"/>
                  <a:pt x="272862" y="84703"/>
                </a:cubicBezTo>
                <a:cubicBezTo>
                  <a:pt x="273061" y="85191"/>
                  <a:pt x="273294" y="85624"/>
                  <a:pt x="273560" y="86003"/>
                </a:cubicBezTo>
                <a:cubicBezTo>
                  <a:pt x="273826" y="86380"/>
                  <a:pt x="274115" y="86713"/>
                  <a:pt x="274425" y="87003"/>
                </a:cubicBezTo>
                <a:cubicBezTo>
                  <a:pt x="274736" y="87291"/>
                  <a:pt x="275091" y="87502"/>
                  <a:pt x="275490" y="87635"/>
                </a:cubicBezTo>
                <a:cubicBezTo>
                  <a:pt x="275889" y="87768"/>
                  <a:pt x="276311" y="87835"/>
                  <a:pt x="276754" y="87835"/>
                </a:cubicBezTo>
                <a:cubicBezTo>
                  <a:pt x="279860" y="87835"/>
                  <a:pt x="282499" y="87302"/>
                  <a:pt x="284673" y="86236"/>
                </a:cubicBezTo>
                <a:cubicBezTo>
                  <a:pt x="286225" y="87217"/>
                  <a:pt x="287002" y="89091"/>
                  <a:pt x="287002" y="91858"/>
                </a:cubicBezTo>
                <a:cubicBezTo>
                  <a:pt x="281723" y="95076"/>
                  <a:pt x="275046" y="96663"/>
                  <a:pt x="266973" y="96618"/>
                </a:cubicBezTo>
                <a:cubicBezTo>
                  <a:pt x="262892" y="96618"/>
                  <a:pt x="259664" y="95269"/>
                  <a:pt x="257291" y="92572"/>
                </a:cubicBezTo>
                <a:cubicBezTo>
                  <a:pt x="254918" y="89873"/>
                  <a:pt x="253731" y="86761"/>
                  <a:pt x="253731" y="83237"/>
                </a:cubicBezTo>
                <a:cubicBezTo>
                  <a:pt x="253731" y="78395"/>
                  <a:pt x="253864" y="70509"/>
                  <a:pt x="254130" y="59580"/>
                </a:cubicBezTo>
                <a:lnTo>
                  <a:pt x="254529" y="43518"/>
                </a:lnTo>
                <a:lnTo>
                  <a:pt x="245546" y="43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Text Model">
            <a:extLst xmlns:a="http://schemas.openxmlformats.org/drawingml/2006/main">
              <a:ext uri="{FF2B5EF4-FFF2-40B4-BE49-F238E27FC236}">
                <a16:creationId xmlns:a16="http://schemas.microsoft.com/office/drawing/2014/main" id="{EFF29D0A-C2D0-41CA-ABC2-D8BCD5E0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0" y="5334868"/>
            <a:ext cx="377255" cy="96618"/>
          </a:xfrm>
          <a:custGeom xmlns:a="http://schemas.openxmlformats.org/drawingml/2006/main">
            <a:pathLst>
              <a:path w="377255" h="96618">
                <a:moveTo>
                  <a:pt x="15238" y="5057"/>
                </a:moveTo>
                <a:lnTo>
                  <a:pt x="26284" y="5057"/>
                </a:lnTo>
                <a:cubicBezTo>
                  <a:pt x="41633" y="36775"/>
                  <a:pt x="52523" y="58645"/>
                  <a:pt x="58956" y="70667"/>
                </a:cubicBezTo>
                <a:lnTo>
                  <a:pt x="94289" y="5057"/>
                </a:lnTo>
                <a:lnTo>
                  <a:pt x="105069" y="5057"/>
                </a:lnTo>
                <a:cubicBezTo>
                  <a:pt x="105868" y="11889"/>
                  <a:pt x="106977" y="21803"/>
                  <a:pt x="108396" y="34801"/>
                </a:cubicBezTo>
                <a:cubicBezTo>
                  <a:pt x="109816" y="47799"/>
                  <a:pt x="111069" y="58989"/>
                  <a:pt x="112156" y="68371"/>
                </a:cubicBezTo>
                <a:cubicBezTo>
                  <a:pt x="113243" y="77754"/>
                  <a:pt x="114429" y="86859"/>
                  <a:pt x="115716" y="95687"/>
                </a:cubicBezTo>
                <a:cubicBezTo>
                  <a:pt x="114341" y="95421"/>
                  <a:pt x="110659" y="95287"/>
                  <a:pt x="104670" y="95287"/>
                </a:cubicBezTo>
                <a:cubicBezTo>
                  <a:pt x="100677" y="95287"/>
                  <a:pt x="97993" y="95421"/>
                  <a:pt x="96618" y="95687"/>
                </a:cubicBezTo>
                <a:cubicBezTo>
                  <a:pt x="94223" y="66808"/>
                  <a:pt x="92160" y="45204"/>
                  <a:pt x="90430" y="30875"/>
                </a:cubicBezTo>
                <a:cubicBezTo>
                  <a:pt x="89809" y="32029"/>
                  <a:pt x="88223" y="34945"/>
                  <a:pt x="85672" y="39625"/>
                </a:cubicBezTo>
                <a:cubicBezTo>
                  <a:pt x="83121" y="44306"/>
                  <a:pt x="81402" y="47466"/>
                  <a:pt x="80515" y="49108"/>
                </a:cubicBezTo>
                <a:cubicBezTo>
                  <a:pt x="79628" y="50749"/>
                  <a:pt x="78098" y="53599"/>
                  <a:pt x="75924" y="57658"/>
                </a:cubicBezTo>
                <a:cubicBezTo>
                  <a:pt x="73750" y="61717"/>
                  <a:pt x="72076" y="64922"/>
                  <a:pt x="70900" y="67273"/>
                </a:cubicBezTo>
                <a:cubicBezTo>
                  <a:pt x="69724" y="69625"/>
                  <a:pt x="68261" y="72541"/>
                  <a:pt x="66508" y="76024"/>
                </a:cubicBezTo>
                <a:cubicBezTo>
                  <a:pt x="64756" y="79506"/>
                  <a:pt x="63159" y="82800"/>
                  <a:pt x="61717" y="85905"/>
                </a:cubicBezTo>
                <a:cubicBezTo>
                  <a:pt x="60276" y="89010"/>
                  <a:pt x="58867" y="92138"/>
                  <a:pt x="57492" y="95287"/>
                </a:cubicBezTo>
                <a:lnTo>
                  <a:pt x="50039" y="95287"/>
                </a:lnTo>
                <a:cubicBezTo>
                  <a:pt x="46579" y="87924"/>
                  <a:pt x="36553" y="68005"/>
                  <a:pt x="19962" y="35533"/>
                </a:cubicBezTo>
                <a:cubicBezTo>
                  <a:pt x="19563" y="38683"/>
                  <a:pt x="18676" y="45426"/>
                  <a:pt x="17301" y="55762"/>
                </a:cubicBezTo>
                <a:cubicBezTo>
                  <a:pt x="15926" y="66098"/>
                  <a:pt x="14905" y="74349"/>
                  <a:pt x="14240" y="80515"/>
                </a:cubicBezTo>
                <a:cubicBezTo>
                  <a:pt x="13574" y="86681"/>
                  <a:pt x="13242" y="91739"/>
                  <a:pt x="13242" y="95687"/>
                </a:cubicBezTo>
                <a:cubicBezTo>
                  <a:pt x="12221" y="95421"/>
                  <a:pt x="10026" y="95287"/>
                  <a:pt x="6654" y="95287"/>
                </a:cubicBezTo>
                <a:cubicBezTo>
                  <a:pt x="3194" y="95287"/>
                  <a:pt x="976" y="95421"/>
                  <a:pt x="0" y="95687"/>
                </a:cubicBezTo>
                <a:cubicBezTo>
                  <a:pt x="5235" y="66985"/>
                  <a:pt x="10314" y="36775"/>
                  <a:pt x="15238" y="5057"/>
                </a:cubicBezTo>
                <a:close/>
                <a:moveTo>
                  <a:pt x="126874" y="67309"/>
                </a:moveTo>
                <a:cubicBezTo>
                  <a:pt x="126874" y="57050"/>
                  <a:pt x="129891" y="49146"/>
                  <a:pt x="135924" y="43595"/>
                </a:cubicBezTo>
                <a:cubicBezTo>
                  <a:pt x="141957" y="38043"/>
                  <a:pt x="150030" y="35311"/>
                  <a:pt x="160145" y="35400"/>
                </a:cubicBezTo>
                <a:cubicBezTo>
                  <a:pt x="171146" y="35400"/>
                  <a:pt x="179342" y="38220"/>
                  <a:pt x="184732" y="43861"/>
                </a:cubicBezTo>
                <a:cubicBezTo>
                  <a:pt x="190122" y="49501"/>
                  <a:pt x="192817" y="56917"/>
                  <a:pt x="192817" y="66109"/>
                </a:cubicBezTo>
                <a:cubicBezTo>
                  <a:pt x="192817" y="75568"/>
                  <a:pt x="189911" y="83017"/>
                  <a:pt x="184100" y="88459"/>
                </a:cubicBezTo>
                <a:cubicBezTo>
                  <a:pt x="178288" y="93898"/>
                  <a:pt x="170215" y="96618"/>
                  <a:pt x="159879" y="96618"/>
                </a:cubicBezTo>
                <a:cubicBezTo>
                  <a:pt x="149720" y="96618"/>
                  <a:pt x="141679" y="94009"/>
                  <a:pt x="135757" y="88791"/>
                </a:cubicBezTo>
                <a:cubicBezTo>
                  <a:pt x="129835" y="83573"/>
                  <a:pt x="126874" y="76413"/>
                  <a:pt x="126874" y="67309"/>
                </a:cubicBezTo>
                <a:moveTo>
                  <a:pt x="159147" y="42187"/>
                </a:moveTo>
                <a:cubicBezTo>
                  <a:pt x="155420" y="42187"/>
                  <a:pt x="152559" y="43287"/>
                  <a:pt x="150563" y="45485"/>
                </a:cubicBezTo>
                <a:cubicBezTo>
                  <a:pt x="148567" y="47684"/>
                  <a:pt x="147347" y="50194"/>
                  <a:pt x="146903" y="53015"/>
                </a:cubicBezTo>
                <a:cubicBezTo>
                  <a:pt x="146459" y="55836"/>
                  <a:pt x="146238" y="59557"/>
                  <a:pt x="146238" y="64177"/>
                </a:cubicBezTo>
                <a:cubicBezTo>
                  <a:pt x="146238" y="81280"/>
                  <a:pt x="151406" y="89831"/>
                  <a:pt x="161742" y="89831"/>
                </a:cubicBezTo>
                <a:cubicBezTo>
                  <a:pt x="169549" y="89831"/>
                  <a:pt x="173453" y="83146"/>
                  <a:pt x="173453" y="69775"/>
                </a:cubicBezTo>
                <a:cubicBezTo>
                  <a:pt x="173453" y="59869"/>
                  <a:pt x="172455" y="52794"/>
                  <a:pt x="170459" y="48552"/>
                </a:cubicBezTo>
                <a:cubicBezTo>
                  <a:pt x="168462" y="44309"/>
                  <a:pt x="164692" y="42187"/>
                  <a:pt x="159147" y="42187"/>
                </a:cubicBezTo>
                <a:close/>
                <a:moveTo>
                  <a:pt x="249528" y="77172"/>
                </a:moveTo>
                <a:lnTo>
                  <a:pt x="249528" y="53915"/>
                </a:lnTo>
                <a:cubicBezTo>
                  <a:pt x="248818" y="50361"/>
                  <a:pt x="247276" y="47518"/>
                  <a:pt x="244903" y="45385"/>
                </a:cubicBezTo>
                <a:cubicBezTo>
                  <a:pt x="242530" y="43253"/>
                  <a:pt x="239746" y="42187"/>
                  <a:pt x="236552" y="42187"/>
                </a:cubicBezTo>
                <a:cubicBezTo>
                  <a:pt x="228212" y="42187"/>
                  <a:pt x="224042" y="49829"/>
                  <a:pt x="224042" y="65111"/>
                </a:cubicBezTo>
                <a:cubicBezTo>
                  <a:pt x="224042" y="80837"/>
                  <a:pt x="228123" y="88722"/>
                  <a:pt x="236286" y="88766"/>
                </a:cubicBezTo>
                <a:cubicBezTo>
                  <a:pt x="242097" y="88766"/>
                  <a:pt x="246511" y="84901"/>
                  <a:pt x="249528" y="77172"/>
                </a:cubicBezTo>
                <a:moveTo>
                  <a:pt x="249528" y="87899"/>
                </a:moveTo>
                <a:cubicBezTo>
                  <a:pt x="246156" y="93712"/>
                  <a:pt x="239657" y="96618"/>
                  <a:pt x="230031" y="96618"/>
                </a:cubicBezTo>
                <a:cubicBezTo>
                  <a:pt x="222490" y="96618"/>
                  <a:pt x="216379" y="93898"/>
                  <a:pt x="211699" y="88459"/>
                </a:cubicBezTo>
                <a:cubicBezTo>
                  <a:pt x="207019" y="83019"/>
                  <a:pt x="204679" y="76058"/>
                  <a:pt x="204679" y="67575"/>
                </a:cubicBezTo>
                <a:cubicBezTo>
                  <a:pt x="204679" y="56029"/>
                  <a:pt x="208582" y="47413"/>
                  <a:pt x="216390" y="41728"/>
                </a:cubicBezTo>
                <a:cubicBezTo>
                  <a:pt x="219584" y="39374"/>
                  <a:pt x="222656" y="37731"/>
                  <a:pt x="225606" y="36800"/>
                </a:cubicBezTo>
                <a:cubicBezTo>
                  <a:pt x="228556" y="35867"/>
                  <a:pt x="232249" y="35400"/>
                  <a:pt x="236685" y="35400"/>
                </a:cubicBezTo>
                <a:cubicBezTo>
                  <a:pt x="238770" y="35400"/>
                  <a:pt x="241110" y="35988"/>
                  <a:pt x="243705" y="37163"/>
                </a:cubicBezTo>
                <a:cubicBezTo>
                  <a:pt x="246300" y="38339"/>
                  <a:pt x="248241" y="39792"/>
                  <a:pt x="249528" y="41522"/>
                </a:cubicBezTo>
                <a:lnTo>
                  <a:pt x="249528" y="30592"/>
                </a:lnTo>
                <a:cubicBezTo>
                  <a:pt x="249528" y="19573"/>
                  <a:pt x="248973" y="11020"/>
                  <a:pt x="247864" y="4932"/>
                </a:cubicBezTo>
                <a:lnTo>
                  <a:pt x="248130" y="4533"/>
                </a:lnTo>
                <a:cubicBezTo>
                  <a:pt x="250659" y="4354"/>
                  <a:pt x="254064" y="3743"/>
                  <a:pt x="258344" y="2699"/>
                </a:cubicBezTo>
                <a:cubicBezTo>
                  <a:pt x="262625" y="1655"/>
                  <a:pt x="265719" y="756"/>
                  <a:pt x="267627" y="0"/>
                </a:cubicBezTo>
                <a:cubicBezTo>
                  <a:pt x="268647" y="0"/>
                  <a:pt x="269157" y="466"/>
                  <a:pt x="269157" y="1399"/>
                </a:cubicBezTo>
                <a:cubicBezTo>
                  <a:pt x="268048" y="10151"/>
                  <a:pt x="267494" y="18702"/>
                  <a:pt x="267494" y="27053"/>
                </a:cubicBezTo>
                <a:lnTo>
                  <a:pt x="267494" y="69099"/>
                </a:lnTo>
                <a:cubicBezTo>
                  <a:pt x="267494" y="77273"/>
                  <a:pt x="268359" y="86002"/>
                  <a:pt x="270089" y="95287"/>
                </a:cubicBezTo>
                <a:lnTo>
                  <a:pt x="269823" y="95687"/>
                </a:lnTo>
                <a:cubicBezTo>
                  <a:pt x="268004" y="95421"/>
                  <a:pt x="264854" y="95287"/>
                  <a:pt x="260374" y="95287"/>
                </a:cubicBezTo>
                <a:cubicBezTo>
                  <a:pt x="256692" y="95287"/>
                  <a:pt x="253808" y="95421"/>
                  <a:pt x="251723" y="95687"/>
                </a:cubicBezTo>
                <a:cubicBezTo>
                  <a:pt x="250925" y="95687"/>
                  <a:pt x="250504" y="95554"/>
                  <a:pt x="250459" y="95287"/>
                </a:cubicBezTo>
                <a:lnTo>
                  <a:pt x="249794" y="87899"/>
                </a:lnTo>
                <a:lnTo>
                  <a:pt x="249528" y="87899"/>
                </a:lnTo>
                <a:close/>
                <a:moveTo>
                  <a:pt x="300881" y="57093"/>
                </a:moveTo>
                <a:lnTo>
                  <a:pt x="321642" y="57093"/>
                </a:lnTo>
                <a:cubicBezTo>
                  <a:pt x="321819" y="56922"/>
                  <a:pt x="321908" y="56007"/>
                  <a:pt x="321908" y="54348"/>
                </a:cubicBezTo>
                <a:cubicBezTo>
                  <a:pt x="321908" y="49626"/>
                  <a:pt x="320932" y="46308"/>
                  <a:pt x="318980" y="44394"/>
                </a:cubicBezTo>
                <a:cubicBezTo>
                  <a:pt x="317028" y="42479"/>
                  <a:pt x="314854" y="41522"/>
                  <a:pt x="312459" y="41522"/>
                </a:cubicBezTo>
                <a:cubicBezTo>
                  <a:pt x="309265" y="41522"/>
                  <a:pt x="306825" y="42777"/>
                  <a:pt x="305139" y="45288"/>
                </a:cubicBezTo>
                <a:cubicBezTo>
                  <a:pt x="302389" y="49158"/>
                  <a:pt x="300969" y="53093"/>
                  <a:pt x="300881" y="57093"/>
                </a:cubicBezTo>
                <a:moveTo>
                  <a:pt x="337678" y="77654"/>
                </a:moveTo>
                <a:cubicBezTo>
                  <a:pt x="339053" y="77654"/>
                  <a:pt x="339741" y="79051"/>
                  <a:pt x="339741" y="81846"/>
                </a:cubicBezTo>
                <a:cubicBezTo>
                  <a:pt x="332998" y="91694"/>
                  <a:pt x="324503" y="96618"/>
                  <a:pt x="314256" y="96618"/>
                </a:cubicBezTo>
                <a:cubicBezTo>
                  <a:pt x="304452" y="96618"/>
                  <a:pt x="297043" y="94350"/>
                  <a:pt x="292031" y="89814"/>
                </a:cubicBezTo>
                <a:cubicBezTo>
                  <a:pt x="289236" y="87280"/>
                  <a:pt x="287018" y="83980"/>
                  <a:pt x="285377" y="79912"/>
                </a:cubicBezTo>
                <a:cubicBezTo>
                  <a:pt x="283735" y="75843"/>
                  <a:pt x="282914" y="71764"/>
                  <a:pt x="282914" y="67673"/>
                </a:cubicBezTo>
                <a:cubicBezTo>
                  <a:pt x="282914" y="57692"/>
                  <a:pt x="285931" y="49707"/>
                  <a:pt x="291964" y="43718"/>
                </a:cubicBezTo>
                <a:cubicBezTo>
                  <a:pt x="297997" y="37729"/>
                  <a:pt x="305117" y="34735"/>
                  <a:pt x="313324" y="34735"/>
                </a:cubicBezTo>
                <a:cubicBezTo>
                  <a:pt x="322507" y="34735"/>
                  <a:pt x="329116" y="37045"/>
                  <a:pt x="333153" y="41665"/>
                </a:cubicBezTo>
                <a:cubicBezTo>
                  <a:pt x="337190" y="46286"/>
                  <a:pt x="339209" y="51871"/>
                  <a:pt x="339209" y="58421"/>
                </a:cubicBezTo>
                <a:cubicBezTo>
                  <a:pt x="339209" y="62060"/>
                  <a:pt x="337878" y="63880"/>
                  <a:pt x="335216" y="63880"/>
                </a:cubicBezTo>
                <a:lnTo>
                  <a:pt x="300348" y="63880"/>
                </a:lnTo>
                <a:lnTo>
                  <a:pt x="300348" y="66076"/>
                </a:lnTo>
                <a:cubicBezTo>
                  <a:pt x="300348" y="73795"/>
                  <a:pt x="302034" y="79085"/>
                  <a:pt x="305406" y="81946"/>
                </a:cubicBezTo>
                <a:cubicBezTo>
                  <a:pt x="308777" y="84807"/>
                  <a:pt x="313501" y="86238"/>
                  <a:pt x="319579" y="86238"/>
                </a:cubicBezTo>
                <a:cubicBezTo>
                  <a:pt x="322285" y="86238"/>
                  <a:pt x="325324" y="85484"/>
                  <a:pt x="328695" y="83975"/>
                </a:cubicBezTo>
                <a:cubicBezTo>
                  <a:pt x="332066" y="82467"/>
                  <a:pt x="335061" y="80360"/>
                  <a:pt x="337678" y="77654"/>
                </a:cubicBezTo>
                <a:close/>
                <a:moveTo>
                  <a:pt x="357580" y="67966"/>
                </a:moveTo>
                <a:lnTo>
                  <a:pt x="357580" y="30584"/>
                </a:lnTo>
                <a:cubicBezTo>
                  <a:pt x="357580" y="19567"/>
                  <a:pt x="357048" y="11016"/>
                  <a:pt x="355983" y="4930"/>
                </a:cubicBezTo>
                <a:lnTo>
                  <a:pt x="356250" y="4531"/>
                </a:lnTo>
                <a:cubicBezTo>
                  <a:pt x="358778" y="4354"/>
                  <a:pt x="362183" y="3743"/>
                  <a:pt x="366464" y="2699"/>
                </a:cubicBezTo>
                <a:cubicBezTo>
                  <a:pt x="370745" y="1655"/>
                  <a:pt x="373839" y="756"/>
                  <a:pt x="375746" y="0"/>
                </a:cubicBezTo>
                <a:cubicBezTo>
                  <a:pt x="376767" y="0"/>
                  <a:pt x="377255" y="466"/>
                  <a:pt x="377210" y="1399"/>
                </a:cubicBezTo>
                <a:cubicBezTo>
                  <a:pt x="376101" y="10151"/>
                  <a:pt x="375547" y="18702"/>
                  <a:pt x="375547" y="27053"/>
                </a:cubicBezTo>
                <a:lnTo>
                  <a:pt x="375547" y="67966"/>
                </a:lnTo>
                <a:cubicBezTo>
                  <a:pt x="375547" y="78894"/>
                  <a:pt x="376101" y="88001"/>
                  <a:pt x="377210" y="95287"/>
                </a:cubicBezTo>
                <a:lnTo>
                  <a:pt x="376944" y="95687"/>
                </a:lnTo>
                <a:cubicBezTo>
                  <a:pt x="373129" y="95421"/>
                  <a:pt x="369669" y="95287"/>
                  <a:pt x="366564" y="95287"/>
                </a:cubicBezTo>
                <a:lnTo>
                  <a:pt x="356117" y="95687"/>
                </a:lnTo>
                <a:lnTo>
                  <a:pt x="355983" y="95287"/>
                </a:lnTo>
                <a:cubicBezTo>
                  <a:pt x="357048" y="88357"/>
                  <a:pt x="357580" y="79250"/>
                  <a:pt x="357580" y="6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D26B7-8725-4ADD-A6A8-15F0966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82" y="4560935"/>
            <a:ext cx="479619" cy="479619"/>
          </a:xfrm>
          <a:custGeom xmlns:a="http://schemas.openxmlformats.org/drawingml/2006/main">
            <a:pathLst>
              <a:path w="479619" h="479619">
                <a:moveTo>
                  <a:pt x="239772" y="76"/>
                </a:moveTo>
                <a:cubicBezTo>
                  <a:pt x="306018" y="76"/>
                  <a:pt x="365904" y="26953"/>
                  <a:pt x="409285" y="70334"/>
                </a:cubicBezTo>
                <a:cubicBezTo>
                  <a:pt x="454332" y="115230"/>
                  <a:pt x="479619" y="176252"/>
                  <a:pt x="479468" y="239848"/>
                </a:cubicBezTo>
                <a:cubicBezTo>
                  <a:pt x="479468" y="306018"/>
                  <a:pt x="452667" y="365980"/>
                  <a:pt x="409285" y="409285"/>
                </a:cubicBezTo>
                <a:cubicBezTo>
                  <a:pt x="364390" y="454332"/>
                  <a:pt x="303368" y="479619"/>
                  <a:pt x="239772" y="479544"/>
                </a:cubicBezTo>
                <a:cubicBezTo>
                  <a:pt x="176176" y="479619"/>
                  <a:pt x="115230" y="454332"/>
                  <a:pt x="70334" y="409285"/>
                </a:cubicBezTo>
                <a:cubicBezTo>
                  <a:pt x="25287" y="364390"/>
                  <a:pt x="0" y="303444"/>
                  <a:pt x="76" y="239848"/>
                </a:cubicBezTo>
                <a:cubicBezTo>
                  <a:pt x="76" y="173602"/>
                  <a:pt x="26877" y="113716"/>
                  <a:pt x="70334" y="70334"/>
                </a:cubicBezTo>
                <a:cubicBezTo>
                  <a:pt x="115230" y="25287"/>
                  <a:pt x="176176" y="0"/>
                  <a:pt x="239772" y="7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38E5E-56F1-4DEC-92F9-9EB4B069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06" y="4640657"/>
            <a:ext cx="308138" cy="314649"/>
          </a:xfrm>
          <a:custGeom xmlns:a="http://schemas.openxmlformats.org/drawingml/2006/main">
            <a:pathLst>
              <a:path w="308138" h="314649">
                <a:moveTo>
                  <a:pt x="291709" y="107735"/>
                </a:moveTo>
                <a:cubicBezTo>
                  <a:pt x="291784" y="115230"/>
                  <a:pt x="290649" y="122649"/>
                  <a:pt x="288453" y="129766"/>
                </a:cubicBezTo>
                <a:cubicBezTo>
                  <a:pt x="287923" y="131507"/>
                  <a:pt x="288075" y="132643"/>
                  <a:pt x="289286" y="134006"/>
                </a:cubicBezTo>
                <a:cubicBezTo>
                  <a:pt x="298674" y="144756"/>
                  <a:pt x="304882" y="158006"/>
                  <a:pt x="307078" y="172163"/>
                </a:cubicBezTo>
                <a:cubicBezTo>
                  <a:pt x="307759" y="176252"/>
                  <a:pt x="308138" y="180416"/>
                  <a:pt x="308138" y="184655"/>
                </a:cubicBezTo>
                <a:cubicBezTo>
                  <a:pt x="307910" y="200403"/>
                  <a:pt x="302914" y="215696"/>
                  <a:pt x="293828" y="228567"/>
                </a:cubicBezTo>
                <a:cubicBezTo>
                  <a:pt x="286333" y="239318"/>
                  <a:pt x="276188" y="247948"/>
                  <a:pt x="264377" y="253702"/>
                </a:cubicBezTo>
                <a:cubicBezTo>
                  <a:pt x="259002" y="256352"/>
                  <a:pt x="253324" y="258396"/>
                  <a:pt x="247494" y="259608"/>
                </a:cubicBezTo>
                <a:cubicBezTo>
                  <a:pt x="246207" y="259835"/>
                  <a:pt x="245223" y="260743"/>
                  <a:pt x="244920" y="261955"/>
                </a:cubicBezTo>
                <a:cubicBezTo>
                  <a:pt x="236441" y="284516"/>
                  <a:pt x="220920" y="300188"/>
                  <a:pt x="198207" y="308895"/>
                </a:cubicBezTo>
                <a:cubicBezTo>
                  <a:pt x="190788" y="311696"/>
                  <a:pt x="182990" y="313286"/>
                  <a:pt x="175040" y="313664"/>
                </a:cubicBezTo>
                <a:cubicBezTo>
                  <a:pt x="154750" y="314649"/>
                  <a:pt x="136731" y="308819"/>
                  <a:pt x="120908" y="296251"/>
                </a:cubicBezTo>
                <a:cubicBezTo>
                  <a:pt x="118410" y="294131"/>
                  <a:pt x="115987" y="291860"/>
                  <a:pt x="113640" y="289437"/>
                </a:cubicBezTo>
                <a:cubicBezTo>
                  <a:pt x="112807" y="288453"/>
                  <a:pt x="111520" y="288075"/>
                  <a:pt x="110233" y="288377"/>
                </a:cubicBezTo>
                <a:cubicBezTo>
                  <a:pt x="91684" y="291633"/>
                  <a:pt x="73968" y="289134"/>
                  <a:pt x="57463" y="279822"/>
                </a:cubicBezTo>
                <a:cubicBezTo>
                  <a:pt x="36038" y="267784"/>
                  <a:pt x="23091" y="249463"/>
                  <a:pt x="18322" y="225690"/>
                </a:cubicBezTo>
                <a:cubicBezTo>
                  <a:pt x="16050" y="213955"/>
                  <a:pt x="16732" y="201841"/>
                  <a:pt x="20366" y="190409"/>
                </a:cubicBezTo>
                <a:lnTo>
                  <a:pt x="20669" y="189349"/>
                </a:lnTo>
                <a:cubicBezTo>
                  <a:pt x="21047" y="188517"/>
                  <a:pt x="20820" y="187532"/>
                  <a:pt x="20139" y="186927"/>
                </a:cubicBezTo>
                <a:cubicBezTo>
                  <a:pt x="8858" y="174207"/>
                  <a:pt x="2120" y="158081"/>
                  <a:pt x="984" y="141047"/>
                </a:cubicBezTo>
                <a:cubicBezTo>
                  <a:pt x="0" y="127040"/>
                  <a:pt x="2953" y="113034"/>
                  <a:pt x="9615" y="100618"/>
                </a:cubicBezTo>
                <a:cubicBezTo>
                  <a:pt x="17262" y="85552"/>
                  <a:pt x="29754" y="73438"/>
                  <a:pt x="45047" y="66170"/>
                </a:cubicBezTo>
                <a:cubicBezTo>
                  <a:pt x="50195" y="63672"/>
                  <a:pt x="55722" y="61779"/>
                  <a:pt x="61400" y="60568"/>
                </a:cubicBezTo>
                <a:cubicBezTo>
                  <a:pt x="62612" y="60340"/>
                  <a:pt x="63672" y="59432"/>
                  <a:pt x="63974" y="58221"/>
                </a:cubicBezTo>
                <a:cubicBezTo>
                  <a:pt x="68139" y="46334"/>
                  <a:pt x="75179" y="35583"/>
                  <a:pt x="84567" y="27180"/>
                </a:cubicBezTo>
                <a:cubicBezTo>
                  <a:pt x="109400" y="4618"/>
                  <a:pt x="145589" y="0"/>
                  <a:pt x="175343" y="15596"/>
                </a:cubicBezTo>
                <a:cubicBezTo>
                  <a:pt x="182611" y="19382"/>
                  <a:pt x="189198" y="24378"/>
                  <a:pt x="194800" y="30359"/>
                </a:cubicBezTo>
                <a:cubicBezTo>
                  <a:pt x="196088" y="31722"/>
                  <a:pt x="197299" y="32025"/>
                  <a:pt x="199192" y="31722"/>
                </a:cubicBezTo>
                <a:cubicBezTo>
                  <a:pt x="214182" y="28997"/>
                  <a:pt x="229703" y="30662"/>
                  <a:pt x="243784" y="36643"/>
                </a:cubicBezTo>
                <a:cubicBezTo>
                  <a:pt x="253854" y="40807"/>
                  <a:pt x="262939" y="47016"/>
                  <a:pt x="270358" y="54965"/>
                </a:cubicBezTo>
                <a:cubicBezTo>
                  <a:pt x="283910" y="69198"/>
                  <a:pt x="291633" y="88050"/>
                  <a:pt x="291709" y="107735"/>
                </a:cubicBezTo>
                <a:close/>
                <a:moveTo>
                  <a:pt x="175419" y="39747"/>
                </a:moveTo>
                <a:cubicBezTo>
                  <a:pt x="174889" y="39293"/>
                  <a:pt x="174586" y="38915"/>
                  <a:pt x="174207" y="38612"/>
                </a:cubicBezTo>
                <a:cubicBezTo>
                  <a:pt x="162245" y="29300"/>
                  <a:pt x="147103" y="24984"/>
                  <a:pt x="132037" y="26650"/>
                </a:cubicBezTo>
                <a:cubicBezTo>
                  <a:pt x="119999" y="27710"/>
                  <a:pt x="108643" y="32631"/>
                  <a:pt x="99634" y="40580"/>
                </a:cubicBezTo>
                <a:cubicBezTo>
                  <a:pt x="86612" y="52012"/>
                  <a:pt x="79798" y="66397"/>
                  <a:pt x="79646" y="83583"/>
                </a:cubicBezTo>
                <a:cubicBezTo>
                  <a:pt x="79419" y="106977"/>
                  <a:pt x="79571" y="130447"/>
                  <a:pt x="79571" y="153842"/>
                </a:cubicBezTo>
                <a:cubicBezTo>
                  <a:pt x="79419" y="155204"/>
                  <a:pt x="80176" y="156491"/>
                  <a:pt x="81388" y="157021"/>
                </a:cubicBezTo>
                <a:cubicBezTo>
                  <a:pt x="89261" y="161413"/>
                  <a:pt x="96984" y="165879"/>
                  <a:pt x="104858" y="170346"/>
                </a:cubicBezTo>
                <a:cubicBezTo>
                  <a:pt x="105312" y="170649"/>
                  <a:pt x="105842" y="170801"/>
                  <a:pt x="106523" y="171179"/>
                </a:cubicBezTo>
                <a:lnTo>
                  <a:pt x="106523" y="168605"/>
                </a:lnTo>
                <a:lnTo>
                  <a:pt x="106523" y="85325"/>
                </a:lnTo>
                <a:cubicBezTo>
                  <a:pt x="106523" y="81161"/>
                  <a:pt x="108340" y="78056"/>
                  <a:pt x="111974" y="75937"/>
                </a:cubicBezTo>
                <a:lnTo>
                  <a:pt x="173375" y="41035"/>
                </a:lnTo>
                <a:lnTo>
                  <a:pt x="175419" y="39747"/>
                </a:lnTo>
                <a:close/>
                <a:moveTo>
                  <a:pt x="59356" y="81993"/>
                </a:moveTo>
                <a:cubicBezTo>
                  <a:pt x="58675" y="82220"/>
                  <a:pt x="58221" y="82296"/>
                  <a:pt x="57766" y="82448"/>
                </a:cubicBezTo>
                <a:cubicBezTo>
                  <a:pt x="51028" y="85022"/>
                  <a:pt x="44971" y="88883"/>
                  <a:pt x="39747" y="93728"/>
                </a:cubicBezTo>
                <a:cubicBezTo>
                  <a:pt x="25590" y="107205"/>
                  <a:pt x="19306" y="123558"/>
                  <a:pt x="21577" y="142788"/>
                </a:cubicBezTo>
                <a:cubicBezTo>
                  <a:pt x="23924" y="161715"/>
                  <a:pt x="33539" y="176176"/>
                  <a:pt x="50120" y="185867"/>
                </a:cubicBezTo>
                <a:cubicBezTo>
                  <a:pt x="70561" y="197753"/>
                  <a:pt x="91230" y="209337"/>
                  <a:pt x="111823" y="221072"/>
                </a:cubicBezTo>
                <a:cubicBezTo>
                  <a:pt x="112807" y="221753"/>
                  <a:pt x="114170" y="221753"/>
                  <a:pt x="115154" y="221072"/>
                </a:cubicBezTo>
                <a:cubicBezTo>
                  <a:pt x="122876" y="216605"/>
                  <a:pt x="130599" y="212214"/>
                  <a:pt x="138397" y="207747"/>
                </a:cubicBezTo>
                <a:cubicBezTo>
                  <a:pt x="138927" y="207444"/>
                  <a:pt x="139457" y="207141"/>
                  <a:pt x="140063" y="206687"/>
                </a:cubicBezTo>
                <a:cubicBezTo>
                  <a:pt x="139533" y="206308"/>
                  <a:pt x="139078" y="205930"/>
                  <a:pt x="138700" y="205703"/>
                </a:cubicBezTo>
                <a:lnTo>
                  <a:pt x="85325" y="175267"/>
                </a:lnTo>
                <a:lnTo>
                  <a:pt x="64429" y="163381"/>
                </a:lnTo>
                <a:cubicBezTo>
                  <a:pt x="62385" y="162321"/>
                  <a:pt x="60795" y="160428"/>
                  <a:pt x="60038" y="158233"/>
                </a:cubicBezTo>
                <a:cubicBezTo>
                  <a:pt x="59583" y="156643"/>
                  <a:pt x="59356" y="155053"/>
                  <a:pt x="59356" y="153387"/>
                </a:cubicBezTo>
                <a:cubicBezTo>
                  <a:pt x="59356" y="130599"/>
                  <a:pt x="59356" y="107810"/>
                  <a:pt x="59356" y="84946"/>
                </a:cubicBezTo>
                <a:lnTo>
                  <a:pt x="59356" y="81993"/>
                </a:lnTo>
                <a:close/>
                <a:moveTo>
                  <a:pt x="270586" y="117804"/>
                </a:moveTo>
                <a:cubicBezTo>
                  <a:pt x="271873" y="111066"/>
                  <a:pt x="271797" y="104176"/>
                  <a:pt x="270434" y="97438"/>
                </a:cubicBezTo>
                <a:cubicBezTo>
                  <a:pt x="266270" y="77678"/>
                  <a:pt x="254989" y="63217"/>
                  <a:pt x="236138" y="55192"/>
                </a:cubicBezTo>
                <a:cubicBezTo>
                  <a:pt x="217892" y="47394"/>
                  <a:pt x="199873" y="48908"/>
                  <a:pt x="182611" y="58751"/>
                </a:cubicBezTo>
                <a:cubicBezTo>
                  <a:pt x="162473" y="70258"/>
                  <a:pt x="142258" y="81766"/>
                  <a:pt x="122044" y="93198"/>
                </a:cubicBezTo>
                <a:cubicBezTo>
                  <a:pt x="121135" y="93653"/>
                  <a:pt x="120529" y="94561"/>
                  <a:pt x="120605" y="95621"/>
                </a:cubicBezTo>
                <a:cubicBezTo>
                  <a:pt x="120681" y="104782"/>
                  <a:pt x="120605" y="113867"/>
                  <a:pt x="120605" y="123028"/>
                </a:cubicBezTo>
                <a:cubicBezTo>
                  <a:pt x="120605" y="123482"/>
                  <a:pt x="120681" y="123936"/>
                  <a:pt x="120757" y="124618"/>
                </a:cubicBezTo>
                <a:lnTo>
                  <a:pt x="124088" y="122725"/>
                </a:lnTo>
                <a:lnTo>
                  <a:pt x="177842" y="92138"/>
                </a:lnTo>
                <a:lnTo>
                  <a:pt x="196012" y="81766"/>
                </a:lnTo>
                <a:cubicBezTo>
                  <a:pt x="197980" y="80555"/>
                  <a:pt x="200252" y="80025"/>
                  <a:pt x="202523" y="80176"/>
                </a:cubicBezTo>
                <a:cubicBezTo>
                  <a:pt x="204264" y="80403"/>
                  <a:pt x="206005" y="81009"/>
                  <a:pt x="207520" y="81993"/>
                </a:cubicBezTo>
                <a:cubicBezTo>
                  <a:pt x="218043" y="88050"/>
                  <a:pt x="228567" y="94031"/>
                  <a:pt x="239090" y="100012"/>
                </a:cubicBezTo>
                <a:lnTo>
                  <a:pt x="269223" y="117198"/>
                </a:lnTo>
                <a:cubicBezTo>
                  <a:pt x="269677" y="117425"/>
                  <a:pt x="270131" y="117577"/>
                  <a:pt x="270586" y="117804"/>
                </a:cubicBezTo>
                <a:close/>
                <a:moveTo>
                  <a:pt x="38082" y="202069"/>
                </a:moveTo>
                <a:cubicBezTo>
                  <a:pt x="37855" y="205324"/>
                  <a:pt x="37552" y="208125"/>
                  <a:pt x="37476" y="210927"/>
                </a:cubicBezTo>
                <a:cubicBezTo>
                  <a:pt x="37022" y="221223"/>
                  <a:pt x="39672" y="231520"/>
                  <a:pt x="44971" y="240378"/>
                </a:cubicBezTo>
                <a:cubicBezTo>
                  <a:pt x="57388" y="260895"/>
                  <a:pt x="75861" y="270510"/>
                  <a:pt x="99861" y="269601"/>
                </a:cubicBezTo>
                <a:cubicBezTo>
                  <a:pt x="109324" y="269299"/>
                  <a:pt x="118031" y="266194"/>
                  <a:pt x="126132" y="261500"/>
                </a:cubicBezTo>
                <a:cubicBezTo>
                  <a:pt x="134990" y="256352"/>
                  <a:pt x="143848" y="251355"/>
                  <a:pt x="152706" y="246283"/>
                </a:cubicBezTo>
                <a:cubicBezTo>
                  <a:pt x="164062" y="239848"/>
                  <a:pt x="175343" y="233412"/>
                  <a:pt x="186700" y="226977"/>
                </a:cubicBezTo>
                <a:cubicBezTo>
                  <a:pt x="187684" y="226523"/>
                  <a:pt x="188365" y="225387"/>
                  <a:pt x="188214" y="224251"/>
                </a:cubicBezTo>
                <a:cubicBezTo>
                  <a:pt x="188138" y="215393"/>
                  <a:pt x="188214" y="206460"/>
                  <a:pt x="188214" y="197602"/>
                </a:cubicBezTo>
                <a:cubicBezTo>
                  <a:pt x="188214" y="196996"/>
                  <a:pt x="188138" y="196390"/>
                  <a:pt x="188062" y="195633"/>
                </a:cubicBezTo>
                <a:cubicBezTo>
                  <a:pt x="187381" y="196012"/>
                  <a:pt x="186851" y="196239"/>
                  <a:pt x="186321" y="196466"/>
                </a:cubicBezTo>
                <a:cubicBezTo>
                  <a:pt x="178371" y="201009"/>
                  <a:pt x="170422" y="205551"/>
                  <a:pt x="162473" y="210094"/>
                </a:cubicBezTo>
                <a:lnTo>
                  <a:pt x="128328" y="229551"/>
                </a:lnTo>
                <a:lnTo>
                  <a:pt x="112429" y="238636"/>
                </a:lnTo>
                <a:cubicBezTo>
                  <a:pt x="109324" y="240529"/>
                  <a:pt x="105312" y="240529"/>
                  <a:pt x="102208" y="238636"/>
                </a:cubicBezTo>
                <a:lnTo>
                  <a:pt x="100694" y="237728"/>
                </a:lnTo>
                <a:lnTo>
                  <a:pt x="44820" y="205930"/>
                </a:lnTo>
                <a:cubicBezTo>
                  <a:pt x="42700" y="204718"/>
                  <a:pt x="40656" y="203507"/>
                  <a:pt x="38082" y="202069"/>
                </a:cubicBezTo>
                <a:close/>
                <a:moveTo>
                  <a:pt x="168605" y="113413"/>
                </a:moveTo>
                <a:cubicBezTo>
                  <a:pt x="169286" y="113867"/>
                  <a:pt x="169513" y="114094"/>
                  <a:pt x="169892" y="114246"/>
                </a:cubicBezTo>
                <a:cubicBezTo>
                  <a:pt x="185715" y="123331"/>
                  <a:pt x="201539" y="132340"/>
                  <a:pt x="217362" y="141350"/>
                </a:cubicBezTo>
                <a:lnTo>
                  <a:pt x="244390" y="156794"/>
                </a:lnTo>
                <a:cubicBezTo>
                  <a:pt x="246661" y="158006"/>
                  <a:pt x="248403" y="160126"/>
                  <a:pt x="249008" y="162624"/>
                </a:cubicBezTo>
                <a:cubicBezTo>
                  <a:pt x="249387" y="163835"/>
                  <a:pt x="249538" y="165122"/>
                  <a:pt x="249538" y="166334"/>
                </a:cubicBezTo>
                <a:cubicBezTo>
                  <a:pt x="249538" y="189652"/>
                  <a:pt x="249538" y="212971"/>
                  <a:pt x="249538" y="236289"/>
                </a:cubicBezTo>
                <a:lnTo>
                  <a:pt x="249538" y="238258"/>
                </a:lnTo>
                <a:cubicBezTo>
                  <a:pt x="250598" y="237879"/>
                  <a:pt x="251507" y="237576"/>
                  <a:pt x="252415" y="237198"/>
                </a:cubicBezTo>
                <a:cubicBezTo>
                  <a:pt x="259229" y="234321"/>
                  <a:pt x="265437" y="230157"/>
                  <a:pt x="270661" y="224933"/>
                </a:cubicBezTo>
                <a:cubicBezTo>
                  <a:pt x="282775" y="212744"/>
                  <a:pt x="288680" y="198056"/>
                  <a:pt x="287620" y="180946"/>
                </a:cubicBezTo>
                <a:cubicBezTo>
                  <a:pt x="286257" y="160580"/>
                  <a:pt x="276567" y="145059"/>
                  <a:pt x="258926" y="134460"/>
                </a:cubicBezTo>
                <a:cubicBezTo>
                  <a:pt x="253172" y="130902"/>
                  <a:pt x="247191" y="127646"/>
                  <a:pt x="241210" y="124315"/>
                </a:cubicBezTo>
                <a:lnTo>
                  <a:pt x="196996" y="99028"/>
                </a:lnTo>
                <a:cubicBezTo>
                  <a:pt x="196012" y="98347"/>
                  <a:pt x="194725" y="98422"/>
                  <a:pt x="193816" y="99104"/>
                </a:cubicBezTo>
                <a:cubicBezTo>
                  <a:pt x="188517" y="102132"/>
                  <a:pt x="183217" y="105160"/>
                  <a:pt x="177917" y="108113"/>
                </a:cubicBezTo>
                <a:lnTo>
                  <a:pt x="168605" y="113413"/>
                </a:lnTo>
                <a:close/>
                <a:moveTo>
                  <a:pt x="202296" y="148996"/>
                </a:moveTo>
                <a:lnTo>
                  <a:pt x="202296" y="234472"/>
                </a:lnTo>
                <a:cubicBezTo>
                  <a:pt x="202296" y="238788"/>
                  <a:pt x="200706" y="241967"/>
                  <a:pt x="196920" y="244087"/>
                </a:cubicBezTo>
                <a:lnTo>
                  <a:pt x="166031" y="261728"/>
                </a:lnTo>
                <a:lnTo>
                  <a:pt x="134914" y="279444"/>
                </a:lnTo>
                <a:cubicBezTo>
                  <a:pt x="134460" y="279746"/>
                  <a:pt x="134006" y="280125"/>
                  <a:pt x="133400" y="280504"/>
                </a:cubicBezTo>
                <a:cubicBezTo>
                  <a:pt x="134157" y="281109"/>
                  <a:pt x="134611" y="281563"/>
                  <a:pt x="135217" y="281942"/>
                </a:cubicBezTo>
                <a:cubicBezTo>
                  <a:pt x="152252" y="294207"/>
                  <a:pt x="170876" y="297235"/>
                  <a:pt x="190712" y="290270"/>
                </a:cubicBezTo>
                <a:cubicBezTo>
                  <a:pt x="213501" y="282396"/>
                  <a:pt x="228794" y="261122"/>
                  <a:pt x="229173" y="237046"/>
                </a:cubicBezTo>
                <a:cubicBezTo>
                  <a:pt x="229324" y="213349"/>
                  <a:pt x="229173" y="189652"/>
                  <a:pt x="229248" y="166031"/>
                </a:cubicBezTo>
                <a:cubicBezTo>
                  <a:pt x="229324" y="164819"/>
                  <a:pt x="228718" y="163760"/>
                  <a:pt x="227658" y="163230"/>
                </a:cubicBezTo>
                <a:cubicBezTo>
                  <a:pt x="219709" y="158763"/>
                  <a:pt x="211835" y="154220"/>
                  <a:pt x="203886" y="149753"/>
                </a:cubicBezTo>
                <a:cubicBezTo>
                  <a:pt x="203583" y="149526"/>
                  <a:pt x="203128" y="149375"/>
                  <a:pt x="202296" y="148996"/>
                </a:cubicBezTo>
                <a:close/>
                <a:moveTo>
                  <a:pt x="120605" y="179356"/>
                </a:moveTo>
                <a:lnTo>
                  <a:pt x="154447" y="198586"/>
                </a:lnTo>
                <a:lnTo>
                  <a:pt x="188062" y="179431"/>
                </a:lnTo>
                <a:cubicBezTo>
                  <a:pt x="188138" y="179280"/>
                  <a:pt x="188138" y="179053"/>
                  <a:pt x="188214" y="178901"/>
                </a:cubicBezTo>
                <a:cubicBezTo>
                  <a:pt x="188214" y="166561"/>
                  <a:pt x="188214" y="154220"/>
                  <a:pt x="188214" y="141955"/>
                </a:cubicBezTo>
                <a:cubicBezTo>
                  <a:pt x="188214" y="140895"/>
                  <a:pt x="187684" y="140517"/>
                  <a:pt x="186927" y="140063"/>
                </a:cubicBezTo>
                <a:lnTo>
                  <a:pt x="157324" y="123179"/>
                </a:lnTo>
                <a:lnTo>
                  <a:pt x="154447" y="121589"/>
                </a:lnTo>
                <a:lnTo>
                  <a:pt x="153236" y="122271"/>
                </a:lnTo>
                <a:lnTo>
                  <a:pt x="121968" y="139987"/>
                </a:lnTo>
                <a:cubicBezTo>
                  <a:pt x="121059" y="140441"/>
                  <a:pt x="120454" y="141425"/>
                  <a:pt x="120605" y="142409"/>
                </a:cubicBezTo>
                <a:cubicBezTo>
                  <a:pt x="120681" y="151116"/>
                  <a:pt x="120605" y="159823"/>
                  <a:pt x="120605" y="168529"/>
                </a:cubicBezTo>
                <a:lnTo>
                  <a:pt x="120605" y="179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E2651ACD-3A69-4C8D-8C09-0994C585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78" y="5171335"/>
            <a:ext cx="691988" cy="127804"/>
          </a:xfrm>
          <a:custGeom xmlns:a="http://schemas.openxmlformats.org/drawingml/2006/main">
            <a:pathLst>
              <a:path w="691988" h="127804">
                <a:moveTo>
                  <a:pt x="21293" y="67970"/>
                </a:moveTo>
                <a:cubicBezTo>
                  <a:pt x="21293" y="77082"/>
                  <a:pt x="21648" y="82861"/>
                  <a:pt x="22358" y="85306"/>
                </a:cubicBezTo>
                <a:cubicBezTo>
                  <a:pt x="27814" y="85306"/>
                  <a:pt x="33792" y="85062"/>
                  <a:pt x="40291" y="84574"/>
                </a:cubicBezTo>
                <a:cubicBezTo>
                  <a:pt x="46790" y="84085"/>
                  <a:pt x="51925" y="83596"/>
                  <a:pt x="55695" y="83106"/>
                </a:cubicBezTo>
                <a:lnTo>
                  <a:pt x="61351" y="82306"/>
                </a:lnTo>
                <a:lnTo>
                  <a:pt x="61617" y="82907"/>
                </a:lnTo>
                <a:cubicBezTo>
                  <a:pt x="61440" y="84372"/>
                  <a:pt x="61351" y="86857"/>
                  <a:pt x="61351" y="90363"/>
                </a:cubicBezTo>
                <a:cubicBezTo>
                  <a:pt x="61351" y="91073"/>
                  <a:pt x="61440" y="92715"/>
                  <a:pt x="61617" y="95287"/>
                </a:cubicBezTo>
                <a:lnTo>
                  <a:pt x="61351" y="95687"/>
                </a:lnTo>
                <a:cubicBezTo>
                  <a:pt x="59178" y="95421"/>
                  <a:pt x="56449" y="95287"/>
                  <a:pt x="53167" y="95287"/>
                </a:cubicBezTo>
                <a:lnTo>
                  <a:pt x="11711" y="95287"/>
                </a:lnTo>
                <a:lnTo>
                  <a:pt x="133" y="95687"/>
                </a:lnTo>
                <a:lnTo>
                  <a:pt x="0" y="95287"/>
                </a:lnTo>
                <a:cubicBezTo>
                  <a:pt x="1109" y="87918"/>
                  <a:pt x="1664" y="78817"/>
                  <a:pt x="1664" y="67985"/>
                </a:cubicBezTo>
                <a:lnTo>
                  <a:pt x="1664" y="34622"/>
                </a:lnTo>
                <a:cubicBezTo>
                  <a:pt x="1664" y="24145"/>
                  <a:pt x="1109" y="15044"/>
                  <a:pt x="0" y="7320"/>
                </a:cubicBezTo>
                <a:lnTo>
                  <a:pt x="266" y="6920"/>
                </a:lnTo>
                <a:cubicBezTo>
                  <a:pt x="4791" y="7186"/>
                  <a:pt x="8606" y="7320"/>
                  <a:pt x="11711" y="7320"/>
                </a:cubicBezTo>
                <a:lnTo>
                  <a:pt x="51769" y="7320"/>
                </a:lnTo>
                <a:cubicBezTo>
                  <a:pt x="55052" y="7320"/>
                  <a:pt x="57780" y="7186"/>
                  <a:pt x="59954" y="6920"/>
                </a:cubicBezTo>
                <a:lnTo>
                  <a:pt x="60220" y="7320"/>
                </a:lnTo>
                <a:cubicBezTo>
                  <a:pt x="60043" y="9866"/>
                  <a:pt x="59954" y="11475"/>
                  <a:pt x="59954" y="12146"/>
                </a:cubicBezTo>
                <a:cubicBezTo>
                  <a:pt x="59954" y="14418"/>
                  <a:pt x="60043" y="16290"/>
                  <a:pt x="60220" y="17760"/>
                </a:cubicBezTo>
                <a:lnTo>
                  <a:pt x="59954" y="18291"/>
                </a:lnTo>
                <a:cubicBezTo>
                  <a:pt x="47045" y="17187"/>
                  <a:pt x="34513" y="16635"/>
                  <a:pt x="22358" y="16635"/>
                </a:cubicBezTo>
                <a:cubicBezTo>
                  <a:pt x="21648" y="19064"/>
                  <a:pt x="21293" y="25047"/>
                  <a:pt x="21293" y="34583"/>
                </a:cubicBezTo>
                <a:lnTo>
                  <a:pt x="21293" y="44450"/>
                </a:lnTo>
                <a:cubicBezTo>
                  <a:pt x="31186" y="44450"/>
                  <a:pt x="41478" y="44008"/>
                  <a:pt x="52169" y="43125"/>
                </a:cubicBezTo>
                <a:lnTo>
                  <a:pt x="52634" y="43522"/>
                </a:lnTo>
                <a:cubicBezTo>
                  <a:pt x="52368" y="44727"/>
                  <a:pt x="52224" y="46423"/>
                  <a:pt x="52202" y="48611"/>
                </a:cubicBezTo>
                <a:cubicBezTo>
                  <a:pt x="52180" y="50798"/>
                  <a:pt x="52324" y="52517"/>
                  <a:pt x="52634" y="53768"/>
                </a:cubicBezTo>
                <a:lnTo>
                  <a:pt x="52169" y="54233"/>
                </a:lnTo>
                <a:cubicBezTo>
                  <a:pt x="43163" y="53345"/>
                  <a:pt x="32872" y="52878"/>
                  <a:pt x="21293" y="52834"/>
                </a:cubicBezTo>
                <a:lnTo>
                  <a:pt x="21293" y="67970"/>
                </a:lnTo>
                <a:close/>
                <a:moveTo>
                  <a:pt x="97552" y="47646"/>
                </a:moveTo>
                <a:cubicBezTo>
                  <a:pt x="100169" y="44186"/>
                  <a:pt x="103396" y="41280"/>
                  <a:pt x="107234" y="38929"/>
                </a:cubicBezTo>
                <a:cubicBezTo>
                  <a:pt x="111071" y="36576"/>
                  <a:pt x="114631" y="35400"/>
                  <a:pt x="117914" y="35400"/>
                </a:cubicBezTo>
                <a:cubicBezTo>
                  <a:pt x="123636" y="35400"/>
                  <a:pt x="127784" y="36287"/>
                  <a:pt x="130357" y="38062"/>
                </a:cubicBezTo>
                <a:cubicBezTo>
                  <a:pt x="132930" y="39836"/>
                  <a:pt x="134993" y="42587"/>
                  <a:pt x="136545" y="46313"/>
                </a:cubicBezTo>
                <a:cubicBezTo>
                  <a:pt x="143466" y="39038"/>
                  <a:pt x="150696" y="35400"/>
                  <a:pt x="158238" y="35400"/>
                </a:cubicBezTo>
                <a:cubicBezTo>
                  <a:pt x="165335" y="35400"/>
                  <a:pt x="170359" y="37220"/>
                  <a:pt x="173309" y="40861"/>
                </a:cubicBezTo>
                <a:cubicBezTo>
                  <a:pt x="176259" y="44501"/>
                  <a:pt x="177734" y="49917"/>
                  <a:pt x="177734" y="57107"/>
                </a:cubicBezTo>
                <a:lnTo>
                  <a:pt x="177734" y="70700"/>
                </a:lnTo>
                <a:cubicBezTo>
                  <a:pt x="177734" y="79273"/>
                  <a:pt x="178267" y="87469"/>
                  <a:pt x="179331" y="95287"/>
                </a:cubicBezTo>
                <a:lnTo>
                  <a:pt x="179065" y="95687"/>
                </a:lnTo>
                <a:cubicBezTo>
                  <a:pt x="175516" y="95421"/>
                  <a:pt x="172211" y="95287"/>
                  <a:pt x="169151" y="95287"/>
                </a:cubicBezTo>
                <a:lnTo>
                  <a:pt x="158238" y="95687"/>
                </a:lnTo>
                <a:lnTo>
                  <a:pt x="158105" y="95287"/>
                </a:lnTo>
                <a:cubicBezTo>
                  <a:pt x="159214" y="87914"/>
                  <a:pt x="159746" y="79718"/>
                  <a:pt x="159702" y="70700"/>
                </a:cubicBezTo>
                <a:lnTo>
                  <a:pt x="159702" y="58041"/>
                </a:lnTo>
                <a:cubicBezTo>
                  <a:pt x="159702" y="49956"/>
                  <a:pt x="157217" y="45914"/>
                  <a:pt x="152249" y="45914"/>
                </a:cubicBezTo>
                <a:cubicBezTo>
                  <a:pt x="149543" y="45914"/>
                  <a:pt x="147181" y="46480"/>
                  <a:pt x="145162" y="47613"/>
                </a:cubicBezTo>
                <a:cubicBezTo>
                  <a:pt x="143144" y="48745"/>
                  <a:pt x="140538" y="51089"/>
                  <a:pt x="137344" y="54643"/>
                </a:cubicBezTo>
                <a:cubicBezTo>
                  <a:pt x="137432" y="55753"/>
                  <a:pt x="137477" y="57108"/>
                  <a:pt x="137477" y="58706"/>
                </a:cubicBezTo>
                <a:lnTo>
                  <a:pt x="137477" y="70700"/>
                </a:lnTo>
                <a:cubicBezTo>
                  <a:pt x="137477" y="79273"/>
                  <a:pt x="138031" y="87469"/>
                  <a:pt x="139140" y="95287"/>
                </a:cubicBezTo>
                <a:lnTo>
                  <a:pt x="138874" y="95687"/>
                </a:lnTo>
                <a:cubicBezTo>
                  <a:pt x="135325" y="95421"/>
                  <a:pt x="131998" y="95287"/>
                  <a:pt x="128893" y="95287"/>
                </a:cubicBezTo>
                <a:lnTo>
                  <a:pt x="118047" y="95687"/>
                </a:lnTo>
                <a:lnTo>
                  <a:pt x="117914" y="95287"/>
                </a:lnTo>
                <a:cubicBezTo>
                  <a:pt x="119023" y="87914"/>
                  <a:pt x="119555" y="79718"/>
                  <a:pt x="119511" y="70700"/>
                </a:cubicBezTo>
                <a:lnTo>
                  <a:pt x="119511" y="56974"/>
                </a:lnTo>
                <a:cubicBezTo>
                  <a:pt x="119511" y="52621"/>
                  <a:pt x="118878" y="49690"/>
                  <a:pt x="117614" y="48180"/>
                </a:cubicBezTo>
                <a:cubicBezTo>
                  <a:pt x="116350" y="46669"/>
                  <a:pt x="114298" y="45914"/>
                  <a:pt x="111459" y="45914"/>
                </a:cubicBezTo>
                <a:cubicBezTo>
                  <a:pt x="107910" y="45914"/>
                  <a:pt x="103097" y="49600"/>
                  <a:pt x="97020" y="56974"/>
                </a:cubicBezTo>
                <a:lnTo>
                  <a:pt x="97020" y="70700"/>
                </a:lnTo>
                <a:cubicBezTo>
                  <a:pt x="97020" y="80605"/>
                  <a:pt x="97485" y="88801"/>
                  <a:pt x="98417" y="95287"/>
                </a:cubicBezTo>
                <a:lnTo>
                  <a:pt x="98151" y="95687"/>
                </a:lnTo>
                <a:cubicBezTo>
                  <a:pt x="94513" y="95421"/>
                  <a:pt x="91142" y="95287"/>
                  <a:pt x="88036" y="95287"/>
                </a:cubicBezTo>
                <a:lnTo>
                  <a:pt x="77523" y="95687"/>
                </a:lnTo>
                <a:lnTo>
                  <a:pt x="77390" y="95287"/>
                </a:lnTo>
                <a:cubicBezTo>
                  <a:pt x="78499" y="87915"/>
                  <a:pt x="79053" y="79721"/>
                  <a:pt x="79053" y="70705"/>
                </a:cubicBezTo>
                <a:lnTo>
                  <a:pt x="79053" y="63244"/>
                </a:lnTo>
                <a:cubicBezTo>
                  <a:pt x="79053" y="51165"/>
                  <a:pt x="78543" y="42327"/>
                  <a:pt x="77523" y="36731"/>
                </a:cubicBezTo>
                <a:lnTo>
                  <a:pt x="77789" y="36332"/>
                </a:lnTo>
                <a:cubicBezTo>
                  <a:pt x="85597" y="36687"/>
                  <a:pt x="91519" y="36553"/>
                  <a:pt x="95556" y="35932"/>
                </a:cubicBezTo>
                <a:cubicBezTo>
                  <a:pt x="96177" y="35932"/>
                  <a:pt x="96576" y="36387"/>
                  <a:pt x="96753" y="37297"/>
                </a:cubicBezTo>
                <a:cubicBezTo>
                  <a:pt x="96931" y="38206"/>
                  <a:pt x="97020" y="41523"/>
                  <a:pt x="97020" y="47247"/>
                </a:cubicBezTo>
                <a:lnTo>
                  <a:pt x="97552" y="47646"/>
                </a:lnTo>
                <a:close/>
                <a:moveTo>
                  <a:pt x="222048" y="87968"/>
                </a:moveTo>
                <a:cubicBezTo>
                  <a:pt x="224133" y="89210"/>
                  <a:pt x="227571" y="89831"/>
                  <a:pt x="232362" y="89831"/>
                </a:cubicBezTo>
                <a:cubicBezTo>
                  <a:pt x="236887" y="89831"/>
                  <a:pt x="240192" y="87680"/>
                  <a:pt x="242277" y="83377"/>
                </a:cubicBezTo>
                <a:cubicBezTo>
                  <a:pt x="244273" y="79295"/>
                  <a:pt x="245271" y="73173"/>
                  <a:pt x="245271" y="65011"/>
                </a:cubicBezTo>
                <a:cubicBezTo>
                  <a:pt x="245271" y="51481"/>
                  <a:pt x="241013" y="44716"/>
                  <a:pt x="232495" y="44716"/>
                </a:cubicBezTo>
                <a:cubicBezTo>
                  <a:pt x="229390" y="44716"/>
                  <a:pt x="225109" y="46668"/>
                  <a:pt x="219653" y="50572"/>
                </a:cubicBezTo>
                <a:lnTo>
                  <a:pt x="219653" y="80582"/>
                </a:lnTo>
                <a:cubicBezTo>
                  <a:pt x="219697" y="84530"/>
                  <a:pt x="220496" y="86992"/>
                  <a:pt x="222048" y="87968"/>
                </a:cubicBezTo>
                <a:moveTo>
                  <a:pt x="219653" y="27093"/>
                </a:moveTo>
                <a:lnTo>
                  <a:pt x="219653" y="42973"/>
                </a:lnTo>
                <a:cubicBezTo>
                  <a:pt x="226307" y="37925"/>
                  <a:pt x="232584" y="35400"/>
                  <a:pt x="238484" y="35400"/>
                </a:cubicBezTo>
                <a:cubicBezTo>
                  <a:pt x="246026" y="35400"/>
                  <a:pt x="252258" y="37665"/>
                  <a:pt x="257182" y="42196"/>
                </a:cubicBezTo>
                <a:cubicBezTo>
                  <a:pt x="262195" y="46813"/>
                  <a:pt x="264679" y="53497"/>
                  <a:pt x="264635" y="62245"/>
                </a:cubicBezTo>
                <a:cubicBezTo>
                  <a:pt x="264635" y="73792"/>
                  <a:pt x="260820" y="82851"/>
                  <a:pt x="253190" y="89423"/>
                </a:cubicBezTo>
                <a:cubicBezTo>
                  <a:pt x="247556" y="94264"/>
                  <a:pt x="240791" y="96663"/>
                  <a:pt x="232895" y="96618"/>
                </a:cubicBezTo>
                <a:cubicBezTo>
                  <a:pt x="226862" y="96618"/>
                  <a:pt x="222448" y="96263"/>
                  <a:pt x="219653" y="95554"/>
                </a:cubicBezTo>
                <a:cubicBezTo>
                  <a:pt x="215084" y="94356"/>
                  <a:pt x="212511" y="93757"/>
                  <a:pt x="211934" y="93757"/>
                </a:cubicBezTo>
                <a:cubicBezTo>
                  <a:pt x="211224" y="93757"/>
                  <a:pt x="209494" y="94234"/>
                  <a:pt x="206744" y="95188"/>
                </a:cubicBezTo>
                <a:cubicBezTo>
                  <a:pt x="203994" y="96141"/>
                  <a:pt x="202441" y="96685"/>
                  <a:pt x="202086" y="96818"/>
                </a:cubicBezTo>
                <a:cubicBezTo>
                  <a:pt x="201554" y="96729"/>
                  <a:pt x="201066" y="96485"/>
                  <a:pt x="200622" y="96086"/>
                </a:cubicBezTo>
                <a:cubicBezTo>
                  <a:pt x="201332" y="92265"/>
                  <a:pt x="201687" y="85913"/>
                  <a:pt x="201687" y="77028"/>
                </a:cubicBezTo>
                <a:lnTo>
                  <a:pt x="201687" y="30586"/>
                </a:lnTo>
                <a:cubicBezTo>
                  <a:pt x="201687" y="19569"/>
                  <a:pt x="201154" y="11018"/>
                  <a:pt x="200090" y="4932"/>
                </a:cubicBezTo>
                <a:lnTo>
                  <a:pt x="200356" y="4533"/>
                </a:lnTo>
                <a:cubicBezTo>
                  <a:pt x="202885" y="4354"/>
                  <a:pt x="206334" y="3743"/>
                  <a:pt x="210703" y="2699"/>
                </a:cubicBezTo>
                <a:cubicBezTo>
                  <a:pt x="215073" y="1655"/>
                  <a:pt x="218211" y="756"/>
                  <a:pt x="220119" y="0"/>
                </a:cubicBezTo>
                <a:cubicBezTo>
                  <a:pt x="220917" y="0"/>
                  <a:pt x="221317" y="467"/>
                  <a:pt x="221317" y="1402"/>
                </a:cubicBezTo>
                <a:cubicBezTo>
                  <a:pt x="220207" y="10166"/>
                  <a:pt x="219653" y="18729"/>
                  <a:pt x="219653" y="27093"/>
                </a:cubicBezTo>
                <a:close/>
                <a:moveTo>
                  <a:pt x="293253" y="57093"/>
                </a:moveTo>
                <a:lnTo>
                  <a:pt x="314014" y="57093"/>
                </a:lnTo>
                <a:cubicBezTo>
                  <a:pt x="314192" y="56922"/>
                  <a:pt x="314280" y="56007"/>
                  <a:pt x="314280" y="54348"/>
                </a:cubicBezTo>
                <a:cubicBezTo>
                  <a:pt x="314280" y="49626"/>
                  <a:pt x="313304" y="46308"/>
                  <a:pt x="311352" y="44394"/>
                </a:cubicBezTo>
                <a:cubicBezTo>
                  <a:pt x="309401" y="42479"/>
                  <a:pt x="307227" y="41522"/>
                  <a:pt x="304831" y="41522"/>
                </a:cubicBezTo>
                <a:cubicBezTo>
                  <a:pt x="301637" y="41522"/>
                  <a:pt x="299198" y="42777"/>
                  <a:pt x="297512" y="45288"/>
                </a:cubicBezTo>
                <a:cubicBezTo>
                  <a:pt x="294761" y="49158"/>
                  <a:pt x="293342" y="53093"/>
                  <a:pt x="293253" y="57093"/>
                </a:cubicBezTo>
                <a:moveTo>
                  <a:pt x="330051" y="77654"/>
                </a:moveTo>
                <a:cubicBezTo>
                  <a:pt x="331426" y="77654"/>
                  <a:pt x="332113" y="79051"/>
                  <a:pt x="332113" y="81846"/>
                </a:cubicBezTo>
                <a:cubicBezTo>
                  <a:pt x="325371" y="91694"/>
                  <a:pt x="316875" y="96618"/>
                  <a:pt x="306628" y="96618"/>
                </a:cubicBezTo>
                <a:cubicBezTo>
                  <a:pt x="296824" y="96618"/>
                  <a:pt x="289416" y="94350"/>
                  <a:pt x="284403" y="89814"/>
                </a:cubicBezTo>
                <a:cubicBezTo>
                  <a:pt x="281608" y="87280"/>
                  <a:pt x="279390" y="83980"/>
                  <a:pt x="277749" y="79912"/>
                </a:cubicBezTo>
                <a:cubicBezTo>
                  <a:pt x="276108" y="75843"/>
                  <a:pt x="275287" y="71764"/>
                  <a:pt x="275287" y="67673"/>
                </a:cubicBezTo>
                <a:cubicBezTo>
                  <a:pt x="275287" y="57692"/>
                  <a:pt x="278304" y="49707"/>
                  <a:pt x="284337" y="43718"/>
                </a:cubicBezTo>
                <a:cubicBezTo>
                  <a:pt x="290370" y="37729"/>
                  <a:pt x="297490" y="34735"/>
                  <a:pt x="305696" y="34735"/>
                </a:cubicBezTo>
                <a:cubicBezTo>
                  <a:pt x="314879" y="34735"/>
                  <a:pt x="321489" y="37045"/>
                  <a:pt x="325526" y="41665"/>
                </a:cubicBezTo>
                <a:cubicBezTo>
                  <a:pt x="329563" y="46286"/>
                  <a:pt x="331581" y="51871"/>
                  <a:pt x="331581" y="58421"/>
                </a:cubicBezTo>
                <a:cubicBezTo>
                  <a:pt x="331581" y="62060"/>
                  <a:pt x="330250" y="63880"/>
                  <a:pt x="327589" y="63880"/>
                </a:cubicBezTo>
                <a:lnTo>
                  <a:pt x="292721" y="63880"/>
                </a:lnTo>
                <a:lnTo>
                  <a:pt x="292721" y="66076"/>
                </a:lnTo>
                <a:cubicBezTo>
                  <a:pt x="292721" y="73795"/>
                  <a:pt x="294407" y="79085"/>
                  <a:pt x="297778" y="81946"/>
                </a:cubicBezTo>
                <a:cubicBezTo>
                  <a:pt x="301149" y="84807"/>
                  <a:pt x="305874" y="86238"/>
                  <a:pt x="311951" y="86238"/>
                </a:cubicBezTo>
                <a:cubicBezTo>
                  <a:pt x="314657" y="86238"/>
                  <a:pt x="317696" y="85484"/>
                  <a:pt x="321068" y="83975"/>
                </a:cubicBezTo>
                <a:cubicBezTo>
                  <a:pt x="324439" y="82467"/>
                  <a:pt x="327433" y="80360"/>
                  <a:pt x="330051" y="77654"/>
                </a:cubicBezTo>
                <a:close/>
                <a:moveTo>
                  <a:pt x="389079" y="77172"/>
                </a:moveTo>
                <a:lnTo>
                  <a:pt x="389079" y="53915"/>
                </a:lnTo>
                <a:cubicBezTo>
                  <a:pt x="388370" y="50361"/>
                  <a:pt x="386828" y="47518"/>
                  <a:pt x="384455" y="45385"/>
                </a:cubicBezTo>
                <a:cubicBezTo>
                  <a:pt x="382081" y="43253"/>
                  <a:pt x="379298" y="42187"/>
                  <a:pt x="376104" y="42187"/>
                </a:cubicBezTo>
                <a:cubicBezTo>
                  <a:pt x="367764" y="42187"/>
                  <a:pt x="363594" y="49829"/>
                  <a:pt x="363594" y="65111"/>
                </a:cubicBezTo>
                <a:cubicBezTo>
                  <a:pt x="363594" y="80837"/>
                  <a:pt x="367675" y="88722"/>
                  <a:pt x="375838" y="88766"/>
                </a:cubicBezTo>
                <a:cubicBezTo>
                  <a:pt x="381649" y="88766"/>
                  <a:pt x="386063" y="84901"/>
                  <a:pt x="389079" y="77172"/>
                </a:cubicBezTo>
                <a:moveTo>
                  <a:pt x="389079" y="87899"/>
                </a:moveTo>
                <a:cubicBezTo>
                  <a:pt x="385708" y="93712"/>
                  <a:pt x="379209" y="96618"/>
                  <a:pt x="369583" y="96618"/>
                </a:cubicBezTo>
                <a:cubicBezTo>
                  <a:pt x="362041" y="96618"/>
                  <a:pt x="355931" y="93898"/>
                  <a:pt x="351250" y="88459"/>
                </a:cubicBezTo>
                <a:cubicBezTo>
                  <a:pt x="346570" y="83019"/>
                  <a:pt x="344230" y="76058"/>
                  <a:pt x="344230" y="67575"/>
                </a:cubicBezTo>
                <a:cubicBezTo>
                  <a:pt x="344230" y="56029"/>
                  <a:pt x="348134" y="47413"/>
                  <a:pt x="355942" y="41728"/>
                </a:cubicBezTo>
                <a:cubicBezTo>
                  <a:pt x="359136" y="39374"/>
                  <a:pt x="362208" y="37731"/>
                  <a:pt x="365158" y="36800"/>
                </a:cubicBezTo>
                <a:cubicBezTo>
                  <a:pt x="368108" y="35867"/>
                  <a:pt x="371801" y="35400"/>
                  <a:pt x="376237" y="35400"/>
                </a:cubicBezTo>
                <a:cubicBezTo>
                  <a:pt x="378322" y="35400"/>
                  <a:pt x="380662" y="35988"/>
                  <a:pt x="383257" y="37163"/>
                </a:cubicBezTo>
                <a:cubicBezTo>
                  <a:pt x="385852" y="38339"/>
                  <a:pt x="387793" y="39792"/>
                  <a:pt x="389079" y="41522"/>
                </a:cubicBezTo>
                <a:lnTo>
                  <a:pt x="389079" y="30592"/>
                </a:lnTo>
                <a:cubicBezTo>
                  <a:pt x="389079" y="19573"/>
                  <a:pt x="388525" y="11020"/>
                  <a:pt x="387416" y="4932"/>
                </a:cubicBezTo>
                <a:lnTo>
                  <a:pt x="387682" y="4533"/>
                </a:lnTo>
                <a:cubicBezTo>
                  <a:pt x="390211" y="4354"/>
                  <a:pt x="393615" y="3743"/>
                  <a:pt x="397896" y="2699"/>
                </a:cubicBezTo>
                <a:cubicBezTo>
                  <a:pt x="402177" y="1655"/>
                  <a:pt x="405271" y="756"/>
                  <a:pt x="407179" y="0"/>
                </a:cubicBezTo>
                <a:cubicBezTo>
                  <a:pt x="408199" y="0"/>
                  <a:pt x="408709" y="466"/>
                  <a:pt x="408709" y="1399"/>
                </a:cubicBezTo>
                <a:cubicBezTo>
                  <a:pt x="407600" y="10151"/>
                  <a:pt x="407046" y="18702"/>
                  <a:pt x="407046" y="27053"/>
                </a:cubicBezTo>
                <a:lnTo>
                  <a:pt x="407046" y="69099"/>
                </a:lnTo>
                <a:cubicBezTo>
                  <a:pt x="407046" y="77273"/>
                  <a:pt x="407911" y="86002"/>
                  <a:pt x="409641" y="95287"/>
                </a:cubicBezTo>
                <a:lnTo>
                  <a:pt x="409375" y="95687"/>
                </a:lnTo>
                <a:cubicBezTo>
                  <a:pt x="407556" y="95421"/>
                  <a:pt x="404406" y="95287"/>
                  <a:pt x="399926" y="95287"/>
                </a:cubicBezTo>
                <a:cubicBezTo>
                  <a:pt x="396244" y="95287"/>
                  <a:pt x="393360" y="95421"/>
                  <a:pt x="391275" y="95687"/>
                </a:cubicBezTo>
                <a:cubicBezTo>
                  <a:pt x="390477" y="95687"/>
                  <a:pt x="390055" y="95554"/>
                  <a:pt x="390011" y="95287"/>
                </a:cubicBezTo>
                <a:lnTo>
                  <a:pt x="389346" y="87899"/>
                </a:lnTo>
                <a:lnTo>
                  <a:pt x="389079" y="87899"/>
                </a:lnTo>
                <a:close/>
                <a:moveTo>
                  <a:pt x="467848" y="77172"/>
                </a:moveTo>
                <a:lnTo>
                  <a:pt x="467848" y="53915"/>
                </a:lnTo>
                <a:cubicBezTo>
                  <a:pt x="467138" y="50361"/>
                  <a:pt x="465596" y="47518"/>
                  <a:pt x="463223" y="45385"/>
                </a:cubicBezTo>
                <a:cubicBezTo>
                  <a:pt x="460850" y="43253"/>
                  <a:pt x="458066" y="42187"/>
                  <a:pt x="454872" y="42187"/>
                </a:cubicBezTo>
                <a:cubicBezTo>
                  <a:pt x="446532" y="42187"/>
                  <a:pt x="442362" y="49829"/>
                  <a:pt x="442362" y="65111"/>
                </a:cubicBezTo>
                <a:cubicBezTo>
                  <a:pt x="442362" y="80837"/>
                  <a:pt x="446443" y="88722"/>
                  <a:pt x="454606" y="88766"/>
                </a:cubicBezTo>
                <a:cubicBezTo>
                  <a:pt x="460417" y="88766"/>
                  <a:pt x="464831" y="84901"/>
                  <a:pt x="467848" y="77172"/>
                </a:cubicBezTo>
                <a:moveTo>
                  <a:pt x="467848" y="87899"/>
                </a:moveTo>
                <a:cubicBezTo>
                  <a:pt x="464476" y="93712"/>
                  <a:pt x="457977" y="96618"/>
                  <a:pt x="448351" y="96618"/>
                </a:cubicBezTo>
                <a:cubicBezTo>
                  <a:pt x="440809" y="96618"/>
                  <a:pt x="434699" y="93898"/>
                  <a:pt x="430019" y="88459"/>
                </a:cubicBezTo>
                <a:cubicBezTo>
                  <a:pt x="425339" y="83019"/>
                  <a:pt x="422999" y="76058"/>
                  <a:pt x="422999" y="67575"/>
                </a:cubicBezTo>
                <a:cubicBezTo>
                  <a:pt x="422999" y="56029"/>
                  <a:pt x="426902" y="47413"/>
                  <a:pt x="434710" y="41728"/>
                </a:cubicBezTo>
                <a:cubicBezTo>
                  <a:pt x="437904" y="39374"/>
                  <a:pt x="440976" y="37731"/>
                  <a:pt x="443926" y="36800"/>
                </a:cubicBezTo>
                <a:cubicBezTo>
                  <a:pt x="446876" y="35867"/>
                  <a:pt x="450569" y="35400"/>
                  <a:pt x="455005" y="35400"/>
                </a:cubicBezTo>
                <a:cubicBezTo>
                  <a:pt x="457090" y="35400"/>
                  <a:pt x="459430" y="35988"/>
                  <a:pt x="462025" y="37163"/>
                </a:cubicBezTo>
                <a:cubicBezTo>
                  <a:pt x="464620" y="38339"/>
                  <a:pt x="466561" y="39792"/>
                  <a:pt x="467848" y="41522"/>
                </a:cubicBezTo>
                <a:lnTo>
                  <a:pt x="467848" y="30592"/>
                </a:lnTo>
                <a:cubicBezTo>
                  <a:pt x="467848" y="19573"/>
                  <a:pt x="467293" y="11020"/>
                  <a:pt x="466184" y="4932"/>
                </a:cubicBezTo>
                <a:lnTo>
                  <a:pt x="466450" y="4533"/>
                </a:lnTo>
                <a:cubicBezTo>
                  <a:pt x="468979" y="4354"/>
                  <a:pt x="472383" y="3743"/>
                  <a:pt x="476664" y="2699"/>
                </a:cubicBezTo>
                <a:cubicBezTo>
                  <a:pt x="480945" y="1655"/>
                  <a:pt x="484039" y="756"/>
                  <a:pt x="485947" y="0"/>
                </a:cubicBezTo>
                <a:cubicBezTo>
                  <a:pt x="486967" y="0"/>
                  <a:pt x="487477" y="466"/>
                  <a:pt x="487477" y="1399"/>
                </a:cubicBezTo>
                <a:cubicBezTo>
                  <a:pt x="486368" y="10151"/>
                  <a:pt x="485814" y="18702"/>
                  <a:pt x="485814" y="27053"/>
                </a:cubicBezTo>
                <a:lnTo>
                  <a:pt x="485814" y="69099"/>
                </a:lnTo>
                <a:cubicBezTo>
                  <a:pt x="485814" y="77273"/>
                  <a:pt x="486679" y="86002"/>
                  <a:pt x="488409" y="95287"/>
                </a:cubicBezTo>
                <a:lnTo>
                  <a:pt x="488143" y="95687"/>
                </a:lnTo>
                <a:cubicBezTo>
                  <a:pt x="486324" y="95421"/>
                  <a:pt x="483174" y="95287"/>
                  <a:pt x="478694" y="95287"/>
                </a:cubicBezTo>
                <a:cubicBezTo>
                  <a:pt x="475012" y="95287"/>
                  <a:pt x="472128" y="95421"/>
                  <a:pt x="470043" y="95687"/>
                </a:cubicBezTo>
                <a:cubicBezTo>
                  <a:pt x="469245" y="95687"/>
                  <a:pt x="468823" y="95554"/>
                  <a:pt x="468779" y="95287"/>
                </a:cubicBezTo>
                <a:lnTo>
                  <a:pt x="468114" y="87899"/>
                </a:lnTo>
                <a:lnTo>
                  <a:pt x="467848" y="87899"/>
                </a:lnTo>
                <a:close/>
                <a:moveTo>
                  <a:pt x="510161" y="19422"/>
                </a:moveTo>
                <a:cubicBezTo>
                  <a:pt x="508209" y="17552"/>
                  <a:pt x="507233" y="15248"/>
                  <a:pt x="507233" y="12510"/>
                </a:cubicBezTo>
                <a:cubicBezTo>
                  <a:pt x="507233" y="9772"/>
                  <a:pt x="508209" y="7469"/>
                  <a:pt x="510161" y="5600"/>
                </a:cubicBezTo>
                <a:cubicBezTo>
                  <a:pt x="512112" y="3730"/>
                  <a:pt x="514541" y="2795"/>
                  <a:pt x="517447" y="2795"/>
                </a:cubicBezTo>
                <a:cubicBezTo>
                  <a:pt x="520353" y="2795"/>
                  <a:pt x="522781" y="3730"/>
                  <a:pt x="524733" y="5600"/>
                </a:cubicBezTo>
                <a:cubicBezTo>
                  <a:pt x="526685" y="7469"/>
                  <a:pt x="527661" y="9772"/>
                  <a:pt x="527661" y="12510"/>
                </a:cubicBezTo>
                <a:cubicBezTo>
                  <a:pt x="527661" y="15248"/>
                  <a:pt x="526685" y="17552"/>
                  <a:pt x="524733" y="19422"/>
                </a:cubicBezTo>
                <a:cubicBezTo>
                  <a:pt x="522781" y="21291"/>
                  <a:pt x="520353" y="22225"/>
                  <a:pt x="517447" y="22225"/>
                </a:cubicBezTo>
                <a:cubicBezTo>
                  <a:pt x="514541" y="22225"/>
                  <a:pt x="512112" y="21291"/>
                  <a:pt x="510161" y="19422"/>
                </a:cubicBezTo>
                <a:moveTo>
                  <a:pt x="508431" y="63244"/>
                </a:moveTo>
                <a:cubicBezTo>
                  <a:pt x="508431" y="50587"/>
                  <a:pt x="507987" y="41794"/>
                  <a:pt x="507100" y="36864"/>
                </a:cubicBezTo>
                <a:lnTo>
                  <a:pt x="507499" y="36332"/>
                </a:lnTo>
                <a:cubicBezTo>
                  <a:pt x="507943" y="36332"/>
                  <a:pt x="509329" y="36398"/>
                  <a:pt x="511658" y="36531"/>
                </a:cubicBezTo>
                <a:cubicBezTo>
                  <a:pt x="513987" y="36664"/>
                  <a:pt x="515817" y="36731"/>
                  <a:pt x="517147" y="36731"/>
                </a:cubicBezTo>
                <a:cubicBezTo>
                  <a:pt x="519410" y="36731"/>
                  <a:pt x="522559" y="36509"/>
                  <a:pt x="526596" y="36066"/>
                </a:cubicBezTo>
                <a:cubicBezTo>
                  <a:pt x="527395" y="36066"/>
                  <a:pt x="527794" y="36531"/>
                  <a:pt x="527794" y="37463"/>
                </a:cubicBezTo>
                <a:cubicBezTo>
                  <a:pt x="526907" y="48566"/>
                  <a:pt x="526463" y="56648"/>
                  <a:pt x="526463" y="61711"/>
                </a:cubicBezTo>
                <a:lnTo>
                  <a:pt x="526463" y="70705"/>
                </a:lnTo>
                <a:cubicBezTo>
                  <a:pt x="526463" y="80608"/>
                  <a:pt x="526907" y="88802"/>
                  <a:pt x="527794" y="95287"/>
                </a:cubicBezTo>
                <a:lnTo>
                  <a:pt x="527528" y="95687"/>
                </a:lnTo>
                <a:cubicBezTo>
                  <a:pt x="523447" y="95421"/>
                  <a:pt x="520086" y="95287"/>
                  <a:pt x="517447" y="95287"/>
                </a:cubicBezTo>
                <a:cubicBezTo>
                  <a:pt x="514807" y="95287"/>
                  <a:pt x="511447" y="95421"/>
                  <a:pt x="507366" y="95687"/>
                </a:cubicBezTo>
                <a:lnTo>
                  <a:pt x="507100" y="95287"/>
                </a:lnTo>
                <a:cubicBezTo>
                  <a:pt x="507987" y="89114"/>
                  <a:pt x="508431" y="80920"/>
                  <a:pt x="508431" y="70705"/>
                </a:cubicBezTo>
                <a:lnTo>
                  <a:pt x="508431" y="63244"/>
                </a:lnTo>
                <a:close/>
                <a:moveTo>
                  <a:pt x="607826" y="70700"/>
                </a:moveTo>
                <a:cubicBezTo>
                  <a:pt x="607826" y="80695"/>
                  <a:pt x="608314" y="88891"/>
                  <a:pt x="609290" y="95287"/>
                </a:cubicBezTo>
                <a:lnTo>
                  <a:pt x="609024" y="95687"/>
                </a:lnTo>
                <a:cubicBezTo>
                  <a:pt x="605031" y="95421"/>
                  <a:pt x="601482" y="95287"/>
                  <a:pt x="598377" y="95287"/>
                </a:cubicBezTo>
                <a:lnTo>
                  <a:pt x="589261" y="95687"/>
                </a:lnTo>
                <a:lnTo>
                  <a:pt x="588995" y="95287"/>
                </a:lnTo>
                <a:cubicBezTo>
                  <a:pt x="589527" y="90445"/>
                  <a:pt x="589793" y="82249"/>
                  <a:pt x="589793" y="70700"/>
                </a:cubicBezTo>
                <a:lnTo>
                  <a:pt x="589793" y="58573"/>
                </a:lnTo>
                <a:cubicBezTo>
                  <a:pt x="589793" y="50133"/>
                  <a:pt x="587442" y="45914"/>
                  <a:pt x="582740" y="45914"/>
                </a:cubicBezTo>
                <a:cubicBezTo>
                  <a:pt x="577727" y="45914"/>
                  <a:pt x="572448" y="49534"/>
                  <a:pt x="566903" y="56774"/>
                </a:cubicBezTo>
                <a:lnTo>
                  <a:pt x="566903" y="70700"/>
                </a:lnTo>
                <a:cubicBezTo>
                  <a:pt x="566903" y="80873"/>
                  <a:pt x="567169" y="89069"/>
                  <a:pt x="567701" y="95287"/>
                </a:cubicBezTo>
                <a:lnTo>
                  <a:pt x="567302" y="95687"/>
                </a:lnTo>
                <a:cubicBezTo>
                  <a:pt x="564774" y="95421"/>
                  <a:pt x="561957" y="95287"/>
                  <a:pt x="558851" y="95287"/>
                </a:cubicBezTo>
                <a:lnTo>
                  <a:pt x="547672" y="95687"/>
                </a:lnTo>
                <a:lnTo>
                  <a:pt x="547406" y="95287"/>
                </a:lnTo>
                <a:cubicBezTo>
                  <a:pt x="548427" y="89026"/>
                  <a:pt x="548937" y="80831"/>
                  <a:pt x="548937" y="70705"/>
                </a:cubicBezTo>
                <a:lnTo>
                  <a:pt x="548937" y="63244"/>
                </a:lnTo>
                <a:cubicBezTo>
                  <a:pt x="548937" y="51165"/>
                  <a:pt x="548427" y="42327"/>
                  <a:pt x="547406" y="36731"/>
                </a:cubicBezTo>
                <a:lnTo>
                  <a:pt x="547672" y="36332"/>
                </a:lnTo>
                <a:cubicBezTo>
                  <a:pt x="555480" y="36687"/>
                  <a:pt x="561402" y="36553"/>
                  <a:pt x="565439" y="35932"/>
                </a:cubicBezTo>
                <a:cubicBezTo>
                  <a:pt x="566060" y="35932"/>
                  <a:pt x="566459" y="36387"/>
                  <a:pt x="566637" y="37297"/>
                </a:cubicBezTo>
                <a:cubicBezTo>
                  <a:pt x="566814" y="38206"/>
                  <a:pt x="566903" y="41523"/>
                  <a:pt x="566903" y="47247"/>
                </a:cubicBezTo>
                <a:lnTo>
                  <a:pt x="567435" y="47646"/>
                </a:lnTo>
                <a:cubicBezTo>
                  <a:pt x="570541" y="43742"/>
                  <a:pt x="574001" y="40725"/>
                  <a:pt x="577816" y="38596"/>
                </a:cubicBezTo>
                <a:cubicBezTo>
                  <a:pt x="581631" y="36465"/>
                  <a:pt x="585313" y="35400"/>
                  <a:pt x="588862" y="35400"/>
                </a:cubicBezTo>
                <a:cubicBezTo>
                  <a:pt x="595117" y="35400"/>
                  <a:pt x="599841" y="37010"/>
                  <a:pt x="603035" y="40229"/>
                </a:cubicBezTo>
                <a:cubicBezTo>
                  <a:pt x="606229" y="43446"/>
                  <a:pt x="607826" y="48561"/>
                  <a:pt x="607826" y="55575"/>
                </a:cubicBezTo>
                <a:lnTo>
                  <a:pt x="607826" y="70700"/>
                </a:lnTo>
                <a:close/>
                <a:moveTo>
                  <a:pt x="682339" y="55722"/>
                </a:moveTo>
                <a:cubicBezTo>
                  <a:pt x="682339" y="61920"/>
                  <a:pt x="679799" y="66848"/>
                  <a:pt x="674720" y="70505"/>
                </a:cubicBezTo>
                <a:cubicBezTo>
                  <a:pt x="669641" y="74162"/>
                  <a:pt x="663042" y="75990"/>
                  <a:pt x="654924" y="75990"/>
                </a:cubicBezTo>
                <a:cubicBezTo>
                  <a:pt x="650443" y="75990"/>
                  <a:pt x="647028" y="75502"/>
                  <a:pt x="644677" y="74527"/>
                </a:cubicBezTo>
                <a:cubicBezTo>
                  <a:pt x="643612" y="76139"/>
                  <a:pt x="643080" y="78199"/>
                  <a:pt x="643080" y="80709"/>
                </a:cubicBezTo>
                <a:cubicBezTo>
                  <a:pt x="643080" y="85105"/>
                  <a:pt x="645719" y="87302"/>
                  <a:pt x="650998" y="87302"/>
                </a:cubicBezTo>
                <a:cubicBezTo>
                  <a:pt x="651175" y="87302"/>
                  <a:pt x="651475" y="87280"/>
                  <a:pt x="651896" y="87236"/>
                </a:cubicBezTo>
                <a:cubicBezTo>
                  <a:pt x="652318" y="87192"/>
                  <a:pt x="652883" y="87125"/>
                  <a:pt x="653593" y="87036"/>
                </a:cubicBezTo>
                <a:cubicBezTo>
                  <a:pt x="657053" y="86593"/>
                  <a:pt x="659915" y="86371"/>
                  <a:pt x="662177" y="86371"/>
                </a:cubicBezTo>
                <a:cubicBezTo>
                  <a:pt x="665815" y="86371"/>
                  <a:pt x="669175" y="86613"/>
                  <a:pt x="672258" y="87097"/>
                </a:cubicBezTo>
                <a:cubicBezTo>
                  <a:pt x="675341" y="87579"/>
                  <a:pt x="678469" y="88413"/>
                  <a:pt x="681640" y="89598"/>
                </a:cubicBezTo>
                <a:cubicBezTo>
                  <a:pt x="684812" y="90782"/>
                  <a:pt x="687330" y="92647"/>
                  <a:pt x="689193" y="95194"/>
                </a:cubicBezTo>
                <a:cubicBezTo>
                  <a:pt x="691056" y="97740"/>
                  <a:pt x="691988" y="100813"/>
                  <a:pt x="691988" y="104412"/>
                </a:cubicBezTo>
                <a:cubicBezTo>
                  <a:pt x="691988" y="107990"/>
                  <a:pt x="690679" y="111400"/>
                  <a:pt x="688062" y="114643"/>
                </a:cubicBezTo>
                <a:cubicBezTo>
                  <a:pt x="685444" y="117885"/>
                  <a:pt x="682051" y="120558"/>
                  <a:pt x="677881" y="122661"/>
                </a:cubicBezTo>
                <a:cubicBezTo>
                  <a:pt x="670960" y="126105"/>
                  <a:pt x="661822" y="127804"/>
                  <a:pt x="650466" y="127760"/>
                </a:cubicBezTo>
                <a:cubicBezTo>
                  <a:pt x="646030" y="127760"/>
                  <a:pt x="641948" y="127327"/>
                  <a:pt x="638222" y="126462"/>
                </a:cubicBezTo>
                <a:cubicBezTo>
                  <a:pt x="634496" y="125597"/>
                  <a:pt x="631224" y="123901"/>
                  <a:pt x="628407" y="121374"/>
                </a:cubicBezTo>
                <a:cubicBezTo>
                  <a:pt x="625590" y="118848"/>
                  <a:pt x="624182" y="115673"/>
                  <a:pt x="624182" y="111850"/>
                </a:cubicBezTo>
                <a:cubicBezTo>
                  <a:pt x="624182" y="107451"/>
                  <a:pt x="625180" y="104002"/>
                  <a:pt x="627176" y="101501"/>
                </a:cubicBezTo>
                <a:cubicBezTo>
                  <a:pt x="628196" y="100894"/>
                  <a:pt x="630104" y="99972"/>
                  <a:pt x="632899" y="98737"/>
                </a:cubicBezTo>
                <a:cubicBezTo>
                  <a:pt x="635693" y="97502"/>
                  <a:pt x="637601" y="96552"/>
                  <a:pt x="638621" y="95886"/>
                </a:cubicBezTo>
                <a:cubicBezTo>
                  <a:pt x="631435" y="94776"/>
                  <a:pt x="627842" y="91222"/>
                  <a:pt x="627842" y="85225"/>
                </a:cubicBezTo>
                <a:cubicBezTo>
                  <a:pt x="627842" y="83029"/>
                  <a:pt x="629039" y="80789"/>
                  <a:pt x="631435" y="78504"/>
                </a:cubicBezTo>
                <a:cubicBezTo>
                  <a:pt x="633830" y="76218"/>
                  <a:pt x="636581" y="74515"/>
                  <a:pt x="639686" y="73395"/>
                </a:cubicBezTo>
                <a:lnTo>
                  <a:pt x="639952" y="72730"/>
                </a:lnTo>
                <a:cubicBezTo>
                  <a:pt x="637690" y="72020"/>
                  <a:pt x="635893" y="71199"/>
                  <a:pt x="634562" y="70268"/>
                </a:cubicBezTo>
                <a:cubicBezTo>
                  <a:pt x="629594" y="66808"/>
                  <a:pt x="627132" y="62172"/>
                  <a:pt x="627176" y="56361"/>
                </a:cubicBezTo>
                <a:cubicBezTo>
                  <a:pt x="627176" y="50017"/>
                  <a:pt x="629738" y="44938"/>
                  <a:pt x="634862" y="41123"/>
                </a:cubicBezTo>
                <a:cubicBezTo>
                  <a:pt x="639985" y="37308"/>
                  <a:pt x="646362" y="35400"/>
                  <a:pt x="653992" y="35400"/>
                </a:cubicBezTo>
                <a:cubicBezTo>
                  <a:pt x="658074" y="35400"/>
                  <a:pt x="661356" y="35777"/>
                  <a:pt x="663841" y="36531"/>
                </a:cubicBezTo>
                <a:cubicBezTo>
                  <a:pt x="666369" y="36398"/>
                  <a:pt x="670606" y="36221"/>
                  <a:pt x="676550" y="35999"/>
                </a:cubicBezTo>
                <a:cubicBezTo>
                  <a:pt x="682494" y="35777"/>
                  <a:pt x="686686" y="35578"/>
                  <a:pt x="689126" y="35400"/>
                </a:cubicBezTo>
                <a:lnTo>
                  <a:pt x="689592" y="35789"/>
                </a:lnTo>
                <a:cubicBezTo>
                  <a:pt x="689326" y="36959"/>
                  <a:pt x="689171" y="38236"/>
                  <a:pt x="689126" y="39621"/>
                </a:cubicBezTo>
                <a:cubicBezTo>
                  <a:pt x="689126" y="40834"/>
                  <a:pt x="689282" y="42047"/>
                  <a:pt x="689592" y="43258"/>
                </a:cubicBezTo>
                <a:lnTo>
                  <a:pt x="689126" y="43660"/>
                </a:lnTo>
                <a:cubicBezTo>
                  <a:pt x="687973" y="43571"/>
                  <a:pt x="685777" y="43359"/>
                  <a:pt x="682539" y="43023"/>
                </a:cubicBezTo>
                <a:cubicBezTo>
                  <a:pt x="679300" y="42688"/>
                  <a:pt x="676905" y="42498"/>
                  <a:pt x="675352" y="42453"/>
                </a:cubicBezTo>
                <a:cubicBezTo>
                  <a:pt x="676373" y="43169"/>
                  <a:pt x="677326" y="44051"/>
                  <a:pt x="678213" y="45101"/>
                </a:cubicBezTo>
                <a:cubicBezTo>
                  <a:pt x="679101" y="46150"/>
                  <a:pt x="679844" y="47256"/>
                  <a:pt x="680443" y="48417"/>
                </a:cubicBezTo>
                <a:cubicBezTo>
                  <a:pt x="681042" y="49579"/>
                  <a:pt x="681507" y="50797"/>
                  <a:pt x="681840" y="52071"/>
                </a:cubicBezTo>
                <a:cubicBezTo>
                  <a:pt x="682173" y="53343"/>
                  <a:pt x="682339" y="54561"/>
                  <a:pt x="682339" y="55722"/>
                </a:cubicBezTo>
                <a:moveTo>
                  <a:pt x="664240" y="55857"/>
                </a:moveTo>
                <a:cubicBezTo>
                  <a:pt x="664240" y="50438"/>
                  <a:pt x="663597" y="46584"/>
                  <a:pt x="662310" y="44294"/>
                </a:cubicBezTo>
                <a:cubicBezTo>
                  <a:pt x="661024" y="42002"/>
                  <a:pt x="658428" y="40856"/>
                  <a:pt x="654525" y="40856"/>
                </a:cubicBezTo>
                <a:cubicBezTo>
                  <a:pt x="648359" y="40856"/>
                  <a:pt x="645275" y="45767"/>
                  <a:pt x="645275" y="55589"/>
                </a:cubicBezTo>
                <a:cubicBezTo>
                  <a:pt x="645275" y="60996"/>
                  <a:pt x="645908" y="64838"/>
                  <a:pt x="647172" y="67118"/>
                </a:cubicBezTo>
                <a:cubicBezTo>
                  <a:pt x="648436" y="69395"/>
                  <a:pt x="651020" y="70534"/>
                  <a:pt x="654924" y="70534"/>
                </a:cubicBezTo>
                <a:cubicBezTo>
                  <a:pt x="661135" y="70534"/>
                  <a:pt x="664240" y="65642"/>
                  <a:pt x="664240" y="55857"/>
                </a:cubicBezTo>
                <a:moveTo>
                  <a:pt x="644743" y="97550"/>
                </a:moveTo>
                <a:cubicBezTo>
                  <a:pt x="641815" y="100485"/>
                  <a:pt x="640351" y="104368"/>
                  <a:pt x="640351" y="109199"/>
                </a:cubicBezTo>
                <a:cubicBezTo>
                  <a:pt x="640351" y="113166"/>
                  <a:pt x="641904" y="116121"/>
                  <a:pt x="645009" y="118061"/>
                </a:cubicBezTo>
                <a:cubicBezTo>
                  <a:pt x="648115" y="120002"/>
                  <a:pt x="651198" y="120972"/>
                  <a:pt x="654259" y="120972"/>
                </a:cubicBezTo>
                <a:cubicBezTo>
                  <a:pt x="660159" y="120972"/>
                  <a:pt x="664972" y="119743"/>
                  <a:pt x="668698" y="117284"/>
                </a:cubicBezTo>
                <a:cubicBezTo>
                  <a:pt x="672424" y="114826"/>
                  <a:pt x="674288" y="111549"/>
                  <a:pt x="674288" y="107452"/>
                </a:cubicBezTo>
                <a:cubicBezTo>
                  <a:pt x="674288" y="105252"/>
                  <a:pt x="673811" y="103473"/>
                  <a:pt x="672857" y="102114"/>
                </a:cubicBezTo>
                <a:cubicBezTo>
                  <a:pt x="671903" y="100756"/>
                  <a:pt x="670495" y="99764"/>
                  <a:pt x="668632" y="99139"/>
                </a:cubicBezTo>
                <a:cubicBezTo>
                  <a:pt x="666768" y="98513"/>
                  <a:pt x="665016" y="98114"/>
                  <a:pt x="663375" y="97941"/>
                </a:cubicBezTo>
                <a:cubicBezTo>
                  <a:pt x="661733" y="97769"/>
                  <a:pt x="659737" y="97683"/>
                  <a:pt x="657386" y="97683"/>
                </a:cubicBezTo>
                <a:cubicBezTo>
                  <a:pt x="656942" y="97683"/>
                  <a:pt x="655634" y="97704"/>
                  <a:pt x="653460" y="97747"/>
                </a:cubicBezTo>
                <a:cubicBezTo>
                  <a:pt x="651286" y="97790"/>
                  <a:pt x="649423" y="97812"/>
                  <a:pt x="647871" y="97812"/>
                </a:cubicBezTo>
                <a:cubicBezTo>
                  <a:pt x="647250" y="97812"/>
                  <a:pt x="646207" y="97725"/>
                  <a:pt x="644743" y="975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Text Model">
            <a:extLst xmlns:a="http://schemas.openxmlformats.org/drawingml/2006/main">
              <a:ext uri="{FF2B5EF4-FFF2-40B4-BE49-F238E27FC236}">
                <a16:creationId xmlns:a16="http://schemas.microsoft.com/office/drawing/2014/main" id="{E83F48D5-A333-4225-9CF7-39C8F36D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96" y="5334868"/>
            <a:ext cx="377254" cy="96618"/>
          </a:xfrm>
          <a:custGeom xmlns:a="http://schemas.openxmlformats.org/drawingml/2006/main">
            <a:pathLst>
              <a:path w="377254" h="96618">
                <a:moveTo>
                  <a:pt x="15238" y="5057"/>
                </a:moveTo>
                <a:lnTo>
                  <a:pt x="26284" y="5057"/>
                </a:lnTo>
                <a:cubicBezTo>
                  <a:pt x="41633" y="36775"/>
                  <a:pt x="52523" y="58645"/>
                  <a:pt x="58956" y="70667"/>
                </a:cubicBezTo>
                <a:lnTo>
                  <a:pt x="94289" y="5057"/>
                </a:lnTo>
                <a:lnTo>
                  <a:pt x="105069" y="5057"/>
                </a:lnTo>
                <a:cubicBezTo>
                  <a:pt x="105868" y="11889"/>
                  <a:pt x="106977" y="21803"/>
                  <a:pt x="108396" y="34801"/>
                </a:cubicBezTo>
                <a:cubicBezTo>
                  <a:pt x="109816" y="47799"/>
                  <a:pt x="111069" y="58989"/>
                  <a:pt x="112156" y="68371"/>
                </a:cubicBezTo>
                <a:cubicBezTo>
                  <a:pt x="113243" y="77754"/>
                  <a:pt x="114429" y="86859"/>
                  <a:pt x="115716" y="95687"/>
                </a:cubicBezTo>
                <a:cubicBezTo>
                  <a:pt x="114341" y="95421"/>
                  <a:pt x="110659" y="95287"/>
                  <a:pt x="104670" y="95287"/>
                </a:cubicBezTo>
                <a:cubicBezTo>
                  <a:pt x="100677" y="95287"/>
                  <a:pt x="97993" y="95421"/>
                  <a:pt x="96618" y="95687"/>
                </a:cubicBezTo>
                <a:cubicBezTo>
                  <a:pt x="94223" y="66808"/>
                  <a:pt x="92160" y="45204"/>
                  <a:pt x="90430" y="30875"/>
                </a:cubicBezTo>
                <a:cubicBezTo>
                  <a:pt x="89809" y="32029"/>
                  <a:pt x="88223" y="34945"/>
                  <a:pt x="85672" y="39625"/>
                </a:cubicBezTo>
                <a:cubicBezTo>
                  <a:pt x="83121" y="44306"/>
                  <a:pt x="81402" y="47466"/>
                  <a:pt x="80515" y="49108"/>
                </a:cubicBezTo>
                <a:cubicBezTo>
                  <a:pt x="79628" y="50749"/>
                  <a:pt x="78098" y="53599"/>
                  <a:pt x="75924" y="57658"/>
                </a:cubicBezTo>
                <a:cubicBezTo>
                  <a:pt x="73750" y="61717"/>
                  <a:pt x="72076" y="64922"/>
                  <a:pt x="70900" y="67273"/>
                </a:cubicBezTo>
                <a:cubicBezTo>
                  <a:pt x="69724" y="69625"/>
                  <a:pt x="68261" y="72541"/>
                  <a:pt x="66508" y="76024"/>
                </a:cubicBezTo>
                <a:cubicBezTo>
                  <a:pt x="64756" y="79506"/>
                  <a:pt x="63159" y="82800"/>
                  <a:pt x="61717" y="85905"/>
                </a:cubicBezTo>
                <a:cubicBezTo>
                  <a:pt x="60276" y="89010"/>
                  <a:pt x="58867" y="92138"/>
                  <a:pt x="57492" y="95287"/>
                </a:cubicBezTo>
                <a:lnTo>
                  <a:pt x="50039" y="95287"/>
                </a:lnTo>
                <a:cubicBezTo>
                  <a:pt x="46579" y="87924"/>
                  <a:pt x="36553" y="68005"/>
                  <a:pt x="19962" y="35533"/>
                </a:cubicBezTo>
                <a:cubicBezTo>
                  <a:pt x="19563" y="38683"/>
                  <a:pt x="18676" y="45426"/>
                  <a:pt x="17301" y="55762"/>
                </a:cubicBezTo>
                <a:cubicBezTo>
                  <a:pt x="15926" y="66098"/>
                  <a:pt x="14905" y="74349"/>
                  <a:pt x="14240" y="80515"/>
                </a:cubicBezTo>
                <a:cubicBezTo>
                  <a:pt x="13574" y="86681"/>
                  <a:pt x="13242" y="91739"/>
                  <a:pt x="13242" y="95687"/>
                </a:cubicBezTo>
                <a:cubicBezTo>
                  <a:pt x="12221" y="95421"/>
                  <a:pt x="10026" y="95287"/>
                  <a:pt x="6654" y="95287"/>
                </a:cubicBezTo>
                <a:cubicBezTo>
                  <a:pt x="3194" y="95287"/>
                  <a:pt x="976" y="95421"/>
                  <a:pt x="0" y="95687"/>
                </a:cubicBezTo>
                <a:cubicBezTo>
                  <a:pt x="5235" y="66985"/>
                  <a:pt x="10314" y="36775"/>
                  <a:pt x="15238" y="5057"/>
                </a:cubicBezTo>
                <a:close/>
                <a:moveTo>
                  <a:pt x="126874" y="67309"/>
                </a:moveTo>
                <a:cubicBezTo>
                  <a:pt x="126874" y="57050"/>
                  <a:pt x="129890" y="49146"/>
                  <a:pt x="135923" y="43595"/>
                </a:cubicBezTo>
                <a:cubicBezTo>
                  <a:pt x="141957" y="38043"/>
                  <a:pt x="150030" y="35311"/>
                  <a:pt x="160145" y="35400"/>
                </a:cubicBezTo>
                <a:cubicBezTo>
                  <a:pt x="171146" y="35400"/>
                  <a:pt x="179342" y="38220"/>
                  <a:pt x="184732" y="43861"/>
                </a:cubicBezTo>
                <a:cubicBezTo>
                  <a:pt x="190122" y="49501"/>
                  <a:pt x="192816" y="56917"/>
                  <a:pt x="192816" y="66109"/>
                </a:cubicBezTo>
                <a:cubicBezTo>
                  <a:pt x="192816" y="75568"/>
                  <a:pt x="189911" y="83017"/>
                  <a:pt x="184100" y="88459"/>
                </a:cubicBezTo>
                <a:cubicBezTo>
                  <a:pt x="178288" y="93898"/>
                  <a:pt x="170215" y="96618"/>
                  <a:pt x="159878" y="96618"/>
                </a:cubicBezTo>
                <a:cubicBezTo>
                  <a:pt x="149720" y="96618"/>
                  <a:pt x="141679" y="94009"/>
                  <a:pt x="135757" y="88791"/>
                </a:cubicBezTo>
                <a:cubicBezTo>
                  <a:pt x="129835" y="83573"/>
                  <a:pt x="126874" y="76413"/>
                  <a:pt x="126874" y="67309"/>
                </a:cubicBezTo>
                <a:moveTo>
                  <a:pt x="159146" y="42187"/>
                </a:moveTo>
                <a:cubicBezTo>
                  <a:pt x="155420" y="42187"/>
                  <a:pt x="152559" y="43287"/>
                  <a:pt x="150563" y="45485"/>
                </a:cubicBezTo>
                <a:cubicBezTo>
                  <a:pt x="148566" y="47684"/>
                  <a:pt x="147346" y="50194"/>
                  <a:pt x="146903" y="53015"/>
                </a:cubicBezTo>
                <a:cubicBezTo>
                  <a:pt x="146459" y="55836"/>
                  <a:pt x="146237" y="59557"/>
                  <a:pt x="146237" y="64177"/>
                </a:cubicBezTo>
                <a:cubicBezTo>
                  <a:pt x="146237" y="81280"/>
                  <a:pt x="151405" y="89831"/>
                  <a:pt x="161742" y="89831"/>
                </a:cubicBezTo>
                <a:cubicBezTo>
                  <a:pt x="169549" y="89831"/>
                  <a:pt x="173453" y="83146"/>
                  <a:pt x="173453" y="69775"/>
                </a:cubicBezTo>
                <a:cubicBezTo>
                  <a:pt x="173453" y="59869"/>
                  <a:pt x="172455" y="52794"/>
                  <a:pt x="170459" y="48552"/>
                </a:cubicBezTo>
                <a:cubicBezTo>
                  <a:pt x="168462" y="44309"/>
                  <a:pt x="164692" y="42187"/>
                  <a:pt x="159146" y="42187"/>
                </a:cubicBezTo>
                <a:close/>
                <a:moveTo>
                  <a:pt x="249527" y="77172"/>
                </a:moveTo>
                <a:lnTo>
                  <a:pt x="249527" y="53915"/>
                </a:lnTo>
                <a:cubicBezTo>
                  <a:pt x="248818" y="50361"/>
                  <a:pt x="247276" y="47518"/>
                  <a:pt x="244903" y="45385"/>
                </a:cubicBezTo>
                <a:cubicBezTo>
                  <a:pt x="242529" y="43253"/>
                  <a:pt x="239746" y="42187"/>
                  <a:pt x="236552" y="42187"/>
                </a:cubicBezTo>
                <a:cubicBezTo>
                  <a:pt x="228212" y="42187"/>
                  <a:pt x="224042" y="49829"/>
                  <a:pt x="224042" y="65111"/>
                </a:cubicBezTo>
                <a:cubicBezTo>
                  <a:pt x="224042" y="80837"/>
                  <a:pt x="228123" y="88722"/>
                  <a:pt x="236286" y="88766"/>
                </a:cubicBezTo>
                <a:cubicBezTo>
                  <a:pt x="242097" y="88766"/>
                  <a:pt x="246511" y="84901"/>
                  <a:pt x="249527" y="77172"/>
                </a:cubicBezTo>
                <a:moveTo>
                  <a:pt x="249527" y="87899"/>
                </a:moveTo>
                <a:cubicBezTo>
                  <a:pt x="246156" y="93712"/>
                  <a:pt x="239657" y="96618"/>
                  <a:pt x="230031" y="96618"/>
                </a:cubicBezTo>
                <a:cubicBezTo>
                  <a:pt x="222489" y="96618"/>
                  <a:pt x="216379" y="93898"/>
                  <a:pt x="211698" y="88459"/>
                </a:cubicBezTo>
                <a:cubicBezTo>
                  <a:pt x="207018" y="83019"/>
                  <a:pt x="204678" y="76058"/>
                  <a:pt x="204678" y="67575"/>
                </a:cubicBezTo>
                <a:cubicBezTo>
                  <a:pt x="204678" y="56029"/>
                  <a:pt x="208582" y="47413"/>
                  <a:pt x="216390" y="41728"/>
                </a:cubicBezTo>
                <a:cubicBezTo>
                  <a:pt x="219584" y="39374"/>
                  <a:pt x="222656" y="37731"/>
                  <a:pt x="225606" y="36800"/>
                </a:cubicBezTo>
                <a:cubicBezTo>
                  <a:pt x="228556" y="35867"/>
                  <a:pt x="232249" y="35400"/>
                  <a:pt x="236685" y="35400"/>
                </a:cubicBezTo>
                <a:cubicBezTo>
                  <a:pt x="238770" y="35400"/>
                  <a:pt x="241110" y="35988"/>
                  <a:pt x="243705" y="37163"/>
                </a:cubicBezTo>
                <a:cubicBezTo>
                  <a:pt x="246300" y="38339"/>
                  <a:pt x="248241" y="39792"/>
                  <a:pt x="249527" y="41522"/>
                </a:cubicBezTo>
                <a:lnTo>
                  <a:pt x="249527" y="30592"/>
                </a:lnTo>
                <a:cubicBezTo>
                  <a:pt x="249527" y="19573"/>
                  <a:pt x="248973" y="11020"/>
                  <a:pt x="247864" y="4932"/>
                </a:cubicBezTo>
                <a:lnTo>
                  <a:pt x="248130" y="4533"/>
                </a:lnTo>
                <a:cubicBezTo>
                  <a:pt x="250659" y="4354"/>
                  <a:pt x="254063" y="3743"/>
                  <a:pt x="258344" y="2699"/>
                </a:cubicBezTo>
                <a:cubicBezTo>
                  <a:pt x="262625" y="1655"/>
                  <a:pt x="265719" y="756"/>
                  <a:pt x="267627" y="0"/>
                </a:cubicBezTo>
                <a:cubicBezTo>
                  <a:pt x="268647" y="0"/>
                  <a:pt x="269157" y="466"/>
                  <a:pt x="269157" y="1399"/>
                </a:cubicBezTo>
                <a:cubicBezTo>
                  <a:pt x="268048" y="10151"/>
                  <a:pt x="267494" y="18702"/>
                  <a:pt x="267494" y="27053"/>
                </a:cubicBezTo>
                <a:lnTo>
                  <a:pt x="267494" y="69099"/>
                </a:lnTo>
                <a:cubicBezTo>
                  <a:pt x="267494" y="77273"/>
                  <a:pt x="268359" y="86002"/>
                  <a:pt x="270089" y="95287"/>
                </a:cubicBezTo>
                <a:lnTo>
                  <a:pt x="269822" y="95687"/>
                </a:lnTo>
                <a:cubicBezTo>
                  <a:pt x="268004" y="95421"/>
                  <a:pt x="264854" y="95287"/>
                  <a:pt x="260374" y="95287"/>
                </a:cubicBezTo>
                <a:cubicBezTo>
                  <a:pt x="256692" y="95287"/>
                  <a:pt x="253808" y="95421"/>
                  <a:pt x="251723" y="95687"/>
                </a:cubicBezTo>
                <a:cubicBezTo>
                  <a:pt x="250925" y="95687"/>
                  <a:pt x="250503" y="95554"/>
                  <a:pt x="250459" y="95287"/>
                </a:cubicBezTo>
                <a:lnTo>
                  <a:pt x="249793" y="87899"/>
                </a:lnTo>
                <a:lnTo>
                  <a:pt x="249527" y="87899"/>
                </a:lnTo>
                <a:close/>
                <a:moveTo>
                  <a:pt x="300880" y="57093"/>
                </a:moveTo>
                <a:lnTo>
                  <a:pt x="321641" y="57093"/>
                </a:lnTo>
                <a:cubicBezTo>
                  <a:pt x="321819" y="56922"/>
                  <a:pt x="321908" y="56007"/>
                  <a:pt x="321908" y="54348"/>
                </a:cubicBezTo>
                <a:cubicBezTo>
                  <a:pt x="321908" y="49626"/>
                  <a:pt x="320932" y="46308"/>
                  <a:pt x="318980" y="44394"/>
                </a:cubicBezTo>
                <a:cubicBezTo>
                  <a:pt x="317028" y="42479"/>
                  <a:pt x="314854" y="41522"/>
                  <a:pt x="312459" y="41522"/>
                </a:cubicBezTo>
                <a:cubicBezTo>
                  <a:pt x="309265" y="41522"/>
                  <a:pt x="306825" y="42777"/>
                  <a:pt x="305139" y="45288"/>
                </a:cubicBezTo>
                <a:cubicBezTo>
                  <a:pt x="302389" y="49158"/>
                  <a:pt x="300969" y="53093"/>
                  <a:pt x="300880" y="57093"/>
                </a:cubicBezTo>
                <a:moveTo>
                  <a:pt x="337678" y="77654"/>
                </a:moveTo>
                <a:cubicBezTo>
                  <a:pt x="339053" y="77654"/>
                  <a:pt x="339741" y="79051"/>
                  <a:pt x="339741" y="81846"/>
                </a:cubicBezTo>
                <a:cubicBezTo>
                  <a:pt x="332998" y="91694"/>
                  <a:pt x="324503" y="96618"/>
                  <a:pt x="314255" y="96618"/>
                </a:cubicBezTo>
                <a:cubicBezTo>
                  <a:pt x="304452" y="96618"/>
                  <a:pt x="297043" y="94350"/>
                  <a:pt x="292030" y="89814"/>
                </a:cubicBezTo>
                <a:cubicBezTo>
                  <a:pt x="289236" y="87280"/>
                  <a:pt x="287018" y="83980"/>
                  <a:pt x="285376" y="79912"/>
                </a:cubicBezTo>
                <a:cubicBezTo>
                  <a:pt x="283735" y="75843"/>
                  <a:pt x="282914" y="71764"/>
                  <a:pt x="282914" y="67673"/>
                </a:cubicBezTo>
                <a:cubicBezTo>
                  <a:pt x="282914" y="57692"/>
                  <a:pt x="285931" y="49707"/>
                  <a:pt x="291964" y="43718"/>
                </a:cubicBezTo>
                <a:cubicBezTo>
                  <a:pt x="297997" y="37729"/>
                  <a:pt x="305117" y="34735"/>
                  <a:pt x="313324" y="34735"/>
                </a:cubicBezTo>
                <a:cubicBezTo>
                  <a:pt x="322506" y="34735"/>
                  <a:pt x="329116" y="37045"/>
                  <a:pt x="333153" y="41665"/>
                </a:cubicBezTo>
                <a:cubicBezTo>
                  <a:pt x="337190" y="46286"/>
                  <a:pt x="339208" y="51871"/>
                  <a:pt x="339208" y="58421"/>
                </a:cubicBezTo>
                <a:cubicBezTo>
                  <a:pt x="339208" y="62060"/>
                  <a:pt x="337878" y="63880"/>
                  <a:pt x="335216" y="63880"/>
                </a:cubicBezTo>
                <a:lnTo>
                  <a:pt x="300348" y="63880"/>
                </a:lnTo>
                <a:lnTo>
                  <a:pt x="300348" y="66076"/>
                </a:lnTo>
                <a:cubicBezTo>
                  <a:pt x="300348" y="73795"/>
                  <a:pt x="302034" y="79085"/>
                  <a:pt x="305405" y="81946"/>
                </a:cubicBezTo>
                <a:cubicBezTo>
                  <a:pt x="308777" y="84807"/>
                  <a:pt x="313501" y="86238"/>
                  <a:pt x="319579" y="86238"/>
                </a:cubicBezTo>
                <a:cubicBezTo>
                  <a:pt x="322285" y="86238"/>
                  <a:pt x="325323" y="85484"/>
                  <a:pt x="328695" y="83975"/>
                </a:cubicBezTo>
                <a:cubicBezTo>
                  <a:pt x="332066" y="82467"/>
                  <a:pt x="335061" y="80360"/>
                  <a:pt x="337678" y="77654"/>
                </a:cubicBezTo>
                <a:close/>
                <a:moveTo>
                  <a:pt x="357580" y="67966"/>
                </a:moveTo>
                <a:lnTo>
                  <a:pt x="357580" y="30584"/>
                </a:lnTo>
                <a:cubicBezTo>
                  <a:pt x="357580" y="19567"/>
                  <a:pt x="357048" y="11016"/>
                  <a:pt x="355983" y="4930"/>
                </a:cubicBezTo>
                <a:lnTo>
                  <a:pt x="356249" y="4531"/>
                </a:lnTo>
                <a:cubicBezTo>
                  <a:pt x="358778" y="4354"/>
                  <a:pt x="362183" y="3743"/>
                  <a:pt x="366463" y="2699"/>
                </a:cubicBezTo>
                <a:cubicBezTo>
                  <a:pt x="370744" y="1655"/>
                  <a:pt x="373838" y="756"/>
                  <a:pt x="375746" y="0"/>
                </a:cubicBezTo>
                <a:cubicBezTo>
                  <a:pt x="376766" y="0"/>
                  <a:pt x="377254" y="466"/>
                  <a:pt x="377210" y="1399"/>
                </a:cubicBezTo>
                <a:cubicBezTo>
                  <a:pt x="376101" y="10151"/>
                  <a:pt x="375546" y="18702"/>
                  <a:pt x="375546" y="27053"/>
                </a:cubicBezTo>
                <a:lnTo>
                  <a:pt x="375546" y="67966"/>
                </a:lnTo>
                <a:cubicBezTo>
                  <a:pt x="375546" y="78894"/>
                  <a:pt x="376101" y="88001"/>
                  <a:pt x="377210" y="95287"/>
                </a:cubicBezTo>
                <a:lnTo>
                  <a:pt x="376944" y="95687"/>
                </a:lnTo>
                <a:cubicBezTo>
                  <a:pt x="373129" y="95421"/>
                  <a:pt x="369669" y="95287"/>
                  <a:pt x="366563" y="95287"/>
                </a:cubicBezTo>
                <a:lnTo>
                  <a:pt x="356116" y="95687"/>
                </a:lnTo>
                <a:lnTo>
                  <a:pt x="355983" y="95287"/>
                </a:lnTo>
                <a:cubicBezTo>
                  <a:pt x="357048" y="88357"/>
                  <a:pt x="357580" y="79250"/>
                  <a:pt x="357580" y="6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E19B2-AEF6-4A93-8C87-78D5B6B3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309" y="4564661"/>
            <a:ext cx="411442" cy="283507"/>
          </a:xfrm>
          <a:custGeom xmlns:a="http://schemas.openxmlformats.org/drawingml/2006/main">
            <a:pathLst>
              <a:path w="411442" h="283507">
                <a:moveTo>
                  <a:pt x="407254" y="140003"/>
                </a:moveTo>
                <a:lnTo>
                  <a:pt x="405003" y="135215"/>
                </a:lnTo>
                <a:lnTo>
                  <a:pt x="402650" y="130483"/>
                </a:lnTo>
                <a:lnTo>
                  <a:pt x="400196" y="125809"/>
                </a:lnTo>
                <a:lnTo>
                  <a:pt x="397641" y="121193"/>
                </a:lnTo>
                <a:lnTo>
                  <a:pt x="394987" y="116639"/>
                </a:lnTo>
                <a:lnTo>
                  <a:pt x="392236" y="112146"/>
                </a:lnTo>
                <a:lnTo>
                  <a:pt x="389387" y="107717"/>
                </a:lnTo>
                <a:lnTo>
                  <a:pt x="386443" y="103353"/>
                </a:lnTo>
                <a:lnTo>
                  <a:pt x="383405" y="99057"/>
                </a:lnTo>
                <a:lnTo>
                  <a:pt x="380273" y="94828"/>
                </a:lnTo>
                <a:lnTo>
                  <a:pt x="377049" y="90669"/>
                </a:lnTo>
                <a:lnTo>
                  <a:pt x="373734" y="86582"/>
                </a:lnTo>
                <a:lnTo>
                  <a:pt x="370330" y="82568"/>
                </a:lnTo>
                <a:lnTo>
                  <a:pt x="366836" y="78628"/>
                </a:lnTo>
                <a:lnTo>
                  <a:pt x="363255" y="74764"/>
                </a:lnTo>
                <a:lnTo>
                  <a:pt x="359588" y="70978"/>
                </a:lnTo>
                <a:lnTo>
                  <a:pt x="355836" y="67271"/>
                </a:lnTo>
                <a:lnTo>
                  <a:pt x="352000" y="63645"/>
                </a:lnTo>
                <a:lnTo>
                  <a:pt x="348081" y="60101"/>
                </a:lnTo>
                <a:lnTo>
                  <a:pt x="344080" y="56640"/>
                </a:lnTo>
                <a:lnTo>
                  <a:pt x="339999" y="53265"/>
                </a:lnTo>
                <a:lnTo>
                  <a:pt x="335838" y="49977"/>
                </a:lnTo>
                <a:lnTo>
                  <a:pt x="322529" y="40391"/>
                </a:lnTo>
                <a:lnTo>
                  <a:pt x="308794" y="31841"/>
                </a:lnTo>
                <a:lnTo>
                  <a:pt x="294682" y="24321"/>
                </a:lnTo>
                <a:lnTo>
                  <a:pt x="280245" y="17825"/>
                </a:lnTo>
                <a:lnTo>
                  <a:pt x="265531" y="12347"/>
                </a:lnTo>
                <a:lnTo>
                  <a:pt x="250590" y="7880"/>
                </a:lnTo>
                <a:lnTo>
                  <a:pt x="235474" y="4417"/>
                </a:lnTo>
                <a:lnTo>
                  <a:pt x="220231" y="1953"/>
                </a:lnTo>
                <a:lnTo>
                  <a:pt x="204912" y="481"/>
                </a:lnTo>
                <a:lnTo>
                  <a:pt x="189776" y="0"/>
                </a:lnTo>
                <a:lnTo>
                  <a:pt x="189360" y="0"/>
                </a:lnTo>
                <a:lnTo>
                  <a:pt x="174246" y="485"/>
                </a:lnTo>
                <a:lnTo>
                  <a:pt x="158999" y="1949"/>
                </a:lnTo>
                <a:lnTo>
                  <a:pt x="143875" y="4380"/>
                </a:lnTo>
                <a:lnTo>
                  <a:pt x="128926" y="7770"/>
                </a:lnTo>
                <a:lnTo>
                  <a:pt x="114200" y="12113"/>
                </a:lnTo>
                <a:lnTo>
                  <a:pt x="99748" y="17404"/>
                </a:lnTo>
                <a:lnTo>
                  <a:pt x="85621" y="23634"/>
                </a:lnTo>
                <a:lnTo>
                  <a:pt x="71867" y="30799"/>
                </a:lnTo>
                <a:lnTo>
                  <a:pt x="58537" y="38891"/>
                </a:lnTo>
                <a:lnTo>
                  <a:pt x="45682" y="47904"/>
                </a:lnTo>
                <a:lnTo>
                  <a:pt x="33350" y="57833"/>
                </a:lnTo>
                <a:lnTo>
                  <a:pt x="21593" y="68669"/>
                </a:lnTo>
                <a:lnTo>
                  <a:pt x="10459" y="80407"/>
                </a:lnTo>
                <a:lnTo>
                  <a:pt x="0" y="93041"/>
                </a:lnTo>
                <a:lnTo>
                  <a:pt x="110996" y="283507"/>
                </a:lnTo>
                <a:lnTo>
                  <a:pt x="110073" y="281818"/>
                </a:lnTo>
                <a:lnTo>
                  <a:pt x="109188" y="280112"/>
                </a:lnTo>
                <a:lnTo>
                  <a:pt x="108340" y="278390"/>
                </a:lnTo>
                <a:lnTo>
                  <a:pt x="107530" y="276652"/>
                </a:lnTo>
                <a:lnTo>
                  <a:pt x="106758" y="274898"/>
                </a:lnTo>
                <a:lnTo>
                  <a:pt x="106024" y="273129"/>
                </a:lnTo>
                <a:lnTo>
                  <a:pt x="105328" y="271347"/>
                </a:lnTo>
                <a:lnTo>
                  <a:pt x="104671" y="269551"/>
                </a:lnTo>
                <a:lnTo>
                  <a:pt x="104053" y="267742"/>
                </a:lnTo>
                <a:lnTo>
                  <a:pt x="103473" y="265921"/>
                </a:lnTo>
                <a:lnTo>
                  <a:pt x="102933" y="264089"/>
                </a:lnTo>
                <a:lnTo>
                  <a:pt x="102431" y="262245"/>
                </a:lnTo>
                <a:lnTo>
                  <a:pt x="101969" y="260392"/>
                </a:lnTo>
                <a:lnTo>
                  <a:pt x="101546" y="258528"/>
                </a:lnTo>
                <a:lnTo>
                  <a:pt x="101163" y="256656"/>
                </a:lnTo>
                <a:lnTo>
                  <a:pt x="100820" y="254775"/>
                </a:lnTo>
                <a:lnTo>
                  <a:pt x="100517" y="252886"/>
                </a:lnTo>
                <a:lnTo>
                  <a:pt x="100254" y="250991"/>
                </a:lnTo>
                <a:lnTo>
                  <a:pt x="100031" y="249089"/>
                </a:lnTo>
                <a:lnTo>
                  <a:pt x="99849" y="247181"/>
                </a:lnTo>
                <a:lnTo>
                  <a:pt x="99707" y="245267"/>
                </a:lnTo>
                <a:lnTo>
                  <a:pt x="99606" y="243350"/>
                </a:lnTo>
                <a:lnTo>
                  <a:pt x="99546" y="241428"/>
                </a:lnTo>
                <a:lnTo>
                  <a:pt x="99527" y="239503"/>
                </a:lnTo>
                <a:lnTo>
                  <a:pt x="99740" y="233352"/>
                </a:lnTo>
                <a:lnTo>
                  <a:pt x="100359" y="227314"/>
                </a:lnTo>
                <a:lnTo>
                  <a:pt x="101370" y="221400"/>
                </a:lnTo>
                <a:lnTo>
                  <a:pt x="102760" y="215624"/>
                </a:lnTo>
                <a:lnTo>
                  <a:pt x="104515" y="210000"/>
                </a:lnTo>
                <a:lnTo>
                  <a:pt x="106622" y="204542"/>
                </a:lnTo>
                <a:lnTo>
                  <a:pt x="109067" y="199261"/>
                </a:lnTo>
                <a:lnTo>
                  <a:pt x="111837" y="194172"/>
                </a:lnTo>
                <a:lnTo>
                  <a:pt x="114919" y="189289"/>
                </a:lnTo>
                <a:lnTo>
                  <a:pt x="118299" y="184624"/>
                </a:lnTo>
                <a:lnTo>
                  <a:pt x="121964" y="180190"/>
                </a:lnTo>
                <a:lnTo>
                  <a:pt x="125901" y="176002"/>
                </a:lnTo>
                <a:lnTo>
                  <a:pt x="130096" y="172073"/>
                </a:lnTo>
                <a:lnTo>
                  <a:pt x="134535" y="168415"/>
                </a:lnTo>
                <a:lnTo>
                  <a:pt x="139206" y="165043"/>
                </a:lnTo>
                <a:lnTo>
                  <a:pt x="144095" y="161970"/>
                </a:lnTo>
                <a:lnTo>
                  <a:pt x="149188" y="159209"/>
                </a:lnTo>
                <a:lnTo>
                  <a:pt x="154472" y="156773"/>
                </a:lnTo>
                <a:lnTo>
                  <a:pt x="159934" y="154676"/>
                </a:lnTo>
                <a:lnTo>
                  <a:pt x="165561" y="152931"/>
                </a:lnTo>
                <a:lnTo>
                  <a:pt x="171338" y="151552"/>
                </a:lnTo>
                <a:lnTo>
                  <a:pt x="177253" y="150551"/>
                </a:lnTo>
                <a:lnTo>
                  <a:pt x="183292" y="149943"/>
                </a:lnTo>
                <a:lnTo>
                  <a:pt x="189441" y="149741"/>
                </a:lnTo>
                <a:lnTo>
                  <a:pt x="411442" y="149741"/>
                </a:lnTo>
                <a:lnTo>
                  <a:pt x="409400" y="144846"/>
                </a:lnTo>
                <a:lnTo>
                  <a:pt x="407254" y="140003"/>
                </a:lnTo>
                <a:close/>
              </a:path>
            </a:pathLst>
          </a:custGeom>
          <a:solidFill xmlns:a="http://schemas.openxmlformats.org/drawingml/2006/main">
            <a:srgbClr val="F4433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D0295-8FCE-46FE-92DE-6D4AC202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824" y="4714402"/>
            <a:ext cx="269495" cy="329413"/>
          </a:xfrm>
          <a:custGeom xmlns:a="http://schemas.openxmlformats.org/drawingml/2006/main">
            <a:pathLst>
              <a:path w="269495" h="329413">
                <a:moveTo>
                  <a:pt x="269385" y="82147"/>
                </a:moveTo>
                <a:lnTo>
                  <a:pt x="269236" y="78307"/>
                </a:lnTo>
                <a:lnTo>
                  <a:pt x="269024" y="74471"/>
                </a:lnTo>
                <a:lnTo>
                  <a:pt x="268751" y="70642"/>
                </a:lnTo>
                <a:lnTo>
                  <a:pt x="268415" y="66820"/>
                </a:lnTo>
                <a:lnTo>
                  <a:pt x="268017" y="63005"/>
                </a:lnTo>
                <a:lnTo>
                  <a:pt x="267558" y="59198"/>
                </a:lnTo>
                <a:lnTo>
                  <a:pt x="267037" y="55400"/>
                </a:lnTo>
                <a:lnTo>
                  <a:pt x="266454" y="51612"/>
                </a:lnTo>
                <a:lnTo>
                  <a:pt x="265811" y="47834"/>
                </a:lnTo>
                <a:lnTo>
                  <a:pt x="265106" y="44067"/>
                </a:lnTo>
                <a:lnTo>
                  <a:pt x="264339" y="40312"/>
                </a:lnTo>
                <a:lnTo>
                  <a:pt x="263513" y="36570"/>
                </a:lnTo>
                <a:lnTo>
                  <a:pt x="262625" y="32841"/>
                </a:lnTo>
                <a:lnTo>
                  <a:pt x="261677" y="29126"/>
                </a:lnTo>
                <a:lnTo>
                  <a:pt x="260668" y="25426"/>
                </a:lnTo>
                <a:lnTo>
                  <a:pt x="259599" y="21742"/>
                </a:lnTo>
                <a:lnTo>
                  <a:pt x="258470" y="18073"/>
                </a:lnTo>
                <a:lnTo>
                  <a:pt x="257281" y="14422"/>
                </a:lnTo>
                <a:lnTo>
                  <a:pt x="256031" y="10788"/>
                </a:lnTo>
                <a:lnTo>
                  <a:pt x="254723" y="7173"/>
                </a:lnTo>
                <a:lnTo>
                  <a:pt x="253354" y="3576"/>
                </a:lnTo>
                <a:lnTo>
                  <a:pt x="251927" y="0"/>
                </a:lnTo>
                <a:lnTo>
                  <a:pt x="30126" y="0"/>
                </a:lnTo>
                <a:lnTo>
                  <a:pt x="32088" y="19"/>
                </a:lnTo>
                <a:lnTo>
                  <a:pt x="34047" y="81"/>
                </a:lnTo>
                <a:lnTo>
                  <a:pt x="36001" y="186"/>
                </a:lnTo>
                <a:lnTo>
                  <a:pt x="37951" y="334"/>
                </a:lnTo>
                <a:lnTo>
                  <a:pt x="39895" y="524"/>
                </a:lnTo>
                <a:lnTo>
                  <a:pt x="41832" y="757"/>
                </a:lnTo>
                <a:lnTo>
                  <a:pt x="43763" y="1032"/>
                </a:lnTo>
                <a:lnTo>
                  <a:pt x="45686" y="1349"/>
                </a:lnTo>
                <a:lnTo>
                  <a:pt x="47600" y="1707"/>
                </a:lnTo>
                <a:lnTo>
                  <a:pt x="49506" y="2108"/>
                </a:lnTo>
                <a:lnTo>
                  <a:pt x="51401" y="2549"/>
                </a:lnTo>
                <a:lnTo>
                  <a:pt x="53287" y="3032"/>
                </a:lnTo>
                <a:lnTo>
                  <a:pt x="55161" y="3556"/>
                </a:lnTo>
                <a:lnTo>
                  <a:pt x="57023" y="4121"/>
                </a:lnTo>
                <a:lnTo>
                  <a:pt x="58873" y="4727"/>
                </a:lnTo>
                <a:lnTo>
                  <a:pt x="60709" y="5373"/>
                </a:lnTo>
                <a:lnTo>
                  <a:pt x="62532" y="6059"/>
                </a:lnTo>
                <a:lnTo>
                  <a:pt x="64340" y="6786"/>
                </a:lnTo>
                <a:lnTo>
                  <a:pt x="66133" y="7552"/>
                </a:lnTo>
                <a:lnTo>
                  <a:pt x="67910" y="8359"/>
                </a:lnTo>
                <a:lnTo>
                  <a:pt x="69670" y="9205"/>
                </a:lnTo>
                <a:lnTo>
                  <a:pt x="71414" y="10090"/>
                </a:lnTo>
                <a:lnTo>
                  <a:pt x="73139" y="11015"/>
                </a:lnTo>
                <a:lnTo>
                  <a:pt x="74845" y="11979"/>
                </a:lnTo>
                <a:lnTo>
                  <a:pt x="80063" y="15242"/>
                </a:lnTo>
                <a:lnTo>
                  <a:pt x="84982" y="18799"/>
                </a:lnTo>
                <a:lnTo>
                  <a:pt x="89598" y="22633"/>
                </a:lnTo>
                <a:lnTo>
                  <a:pt x="93905" y="26725"/>
                </a:lnTo>
                <a:lnTo>
                  <a:pt x="97900" y="31057"/>
                </a:lnTo>
                <a:lnTo>
                  <a:pt x="101576" y="35611"/>
                </a:lnTo>
                <a:lnTo>
                  <a:pt x="104929" y="40368"/>
                </a:lnTo>
                <a:lnTo>
                  <a:pt x="107955" y="45311"/>
                </a:lnTo>
                <a:lnTo>
                  <a:pt x="110647" y="50421"/>
                </a:lnTo>
                <a:lnTo>
                  <a:pt x="113002" y="55680"/>
                </a:lnTo>
                <a:lnTo>
                  <a:pt x="115015" y="61070"/>
                </a:lnTo>
                <a:lnTo>
                  <a:pt x="116680" y="66573"/>
                </a:lnTo>
                <a:lnTo>
                  <a:pt x="117993" y="72170"/>
                </a:lnTo>
                <a:lnTo>
                  <a:pt x="118949" y="77843"/>
                </a:lnTo>
                <a:lnTo>
                  <a:pt x="119542" y="83574"/>
                </a:lnTo>
                <a:lnTo>
                  <a:pt x="119769" y="89345"/>
                </a:lnTo>
                <a:lnTo>
                  <a:pt x="119624" y="95138"/>
                </a:lnTo>
                <a:lnTo>
                  <a:pt x="119102" y="100934"/>
                </a:lnTo>
                <a:lnTo>
                  <a:pt x="118198" y="106715"/>
                </a:lnTo>
                <a:lnTo>
                  <a:pt x="116909" y="112464"/>
                </a:lnTo>
                <a:lnTo>
                  <a:pt x="115227" y="118161"/>
                </a:lnTo>
                <a:lnTo>
                  <a:pt x="113150" y="123789"/>
                </a:lnTo>
                <a:lnTo>
                  <a:pt x="110671" y="129329"/>
                </a:lnTo>
                <a:lnTo>
                  <a:pt x="107786" y="134764"/>
                </a:lnTo>
                <a:lnTo>
                  <a:pt x="0" y="327415"/>
                </a:lnTo>
                <a:lnTo>
                  <a:pt x="1241" y="327582"/>
                </a:lnTo>
                <a:lnTo>
                  <a:pt x="2482" y="327742"/>
                </a:lnTo>
                <a:lnTo>
                  <a:pt x="3724" y="327895"/>
                </a:lnTo>
                <a:lnTo>
                  <a:pt x="4967" y="328040"/>
                </a:lnTo>
                <a:lnTo>
                  <a:pt x="6211" y="328178"/>
                </a:lnTo>
                <a:lnTo>
                  <a:pt x="7455" y="328309"/>
                </a:lnTo>
                <a:lnTo>
                  <a:pt x="8700" y="328432"/>
                </a:lnTo>
                <a:lnTo>
                  <a:pt x="9946" y="328549"/>
                </a:lnTo>
                <a:lnTo>
                  <a:pt x="11192" y="328658"/>
                </a:lnTo>
                <a:lnTo>
                  <a:pt x="12439" y="328759"/>
                </a:lnTo>
                <a:lnTo>
                  <a:pt x="13686" y="328854"/>
                </a:lnTo>
                <a:lnTo>
                  <a:pt x="14933" y="328941"/>
                </a:lnTo>
                <a:lnTo>
                  <a:pt x="16181" y="329020"/>
                </a:lnTo>
                <a:lnTo>
                  <a:pt x="17429" y="329093"/>
                </a:lnTo>
                <a:lnTo>
                  <a:pt x="18678" y="329158"/>
                </a:lnTo>
                <a:lnTo>
                  <a:pt x="19927" y="329215"/>
                </a:lnTo>
                <a:lnTo>
                  <a:pt x="21176" y="329266"/>
                </a:lnTo>
                <a:lnTo>
                  <a:pt x="22426" y="329309"/>
                </a:lnTo>
                <a:lnTo>
                  <a:pt x="23676" y="329345"/>
                </a:lnTo>
                <a:lnTo>
                  <a:pt x="24926" y="329373"/>
                </a:lnTo>
                <a:lnTo>
                  <a:pt x="26176" y="329394"/>
                </a:lnTo>
                <a:lnTo>
                  <a:pt x="27426" y="329408"/>
                </a:lnTo>
                <a:lnTo>
                  <a:pt x="28465" y="329413"/>
                </a:lnTo>
                <a:lnTo>
                  <a:pt x="29928" y="329413"/>
                </a:lnTo>
                <a:lnTo>
                  <a:pt x="46322" y="328847"/>
                </a:lnTo>
                <a:lnTo>
                  <a:pt x="62422" y="327202"/>
                </a:lnTo>
                <a:lnTo>
                  <a:pt x="78189" y="324512"/>
                </a:lnTo>
                <a:lnTo>
                  <a:pt x="93588" y="320813"/>
                </a:lnTo>
                <a:lnTo>
                  <a:pt x="108584" y="316142"/>
                </a:lnTo>
                <a:lnTo>
                  <a:pt x="123140" y="310533"/>
                </a:lnTo>
                <a:lnTo>
                  <a:pt x="137222" y="304022"/>
                </a:lnTo>
                <a:lnTo>
                  <a:pt x="150793" y="296645"/>
                </a:lnTo>
                <a:lnTo>
                  <a:pt x="163819" y="288437"/>
                </a:lnTo>
                <a:lnTo>
                  <a:pt x="176263" y="279434"/>
                </a:lnTo>
                <a:lnTo>
                  <a:pt x="188090" y="269671"/>
                </a:lnTo>
                <a:lnTo>
                  <a:pt x="199264" y="259185"/>
                </a:lnTo>
                <a:lnTo>
                  <a:pt x="209750" y="248011"/>
                </a:lnTo>
                <a:lnTo>
                  <a:pt x="219512" y="236183"/>
                </a:lnTo>
                <a:lnTo>
                  <a:pt x="228515" y="223739"/>
                </a:lnTo>
                <a:lnTo>
                  <a:pt x="236723" y="210713"/>
                </a:lnTo>
                <a:lnTo>
                  <a:pt x="244100" y="197141"/>
                </a:lnTo>
                <a:lnTo>
                  <a:pt x="250611" y="183059"/>
                </a:lnTo>
                <a:lnTo>
                  <a:pt x="256221" y="168502"/>
                </a:lnTo>
                <a:lnTo>
                  <a:pt x="260893" y="153506"/>
                </a:lnTo>
                <a:lnTo>
                  <a:pt x="264592" y="138106"/>
                </a:lnTo>
                <a:lnTo>
                  <a:pt x="267282" y="122338"/>
                </a:lnTo>
                <a:lnTo>
                  <a:pt x="268928" y="106238"/>
                </a:lnTo>
                <a:lnTo>
                  <a:pt x="269495" y="89841"/>
                </a:lnTo>
                <a:lnTo>
                  <a:pt x="269471" y="85992"/>
                </a:lnTo>
                <a:lnTo>
                  <a:pt x="269385" y="82147"/>
                </a:lnTo>
                <a:close/>
              </a:path>
            </a:pathLst>
          </a:custGeom>
          <a:solidFill xmlns:a="http://schemas.openxmlformats.org/drawingml/2006/main">
            <a:srgbClr val="FFC1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CD4D9-EF9A-455F-A39F-B8A5E36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193" y="4657702"/>
            <a:ext cx="317417" cy="384115"/>
          </a:xfrm>
          <a:custGeom xmlns:a="http://schemas.openxmlformats.org/drawingml/2006/main">
            <a:pathLst>
              <a:path w="317417" h="384115">
                <a:moveTo>
                  <a:pt x="315369" y="194848"/>
                </a:moveTo>
                <a:lnTo>
                  <a:pt x="314291" y="196503"/>
                </a:lnTo>
                <a:lnTo>
                  <a:pt x="313179" y="198131"/>
                </a:lnTo>
                <a:lnTo>
                  <a:pt x="312032" y="199733"/>
                </a:lnTo>
                <a:lnTo>
                  <a:pt x="310851" y="201309"/>
                </a:lnTo>
                <a:lnTo>
                  <a:pt x="309637" y="202857"/>
                </a:lnTo>
                <a:lnTo>
                  <a:pt x="308390" y="204377"/>
                </a:lnTo>
                <a:lnTo>
                  <a:pt x="307111" y="205869"/>
                </a:lnTo>
                <a:lnTo>
                  <a:pt x="305799" y="207332"/>
                </a:lnTo>
                <a:lnTo>
                  <a:pt x="304457" y="208765"/>
                </a:lnTo>
                <a:lnTo>
                  <a:pt x="303083" y="210169"/>
                </a:lnTo>
                <a:lnTo>
                  <a:pt x="301679" y="211543"/>
                </a:lnTo>
                <a:lnTo>
                  <a:pt x="300246" y="212885"/>
                </a:lnTo>
                <a:lnTo>
                  <a:pt x="298783" y="214197"/>
                </a:lnTo>
                <a:lnTo>
                  <a:pt x="297291" y="215476"/>
                </a:lnTo>
                <a:lnTo>
                  <a:pt x="295770" y="216723"/>
                </a:lnTo>
                <a:lnTo>
                  <a:pt x="294222" y="217937"/>
                </a:lnTo>
                <a:lnTo>
                  <a:pt x="292647" y="219118"/>
                </a:lnTo>
                <a:lnTo>
                  <a:pt x="291044" y="220265"/>
                </a:lnTo>
                <a:lnTo>
                  <a:pt x="289416" y="221377"/>
                </a:lnTo>
                <a:lnTo>
                  <a:pt x="287761" y="222455"/>
                </a:lnTo>
                <a:lnTo>
                  <a:pt x="286081" y="223497"/>
                </a:lnTo>
                <a:lnTo>
                  <a:pt x="284377" y="224504"/>
                </a:lnTo>
                <a:lnTo>
                  <a:pt x="278945" y="227393"/>
                </a:lnTo>
                <a:lnTo>
                  <a:pt x="273407" y="229875"/>
                </a:lnTo>
                <a:lnTo>
                  <a:pt x="267780" y="231954"/>
                </a:lnTo>
                <a:lnTo>
                  <a:pt x="262085" y="233637"/>
                </a:lnTo>
                <a:lnTo>
                  <a:pt x="256338" y="234927"/>
                </a:lnTo>
                <a:lnTo>
                  <a:pt x="250558" y="235831"/>
                </a:lnTo>
                <a:lnTo>
                  <a:pt x="244763" y="236351"/>
                </a:lnTo>
                <a:lnTo>
                  <a:pt x="238972" y="236494"/>
                </a:lnTo>
                <a:lnTo>
                  <a:pt x="233202" y="236265"/>
                </a:lnTo>
                <a:lnTo>
                  <a:pt x="227473" y="235668"/>
                </a:lnTo>
                <a:lnTo>
                  <a:pt x="221802" y="234708"/>
                </a:lnTo>
                <a:lnTo>
                  <a:pt x="216207" y="233391"/>
                </a:lnTo>
                <a:lnTo>
                  <a:pt x="210708" y="231721"/>
                </a:lnTo>
                <a:lnTo>
                  <a:pt x="205322" y="229702"/>
                </a:lnTo>
                <a:lnTo>
                  <a:pt x="200067" y="227341"/>
                </a:lnTo>
                <a:lnTo>
                  <a:pt x="194963" y="224642"/>
                </a:lnTo>
                <a:lnTo>
                  <a:pt x="190026" y="221609"/>
                </a:lnTo>
                <a:lnTo>
                  <a:pt x="185276" y="218248"/>
                </a:lnTo>
                <a:lnTo>
                  <a:pt x="180730" y="214564"/>
                </a:lnTo>
                <a:lnTo>
                  <a:pt x="176407" y="210561"/>
                </a:lnTo>
                <a:lnTo>
                  <a:pt x="172326" y="206245"/>
                </a:lnTo>
                <a:lnTo>
                  <a:pt x="168504" y="201620"/>
                </a:lnTo>
                <a:lnTo>
                  <a:pt x="164960" y="196691"/>
                </a:lnTo>
                <a:lnTo>
                  <a:pt x="161711" y="191464"/>
                </a:lnTo>
                <a:lnTo>
                  <a:pt x="161113" y="190466"/>
                </a:lnTo>
                <a:lnTo>
                  <a:pt x="50116" y="0"/>
                </a:lnTo>
                <a:lnTo>
                  <a:pt x="46891" y="4266"/>
                </a:lnTo>
                <a:lnTo>
                  <a:pt x="43766" y="8596"/>
                </a:lnTo>
                <a:lnTo>
                  <a:pt x="40743" y="12989"/>
                </a:lnTo>
                <a:lnTo>
                  <a:pt x="37821" y="17443"/>
                </a:lnTo>
                <a:lnTo>
                  <a:pt x="35001" y="21957"/>
                </a:lnTo>
                <a:lnTo>
                  <a:pt x="32285" y="26528"/>
                </a:lnTo>
                <a:lnTo>
                  <a:pt x="29672" y="31155"/>
                </a:lnTo>
                <a:lnTo>
                  <a:pt x="27165" y="35835"/>
                </a:lnTo>
                <a:lnTo>
                  <a:pt x="24763" y="40568"/>
                </a:lnTo>
                <a:lnTo>
                  <a:pt x="22467" y="45351"/>
                </a:lnTo>
                <a:lnTo>
                  <a:pt x="20278" y="50182"/>
                </a:lnTo>
                <a:lnTo>
                  <a:pt x="18197" y="55060"/>
                </a:lnTo>
                <a:lnTo>
                  <a:pt x="16225" y="59983"/>
                </a:lnTo>
                <a:lnTo>
                  <a:pt x="14361" y="64949"/>
                </a:lnTo>
                <a:lnTo>
                  <a:pt x="12608" y="69956"/>
                </a:lnTo>
                <a:lnTo>
                  <a:pt x="10966" y="75002"/>
                </a:lnTo>
                <a:lnTo>
                  <a:pt x="9435" y="80086"/>
                </a:lnTo>
                <a:lnTo>
                  <a:pt x="8016" y="85206"/>
                </a:lnTo>
                <a:lnTo>
                  <a:pt x="6710" y="90360"/>
                </a:lnTo>
                <a:lnTo>
                  <a:pt x="5519" y="95546"/>
                </a:lnTo>
                <a:lnTo>
                  <a:pt x="4441" y="100762"/>
                </a:lnTo>
                <a:lnTo>
                  <a:pt x="3479" y="106007"/>
                </a:lnTo>
                <a:lnTo>
                  <a:pt x="2633" y="111278"/>
                </a:lnTo>
                <a:lnTo>
                  <a:pt x="1904" y="116574"/>
                </a:lnTo>
                <a:lnTo>
                  <a:pt x="397" y="132906"/>
                </a:lnTo>
                <a:lnTo>
                  <a:pt x="0" y="149078"/>
                </a:lnTo>
                <a:lnTo>
                  <a:pt x="682" y="165053"/>
                </a:lnTo>
                <a:lnTo>
                  <a:pt x="2411" y="180789"/>
                </a:lnTo>
                <a:lnTo>
                  <a:pt x="5157" y="196247"/>
                </a:lnTo>
                <a:lnTo>
                  <a:pt x="8889" y="211388"/>
                </a:lnTo>
                <a:lnTo>
                  <a:pt x="13576" y="226170"/>
                </a:lnTo>
                <a:lnTo>
                  <a:pt x="19187" y="240555"/>
                </a:lnTo>
                <a:lnTo>
                  <a:pt x="25692" y="254502"/>
                </a:lnTo>
                <a:lnTo>
                  <a:pt x="33058" y="267972"/>
                </a:lnTo>
                <a:lnTo>
                  <a:pt x="41257" y="280925"/>
                </a:lnTo>
                <a:lnTo>
                  <a:pt x="50255" y="293321"/>
                </a:lnTo>
                <a:lnTo>
                  <a:pt x="60024" y="305120"/>
                </a:lnTo>
                <a:lnTo>
                  <a:pt x="70531" y="316282"/>
                </a:lnTo>
                <a:lnTo>
                  <a:pt x="81746" y="326768"/>
                </a:lnTo>
                <a:lnTo>
                  <a:pt x="93637" y="336537"/>
                </a:lnTo>
                <a:lnTo>
                  <a:pt x="106175" y="345550"/>
                </a:lnTo>
                <a:lnTo>
                  <a:pt x="119328" y="353766"/>
                </a:lnTo>
                <a:lnTo>
                  <a:pt x="133065" y="361147"/>
                </a:lnTo>
                <a:lnTo>
                  <a:pt x="147355" y="367652"/>
                </a:lnTo>
                <a:lnTo>
                  <a:pt x="162168" y="373241"/>
                </a:lnTo>
                <a:lnTo>
                  <a:pt x="177472" y="377874"/>
                </a:lnTo>
                <a:lnTo>
                  <a:pt x="193237" y="381512"/>
                </a:lnTo>
                <a:lnTo>
                  <a:pt x="209432" y="384115"/>
                </a:lnTo>
                <a:lnTo>
                  <a:pt x="209631" y="384115"/>
                </a:lnTo>
                <a:lnTo>
                  <a:pt x="317417" y="191464"/>
                </a:lnTo>
                <a:lnTo>
                  <a:pt x="316411" y="193169"/>
                </a:lnTo>
                <a:lnTo>
                  <a:pt x="315369" y="194848"/>
                </a:lnTo>
                <a:close/>
              </a:path>
            </a:pathLst>
          </a:custGeom>
          <a:solidFill xmlns:a="http://schemas.openxmlformats.org/drawingml/2006/main">
            <a:srgbClr val="4CAF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A26E1-858E-408A-B69F-38AAD94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049" y="4714382"/>
            <a:ext cx="205277" cy="192576"/>
          </a:xfrm>
          <a:custGeom xmlns:a="http://schemas.openxmlformats.org/drawingml/2006/main">
            <a:pathLst>
              <a:path w="205277" h="192576">
                <a:moveTo>
                  <a:pt x="180561" y="134784"/>
                </a:moveTo>
                <a:cubicBezTo>
                  <a:pt x="155806" y="177784"/>
                  <a:pt x="100885" y="192576"/>
                  <a:pt x="57894" y="167824"/>
                </a:cubicBezTo>
                <a:cubicBezTo>
                  <a:pt x="44161" y="159918"/>
                  <a:pt x="32761" y="148518"/>
                  <a:pt x="24855" y="134784"/>
                </a:cubicBezTo>
                <a:lnTo>
                  <a:pt x="24256" y="133786"/>
                </a:lnTo>
                <a:cubicBezTo>
                  <a:pt x="0" y="90500"/>
                  <a:pt x="15422" y="35757"/>
                  <a:pt x="58702" y="11500"/>
                </a:cubicBezTo>
                <a:cubicBezTo>
                  <a:pt x="72156" y="3953"/>
                  <a:pt x="87309" y="20"/>
                  <a:pt x="102701" y="20"/>
                </a:cubicBezTo>
                <a:lnTo>
                  <a:pt x="102901" y="20"/>
                </a:lnTo>
                <a:cubicBezTo>
                  <a:pt x="118613" y="0"/>
                  <a:pt x="134045" y="4133"/>
                  <a:pt x="147620" y="11999"/>
                </a:cubicBezTo>
                <a:cubicBezTo>
                  <a:pt x="190543" y="36875"/>
                  <a:pt x="205277" y="91778"/>
                  <a:pt x="180561" y="134784"/>
                </a:cubicBezTo>
                <a:close/>
              </a:path>
            </a:pathLst>
          </a:custGeom>
          <a:solidFill xmlns:a="http://schemas.openxmlformats.org/drawingml/2006/main">
            <a:srgbClr val="F4433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196A1-B8E9-4D75-9719-AB221891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049" y="4714382"/>
            <a:ext cx="205277" cy="192576"/>
          </a:xfrm>
          <a:custGeom xmlns:a="http://schemas.openxmlformats.org/drawingml/2006/main">
            <a:pathLst>
              <a:path w="205277" h="192576">
                <a:moveTo>
                  <a:pt x="180561" y="134784"/>
                </a:moveTo>
                <a:cubicBezTo>
                  <a:pt x="155806" y="177784"/>
                  <a:pt x="100885" y="192576"/>
                  <a:pt x="57894" y="167824"/>
                </a:cubicBezTo>
                <a:cubicBezTo>
                  <a:pt x="44161" y="159918"/>
                  <a:pt x="32761" y="148518"/>
                  <a:pt x="24855" y="134784"/>
                </a:cubicBezTo>
                <a:lnTo>
                  <a:pt x="24256" y="133786"/>
                </a:lnTo>
                <a:cubicBezTo>
                  <a:pt x="0" y="90500"/>
                  <a:pt x="15422" y="35757"/>
                  <a:pt x="58702" y="11500"/>
                </a:cubicBezTo>
                <a:cubicBezTo>
                  <a:pt x="72156" y="3953"/>
                  <a:pt x="87309" y="20"/>
                  <a:pt x="102701" y="20"/>
                </a:cubicBezTo>
                <a:lnTo>
                  <a:pt x="102901" y="20"/>
                </a:lnTo>
                <a:cubicBezTo>
                  <a:pt x="118613" y="0"/>
                  <a:pt x="134045" y="4133"/>
                  <a:pt x="147620" y="11999"/>
                </a:cubicBezTo>
                <a:cubicBezTo>
                  <a:pt x="190543" y="36875"/>
                  <a:pt x="205277" y="91778"/>
                  <a:pt x="180561" y="134784"/>
                </a:cubicBezTo>
                <a:close/>
              </a:path>
            </a:pathLst>
          </a:custGeom>
          <a:solidFill xmlns:a="http://schemas.openxmlformats.org/drawingml/2006/main">
            <a:srgbClr val="2196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5C531-7A39-4716-9F64-67AA6E3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698" y="4704379"/>
            <a:ext cx="213973" cy="199719"/>
          </a:xfrm>
          <a:custGeom xmlns:a="http://schemas.openxmlformats.org/drawingml/2006/main">
            <a:pathLst>
              <a:path w="213973" h="199719">
                <a:moveTo>
                  <a:pt x="113733" y="199688"/>
                </a:moveTo>
                <a:cubicBezTo>
                  <a:pt x="96325" y="199686"/>
                  <a:pt x="79216" y="195100"/>
                  <a:pt x="64155" y="186391"/>
                </a:cubicBezTo>
                <a:cubicBezTo>
                  <a:pt x="48960" y="177602"/>
                  <a:pt x="36343" y="164977"/>
                  <a:pt x="27562" y="149778"/>
                </a:cubicBezTo>
                <a:cubicBezTo>
                  <a:pt x="0" y="102040"/>
                  <a:pt x="16357" y="40988"/>
                  <a:pt x="64099" y="13416"/>
                </a:cubicBezTo>
                <a:cubicBezTo>
                  <a:pt x="79295" y="4652"/>
                  <a:pt x="96524" y="40"/>
                  <a:pt x="114073" y="40"/>
                </a:cubicBezTo>
                <a:cubicBezTo>
                  <a:pt x="169194" y="0"/>
                  <a:pt x="213913" y="44661"/>
                  <a:pt x="213953" y="99784"/>
                </a:cubicBezTo>
                <a:cubicBezTo>
                  <a:pt x="213973" y="117333"/>
                  <a:pt x="209361" y="134582"/>
                  <a:pt x="200577" y="149778"/>
                </a:cubicBezTo>
                <a:cubicBezTo>
                  <a:pt x="182590" y="180705"/>
                  <a:pt x="149509" y="199719"/>
                  <a:pt x="113733" y="199688"/>
                </a:cubicBezTo>
                <a:close/>
                <a:moveTo>
                  <a:pt x="114232" y="20005"/>
                </a:moveTo>
                <a:cubicBezTo>
                  <a:pt x="85604" y="19865"/>
                  <a:pt x="59074" y="35098"/>
                  <a:pt x="44789" y="59934"/>
                </a:cubicBezTo>
                <a:cubicBezTo>
                  <a:pt x="22739" y="98187"/>
                  <a:pt x="35860" y="147052"/>
                  <a:pt x="74105" y="169103"/>
                </a:cubicBezTo>
                <a:cubicBezTo>
                  <a:pt x="112336" y="191155"/>
                  <a:pt x="161208" y="178034"/>
                  <a:pt x="183248" y="139793"/>
                </a:cubicBezTo>
                <a:cubicBezTo>
                  <a:pt x="205309" y="101601"/>
                  <a:pt x="192212" y="52767"/>
                  <a:pt x="154021" y="30706"/>
                </a:cubicBezTo>
                <a:cubicBezTo>
                  <a:pt x="141943" y="23738"/>
                  <a:pt x="128227" y="20045"/>
                  <a:pt x="114252" y="20005"/>
                </a:cubicBezTo>
                <a:lnTo>
                  <a:pt x="114232" y="20005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Text Web">
            <a:extLst xmlns:a="http://schemas.openxmlformats.org/drawingml/2006/main">
              <a:ext uri="{FF2B5EF4-FFF2-40B4-BE49-F238E27FC236}">
                <a16:creationId xmlns:a16="http://schemas.microsoft.com/office/drawing/2014/main" id="{482F9F91-E204-4F9E-8200-DC26135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226" y="5171335"/>
            <a:ext cx="282514" cy="96818"/>
          </a:xfrm>
          <a:custGeom xmlns:a="http://schemas.openxmlformats.org/drawingml/2006/main">
            <a:pathLst>
              <a:path w="282514" h="96818">
                <a:moveTo>
                  <a:pt x="98016" y="70915"/>
                </a:moveTo>
                <a:cubicBezTo>
                  <a:pt x="111856" y="38995"/>
                  <a:pt x="120196" y="17664"/>
                  <a:pt x="123035" y="6920"/>
                </a:cubicBezTo>
                <a:cubicBezTo>
                  <a:pt x="124144" y="7186"/>
                  <a:pt x="126473" y="7320"/>
                  <a:pt x="130022" y="7320"/>
                </a:cubicBezTo>
                <a:cubicBezTo>
                  <a:pt x="133926" y="7320"/>
                  <a:pt x="136410" y="7186"/>
                  <a:pt x="137475" y="6920"/>
                </a:cubicBezTo>
                <a:cubicBezTo>
                  <a:pt x="119863" y="45632"/>
                  <a:pt x="106466" y="75532"/>
                  <a:pt x="97284" y="96618"/>
                </a:cubicBezTo>
                <a:lnTo>
                  <a:pt x="87901" y="96618"/>
                </a:lnTo>
                <a:cubicBezTo>
                  <a:pt x="84219" y="87872"/>
                  <a:pt x="78430" y="73311"/>
                  <a:pt x="70534" y="52934"/>
                </a:cubicBezTo>
                <a:lnTo>
                  <a:pt x="50971" y="96618"/>
                </a:lnTo>
                <a:lnTo>
                  <a:pt x="38661" y="96618"/>
                </a:lnTo>
                <a:cubicBezTo>
                  <a:pt x="17412" y="45965"/>
                  <a:pt x="4525" y="16066"/>
                  <a:pt x="0" y="6920"/>
                </a:cubicBezTo>
                <a:cubicBezTo>
                  <a:pt x="1553" y="7186"/>
                  <a:pt x="6144" y="7320"/>
                  <a:pt x="13774" y="7320"/>
                </a:cubicBezTo>
                <a:cubicBezTo>
                  <a:pt x="18698" y="7320"/>
                  <a:pt x="21914" y="7186"/>
                  <a:pt x="23423" y="6920"/>
                </a:cubicBezTo>
                <a:cubicBezTo>
                  <a:pt x="23999" y="9007"/>
                  <a:pt x="25175" y="12536"/>
                  <a:pt x="26949" y="17509"/>
                </a:cubicBezTo>
                <a:cubicBezTo>
                  <a:pt x="28724" y="22480"/>
                  <a:pt x="31740" y="30315"/>
                  <a:pt x="35999" y="41015"/>
                </a:cubicBezTo>
                <a:cubicBezTo>
                  <a:pt x="40258" y="51714"/>
                  <a:pt x="45049" y="63212"/>
                  <a:pt x="50372" y="75508"/>
                </a:cubicBezTo>
                <a:cubicBezTo>
                  <a:pt x="50727" y="74709"/>
                  <a:pt x="51403" y="73145"/>
                  <a:pt x="52401" y="70815"/>
                </a:cubicBezTo>
                <a:cubicBezTo>
                  <a:pt x="53400" y="68483"/>
                  <a:pt x="54132" y="66763"/>
                  <a:pt x="54597" y="65654"/>
                </a:cubicBezTo>
                <a:cubicBezTo>
                  <a:pt x="55063" y="64543"/>
                  <a:pt x="55762" y="62912"/>
                  <a:pt x="56693" y="60759"/>
                </a:cubicBezTo>
                <a:cubicBezTo>
                  <a:pt x="57625" y="58606"/>
                  <a:pt x="58401" y="56819"/>
                  <a:pt x="59022" y="55398"/>
                </a:cubicBezTo>
                <a:cubicBezTo>
                  <a:pt x="59643" y="53977"/>
                  <a:pt x="60353" y="52323"/>
                  <a:pt x="61152" y="50436"/>
                </a:cubicBezTo>
                <a:cubicBezTo>
                  <a:pt x="61950" y="48550"/>
                  <a:pt x="62704" y="46741"/>
                  <a:pt x="63414" y="45009"/>
                </a:cubicBezTo>
                <a:cubicBezTo>
                  <a:pt x="64124" y="43278"/>
                  <a:pt x="64811" y="41591"/>
                  <a:pt x="65477" y="39950"/>
                </a:cubicBezTo>
                <a:cubicBezTo>
                  <a:pt x="63348" y="34534"/>
                  <a:pt x="61540" y="29928"/>
                  <a:pt x="60054" y="26132"/>
                </a:cubicBezTo>
                <a:cubicBezTo>
                  <a:pt x="58568" y="22336"/>
                  <a:pt x="57082" y="18663"/>
                  <a:pt x="55595" y="15111"/>
                </a:cubicBezTo>
                <a:cubicBezTo>
                  <a:pt x="54109" y="11560"/>
                  <a:pt x="52878" y="8829"/>
                  <a:pt x="51902" y="6920"/>
                </a:cubicBezTo>
                <a:cubicBezTo>
                  <a:pt x="53455" y="7186"/>
                  <a:pt x="57137" y="7320"/>
                  <a:pt x="62948" y="7320"/>
                </a:cubicBezTo>
                <a:cubicBezTo>
                  <a:pt x="70135" y="7320"/>
                  <a:pt x="74504" y="7186"/>
                  <a:pt x="76057" y="6920"/>
                </a:cubicBezTo>
                <a:cubicBezTo>
                  <a:pt x="76101" y="7142"/>
                  <a:pt x="76423" y="8363"/>
                  <a:pt x="77022" y="10584"/>
                </a:cubicBezTo>
                <a:cubicBezTo>
                  <a:pt x="77621" y="12804"/>
                  <a:pt x="78220" y="15012"/>
                  <a:pt x="78818" y="17209"/>
                </a:cubicBezTo>
                <a:cubicBezTo>
                  <a:pt x="79417" y="19407"/>
                  <a:pt x="80349" y="22503"/>
                  <a:pt x="81613" y="26498"/>
                </a:cubicBezTo>
                <a:cubicBezTo>
                  <a:pt x="82877" y="30493"/>
                  <a:pt x="84208" y="34545"/>
                  <a:pt x="85606" y="38652"/>
                </a:cubicBezTo>
                <a:cubicBezTo>
                  <a:pt x="87003" y="42758"/>
                  <a:pt x="88800" y="47675"/>
                  <a:pt x="90996" y="53402"/>
                </a:cubicBezTo>
                <a:cubicBezTo>
                  <a:pt x="93191" y="59128"/>
                  <a:pt x="95531" y="64966"/>
                  <a:pt x="98016" y="70915"/>
                </a:cubicBezTo>
                <a:close/>
                <a:moveTo>
                  <a:pt x="162955" y="57093"/>
                </a:moveTo>
                <a:lnTo>
                  <a:pt x="183716" y="57093"/>
                </a:lnTo>
                <a:cubicBezTo>
                  <a:pt x="183893" y="56922"/>
                  <a:pt x="183982" y="56007"/>
                  <a:pt x="183982" y="54348"/>
                </a:cubicBezTo>
                <a:cubicBezTo>
                  <a:pt x="183982" y="49626"/>
                  <a:pt x="183006" y="46308"/>
                  <a:pt x="181054" y="44394"/>
                </a:cubicBezTo>
                <a:cubicBezTo>
                  <a:pt x="179102" y="42479"/>
                  <a:pt x="176929" y="41522"/>
                  <a:pt x="174533" y="41522"/>
                </a:cubicBezTo>
                <a:cubicBezTo>
                  <a:pt x="171339" y="41522"/>
                  <a:pt x="168899" y="42777"/>
                  <a:pt x="167214" y="45288"/>
                </a:cubicBezTo>
                <a:cubicBezTo>
                  <a:pt x="164463" y="49158"/>
                  <a:pt x="163044" y="53093"/>
                  <a:pt x="162955" y="57093"/>
                </a:cubicBezTo>
                <a:moveTo>
                  <a:pt x="199753" y="77654"/>
                </a:moveTo>
                <a:cubicBezTo>
                  <a:pt x="201128" y="77654"/>
                  <a:pt x="201815" y="79051"/>
                  <a:pt x="201815" y="81846"/>
                </a:cubicBezTo>
                <a:cubicBezTo>
                  <a:pt x="195072" y="91694"/>
                  <a:pt x="186577" y="96618"/>
                  <a:pt x="176330" y="96618"/>
                </a:cubicBezTo>
                <a:cubicBezTo>
                  <a:pt x="166526" y="96618"/>
                  <a:pt x="159118" y="94350"/>
                  <a:pt x="154105" y="89814"/>
                </a:cubicBezTo>
                <a:cubicBezTo>
                  <a:pt x="151310" y="87280"/>
                  <a:pt x="149092" y="83980"/>
                  <a:pt x="147451" y="79912"/>
                </a:cubicBezTo>
                <a:cubicBezTo>
                  <a:pt x="145810" y="75843"/>
                  <a:pt x="144989" y="71764"/>
                  <a:pt x="144989" y="67673"/>
                </a:cubicBezTo>
                <a:cubicBezTo>
                  <a:pt x="144989" y="57692"/>
                  <a:pt x="148005" y="49707"/>
                  <a:pt x="154038" y="43718"/>
                </a:cubicBezTo>
                <a:cubicBezTo>
                  <a:pt x="160072" y="37729"/>
                  <a:pt x="167192" y="34735"/>
                  <a:pt x="175398" y="34735"/>
                </a:cubicBezTo>
                <a:cubicBezTo>
                  <a:pt x="184581" y="34735"/>
                  <a:pt x="191191" y="37045"/>
                  <a:pt x="195228" y="41665"/>
                </a:cubicBezTo>
                <a:cubicBezTo>
                  <a:pt x="199265" y="46286"/>
                  <a:pt x="201283" y="51871"/>
                  <a:pt x="201283" y="58421"/>
                </a:cubicBezTo>
                <a:cubicBezTo>
                  <a:pt x="201283" y="62060"/>
                  <a:pt x="199952" y="63880"/>
                  <a:pt x="197290" y="63880"/>
                </a:cubicBezTo>
                <a:lnTo>
                  <a:pt x="162423" y="63880"/>
                </a:lnTo>
                <a:lnTo>
                  <a:pt x="162423" y="66076"/>
                </a:lnTo>
                <a:cubicBezTo>
                  <a:pt x="162423" y="73795"/>
                  <a:pt x="164108" y="79085"/>
                  <a:pt x="167480" y="81946"/>
                </a:cubicBezTo>
                <a:cubicBezTo>
                  <a:pt x="170851" y="84807"/>
                  <a:pt x="175576" y="86238"/>
                  <a:pt x="181653" y="86238"/>
                </a:cubicBezTo>
                <a:cubicBezTo>
                  <a:pt x="184359" y="86238"/>
                  <a:pt x="187398" y="85484"/>
                  <a:pt x="190769" y="83975"/>
                </a:cubicBezTo>
                <a:cubicBezTo>
                  <a:pt x="194141" y="82467"/>
                  <a:pt x="197135" y="80360"/>
                  <a:pt x="199753" y="77654"/>
                </a:cubicBezTo>
                <a:close/>
                <a:moveTo>
                  <a:pt x="239883" y="87968"/>
                </a:moveTo>
                <a:cubicBezTo>
                  <a:pt x="241968" y="89210"/>
                  <a:pt x="245406" y="89831"/>
                  <a:pt x="250197" y="89831"/>
                </a:cubicBezTo>
                <a:cubicBezTo>
                  <a:pt x="254722" y="89831"/>
                  <a:pt x="258027" y="87680"/>
                  <a:pt x="260112" y="83377"/>
                </a:cubicBezTo>
                <a:cubicBezTo>
                  <a:pt x="262108" y="79295"/>
                  <a:pt x="263106" y="73173"/>
                  <a:pt x="263106" y="65011"/>
                </a:cubicBezTo>
                <a:cubicBezTo>
                  <a:pt x="263106" y="51481"/>
                  <a:pt x="258848" y="44716"/>
                  <a:pt x="250331" y="44716"/>
                </a:cubicBezTo>
                <a:cubicBezTo>
                  <a:pt x="247225" y="44716"/>
                  <a:pt x="242944" y="46668"/>
                  <a:pt x="237488" y="50572"/>
                </a:cubicBezTo>
                <a:lnTo>
                  <a:pt x="237488" y="80582"/>
                </a:lnTo>
                <a:cubicBezTo>
                  <a:pt x="237532" y="84530"/>
                  <a:pt x="238331" y="86992"/>
                  <a:pt x="239883" y="87968"/>
                </a:cubicBezTo>
                <a:moveTo>
                  <a:pt x="237488" y="27093"/>
                </a:moveTo>
                <a:lnTo>
                  <a:pt x="237488" y="42973"/>
                </a:lnTo>
                <a:cubicBezTo>
                  <a:pt x="244142" y="37925"/>
                  <a:pt x="250419" y="35400"/>
                  <a:pt x="256319" y="35400"/>
                </a:cubicBezTo>
                <a:cubicBezTo>
                  <a:pt x="263861" y="35400"/>
                  <a:pt x="270093" y="37665"/>
                  <a:pt x="275017" y="42196"/>
                </a:cubicBezTo>
                <a:cubicBezTo>
                  <a:pt x="280030" y="46813"/>
                  <a:pt x="282514" y="53497"/>
                  <a:pt x="282470" y="62245"/>
                </a:cubicBezTo>
                <a:cubicBezTo>
                  <a:pt x="282470" y="73792"/>
                  <a:pt x="278655" y="82851"/>
                  <a:pt x="271025" y="89423"/>
                </a:cubicBezTo>
                <a:cubicBezTo>
                  <a:pt x="265391" y="94264"/>
                  <a:pt x="258626" y="96663"/>
                  <a:pt x="250730" y="96618"/>
                </a:cubicBezTo>
                <a:cubicBezTo>
                  <a:pt x="244697" y="96618"/>
                  <a:pt x="240283" y="96263"/>
                  <a:pt x="237488" y="95554"/>
                </a:cubicBezTo>
                <a:cubicBezTo>
                  <a:pt x="232919" y="94356"/>
                  <a:pt x="230346" y="93757"/>
                  <a:pt x="229769" y="93757"/>
                </a:cubicBezTo>
                <a:cubicBezTo>
                  <a:pt x="229059" y="93757"/>
                  <a:pt x="227329" y="94234"/>
                  <a:pt x="224579" y="95188"/>
                </a:cubicBezTo>
                <a:cubicBezTo>
                  <a:pt x="221829" y="96141"/>
                  <a:pt x="220276" y="96685"/>
                  <a:pt x="219921" y="96818"/>
                </a:cubicBezTo>
                <a:cubicBezTo>
                  <a:pt x="219389" y="96729"/>
                  <a:pt x="218901" y="96485"/>
                  <a:pt x="218457" y="96086"/>
                </a:cubicBezTo>
                <a:cubicBezTo>
                  <a:pt x="219167" y="92265"/>
                  <a:pt x="219522" y="85913"/>
                  <a:pt x="219522" y="77028"/>
                </a:cubicBezTo>
                <a:lnTo>
                  <a:pt x="219522" y="30586"/>
                </a:lnTo>
                <a:cubicBezTo>
                  <a:pt x="219522" y="19569"/>
                  <a:pt x="218989" y="11018"/>
                  <a:pt x="217925" y="4932"/>
                </a:cubicBezTo>
                <a:lnTo>
                  <a:pt x="218191" y="4533"/>
                </a:lnTo>
                <a:cubicBezTo>
                  <a:pt x="220720" y="4354"/>
                  <a:pt x="224169" y="3743"/>
                  <a:pt x="228538" y="2699"/>
                </a:cubicBezTo>
                <a:cubicBezTo>
                  <a:pt x="232908" y="1655"/>
                  <a:pt x="236046" y="756"/>
                  <a:pt x="237954" y="0"/>
                </a:cubicBezTo>
                <a:cubicBezTo>
                  <a:pt x="238752" y="0"/>
                  <a:pt x="239152" y="467"/>
                  <a:pt x="239152" y="1402"/>
                </a:cubicBezTo>
                <a:cubicBezTo>
                  <a:pt x="238043" y="10166"/>
                  <a:pt x="237488" y="18729"/>
                  <a:pt x="237488" y="270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Text Browser">
            <a:extLst xmlns:a="http://schemas.openxmlformats.org/drawingml/2006/main">
              <a:ext uri="{FF2B5EF4-FFF2-40B4-BE49-F238E27FC236}">
                <a16:creationId xmlns:a16="http://schemas.microsoft.com/office/drawing/2014/main" id="{53822679-9B0D-4D27-9F1D-AE8467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842" y="5341788"/>
            <a:ext cx="502053" cy="89698"/>
          </a:xfrm>
          <a:custGeom xmlns:a="http://schemas.openxmlformats.org/drawingml/2006/main">
            <a:pathLst>
              <a:path w="502053" h="89698">
                <a:moveTo>
                  <a:pt x="21027" y="13154"/>
                </a:moveTo>
                <a:lnTo>
                  <a:pt x="21027" y="37663"/>
                </a:lnTo>
                <a:lnTo>
                  <a:pt x="31674" y="37663"/>
                </a:lnTo>
                <a:cubicBezTo>
                  <a:pt x="37130" y="37663"/>
                  <a:pt x="40823" y="36522"/>
                  <a:pt x="42753" y="34240"/>
                </a:cubicBezTo>
                <a:cubicBezTo>
                  <a:pt x="44683" y="31958"/>
                  <a:pt x="45647" y="28147"/>
                  <a:pt x="45647" y="22807"/>
                </a:cubicBezTo>
                <a:cubicBezTo>
                  <a:pt x="45647" y="16920"/>
                  <a:pt x="44627" y="12778"/>
                  <a:pt x="42587" y="10383"/>
                </a:cubicBezTo>
                <a:cubicBezTo>
                  <a:pt x="40546" y="7986"/>
                  <a:pt x="37485" y="6787"/>
                  <a:pt x="33404" y="6787"/>
                </a:cubicBezTo>
                <a:cubicBezTo>
                  <a:pt x="28125" y="6787"/>
                  <a:pt x="24742" y="7244"/>
                  <a:pt x="23256" y="8158"/>
                </a:cubicBezTo>
                <a:cubicBezTo>
                  <a:pt x="21770" y="9070"/>
                  <a:pt x="21027" y="10735"/>
                  <a:pt x="21027" y="13154"/>
                </a:cubicBezTo>
                <a:moveTo>
                  <a:pt x="21027" y="44450"/>
                </a:moveTo>
                <a:lnTo>
                  <a:pt x="21027" y="75444"/>
                </a:lnTo>
                <a:cubicBezTo>
                  <a:pt x="21027" y="77824"/>
                  <a:pt x="21837" y="79508"/>
                  <a:pt x="23456" y="80497"/>
                </a:cubicBezTo>
                <a:cubicBezTo>
                  <a:pt x="25075" y="81485"/>
                  <a:pt x="28214" y="81979"/>
                  <a:pt x="32872" y="81979"/>
                </a:cubicBezTo>
                <a:cubicBezTo>
                  <a:pt x="37308" y="81979"/>
                  <a:pt x="40868" y="81631"/>
                  <a:pt x="43551" y="80935"/>
                </a:cubicBezTo>
                <a:cubicBezTo>
                  <a:pt x="46235" y="80239"/>
                  <a:pt x="48165" y="79083"/>
                  <a:pt x="49341" y="77467"/>
                </a:cubicBezTo>
                <a:cubicBezTo>
                  <a:pt x="50516" y="75849"/>
                  <a:pt x="51270" y="74265"/>
                  <a:pt x="51603" y="72715"/>
                </a:cubicBezTo>
                <a:cubicBezTo>
                  <a:pt x="51936" y="71165"/>
                  <a:pt x="52102" y="68953"/>
                  <a:pt x="52102" y="66078"/>
                </a:cubicBezTo>
                <a:cubicBezTo>
                  <a:pt x="52102" y="51615"/>
                  <a:pt x="45958" y="44405"/>
                  <a:pt x="33670" y="44450"/>
                </a:cubicBezTo>
                <a:lnTo>
                  <a:pt x="21027" y="44450"/>
                </a:lnTo>
                <a:moveTo>
                  <a:pt x="11711" y="399"/>
                </a:moveTo>
                <a:cubicBezTo>
                  <a:pt x="14905" y="399"/>
                  <a:pt x="19075" y="333"/>
                  <a:pt x="24221" y="200"/>
                </a:cubicBezTo>
                <a:cubicBezTo>
                  <a:pt x="29367" y="67"/>
                  <a:pt x="32561" y="0"/>
                  <a:pt x="33803" y="0"/>
                </a:cubicBezTo>
                <a:cubicBezTo>
                  <a:pt x="39792" y="0"/>
                  <a:pt x="44993" y="654"/>
                  <a:pt x="49407" y="1963"/>
                </a:cubicBezTo>
                <a:cubicBezTo>
                  <a:pt x="53821" y="3272"/>
                  <a:pt x="57159" y="5024"/>
                  <a:pt x="59422" y="7220"/>
                </a:cubicBezTo>
                <a:cubicBezTo>
                  <a:pt x="61684" y="9416"/>
                  <a:pt x="63348" y="11645"/>
                  <a:pt x="64412" y="13909"/>
                </a:cubicBezTo>
                <a:cubicBezTo>
                  <a:pt x="65477" y="16172"/>
                  <a:pt x="66009" y="18567"/>
                  <a:pt x="66009" y="21096"/>
                </a:cubicBezTo>
                <a:cubicBezTo>
                  <a:pt x="66009" y="24710"/>
                  <a:pt x="64623" y="28233"/>
                  <a:pt x="61850" y="31665"/>
                </a:cubicBezTo>
                <a:cubicBezTo>
                  <a:pt x="59078" y="35098"/>
                  <a:pt x="55784" y="37740"/>
                  <a:pt x="51969" y="39592"/>
                </a:cubicBezTo>
                <a:cubicBezTo>
                  <a:pt x="58490" y="41491"/>
                  <a:pt x="63791" y="44430"/>
                  <a:pt x="67872" y="48407"/>
                </a:cubicBezTo>
                <a:cubicBezTo>
                  <a:pt x="71954" y="52383"/>
                  <a:pt x="73994" y="57397"/>
                  <a:pt x="73994" y="63449"/>
                </a:cubicBezTo>
                <a:cubicBezTo>
                  <a:pt x="73994" y="70148"/>
                  <a:pt x="70911" y="76042"/>
                  <a:pt x="64745" y="81133"/>
                </a:cubicBezTo>
                <a:cubicBezTo>
                  <a:pt x="58579" y="86222"/>
                  <a:pt x="49263" y="88766"/>
                  <a:pt x="36797" y="88766"/>
                </a:cubicBezTo>
                <a:cubicBezTo>
                  <a:pt x="32539" y="88766"/>
                  <a:pt x="28069" y="88700"/>
                  <a:pt x="23389" y="88567"/>
                </a:cubicBezTo>
                <a:cubicBezTo>
                  <a:pt x="18709" y="88434"/>
                  <a:pt x="14817" y="88367"/>
                  <a:pt x="11711" y="88367"/>
                </a:cubicBezTo>
                <a:lnTo>
                  <a:pt x="133" y="88766"/>
                </a:lnTo>
                <a:lnTo>
                  <a:pt x="0" y="88367"/>
                </a:lnTo>
                <a:cubicBezTo>
                  <a:pt x="1109" y="80998"/>
                  <a:pt x="1664" y="71897"/>
                  <a:pt x="1664" y="61064"/>
                </a:cubicBezTo>
                <a:lnTo>
                  <a:pt x="1664" y="27702"/>
                </a:lnTo>
                <a:cubicBezTo>
                  <a:pt x="1664" y="17225"/>
                  <a:pt x="1109" y="8124"/>
                  <a:pt x="0" y="399"/>
                </a:cubicBezTo>
                <a:lnTo>
                  <a:pt x="266" y="0"/>
                </a:lnTo>
                <a:cubicBezTo>
                  <a:pt x="4791" y="266"/>
                  <a:pt x="8606" y="399"/>
                  <a:pt x="11711" y="399"/>
                </a:cubicBezTo>
                <a:close/>
                <a:moveTo>
                  <a:pt x="110286" y="40786"/>
                </a:moveTo>
                <a:cubicBezTo>
                  <a:pt x="112460" y="37575"/>
                  <a:pt x="115021" y="34722"/>
                  <a:pt x="117971" y="32225"/>
                </a:cubicBezTo>
                <a:cubicBezTo>
                  <a:pt x="120921" y="29728"/>
                  <a:pt x="123860" y="28480"/>
                  <a:pt x="126788" y="28480"/>
                </a:cubicBezTo>
                <a:cubicBezTo>
                  <a:pt x="129228" y="28480"/>
                  <a:pt x="131535" y="28792"/>
                  <a:pt x="133709" y="29418"/>
                </a:cubicBezTo>
                <a:lnTo>
                  <a:pt x="134241" y="29952"/>
                </a:lnTo>
                <a:lnTo>
                  <a:pt x="131513" y="44050"/>
                </a:lnTo>
                <a:lnTo>
                  <a:pt x="129051" y="44317"/>
                </a:lnTo>
                <a:cubicBezTo>
                  <a:pt x="126877" y="42587"/>
                  <a:pt x="124260" y="41744"/>
                  <a:pt x="121199" y="41788"/>
                </a:cubicBezTo>
                <a:cubicBezTo>
                  <a:pt x="120001" y="41788"/>
                  <a:pt x="118648" y="42010"/>
                  <a:pt x="117140" y="42453"/>
                </a:cubicBezTo>
                <a:cubicBezTo>
                  <a:pt x="115631" y="42897"/>
                  <a:pt x="114023" y="44117"/>
                  <a:pt x="112315" y="46113"/>
                </a:cubicBezTo>
                <a:cubicBezTo>
                  <a:pt x="110608" y="48110"/>
                  <a:pt x="109754" y="50705"/>
                  <a:pt x="109754" y="53899"/>
                </a:cubicBezTo>
                <a:lnTo>
                  <a:pt x="109754" y="63813"/>
                </a:lnTo>
                <a:cubicBezTo>
                  <a:pt x="109754" y="73706"/>
                  <a:pt x="110197" y="81890"/>
                  <a:pt x="111084" y="88367"/>
                </a:cubicBezTo>
                <a:lnTo>
                  <a:pt x="110818" y="88766"/>
                </a:lnTo>
                <a:cubicBezTo>
                  <a:pt x="106471" y="88500"/>
                  <a:pt x="102745" y="88367"/>
                  <a:pt x="99639" y="88367"/>
                </a:cubicBezTo>
                <a:lnTo>
                  <a:pt x="90523" y="88766"/>
                </a:lnTo>
                <a:lnTo>
                  <a:pt x="90390" y="88367"/>
                </a:lnTo>
                <a:cubicBezTo>
                  <a:pt x="91277" y="82194"/>
                  <a:pt x="91721" y="74000"/>
                  <a:pt x="91721" y="63784"/>
                </a:cubicBezTo>
                <a:lnTo>
                  <a:pt x="91721" y="56323"/>
                </a:lnTo>
                <a:cubicBezTo>
                  <a:pt x="91721" y="44245"/>
                  <a:pt x="91233" y="35407"/>
                  <a:pt x="90257" y="29811"/>
                </a:cubicBezTo>
                <a:lnTo>
                  <a:pt x="90523" y="29411"/>
                </a:lnTo>
                <a:cubicBezTo>
                  <a:pt x="98331" y="29772"/>
                  <a:pt x="104231" y="29639"/>
                  <a:pt x="108223" y="29012"/>
                </a:cubicBezTo>
                <a:cubicBezTo>
                  <a:pt x="108844" y="29012"/>
                  <a:pt x="109243" y="29470"/>
                  <a:pt x="109421" y="30385"/>
                </a:cubicBezTo>
                <a:cubicBezTo>
                  <a:pt x="109598" y="31298"/>
                  <a:pt x="109687" y="34631"/>
                  <a:pt x="109687" y="40384"/>
                </a:cubicBezTo>
                <a:lnTo>
                  <a:pt x="110286" y="40786"/>
                </a:lnTo>
                <a:close/>
                <a:moveTo>
                  <a:pt x="142572" y="60389"/>
                </a:moveTo>
                <a:cubicBezTo>
                  <a:pt x="142572" y="50130"/>
                  <a:pt x="145589" y="42225"/>
                  <a:pt x="151622" y="36675"/>
                </a:cubicBezTo>
                <a:cubicBezTo>
                  <a:pt x="157655" y="31123"/>
                  <a:pt x="165729" y="28391"/>
                  <a:pt x="175843" y="28480"/>
                </a:cubicBezTo>
                <a:cubicBezTo>
                  <a:pt x="186845" y="28480"/>
                  <a:pt x="195040" y="31300"/>
                  <a:pt x="200430" y="36941"/>
                </a:cubicBezTo>
                <a:cubicBezTo>
                  <a:pt x="205820" y="42580"/>
                  <a:pt x="208515" y="49996"/>
                  <a:pt x="208515" y="59189"/>
                </a:cubicBezTo>
                <a:cubicBezTo>
                  <a:pt x="208515" y="68647"/>
                  <a:pt x="205609" y="76097"/>
                  <a:pt x="199798" y="81538"/>
                </a:cubicBezTo>
                <a:cubicBezTo>
                  <a:pt x="193987" y="86978"/>
                  <a:pt x="185913" y="89698"/>
                  <a:pt x="175577" y="89698"/>
                </a:cubicBezTo>
                <a:cubicBezTo>
                  <a:pt x="165418" y="89698"/>
                  <a:pt x="157378" y="87089"/>
                  <a:pt x="151456" y="81871"/>
                </a:cubicBezTo>
                <a:cubicBezTo>
                  <a:pt x="145533" y="76653"/>
                  <a:pt x="142572" y="69492"/>
                  <a:pt x="142572" y="60389"/>
                </a:cubicBezTo>
                <a:moveTo>
                  <a:pt x="174845" y="35267"/>
                </a:moveTo>
                <a:cubicBezTo>
                  <a:pt x="171119" y="35267"/>
                  <a:pt x="168257" y="36366"/>
                  <a:pt x="166261" y="38565"/>
                </a:cubicBezTo>
                <a:cubicBezTo>
                  <a:pt x="164265" y="40764"/>
                  <a:pt x="163045" y="43273"/>
                  <a:pt x="162601" y="46095"/>
                </a:cubicBezTo>
                <a:cubicBezTo>
                  <a:pt x="162158" y="48916"/>
                  <a:pt x="161936" y="52636"/>
                  <a:pt x="161936" y="57257"/>
                </a:cubicBezTo>
                <a:cubicBezTo>
                  <a:pt x="161936" y="74359"/>
                  <a:pt x="167104" y="82911"/>
                  <a:pt x="177440" y="82911"/>
                </a:cubicBezTo>
                <a:cubicBezTo>
                  <a:pt x="185248" y="82911"/>
                  <a:pt x="189151" y="76225"/>
                  <a:pt x="189151" y="62855"/>
                </a:cubicBezTo>
                <a:cubicBezTo>
                  <a:pt x="189151" y="52948"/>
                  <a:pt x="188153" y="45874"/>
                  <a:pt x="186157" y="41632"/>
                </a:cubicBezTo>
                <a:cubicBezTo>
                  <a:pt x="184161" y="37389"/>
                  <a:pt x="180390" y="35267"/>
                  <a:pt x="174845" y="35267"/>
                </a:cubicBezTo>
                <a:close/>
                <a:moveTo>
                  <a:pt x="240133" y="88899"/>
                </a:moveTo>
                <a:cubicBezTo>
                  <a:pt x="238048" y="82904"/>
                  <a:pt x="235852" y="76908"/>
                  <a:pt x="233546" y="70912"/>
                </a:cubicBezTo>
                <a:cubicBezTo>
                  <a:pt x="231239" y="64917"/>
                  <a:pt x="228100" y="57167"/>
                  <a:pt x="224130" y="47665"/>
                </a:cubicBezTo>
                <a:cubicBezTo>
                  <a:pt x="220160" y="38160"/>
                  <a:pt x="217642" y="32120"/>
                  <a:pt x="216578" y="29544"/>
                </a:cubicBezTo>
                <a:cubicBezTo>
                  <a:pt x="217864" y="29811"/>
                  <a:pt x="221857" y="29944"/>
                  <a:pt x="228555" y="29944"/>
                </a:cubicBezTo>
                <a:cubicBezTo>
                  <a:pt x="233257" y="29944"/>
                  <a:pt x="236163" y="29811"/>
                  <a:pt x="237272" y="29544"/>
                </a:cubicBezTo>
                <a:cubicBezTo>
                  <a:pt x="237804" y="31455"/>
                  <a:pt x="238869" y="35208"/>
                  <a:pt x="240466" y="40805"/>
                </a:cubicBezTo>
                <a:cubicBezTo>
                  <a:pt x="242063" y="46400"/>
                  <a:pt x="243250" y="50563"/>
                  <a:pt x="244026" y="53294"/>
                </a:cubicBezTo>
                <a:cubicBezTo>
                  <a:pt x="244802" y="56024"/>
                  <a:pt x="245911" y="59622"/>
                  <a:pt x="247353" y="64086"/>
                </a:cubicBezTo>
                <a:cubicBezTo>
                  <a:pt x="248795" y="68548"/>
                  <a:pt x="250248" y="72600"/>
                  <a:pt x="251712" y="76242"/>
                </a:cubicBezTo>
                <a:lnTo>
                  <a:pt x="253109" y="76242"/>
                </a:lnTo>
                <a:cubicBezTo>
                  <a:pt x="256436" y="68293"/>
                  <a:pt x="260140" y="58190"/>
                  <a:pt x="264221" y="45932"/>
                </a:cubicBezTo>
                <a:cubicBezTo>
                  <a:pt x="263778" y="44822"/>
                  <a:pt x="263079" y="43112"/>
                  <a:pt x="262125" y="40802"/>
                </a:cubicBezTo>
                <a:cubicBezTo>
                  <a:pt x="261172" y="38493"/>
                  <a:pt x="260318" y="36439"/>
                  <a:pt x="259563" y="34641"/>
                </a:cubicBezTo>
                <a:cubicBezTo>
                  <a:pt x="258809" y="32842"/>
                  <a:pt x="258100" y="31098"/>
                  <a:pt x="257434" y="29411"/>
                </a:cubicBezTo>
                <a:cubicBezTo>
                  <a:pt x="258721" y="29678"/>
                  <a:pt x="262491" y="29811"/>
                  <a:pt x="268746" y="29811"/>
                </a:cubicBezTo>
                <a:cubicBezTo>
                  <a:pt x="273936" y="29811"/>
                  <a:pt x="277086" y="29678"/>
                  <a:pt x="278195" y="29411"/>
                </a:cubicBezTo>
                <a:cubicBezTo>
                  <a:pt x="278994" y="32120"/>
                  <a:pt x="280258" y="36662"/>
                  <a:pt x="281988" y="43036"/>
                </a:cubicBezTo>
                <a:cubicBezTo>
                  <a:pt x="283718" y="49408"/>
                  <a:pt x="285282" y="54960"/>
                  <a:pt x="286679" y="59690"/>
                </a:cubicBezTo>
                <a:cubicBezTo>
                  <a:pt x="288076" y="64418"/>
                  <a:pt x="289596" y="68981"/>
                  <a:pt x="291237" y="73379"/>
                </a:cubicBezTo>
                <a:lnTo>
                  <a:pt x="292235" y="73379"/>
                </a:lnTo>
                <a:cubicBezTo>
                  <a:pt x="293877" y="69471"/>
                  <a:pt x="295485" y="65152"/>
                  <a:pt x="297060" y="60422"/>
                </a:cubicBezTo>
                <a:cubicBezTo>
                  <a:pt x="298634" y="55692"/>
                  <a:pt x="300442" y="49963"/>
                  <a:pt x="302483" y="43235"/>
                </a:cubicBezTo>
                <a:cubicBezTo>
                  <a:pt x="304523" y="36506"/>
                  <a:pt x="305965" y="31898"/>
                  <a:pt x="306808" y="29411"/>
                </a:cubicBezTo>
                <a:cubicBezTo>
                  <a:pt x="307518" y="29678"/>
                  <a:pt x="309381" y="29811"/>
                  <a:pt x="312397" y="29811"/>
                </a:cubicBezTo>
                <a:cubicBezTo>
                  <a:pt x="316390" y="29811"/>
                  <a:pt x="318741" y="29678"/>
                  <a:pt x="319451" y="29411"/>
                </a:cubicBezTo>
                <a:cubicBezTo>
                  <a:pt x="308272" y="56147"/>
                  <a:pt x="300331" y="75932"/>
                  <a:pt x="295629" y="88766"/>
                </a:cubicBezTo>
                <a:cubicBezTo>
                  <a:pt x="294919" y="88500"/>
                  <a:pt x="292768" y="88367"/>
                  <a:pt x="289174" y="88367"/>
                </a:cubicBezTo>
                <a:cubicBezTo>
                  <a:pt x="284339" y="88367"/>
                  <a:pt x="281522" y="88500"/>
                  <a:pt x="280724" y="88766"/>
                </a:cubicBezTo>
                <a:cubicBezTo>
                  <a:pt x="277663" y="79840"/>
                  <a:pt x="273692" y="69293"/>
                  <a:pt x="268813" y="57124"/>
                </a:cubicBezTo>
                <a:cubicBezTo>
                  <a:pt x="264022" y="68315"/>
                  <a:pt x="260007" y="78907"/>
                  <a:pt x="256769" y="88899"/>
                </a:cubicBezTo>
                <a:cubicBezTo>
                  <a:pt x="256059" y="88633"/>
                  <a:pt x="253242" y="88500"/>
                  <a:pt x="248318" y="88500"/>
                </a:cubicBezTo>
                <a:cubicBezTo>
                  <a:pt x="243660" y="88500"/>
                  <a:pt x="240932" y="88633"/>
                  <a:pt x="240133" y="88899"/>
                </a:cubicBezTo>
                <a:close/>
                <a:moveTo>
                  <a:pt x="329297" y="72930"/>
                </a:moveTo>
                <a:lnTo>
                  <a:pt x="333356" y="72796"/>
                </a:lnTo>
                <a:cubicBezTo>
                  <a:pt x="337082" y="80116"/>
                  <a:pt x="341940" y="83754"/>
                  <a:pt x="347929" y="83709"/>
                </a:cubicBezTo>
                <a:cubicBezTo>
                  <a:pt x="350014" y="83709"/>
                  <a:pt x="351622" y="83620"/>
                  <a:pt x="352753" y="83441"/>
                </a:cubicBezTo>
                <a:cubicBezTo>
                  <a:pt x="353884" y="83262"/>
                  <a:pt x="354926" y="82649"/>
                  <a:pt x="355880" y="81601"/>
                </a:cubicBezTo>
                <a:cubicBezTo>
                  <a:pt x="356834" y="80551"/>
                  <a:pt x="357311" y="79022"/>
                  <a:pt x="357311" y="77013"/>
                </a:cubicBezTo>
                <a:cubicBezTo>
                  <a:pt x="357311" y="74423"/>
                  <a:pt x="356457" y="72271"/>
                  <a:pt x="354749" y="70559"/>
                </a:cubicBezTo>
                <a:cubicBezTo>
                  <a:pt x="353041" y="68847"/>
                  <a:pt x="349592" y="66586"/>
                  <a:pt x="344402" y="63776"/>
                </a:cubicBezTo>
                <a:cubicBezTo>
                  <a:pt x="339788" y="61292"/>
                  <a:pt x="336228" y="58688"/>
                  <a:pt x="333722" y="55963"/>
                </a:cubicBezTo>
                <a:cubicBezTo>
                  <a:pt x="331216" y="53238"/>
                  <a:pt x="329962" y="49739"/>
                  <a:pt x="329962" y="45467"/>
                </a:cubicBezTo>
                <a:cubicBezTo>
                  <a:pt x="329962" y="40215"/>
                  <a:pt x="332191" y="36072"/>
                  <a:pt x="336650" y="33036"/>
                </a:cubicBezTo>
                <a:cubicBezTo>
                  <a:pt x="341108" y="29998"/>
                  <a:pt x="346553" y="28480"/>
                  <a:pt x="352986" y="28480"/>
                </a:cubicBezTo>
                <a:cubicBezTo>
                  <a:pt x="360793" y="28480"/>
                  <a:pt x="366826" y="29783"/>
                  <a:pt x="371085" y="32389"/>
                </a:cubicBezTo>
                <a:lnTo>
                  <a:pt x="371351" y="32832"/>
                </a:lnTo>
                <a:lnTo>
                  <a:pt x="368823" y="45207"/>
                </a:lnTo>
                <a:lnTo>
                  <a:pt x="365096" y="45336"/>
                </a:lnTo>
                <a:cubicBezTo>
                  <a:pt x="361902" y="38623"/>
                  <a:pt x="357777" y="35267"/>
                  <a:pt x="352720" y="35267"/>
                </a:cubicBezTo>
                <a:cubicBezTo>
                  <a:pt x="348283" y="35267"/>
                  <a:pt x="346043" y="37447"/>
                  <a:pt x="345999" y="41807"/>
                </a:cubicBezTo>
                <a:cubicBezTo>
                  <a:pt x="345999" y="43768"/>
                  <a:pt x="346686" y="45403"/>
                  <a:pt x="348062" y="46710"/>
                </a:cubicBezTo>
                <a:cubicBezTo>
                  <a:pt x="349437" y="48017"/>
                  <a:pt x="351477" y="49390"/>
                  <a:pt x="354183" y="50829"/>
                </a:cubicBezTo>
                <a:cubicBezTo>
                  <a:pt x="354538" y="51004"/>
                  <a:pt x="355725" y="51604"/>
                  <a:pt x="357743" y="52628"/>
                </a:cubicBezTo>
                <a:cubicBezTo>
                  <a:pt x="359762" y="53653"/>
                  <a:pt x="360993" y="54296"/>
                  <a:pt x="361436" y="54558"/>
                </a:cubicBezTo>
                <a:cubicBezTo>
                  <a:pt x="361880" y="54818"/>
                  <a:pt x="362900" y="55439"/>
                  <a:pt x="364497" y="56421"/>
                </a:cubicBezTo>
                <a:cubicBezTo>
                  <a:pt x="366094" y="57401"/>
                  <a:pt x="367137" y="58164"/>
                  <a:pt x="367625" y="58708"/>
                </a:cubicBezTo>
                <a:cubicBezTo>
                  <a:pt x="368113" y="59253"/>
                  <a:pt x="368878" y="60060"/>
                  <a:pt x="369921" y="61129"/>
                </a:cubicBezTo>
                <a:cubicBezTo>
                  <a:pt x="370963" y="62196"/>
                  <a:pt x="371651" y="63199"/>
                  <a:pt x="371983" y="64136"/>
                </a:cubicBezTo>
                <a:cubicBezTo>
                  <a:pt x="372316" y="65073"/>
                  <a:pt x="372660" y="66185"/>
                  <a:pt x="373015" y="67471"/>
                </a:cubicBezTo>
                <a:cubicBezTo>
                  <a:pt x="373370" y="68756"/>
                  <a:pt x="373547" y="70162"/>
                  <a:pt x="373547" y="71688"/>
                </a:cubicBezTo>
                <a:cubicBezTo>
                  <a:pt x="373547" y="76802"/>
                  <a:pt x="371440" y="81082"/>
                  <a:pt x="367226" y="84529"/>
                </a:cubicBezTo>
                <a:cubicBezTo>
                  <a:pt x="363011" y="87975"/>
                  <a:pt x="356712" y="89698"/>
                  <a:pt x="348328" y="89698"/>
                </a:cubicBezTo>
                <a:cubicBezTo>
                  <a:pt x="340786" y="89698"/>
                  <a:pt x="333711" y="88456"/>
                  <a:pt x="327101" y="85972"/>
                </a:cubicBezTo>
                <a:lnTo>
                  <a:pt x="329297" y="72930"/>
                </a:lnTo>
                <a:close/>
                <a:moveTo>
                  <a:pt x="402433" y="50172"/>
                </a:moveTo>
                <a:lnTo>
                  <a:pt x="423194" y="50172"/>
                </a:lnTo>
                <a:cubicBezTo>
                  <a:pt x="423372" y="50002"/>
                  <a:pt x="423461" y="49087"/>
                  <a:pt x="423461" y="47427"/>
                </a:cubicBezTo>
                <a:cubicBezTo>
                  <a:pt x="423461" y="42706"/>
                  <a:pt x="422485" y="39388"/>
                  <a:pt x="420533" y="37473"/>
                </a:cubicBezTo>
                <a:cubicBezTo>
                  <a:pt x="418581" y="35559"/>
                  <a:pt x="416407" y="34602"/>
                  <a:pt x="414012" y="34602"/>
                </a:cubicBezTo>
                <a:cubicBezTo>
                  <a:pt x="410818" y="34602"/>
                  <a:pt x="408378" y="35857"/>
                  <a:pt x="406692" y="38367"/>
                </a:cubicBezTo>
                <a:cubicBezTo>
                  <a:pt x="403942" y="42238"/>
                  <a:pt x="402522" y="46173"/>
                  <a:pt x="402433" y="50172"/>
                </a:cubicBezTo>
                <a:moveTo>
                  <a:pt x="439231" y="70734"/>
                </a:moveTo>
                <a:cubicBezTo>
                  <a:pt x="440606" y="70734"/>
                  <a:pt x="441294" y="72131"/>
                  <a:pt x="441294" y="74926"/>
                </a:cubicBezTo>
                <a:cubicBezTo>
                  <a:pt x="434551" y="84774"/>
                  <a:pt x="426056" y="89698"/>
                  <a:pt x="415808" y="89698"/>
                </a:cubicBezTo>
                <a:cubicBezTo>
                  <a:pt x="406004" y="89698"/>
                  <a:pt x="398596" y="87430"/>
                  <a:pt x="393583" y="82894"/>
                </a:cubicBezTo>
                <a:cubicBezTo>
                  <a:pt x="390789" y="80360"/>
                  <a:pt x="388571" y="77059"/>
                  <a:pt x="386929" y="72992"/>
                </a:cubicBezTo>
                <a:cubicBezTo>
                  <a:pt x="385288" y="68923"/>
                  <a:pt x="384467" y="64843"/>
                  <a:pt x="384467" y="60752"/>
                </a:cubicBezTo>
                <a:cubicBezTo>
                  <a:pt x="384467" y="50771"/>
                  <a:pt x="387484" y="42786"/>
                  <a:pt x="393517" y="36797"/>
                </a:cubicBezTo>
                <a:cubicBezTo>
                  <a:pt x="399550" y="30809"/>
                  <a:pt x="406670" y="27814"/>
                  <a:pt x="414877" y="27814"/>
                </a:cubicBezTo>
                <a:cubicBezTo>
                  <a:pt x="424059" y="27814"/>
                  <a:pt x="430669" y="30125"/>
                  <a:pt x="434706" y="34745"/>
                </a:cubicBezTo>
                <a:cubicBezTo>
                  <a:pt x="438743" y="39366"/>
                  <a:pt x="440761" y="44951"/>
                  <a:pt x="440761" y="51501"/>
                </a:cubicBezTo>
                <a:cubicBezTo>
                  <a:pt x="440761" y="55140"/>
                  <a:pt x="439431" y="56960"/>
                  <a:pt x="436769" y="56960"/>
                </a:cubicBezTo>
                <a:lnTo>
                  <a:pt x="401901" y="56960"/>
                </a:lnTo>
                <a:lnTo>
                  <a:pt x="401901" y="59155"/>
                </a:lnTo>
                <a:cubicBezTo>
                  <a:pt x="401901" y="66874"/>
                  <a:pt x="403587" y="72164"/>
                  <a:pt x="406958" y="75026"/>
                </a:cubicBezTo>
                <a:cubicBezTo>
                  <a:pt x="410330" y="77887"/>
                  <a:pt x="415054" y="79317"/>
                  <a:pt x="421132" y="79317"/>
                </a:cubicBezTo>
                <a:cubicBezTo>
                  <a:pt x="423838" y="79317"/>
                  <a:pt x="426876" y="78563"/>
                  <a:pt x="430248" y="77055"/>
                </a:cubicBezTo>
                <a:cubicBezTo>
                  <a:pt x="433619" y="75547"/>
                  <a:pt x="436614" y="73440"/>
                  <a:pt x="439231" y="70734"/>
                </a:cubicBezTo>
                <a:close/>
                <a:moveTo>
                  <a:pt x="478098" y="40786"/>
                </a:moveTo>
                <a:cubicBezTo>
                  <a:pt x="480271" y="37575"/>
                  <a:pt x="482833" y="34722"/>
                  <a:pt x="485783" y="32225"/>
                </a:cubicBezTo>
                <a:cubicBezTo>
                  <a:pt x="488733" y="29728"/>
                  <a:pt x="491672" y="28480"/>
                  <a:pt x="494600" y="28480"/>
                </a:cubicBezTo>
                <a:cubicBezTo>
                  <a:pt x="497040" y="28480"/>
                  <a:pt x="499347" y="28792"/>
                  <a:pt x="501520" y="29418"/>
                </a:cubicBezTo>
                <a:lnTo>
                  <a:pt x="502053" y="29952"/>
                </a:lnTo>
                <a:lnTo>
                  <a:pt x="499324" y="44050"/>
                </a:lnTo>
                <a:lnTo>
                  <a:pt x="496862" y="44317"/>
                </a:lnTo>
                <a:cubicBezTo>
                  <a:pt x="494689" y="42587"/>
                  <a:pt x="492071" y="41744"/>
                  <a:pt x="489010" y="41788"/>
                </a:cubicBezTo>
                <a:cubicBezTo>
                  <a:pt x="487813" y="41788"/>
                  <a:pt x="486460" y="42010"/>
                  <a:pt x="484951" y="42453"/>
                </a:cubicBezTo>
                <a:cubicBezTo>
                  <a:pt x="483443" y="42897"/>
                  <a:pt x="481835" y="44117"/>
                  <a:pt x="480127" y="46113"/>
                </a:cubicBezTo>
                <a:cubicBezTo>
                  <a:pt x="478419" y="48110"/>
                  <a:pt x="477565" y="50705"/>
                  <a:pt x="477565" y="53899"/>
                </a:cubicBezTo>
                <a:lnTo>
                  <a:pt x="477565" y="63813"/>
                </a:lnTo>
                <a:cubicBezTo>
                  <a:pt x="477565" y="73706"/>
                  <a:pt x="478009" y="81890"/>
                  <a:pt x="478896" y="88367"/>
                </a:cubicBezTo>
                <a:lnTo>
                  <a:pt x="478630" y="88766"/>
                </a:lnTo>
                <a:cubicBezTo>
                  <a:pt x="474283" y="88500"/>
                  <a:pt x="470556" y="88367"/>
                  <a:pt x="467451" y="88367"/>
                </a:cubicBezTo>
                <a:lnTo>
                  <a:pt x="458335" y="88766"/>
                </a:lnTo>
                <a:lnTo>
                  <a:pt x="458202" y="88367"/>
                </a:lnTo>
                <a:cubicBezTo>
                  <a:pt x="459089" y="82194"/>
                  <a:pt x="459533" y="74000"/>
                  <a:pt x="459533" y="63784"/>
                </a:cubicBezTo>
                <a:lnTo>
                  <a:pt x="459533" y="56323"/>
                </a:lnTo>
                <a:cubicBezTo>
                  <a:pt x="459533" y="44245"/>
                  <a:pt x="459045" y="35407"/>
                  <a:pt x="458069" y="29811"/>
                </a:cubicBezTo>
                <a:lnTo>
                  <a:pt x="458335" y="29411"/>
                </a:lnTo>
                <a:cubicBezTo>
                  <a:pt x="466142" y="29772"/>
                  <a:pt x="472042" y="29639"/>
                  <a:pt x="476035" y="29012"/>
                </a:cubicBezTo>
                <a:cubicBezTo>
                  <a:pt x="476656" y="29012"/>
                  <a:pt x="477055" y="29470"/>
                  <a:pt x="477233" y="30385"/>
                </a:cubicBezTo>
                <a:cubicBezTo>
                  <a:pt x="477410" y="31298"/>
                  <a:pt x="477499" y="34631"/>
                  <a:pt x="477499" y="40384"/>
                </a:cubicBezTo>
                <a:lnTo>
                  <a:pt x="478098" y="40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84685e23468c"/>
          <a:stretch xmlns:a="http://schemas.openxmlformats.org/drawingml/2006/main"/>
        </p:blipFill>
        <p:spPr>
          <a:xfrm xmlns:a="http://schemas.openxmlformats.org/drawingml/2006/main">
            <a:off x="1068551" y="5623015"/>
            <a:ext cx="197147" cy="175242"/>
          </a:xfrm>
          <a:prstGeom xmlns:a="http://schemas.openxmlformats.org/drawingml/2006/main" prst="rect">
            <a:avLst/>
          </a:prstGeom>
        </p:spPr>
      </p:pic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5694F-1A95-4D39-93BA-299D3CD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107" y="5629067"/>
            <a:ext cx="162400" cy="162405"/>
          </a:xfrm>
          <a:custGeom xmlns:a="http://schemas.openxmlformats.org/drawingml/2006/main">
            <a:pathLst>
              <a:path w="162400" h="162405">
                <a:moveTo>
                  <a:pt x="0" y="162405"/>
                </a:moveTo>
                <a:lnTo>
                  <a:pt x="162400" y="162405"/>
                </a:lnTo>
                <a:lnTo>
                  <a:pt x="162400" y="0"/>
                </a:lnTo>
                <a:lnTo>
                  <a:pt x="0" y="0"/>
                </a:lnTo>
                <a:lnTo>
                  <a:pt x="0" y="1624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2DAAC-B168-4D17-886C-51C377DC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80" y="563808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9C230-600D-4091-9CE1-F752F24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51" y="563808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48450-5183-47F6-AC7F-3D8F920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129" y="563808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6F294-EC0E-47E8-8D89-0B45FFCE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80" y="5687712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F9AD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DF200-CA6E-4DE3-B558-A684CD1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51" y="5687712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7F8BF-2BB1-4C8C-9170-08E094F6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51" y="573733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C10C5-90EC-455B-B041-74E8946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80" y="573733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AC318-48DD-4DCA-A71F-B1F98318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129" y="5737336"/>
            <a:ext cx="45112" cy="45113"/>
          </a:xfrm>
          <a:custGeom xmlns:a="http://schemas.openxmlformats.org/drawingml/2006/main">
            <a:pathLst>
              <a:path w="45112" h="45113">
                <a:moveTo>
                  <a:pt x="0" y="45113"/>
                </a:moveTo>
                <a:lnTo>
                  <a:pt x="45112" y="45113"/>
                </a:lnTo>
                <a:lnTo>
                  <a:pt x="45112" y="0"/>
                </a:lnTo>
                <a:lnTo>
                  <a:pt x="0" y="0"/>
                </a:lnTo>
                <a:lnTo>
                  <a:pt x="0" y="45113"/>
                </a:lnTo>
                <a:close/>
              </a:path>
            </a:pathLst>
          </a:custGeom>
          <a:solidFill xmlns:a="http://schemas.openxmlformats.org/drawingml/2006/main">
            <a:srgbClr val="4E4E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F281C-2BE4-4964-9582-EEBF2283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454" y="5633111"/>
            <a:ext cx="155540" cy="155395"/>
          </a:xfrm>
          <a:custGeom xmlns:a="http://schemas.openxmlformats.org/drawingml/2006/main">
            <a:pathLst>
              <a:path w="155540" h="155395">
                <a:moveTo>
                  <a:pt x="72447" y="179"/>
                </a:moveTo>
                <a:lnTo>
                  <a:pt x="67220" y="710"/>
                </a:lnTo>
                <a:lnTo>
                  <a:pt x="62100" y="1579"/>
                </a:lnTo>
                <a:lnTo>
                  <a:pt x="57100" y="2776"/>
                </a:lnTo>
                <a:lnTo>
                  <a:pt x="52230" y="4290"/>
                </a:lnTo>
                <a:lnTo>
                  <a:pt x="47504" y="6108"/>
                </a:lnTo>
                <a:lnTo>
                  <a:pt x="42931" y="8219"/>
                </a:lnTo>
                <a:lnTo>
                  <a:pt x="38523" y="10611"/>
                </a:lnTo>
                <a:lnTo>
                  <a:pt x="34293" y="13273"/>
                </a:lnTo>
                <a:lnTo>
                  <a:pt x="30252" y="16193"/>
                </a:lnTo>
                <a:lnTo>
                  <a:pt x="26412" y="19360"/>
                </a:lnTo>
                <a:lnTo>
                  <a:pt x="22783" y="22762"/>
                </a:lnTo>
                <a:lnTo>
                  <a:pt x="19378" y="26387"/>
                </a:lnTo>
                <a:lnTo>
                  <a:pt x="16208" y="30224"/>
                </a:lnTo>
                <a:lnTo>
                  <a:pt x="13285" y="34262"/>
                </a:lnTo>
                <a:lnTo>
                  <a:pt x="10621" y="38488"/>
                </a:lnTo>
                <a:lnTo>
                  <a:pt x="8226" y="42891"/>
                </a:lnTo>
                <a:lnTo>
                  <a:pt x="6113" y="47460"/>
                </a:lnTo>
                <a:lnTo>
                  <a:pt x="4294" y="52182"/>
                </a:lnTo>
                <a:lnTo>
                  <a:pt x="2779" y="57047"/>
                </a:lnTo>
                <a:lnTo>
                  <a:pt x="1581" y="62042"/>
                </a:lnTo>
                <a:lnTo>
                  <a:pt x="710" y="67157"/>
                </a:lnTo>
                <a:lnTo>
                  <a:pt x="179" y="72379"/>
                </a:lnTo>
                <a:lnTo>
                  <a:pt x="0" y="77698"/>
                </a:lnTo>
                <a:lnTo>
                  <a:pt x="179" y="83016"/>
                </a:lnTo>
                <a:lnTo>
                  <a:pt x="710" y="88238"/>
                </a:lnTo>
                <a:lnTo>
                  <a:pt x="1581" y="93353"/>
                </a:lnTo>
                <a:lnTo>
                  <a:pt x="2779" y="98348"/>
                </a:lnTo>
                <a:lnTo>
                  <a:pt x="4294" y="103213"/>
                </a:lnTo>
                <a:lnTo>
                  <a:pt x="6113" y="107936"/>
                </a:lnTo>
                <a:lnTo>
                  <a:pt x="8226" y="112504"/>
                </a:lnTo>
                <a:lnTo>
                  <a:pt x="10621" y="116908"/>
                </a:lnTo>
                <a:lnTo>
                  <a:pt x="13285" y="121134"/>
                </a:lnTo>
                <a:lnTo>
                  <a:pt x="16208" y="125171"/>
                </a:lnTo>
                <a:lnTo>
                  <a:pt x="19378" y="129008"/>
                </a:lnTo>
                <a:lnTo>
                  <a:pt x="22783" y="132634"/>
                </a:lnTo>
                <a:lnTo>
                  <a:pt x="26412" y="136035"/>
                </a:lnTo>
                <a:lnTo>
                  <a:pt x="30252" y="139202"/>
                </a:lnTo>
                <a:lnTo>
                  <a:pt x="34294" y="142123"/>
                </a:lnTo>
                <a:lnTo>
                  <a:pt x="38524" y="144785"/>
                </a:lnTo>
                <a:lnTo>
                  <a:pt x="42931" y="147177"/>
                </a:lnTo>
                <a:lnTo>
                  <a:pt x="47504" y="149288"/>
                </a:lnTo>
                <a:lnTo>
                  <a:pt x="52231" y="151106"/>
                </a:lnTo>
                <a:lnTo>
                  <a:pt x="57100" y="152619"/>
                </a:lnTo>
                <a:lnTo>
                  <a:pt x="62100" y="153816"/>
                </a:lnTo>
                <a:lnTo>
                  <a:pt x="67220" y="154686"/>
                </a:lnTo>
                <a:lnTo>
                  <a:pt x="72447" y="155216"/>
                </a:lnTo>
                <a:lnTo>
                  <a:pt x="77770" y="155395"/>
                </a:lnTo>
                <a:lnTo>
                  <a:pt x="83093" y="155216"/>
                </a:lnTo>
                <a:lnTo>
                  <a:pt x="88320" y="154686"/>
                </a:lnTo>
                <a:lnTo>
                  <a:pt x="93440" y="153816"/>
                </a:lnTo>
                <a:lnTo>
                  <a:pt x="98440" y="152619"/>
                </a:lnTo>
                <a:lnTo>
                  <a:pt x="103309" y="151106"/>
                </a:lnTo>
                <a:lnTo>
                  <a:pt x="108036" y="149288"/>
                </a:lnTo>
                <a:lnTo>
                  <a:pt x="112609" y="147177"/>
                </a:lnTo>
                <a:lnTo>
                  <a:pt x="117017" y="144785"/>
                </a:lnTo>
                <a:lnTo>
                  <a:pt x="121247" y="142123"/>
                </a:lnTo>
                <a:lnTo>
                  <a:pt x="125288" y="139202"/>
                </a:lnTo>
                <a:lnTo>
                  <a:pt x="129128" y="136035"/>
                </a:lnTo>
                <a:lnTo>
                  <a:pt x="132757" y="132634"/>
                </a:lnTo>
                <a:lnTo>
                  <a:pt x="136162" y="129008"/>
                </a:lnTo>
                <a:lnTo>
                  <a:pt x="139332" y="125171"/>
                </a:lnTo>
                <a:lnTo>
                  <a:pt x="142255" y="121134"/>
                </a:lnTo>
                <a:lnTo>
                  <a:pt x="144919" y="116908"/>
                </a:lnTo>
                <a:lnTo>
                  <a:pt x="147314" y="112504"/>
                </a:lnTo>
                <a:lnTo>
                  <a:pt x="149427" y="107936"/>
                </a:lnTo>
                <a:lnTo>
                  <a:pt x="151246" y="103213"/>
                </a:lnTo>
                <a:lnTo>
                  <a:pt x="152761" y="98348"/>
                </a:lnTo>
                <a:lnTo>
                  <a:pt x="153960" y="93353"/>
                </a:lnTo>
                <a:lnTo>
                  <a:pt x="154830" y="88238"/>
                </a:lnTo>
                <a:lnTo>
                  <a:pt x="155361" y="83016"/>
                </a:lnTo>
                <a:lnTo>
                  <a:pt x="155540" y="77698"/>
                </a:lnTo>
                <a:lnTo>
                  <a:pt x="155361" y="72379"/>
                </a:lnTo>
                <a:lnTo>
                  <a:pt x="154830" y="67157"/>
                </a:lnTo>
                <a:lnTo>
                  <a:pt x="153959" y="62042"/>
                </a:lnTo>
                <a:lnTo>
                  <a:pt x="152761" y="57047"/>
                </a:lnTo>
                <a:lnTo>
                  <a:pt x="151246" y="52182"/>
                </a:lnTo>
                <a:lnTo>
                  <a:pt x="149427" y="47460"/>
                </a:lnTo>
                <a:lnTo>
                  <a:pt x="147314" y="42891"/>
                </a:lnTo>
                <a:lnTo>
                  <a:pt x="144919" y="38488"/>
                </a:lnTo>
                <a:lnTo>
                  <a:pt x="142255" y="34262"/>
                </a:lnTo>
                <a:lnTo>
                  <a:pt x="139332" y="30224"/>
                </a:lnTo>
                <a:lnTo>
                  <a:pt x="136162" y="26387"/>
                </a:lnTo>
                <a:lnTo>
                  <a:pt x="132757" y="22762"/>
                </a:lnTo>
                <a:lnTo>
                  <a:pt x="129128" y="19360"/>
                </a:lnTo>
                <a:lnTo>
                  <a:pt x="125288" y="16193"/>
                </a:lnTo>
                <a:lnTo>
                  <a:pt x="121246" y="13273"/>
                </a:lnTo>
                <a:lnTo>
                  <a:pt x="117016" y="10611"/>
                </a:lnTo>
                <a:lnTo>
                  <a:pt x="112609" y="8219"/>
                </a:lnTo>
                <a:lnTo>
                  <a:pt x="108036" y="6108"/>
                </a:lnTo>
                <a:lnTo>
                  <a:pt x="103309" y="4290"/>
                </a:lnTo>
                <a:lnTo>
                  <a:pt x="98440" y="2776"/>
                </a:lnTo>
                <a:lnTo>
                  <a:pt x="93440" y="1579"/>
                </a:lnTo>
                <a:lnTo>
                  <a:pt x="88320" y="710"/>
                </a:lnTo>
                <a:lnTo>
                  <a:pt x="83093" y="179"/>
                </a:lnTo>
                <a:lnTo>
                  <a:pt x="77770" y="0"/>
                </a:lnTo>
                <a:lnTo>
                  <a:pt x="72447" y="179"/>
                </a:lnTo>
                <a:close/>
              </a:path>
            </a:pathLst>
          </a:custGeom>
          <a:solidFill xmlns:a="http://schemas.openxmlformats.org/drawingml/2006/main">
            <a:srgbClr val="2C8E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339CE-318B-4B6E-A819-65505D6F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045" y="5659391"/>
            <a:ext cx="96597" cy="102507"/>
          </a:xfrm>
          <a:custGeom xmlns:a="http://schemas.openxmlformats.org/drawingml/2006/main">
            <a:pathLst>
              <a:path w="96597" h="102507">
                <a:moveTo>
                  <a:pt x="96087" y="74968"/>
                </a:moveTo>
                <a:cubicBezTo>
                  <a:pt x="95546" y="70708"/>
                  <a:pt x="91943" y="67768"/>
                  <a:pt x="87319" y="67828"/>
                </a:cubicBezTo>
                <a:cubicBezTo>
                  <a:pt x="80412" y="67918"/>
                  <a:pt x="74617" y="71488"/>
                  <a:pt x="70774" y="73858"/>
                </a:cubicBezTo>
                <a:cubicBezTo>
                  <a:pt x="69272" y="74788"/>
                  <a:pt x="67981" y="75478"/>
                  <a:pt x="66870" y="75988"/>
                </a:cubicBezTo>
                <a:cubicBezTo>
                  <a:pt x="67110" y="72508"/>
                  <a:pt x="66900" y="67948"/>
                  <a:pt x="65099" y="62938"/>
                </a:cubicBezTo>
                <a:cubicBezTo>
                  <a:pt x="62907" y="56938"/>
                  <a:pt x="59964" y="53248"/>
                  <a:pt x="57862" y="51118"/>
                </a:cubicBezTo>
                <a:cubicBezTo>
                  <a:pt x="60294" y="47579"/>
                  <a:pt x="63627" y="42419"/>
                  <a:pt x="65189" y="34439"/>
                </a:cubicBezTo>
                <a:cubicBezTo>
                  <a:pt x="66540" y="27629"/>
                  <a:pt x="66119" y="17039"/>
                  <a:pt x="63027" y="11100"/>
                </a:cubicBezTo>
                <a:cubicBezTo>
                  <a:pt x="62396" y="9900"/>
                  <a:pt x="61345" y="9030"/>
                  <a:pt x="60024" y="8670"/>
                </a:cubicBezTo>
                <a:cubicBezTo>
                  <a:pt x="59484" y="8520"/>
                  <a:pt x="58463" y="8220"/>
                  <a:pt x="56451" y="8790"/>
                </a:cubicBezTo>
                <a:cubicBezTo>
                  <a:pt x="53418" y="2520"/>
                  <a:pt x="52367" y="1860"/>
                  <a:pt x="51556" y="1320"/>
                </a:cubicBezTo>
                <a:cubicBezTo>
                  <a:pt x="49875" y="240"/>
                  <a:pt x="47893" y="0"/>
                  <a:pt x="46031" y="690"/>
                </a:cubicBezTo>
                <a:cubicBezTo>
                  <a:pt x="43539" y="1590"/>
                  <a:pt x="41407" y="3990"/>
                  <a:pt x="39395" y="8250"/>
                </a:cubicBezTo>
                <a:cubicBezTo>
                  <a:pt x="39095" y="8880"/>
                  <a:pt x="38825" y="9480"/>
                  <a:pt x="38585" y="10080"/>
                </a:cubicBezTo>
                <a:cubicBezTo>
                  <a:pt x="34771" y="10350"/>
                  <a:pt x="28766" y="11730"/>
                  <a:pt x="23691" y="17219"/>
                </a:cubicBezTo>
                <a:cubicBezTo>
                  <a:pt x="23061" y="17909"/>
                  <a:pt x="21830" y="18419"/>
                  <a:pt x="20538" y="18899"/>
                </a:cubicBezTo>
                <a:lnTo>
                  <a:pt x="20568" y="18899"/>
                </a:lnTo>
                <a:cubicBezTo>
                  <a:pt x="17926" y="19829"/>
                  <a:pt x="16725" y="21989"/>
                  <a:pt x="15254" y="25889"/>
                </a:cubicBezTo>
                <a:cubicBezTo>
                  <a:pt x="13212" y="31349"/>
                  <a:pt x="15314" y="36719"/>
                  <a:pt x="17386" y="40199"/>
                </a:cubicBezTo>
                <a:cubicBezTo>
                  <a:pt x="14563" y="42719"/>
                  <a:pt x="10810" y="46739"/>
                  <a:pt x="8828" y="51448"/>
                </a:cubicBezTo>
                <a:cubicBezTo>
                  <a:pt x="6366" y="57268"/>
                  <a:pt x="6095" y="62968"/>
                  <a:pt x="6186" y="66058"/>
                </a:cubicBezTo>
                <a:cubicBezTo>
                  <a:pt x="4084" y="68278"/>
                  <a:pt x="841" y="72448"/>
                  <a:pt x="480" y="77128"/>
                </a:cubicBezTo>
                <a:cubicBezTo>
                  <a:pt x="0" y="83668"/>
                  <a:pt x="2372" y="88107"/>
                  <a:pt x="3423" y="89727"/>
                </a:cubicBezTo>
                <a:cubicBezTo>
                  <a:pt x="3723" y="90207"/>
                  <a:pt x="4054" y="90597"/>
                  <a:pt x="4414" y="90987"/>
                </a:cubicBezTo>
                <a:cubicBezTo>
                  <a:pt x="4294" y="91797"/>
                  <a:pt x="4264" y="92667"/>
                  <a:pt x="4444" y="93567"/>
                </a:cubicBezTo>
                <a:cubicBezTo>
                  <a:pt x="4834" y="95667"/>
                  <a:pt x="6156" y="97377"/>
                  <a:pt x="8167" y="98457"/>
                </a:cubicBezTo>
                <a:cubicBezTo>
                  <a:pt x="12131" y="100557"/>
                  <a:pt x="17656" y="101457"/>
                  <a:pt x="21920" y="99327"/>
                </a:cubicBezTo>
                <a:cubicBezTo>
                  <a:pt x="23451" y="100947"/>
                  <a:pt x="26244" y="102507"/>
                  <a:pt x="31318" y="102507"/>
                </a:cubicBezTo>
                <a:lnTo>
                  <a:pt x="31619" y="102507"/>
                </a:lnTo>
                <a:cubicBezTo>
                  <a:pt x="32910" y="102507"/>
                  <a:pt x="49304" y="101637"/>
                  <a:pt x="54079" y="100467"/>
                </a:cubicBezTo>
                <a:cubicBezTo>
                  <a:pt x="56211" y="99957"/>
                  <a:pt x="57682" y="99057"/>
                  <a:pt x="58643" y="98247"/>
                </a:cubicBezTo>
                <a:cubicBezTo>
                  <a:pt x="61706" y="97287"/>
                  <a:pt x="70173" y="94407"/>
                  <a:pt x="78160" y="89247"/>
                </a:cubicBezTo>
                <a:cubicBezTo>
                  <a:pt x="83806" y="85587"/>
                  <a:pt x="85757" y="84807"/>
                  <a:pt x="89961" y="83787"/>
                </a:cubicBezTo>
                <a:cubicBezTo>
                  <a:pt x="94045" y="82798"/>
                  <a:pt x="96597" y="79078"/>
                  <a:pt x="96087" y="74968"/>
                </a:cubicBezTo>
                <a:close/>
                <a:moveTo>
                  <a:pt x="88940" y="79378"/>
                </a:moveTo>
                <a:cubicBezTo>
                  <a:pt x="84136" y="80518"/>
                  <a:pt x="81704" y="81568"/>
                  <a:pt x="75758" y="85437"/>
                </a:cubicBezTo>
                <a:cubicBezTo>
                  <a:pt x="66480" y="91437"/>
                  <a:pt x="56331" y="94227"/>
                  <a:pt x="56331" y="94227"/>
                </a:cubicBezTo>
                <a:cubicBezTo>
                  <a:pt x="56331" y="94227"/>
                  <a:pt x="55490" y="95487"/>
                  <a:pt x="53058" y="96057"/>
                </a:cubicBezTo>
                <a:cubicBezTo>
                  <a:pt x="48854" y="97077"/>
                  <a:pt x="33030" y="97947"/>
                  <a:pt x="31588" y="97977"/>
                </a:cubicBezTo>
                <a:cubicBezTo>
                  <a:pt x="27715" y="98007"/>
                  <a:pt x="25343" y="96987"/>
                  <a:pt x="24682" y="95397"/>
                </a:cubicBezTo>
                <a:cubicBezTo>
                  <a:pt x="22670" y="90597"/>
                  <a:pt x="27565" y="88497"/>
                  <a:pt x="27565" y="88497"/>
                </a:cubicBezTo>
                <a:cubicBezTo>
                  <a:pt x="27565" y="88497"/>
                  <a:pt x="26484" y="87837"/>
                  <a:pt x="25853" y="87237"/>
                </a:cubicBezTo>
                <a:cubicBezTo>
                  <a:pt x="25283" y="86667"/>
                  <a:pt x="24682" y="85527"/>
                  <a:pt x="24502" y="85947"/>
                </a:cubicBezTo>
                <a:cubicBezTo>
                  <a:pt x="23751" y="87777"/>
                  <a:pt x="23361" y="92247"/>
                  <a:pt x="21349" y="94257"/>
                </a:cubicBezTo>
                <a:cubicBezTo>
                  <a:pt x="18587" y="97047"/>
                  <a:pt x="13362" y="96117"/>
                  <a:pt x="10269" y="94497"/>
                </a:cubicBezTo>
                <a:cubicBezTo>
                  <a:pt x="6876" y="92697"/>
                  <a:pt x="10509" y="88467"/>
                  <a:pt x="10509" y="88467"/>
                </a:cubicBezTo>
                <a:cubicBezTo>
                  <a:pt x="10509" y="88467"/>
                  <a:pt x="8678" y="89547"/>
                  <a:pt x="7206" y="87327"/>
                </a:cubicBezTo>
                <a:cubicBezTo>
                  <a:pt x="5885" y="85287"/>
                  <a:pt x="4654" y="81808"/>
                  <a:pt x="4984" y="77518"/>
                </a:cubicBezTo>
                <a:cubicBezTo>
                  <a:pt x="5345" y="72628"/>
                  <a:pt x="10810" y="67888"/>
                  <a:pt x="10810" y="67888"/>
                </a:cubicBezTo>
                <a:cubicBezTo>
                  <a:pt x="10810" y="67888"/>
                  <a:pt x="9849" y="60658"/>
                  <a:pt x="13002" y="53248"/>
                </a:cubicBezTo>
                <a:cubicBezTo>
                  <a:pt x="15854" y="46499"/>
                  <a:pt x="23541" y="41069"/>
                  <a:pt x="23541" y="41069"/>
                </a:cubicBezTo>
                <a:cubicBezTo>
                  <a:pt x="23541" y="41069"/>
                  <a:pt x="17085" y="33929"/>
                  <a:pt x="19487" y="27509"/>
                </a:cubicBezTo>
                <a:cubicBezTo>
                  <a:pt x="21049" y="23309"/>
                  <a:pt x="21679" y="23339"/>
                  <a:pt x="22190" y="23159"/>
                </a:cubicBezTo>
                <a:cubicBezTo>
                  <a:pt x="23992" y="22469"/>
                  <a:pt x="25733" y="21719"/>
                  <a:pt x="27024" y="20309"/>
                </a:cubicBezTo>
                <a:cubicBezTo>
                  <a:pt x="33480" y="13350"/>
                  <a:pt x="41707" y="14670"/>
                  <a:pt x="41707" y="14670"/>
                </a:cubicBezTo>
                <a:cubicBezTo>
                  <a:pt x="41707" y="14670"/>
                  <a:pt x="45611" y="2820"/>
                  <a:pt x="49214" y="5130"/>
                </a:cubicBezTo>
                <a:cubicBezTo>
                  <a:pt x="50325" y="5850"/>
                  <a:pt x="54319" y="14730"/>
                  <a:pt x="54319" y="14730"/>
                </a:cubicBezTo>
                <a:cubicBezTo>
                  <a:pt x="54319" y="14730"/>
                  <a:pt x="58583" y="12240"/>
                  <a:pt x="59063" y="13170"/>
                </a:cubicBezTo>
                <a:cubicBezTo>
                  <a:pt x="61645" y="18179"/>
                  <a:pt x="61946" y="27749"/>
                  <a:pt x="60805" y="33569"/>
                </a:cubicBezTo>
                <a:cubicBezTo>
                  <a:pt x="58883" y="43169"/>
                  <a:pt x="54079" y="48329"/>
                  <a:pt x="52157" y="51568"/>
                </a:cubicBezTo>
                <a:cubicBezTo>
                  <a:pt x="51707" y="52318"/>
                  <a:pt x="57322" y="54688"/>
                  <a:pt x="60865" y="64498"/>
                </a:cubicBezTo>
                <a:cubicBezTo>
                  <a:pt x="64138" y="73468"/>
                  <a:pt x="61225" y="80998"/>
                  <a:pt x="61736" y="81838"/>
                </a:cubicBezTo>
                <a:cubicBezTo>
                  <a:pt x="61826" y="81988"/>
                  <a:pt x="61856" y="82048"/>
                  <a:pt x="61856" y="82048"/>
                </a:cubicBezTo>
                <a:cubicBezTo>
                  <a:pt x="61856" y="82048"/>
                  <a:pt x="65609" y="82348"/>
                  <a:pt x="73146" y="77698"/>
                </a:cubicBezTo>
                <a:cubicBezTo>
                  <a:pt x="77170" y="75208"/>
                  <a:pt x="81944" y="72418"/>
                  <a:pt x="87379" y="72358"/>
                </a:cubicBezTo>
                <a:cubicBezTo>
                  <a:pt x="92633" y="72268"/>
                  <a:pt x="92904" y="78418"/>
                  <a:pt x="88940" y="793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51f9c35d44f47"/>
          <a:stretch xmlns:a="http://schemas.openxmlformats.org/drawingml/2006/main"/>
        </p:blipFill>
        <p:spPr>
          <a:xfrm xmlns:a="http://schemas.openxmlformats.org/drawingml/2006/main">
            <a:off x="1555848" y="5633761"/>
            <a:ext cx="154000" cy="154000"/>
          </a:xfrm>
          <a:prstGeom xmlns:a="http://schemas.openxmlformats.org/drawingml/2006/main" prst="rect">
            <a:avLst/>
          </a:prstGeom>
        </p:spPr>
      </p:pic>
      <p:sp>
        <p:nvSpPr>
          <p:cNvPr id="670" name="Text RuntimeEnvironment">
            <a:extLst xmlns:a="http://schemas.openxmlformats.org/drawingml/2006/main">
              <a:ext uri="{FF2B5EF4-FFF2-40B4-BE49-F238E27FC236}">
                <a16:creationId xmlns:a16="http://schemas.microsoft.com/office/drawing/2014/main" id="{CB0ECF94-FFB3-472E-8B0E-72A7637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10" y="5884858"/>
            <a:ext cx="1368021" cy="93993"/>
          </a:xfrm>
          <a:custGeom xmlns:a="http://schemas.openxmlformats.org/drawingml/2006/main">
            <a:pathLst>
              <a:path w="1368021" h="93993">
                <a:moveTo>
                  <a:pt x="33182" y="10394"/>
                </a:moveTo>
                <a:cubicBezTo>
                  <a:pt x="28651" y="10394"/>
                  <a:pt x="25497" y="10961"/>
                  <a:pt x="23720" y="12093"/>
                </a:cubicBezTo>
                <a:cubicBezTo>
                  <a:pt x="21944" y="13226"/>
                  <a:pt x="21055" y="14881"/>
                  <a:pt x="21055" y="17057"/>
                </a:cubicBezTo>
                <a:lnTo>
                  <a:pt x="21055" y="44509"/>
                </a:lnTo>
                <a:lnTo>
                  <a:pt x="28384" y="44509"/>
                </a:lnTo>
                <a:cubicBezTo>
                  <a:pt x="31005" y="44509"/>
                  <a:pt x="33049" y="44465"/>
                  <a:pt x="34514" y="44376"/>
                </a:cubicBezTo>
                <a:cubicBezTo>
                  <a:pt x="35980" y="44287"/>
                  <a:pt x="37579" y="44065"/>
                  <a:pt x="39312" y="43709"/>
                </a:cubicBezTo>
                <a:cubicBezTo>
                  <a:pt x="41044" y="43354"/>
                  <a:pt x="42344" y="42810"/>
                  <a:pt x="43210" y="42077"/>
                </a:cubicBezTo>
                <a:cubicBezTo>
                  <a:pt x="44076" y="41344"/>
                  <a:pt x="44920" y="40311"/>
                  <a:pt x="45742" y="38979"/>
                </a:cubicBezTo>
                <a:cubicBezTo>
                  <a:pt x="46563" y="37646"/>
                  <a:pt x="47130" y="35980"/>
                  <a:pt x="47441" y="33981"/>
                </a:cubicBezTo>
                <a:cubicBezTo>
                  <a:pt x="47752" y="31983"/>
                  <a:pt x="47907" y="29584"/>
                  <a:pt x="47907" y="26785"/>
                </a:cubicBezTo>
                <a:cubicBezTo>
                  <a:pt x="47907" y="22876"/>
                  <a:pt x="47563" y="19756"/>
                  <a:pt x="46874" y="17424"/>
                </a:cubicBezTo>
                <a:cubicBezTo>
                  <a:pt x="46186" y="15092"/>
                  <a:pt x="45053" y="13448"/>
                  <a:pt x="43476" y="12493"/>
                </a:cubicBezTo>
                <a:cubicBezTo>
                  <a:pt x="41899" y="11538"/>
                  <a:pt x="40445" y="10950"/>
                  <a:pt x="39112" y="10727"/>
                </a:cubicBezTo>
                <a:cubicBezTo>
                  <a:pt x="37779" y="10505"/>
                  <a:pt x="35803" y="10394"/>
                  <a:pt x="33182" y="10394"/>
                </a:cubicBezTo>
                <a:moveTo>
                  <a:pt x="21055" y="52238"/>
                </a:moveTo>
                <a:lnTo>
                  <a:pt x="21055" y="65298"/>
                </a:lnTo>
                <a:cubicBezTo>
                  <a:pt x="21055" y="77025"/>
                  <a:pt x="21499" y="86131"/>
                  <a:pt x="22388" y="92616"/>
                </a:cubicBezTo>
                <a:lnTo>
                  <a:pt x="22121" y="93016"/>
                </a:lnTo>
                <a:cubicBezTo>
                  <a:pt x="17946" y="92749"/>
                  <a:pt x="14303" y="92616"/>
                  <a:pt x="11194" y="92616"/>
                </a:cubicBezTo>
                <a:lnTo>
                  <a:pt x="133" y="93016"/>
                </a:lnTo>
                <a:lnTo>
                  <a:pt x="0" y="92616"/>
                </a:lnTo>
                <a:cubicBezTo>
                  <a:pt x="1111" y="85237"/>
                  <a:pt x="1666" y="76124"/>
                  <a:pt x="1666" y="65277"/>
                </a:cubicBezTo>
                <a:lnTo>
                  <a:pt x="1666" y="31870"/>
                </a:lnTo>
                <a:cubicBezTo>
                  <a:pt x="1666" y="21379"/>
                  <a:pt x="1111" y="12266"/>
                  <a:pt x="0" y="4531"/>
                </a:cubicBezTo>
                <a:lnTo>
                  <a:pt x="267" y="4131"/>
                </a:lnTo>
                <a:cubicBezTo>
                  <a:pt x="4797" y="4398"/>
                  <a:pt x="8618" y="4531"/>
                  <a:pt x="11727" y="4531"/>
                </a:cubicBezTo>
                <a:cubicBezTo>
                  <a:pt x="13193" y="4531"/>
                  <a:pt x="17291" y="4375"/>
                  <a:pt x="24020" y="4064"/>
                </a:cubicBezTo>
                <a:cubicBezTo>
                  <a:pt x="30750" y="3754"/>
                  <a:pt x="34670" y="3598"/>
                  <a:pt x="35780" y="3598"/>
                </a:cubicBezTo>
                <a:cubicBezTo>
                  <a:pt x="47330" y="3598"/>
                  <a:pt x="55481" y="5131"/>
                  <a:pt x="60234" y="8196"/>
                </a:cubicBezTo>
                <a:cubicBezTo>
                  <a:pt x="66142" y="12016"/>
                  <a:pt x="69096" y="18168"/>
                  <a:pt x="69096" y="26652"/>
                </a:cubicBezTo>
                <a:cubicBezTo>
                  <a:pt x="69096" y="38446"/>
                  <a:pt x="62144" y="46123"/>
                  <a:pt x="48240" y="49683"/>
                </a:cubicBezTo>
                <a:cubicBezTo>
                  <a:pt x="50639" y="52883"/>
                  <a:pt x="55559" y="60116"/>
                  <a:pt x="62999" y="71384"/>
                </a:cubicBezTo>
                <a:cubicBezTo>
                  <a:pt x="70439" y="82651"/>
                  <a:pt x="75425" y="89729"/>
                  <a:pt x="77957" y="92616"/>
                </a:cubicBezTo>
                <a:lnTo>
                  <a:pt x="77691" y="93016"/>
                </a:lnTo>
                <a:cubicBezTo>
                  <a:pt x="75870" y="92749"/>
                  <a:pt x="71628" y="92616"/>
                  <a:pt x="64964" y="92616"/>
                </a:cubicBezTo>
                <a:cubicBezTo>
                  <a:pt x="59590" y="92616"/>
                  <a:pt x="56036" y="92749"/>
                  <a:pt x="54304" y="93016"/>
                </a:cubicBezTo>
                <a:cubicBezTo>
                  <a:pt x="52749" y="88307"/>
                  <a:pt x="47974" y="80178"/>
                  <a:pt x="39978" y="68629"/>
                </a:cubicBezTo>
                <a:cubicBezTo>
                  <a:pt x="39312" y="67652"/>
                  <a:pt x="37657" y="65109"/>
                  <a:pt x="35014" y="61000"/>
                </a:cubicBezTo>
                <a:cubicBezTo>
                  <a:pt x="32371" y="56891"/>
                  <a:pt x="30295" y="53926"/>
                  <a:pt x="28784" y="52105"/>
                </a:cubicBezTo>
                <a:cubicBezTo>
                  <a:pt x="27940" y="52149"/>
                  <a:pt x="27041" y="52183"/>
                  <a:pt x="26086" y="52205"/>
                </a:cubicBezTo>
                <a:cubicBezTo>
                  <a:pt x="25131" y="52227"/>
                  <a:pt x="24287" y="52238"/>
                  <a:pt x="23554" y="52238"/>
                </a:cubicBezTo>
                <a:cubicBezTo>
                  <a:pt x="22821" y="52238"/>
                  <a:pt x="21988" y="52238"/>
                  <a:pt x="21055" y="52238"/>
                </a:cubicBezTo>
                <a:close/>
                <a:moveTo>
                  <a:pt x="132126" y="83823"/>
                </a:moveTo>
                <a:cubicBezTo>
                  <a:pt x="125863" y="90618"/>
                  <a:pt x="118223" y="93993"/>
                  <a:pt x="109205" y="93949"/>
                </a:cubicBezTo>
                <a:cubicBezTo>
                  <a:pt x="102942" y="93949"/>
                  <a:pt x="98322" y="92177"/>
                  <a:pt x="95346" y="88633"/>
                </a:cubicBezTo>
                <a:cubicBezTo>
                  <a:pt x="92370" y="85089"/>
                  <a:pt x="90926" y="80664"/>
                  <a:pt x="91015" y="75359"/>
                </a:cubicBezTo>
                <a:lnTo>
                  <a:pt x="91348" y="58568"/>
                </a:lnTo>
                <a:cubicBezTo>
                  <a:pt x="91437" y="50395"/>
                  <a:pt x="91060" y="42199"/>
                  <a:pt x="90216" y="33981"/>
                </a:cubicBezTo>
                <a:lnTo>
                  <a:pt x="90482" y="33582"/>
                </a:lnTo>
                <a:cubicBezTo>
                  <a:pt x="93769" y="33848"/>
                  <a:pt x="96968" y="33981"/>
                  <a:pt x="100077" y="33981"/>
                </a:cubicBezTo>
                <a:lnTo>
                  <a:pt x="110271" y="33582"/>
                </a:lnTo>
                <a:lnTo>
                  <a:pt x="110405" y="33981"/>
                </a:lnTo>
                <a:cubicBezTo>
                  <a:pt x="109960" y="38823"/>
                  <a:pt x="109605" y="47019"/>
                  <a:pt x="109339" y="58568"/>
                </a:cubicBezTo>
                <a:lnTo>
                  <a:pt x="109072" y="70828"/>
                </a:lnTo>
                <a:cubicBezTo>
                  <a:pt x="108983" y="75936"/>
                  <a:pt x="109616" y="79312"/>
                  <a:pt x="110971" y="80956"/>
                </a:cubicBezTo>
                <a:cubicBezTo>
                  <a:pt x="112326" y="82599"/>
                  <a:pt x="114269" y="83421"/>
                  <a:pt x="116801" y="83421"/>
                </a:cubicBezTo>
                <a:cubicBezTo>
                  <a:pt x="120177" y="83421"/>
                  <a:pt x="123575" y="82033"/>
                  <a:pt x="126996" y="79257"/>
                </a:cubicBezTo>
                <a:cubicBezTo>
                  <a:pt x="130416" y="76480"/>
                  <a:pt x="132126" y="73227"/>
                  <a:pt x="132126" y="69495"/>
                </a:cubicBezTo>
                <a:lnTo>
                  <a:pt x="132126" y="58568"/>
                </a:lnTo>
                <a:cubicBezTo>
                  <a:pt x="132126" y="47285"/>
                  <a:pt x="131815" y="39090"/>
                  <a:pt x="131193" y="33981"/>
                </a:cubicBezTo>
                <a:lnTo>
                  <a:pt x="131460" y="33582"/>
                </a:lnTo>
                <a:cubicBezTo>
                  <a:pt x="134569" y="33848"/>
                  <a:pt x="137656" y="33981"/>
                  <a:pt x="140721" y="33981"/>
                </a:cubicBezTo>
                <a:lnTo>
                  <a:pt x="151249" y="33582"/>
                </a:lnTo>
                <a:lnTo>
                  <a:pt x="151382" y="33981"/>
                </a:lnTo>
                <a:cubicBezTo>
                  <a:pt x="150583" y="38829"/>
                  <a:pt x="150161" y="47033"/>
                  <a:pt x="150116" y="58595"/>
                </a:cubicBezTo>
                <a:lnTo>
                  <a:pt x="150116" y="66401"/>
                </a:lnTo>
                <a:cubicBezTo>
                  <a:pt x="150116" y="75606"/>
                  <a:pt x="150894" y="84344"/>
                  <a:pt x="152448" y="92616"/>
                </a:cubicBezTo>
                <a:lnTo>
                  <a:pt x="152182" y="93016"/>
                </a:lnTo>
                <a:cubicBezTo>
                  <a:pt x="150449" y="92749"/>
                  <a:pt x="147096" y="92616"/>
                  <a:pt x="142121" y="92616"/>
                </a:cubicBezTo>
                <a:cubicBezTo>
                  <a:pt x="138967" y="92616"/>
                  <a:pt x="136368" y="92749"/>
                  <a:pt x="134325" y="93016"/>
                </a:cubicBezTo>
                <a:cubicBezTo>
                  <a:pt x="133525" y="93016"/>
                  <a:pt x="133103" y="92882"/>
                  <a:pt x="133059" y="92614"/>
                </a:cubicBezTo>
                <a:lnTo>
                  <a:pt x="132393" y="83823"/>
                </a:lnTo>
                <a:lnTo>
                  <a:pt x="132126" y="83823"/>
                </a:lnTo>
                <a:close/>
                <a:moveTo>
                  <a:pt x="231896" y="67996"/>
                </a:moveTo>
                <a:cubicBezTo>
                  <a:pt x="231896" y="78005"/>
                  <a:pt x="232385" y="86211"/>
                  <a:pt x="233362" y="92616"/>
                </a:cubicBezTo>
                <a:lnTo>
                  <a:pt x="233096" y="93016"/>
                </a:lnTo>
                <a:cubicBezTo>
                  <a:pt x="229098" y="92749"/>
                  <a:pt x="225544" y="92616"/>
                  <a:pt x="222435" y="92616"/>
                </a:cubicBezTo>
                <a:lnTo>
                  <a:pt x="213306" y="93016"/>
                </a:lnTo>
                <a:lnTo>
                  <a:pt x="213040" y="92616"/>
                </a:lnTo>
                <a:cubicBezTo>
                  <a:pt x="213573" y="87767"/>
                  <a:pt x="213839" y="79561"/>
                  <a:pt x="213839" y="67996"/>
                </a:cubicBezTo>
                <a:lnTo>
                  <a:pt x="213839" y="55853"/>
                </a:lnTo>
                <a:cubicBezTo>
                  <a:pt x="213839" y="47402"/>
                  <a:pt x="211485" y="43176"/>
                  <a:pt x="206777" y="43176"/>
                </a:cubicBezTo>
                <a:cubicBezTo>
                  <a:pt x="201757" y="43176"/>
                  <a:pt x="196471" y="46802"/>
                  <a:pt x="190919" y="54052"/>
                </a:cubicBezTo>
                <a:lnTo>
                  <a:pt x="190919" y="67996"/>
                </a:lnTo>
                <a:cubicBezTo>
                  <a:pt x="190919" y="78182"/>
                  <a:pt x="191185" y="86389"/>
                  <a:pt x="191718" y="92616"/>
                </a:cubicBezTo>
                <a:lnTo>
                  <a:pt x="191318" y="93016"/>
                </a:lnTo>
                <a:cubicBezTo>
                  <a:pt x="188786" y="92749"/>
                  <a:pt x="185966" y="92616"/>
                  <a:pt x="182856" y="92616"/>
                </a:cubicBezTo>
                <a:lnTo>
                  <a:pt x="171662" y="93016"/>
                </a:lnTo>
                <a:lnTo>
                  <a:pt x="171396" y="92616"/>
                </a:lnTo>
                <a:cubicBezTo>
                  <a:pt x="172418" y="86346"/>
                  <a:pt x="172928" y="78141"/>
                  <a:pt x="172928" y="68000"/>
                </a:cubicBezTo>
                <a:lnTo>
                  <a:pt x="172928" y="60529"/>
                </a:lnTo>
                <a:cubicBezTo>
                  <a:pt x="172928" y="48435"/>
                  <a:pt x="172418" y="39585"/>
                  <a:pt x="171396" y="33981"/>
                </a:cubicBezTo>
                <a:lnTo>
                  <a:pt x="171662" y="33582"/>
                </a:lnTo>
                <a:cubicBezTo>
                  <a:pt x="179480" y="33937"/>
                  <a:pt x="185411" y="33804"/>
                  <a:pt x="189453" y="33182"/>
                </a:cubicBezTo>
                <a:cubicBezTo>
                  <a:pt x="190075" y="33182"/>
                  <a:pt x="190474" y="33637"/>
                  <a:pt x="190652" y="34548"/>
                </a:cubicBezTo>
                <a:cubicBezTo>
                  <a:pt x="190830" y="35458"/>
                  <a:pt x="190919" y="38779"/>
                  <a:pt x="190919" y="44511"/>
                </a:cubicBezTo>
                <a:lnTo>
                  <a:pt x="191452" y="44911"/>
                </a:lnTo>
                <a:cubicBezTo>
                  <a:pt x="194561" y="41002"/>
                  <a:pt x="198026" y="37981"/>
                  <a:pt x="201846" y="35849"/>
                </a:cubicBezTo>
                <a:cubicBezTo>
                  <a:pt x="205666" y="33716"/>
                  <a:pt x="209353" y="32649"/>
                  <a:pt x="212907" y="32649"/>
                </a:cubicBezTo>
                <a:cubicBezTo>
                  <a:pt x="219170" y="32649"/>
                  <a:pt x="223901" y="34260"/>
                  <a:pt x="227099" y="37484"/>
                </a:cubicBezTo>
                <a:cubicBezTo>
                  <a:pt x="230297" y="40706"/>
                  <a:pt x="231896" y="45828"/>
                  <a:pt x="231896" y="52850"/>
                </a:cubicBezTo>
                <a:lnTo>
                  <a:pt x="231896" y="67996"/>
                </a:lnTo>
                <a:close/>
                <a:moveTo>
                  <a:pt x="247141" y="40778"/>
                </a:moveTo>
                <a:cubicBezTo>
                  <a:pt x="245942" y="40778"/>
                  <a:pt x="245364" y="40052"/>
                  <a:pt x="245409" y="38600"/>
                </a:cubicBezTo>
                <a:cubicBezTo>
                  <a:pt x="245409" y="37588"/>
                  <a:pt x="245720" y="36565"/>
                  <a:pt x="246342" y="35533"/>
                </a:cubicBezTo>
                <a:cubicBezTo>
                  <a:pt x="246964" y="34499"/>
                  <a:pt x="247608" y="33981"/>
                  <a:pt x="248274" y="33981"/>
                </a:cubicBezTo>
                <a:lnTo>
                  <a:pt x="256136" y="33981"/>
                </a:lnTo>
                <a:cubicBezTo>
                  <a:pt x="256136" y="28607"/>
                  <a:pt x="255825" y="24031"/>
                  <a:pt x="255204" y="20256"/>
                </a:cubicBezTo>
                <a:lnTo>
                  <a:pt x="255470" y="19789"/>
                </a:lnTo>
                <a:cubicBezTo>
                  <a:pt x="259112" y="18990"/>
                  <a:pt x="265020" y="16946"/>
                  <a:pt x="273194" y="13659"/>
                </a:cubicBezTo>
                <a:cubicBezTo>
                  <a:pt x="273993" y="13659"/>
                  <a:pt x="274415" y="14126"/>
                  <a:pt x="274460" y="15058"/>
                </a:cubicBezTo>
                <a:cubicBezTo>
                  <a:pt x="274015" y="21721"/>
                  <a:pt x="273793" y="28029"/>
                  <a:pt x="273793" y="33981"/>
                </a:cubicBezTo>
                <a:lnTo>
                  <a:pt x="288385" y="33981"/>
                </a:lnTo>
                <a:cubicBezTo>
                  <a:pt x="289096" y="33981"/>
                  <a:pt x="289451" y="34267"/>
                  <a:pt x="289451" y="34839"/>
                </a:cubicBezTo>
                <a:lnTo>
                  <a:pt x="289451" y="38995"/>
                </a:lnTo>
                <a:cubicBezTo>
                  <a:pt x="289451" y="40184"/>
                  <a:pt x="288363" y="40778"/>
                  <a:pt x="286187" y="40778"/>
                </a:cubicBezTo>
                <a:lnTo>
                  <a:pt x="273793" y="40778"/>
                </a:lnTo>
                <a:lnTo>
                  <a:pt x="273460" y="55393"/>
                </a:lnTo>
                <a:cubicBezTo>
                  <a:pt x="273371" y="60375"/>
                  <a:pt x="273327" y="66802"/>
                  <a:pt x="273327" y="74676"/>
                </a:cubicBezTo>
                <a:cubicBezTo>
                  <a:pt x="273327" y="75388"/>
                  <a:pt x="273349" y="76067"/>
                  <a:pt x="273394" y="76712"/>
                </a:cubicBezTo>
                <a:cubicBezTo>
                  <a:pt x="273438" y="77358"/>
                  <a:pt x="273505" y="78003"/>
                  <a:pt x="273593" y="78649"/>
                </a:cubicBezTo>
                <a:cubicBezTo>
                  <a:pt x="273682" y="79293"/>
                  <a:pt x="273804" y="79893"/>
                  <a:pt x="273960" y="80450"/>
                </a:cubicBezTo>
                <a:cubicBezTo>
                  <a:pt x="274115" y="81005"/>
                  <a:pt x="274293" y="81528"/>
                  <a:pt x="274493" y="82018"/>
                </a:cubicBezTo>
                <a:cubicBezTo>
                  <a:pt x="274693" y="82506"/>
                  <a:pt x="274926" y="82940"/>
                  <a:pt x="275193" y="83319"/>
                </a:cubicBezTo>
                <a:cubicBezTo>
                  <a:pt x="275459" y="83697"/>
                  <a:pt x="275748" y="84030"/>
                  <a:pt x="276059" y="84321"/>
                </a:cubicBezTo>
                <a:cubicBezTo>
                  <a:pt x="276370" y="84609"/>
                  <a:pt x="276725" y="84820"/>
                  <a:pt x="277125" y="84954"/>
                </a:cubicBezTo>
                <a:cubicBezTo>
                  <a:pt x="277525" y="85087"/>
                  <a:pt x="277947" y="85153"/>
                  <a:pt x="278391" y="85153"/>
                </a:cubicBezTo>
                <a:cubicBezTo>
                  <a:pt x="281500" y="85153"/>
                  <a:pt x="284143" y="84620"/>
                  <a:pt x="286320" y="83552"/>
                </a:cubicBezTo>
                <a:cubicBezTo>
                  <a:pt x="287875" y="84535"/>
                  <a:pt x="288652" y="86412"/>
                  <a:pt x="288652" y="89183"/>
                </a:cubicBezTo>
                <a:cubicBezTo>
                  <a:pt x="283366" y="92404"/>
                  <a:pt x="276681" y="93993"/>
                  <a:pt x="268596" y="93949"/>
                </a:cubicBezTo>
                <a:cubicBezTo>
                  <a:pt x="264510" y="93949"/>
                  <a:pt x="261278" y="92598"/>
                  <a:pt x="258901" y="89897"/>
                </a:cubicBezTo>
                <a:cubicBezTo>
                  <a:pt x="256525" y="87194"/>
                  <a:pt x="255337" y="84078"/>
                  <a:pt x="255337" y="80550"/>
                </a:cubicBezTo>
                <a:cubicBezTo>
                  <a:pt x="255337" y="75701"/>
                  <a:pt x="255470" y="67805"/>
                  <a:pt x="255737" y="56861"/>
                </a:cubicBezTo>
                <a:lnTo>
                  <a:pt x="256136" y="40778"/>
                </a:lnTo>
                <a:lnTo>
                  <a:pt x="247141" y="40778"/>
                </a:lnTo>
                <a:close/>
                <a:moveTo>
                  <a:pt x="306175" y="16649"/>
                </a:moveTo>
                <a:cubicBezTo>
                  <a:pt x="304221" y="14777"/>
                  <a:pt x="303243" y="12470"/>
                  <a:pt x="303243" y="9728"/>
                </a:cubicBezTo>
                <a:cubicBezTo>
                  <a:pt x="303243" y="6986"/>
                  <a:pt x="304221" y="4680"/>
                  <a:pt x="306175" y="2809"/>
                </a:cubicBezTo>
                <a:cubicBezTo>
                  <a:pt x="308130" y="936"/>
                  <a:pt x="310562" y="0"/>
                  <a:pt x="313471" y="0"/>
                </a:cubicBezTo>
                <a:cubicBezTo>
                  <a:pt x="316381" y="0"/>
                  <a:pt x="318813" y="936"/>
                  <a:pt x="320767" y="2809"/>
                </a:cubicBezTo>
                <a:cubicBezTo>
                  <a:pt x="322722" y="4680"/>
                  <a:pt x="323699" y="6986"/>
                  <a:pt x="323699" y="9728"/>
                </a:cubicBezTo>
                <a:cubicBezTo>
                  <a:pt x="323699" y="12470"/>
                  <a:pt x="322722" y="14777"/>
                  <a:pt x="320767" y="16649"/>
                </a:cubicBezTo>
                <a:cubicBezTo>
                  <a:pt x="318813" y="18520"/>
                  <a:pt x="316381" y="19456"/>
                  <a:pt x="313471" y="19456"/>
                </a:cubicBezTo>
                <a:cubicBezTo>
                  <a:pt x="310562" y="19456"/>
                  <a:pt x="308130" y="18520"/>
                  <a:pt x="306175" y="16649"/>
                </a:cubicBezTo>
                <a:moveTo>
                  <a:pt x="304443" y="60529"/>
                </a:moveTo>
                <a:cubicBezTo>
                  <a:pt x="304443" y="47856"/>
                  <a:pt x="303998" y="39051"/>
                  <a:pt x="303110" y="34115"/>
                </a:cubicBezTo>
                <a:lnTo>
                  <a:pt x="303510" y="33582"/>
                </a:lnTo>
                <a:cubicBezTo>
                  <a:pt x="303954" y="33582"/>
                  <a:pt x="305342" y="33648"/>
                  <a:pt x="307674" y="33782"/>
                </a:cubicBezTo>
                <a:cubicBezTo>
                  <a:pt x="310006" y="33915"/>
                  <a:pt x="311839" y="33981"/>
                  <a:pt x="313171" y="33981"/>
                </a:cubicBezTo>
                <a:cubicBezTo>
                  <a:pt x="315437" y="33981"/>
                  <a:pt x="318590" y="33759"/>
                  <a:pt x="322633" y="33315"/>
                </a:cubicBezTo>
                <a:cubicBezTo>
                  <a:pt x="323432" y="33315"/>
                  <a:pt x="323832" y="33782"/>
                  <a:pt x="323832" y="34714"/>
                </a:cubicBezTo>
                <a:cubicBezTo>
                  <a:pt x="322944" y="45832"/>
                  <a:pt x="322499" y="53925"/>
                  <a:pt x="322499" y="58995"/>
                </a:cubicBezTo>
                <a:lnTo>
                  <a:pt x="322499" y="68000"/>
                </a:lnTo>
                <a:cubicBezTo>
                  <a:pt x="322499" y="77917"/>
                  <a:pt x="322944" y="86122"/>
                  <a:pt x="323832" y="92616"/>
                </a:cubicBezTo>
                <a:lnTo>
                  <a:pt x="323566" y="93016"/>
                </a:lnTo>
                <a:cubicBezTo>
                  <a:pt x="319479" y="92749"/>
                  <a:pt x="316114" y="92616"/>
                  <a:pt x="313471" y="92616"/>
                </a:cubicBezTo>
                <a:cubicBezTo>
                  <a:pt x="310828" y="92616"/>
                  <a:pt x="307463" y="92749"/>
                  <a:pt x="303377" y="93016"/>
                </a:cubicBezTo>
                <a:lnTo>
                  <a:pt x="303110" y="92616"/>
                </a:lnTo>
                <a:cubicBezTo>
                  <a:pt x="303998" y="86435"/>
                  <a:pt x="304443" y="78229"/>
                  <a:pt x="304443" y="68000"/>
                </a:cubicBezTo>
                <a:lnTo>
                  <a:pt x="304443" y="60529"/>
                </a:lnTo>
                <a:close/>
                <a:moveTo>
                  <a:pt x="363253" y="44911"/>
                </a:moveTo>
                <a:cubicBezTo>
                  <a:pt x="365874" y="41446"/>
                  <a:pt x="369106" y="38537"/>
                  <a:pt x="372948" y="36182"/>
                </a:cubicBezTo>
                <a:cubicBezTo>
                  <a:pt x="376790" y="33827"/>
                  <a:pt x="380355" y="32649"/>
                  <a:pt x="383642" y="32649"/>
                </a:cubicBezTo>
                <a:cubicBezTo>
                  <a:pt x="389372" y="32649"/>
                  <a:pt x="393526" y="33537"/>
                  <a:pt x="396102" y="35314"/>
                </a:cubicBezTo>
                <a:cubicBezTo>
                  <a:pt x="398678" y="37091"/>
                  <a:pt x="400744" y="39845"/>
                  <a:pt x="402299" y="43576"/>
                </a:cubicBezTo>
                <a:cubicBezTo>
                  <a:pt x="409228" y="36291"/>
                  <a:pt x="416469" y="32649"/>
                  <a:pt x="424020" y="32649"/>
                </a:cubicBezTo>
                <a:cubicBezTo>
                  <a:pt x="431127" y="32649"/>
                  <a:pt x="436158" y="34471"/>
                  <a:pt x="439112" y="38117"/>
                </a:cubicBezTo>
                <a:cubicBezTo>
                  <a:pt x="442066" y="41762"/>
                  <a:pt x="443543" y="47185"/>
                  <a:pt x="443543" y="54385"/>
                </a:cubicBezTo>
                <a:lnTo>
                  <a:pt x="443543" y="67996"/>
                </a:lnTo>
                <a:cubicBezTo>
                  <a:pt x="443543" y="76580"/>
                  <a:pt x="444076" y="84787"/>
                  <a:pt x="445142" y="92616"/>
                </a:cubicBezTo>
                <a:lnTo>
                  <a:pt x="444875" y="93016"/>
                </a:lnTo>
                <a:cubicBezTo>
                  <a:pt x="441322" y="92749"/>
                  <a:pt x="438012" y="92616"/>
                  <a:pt x="434947" y="92616"/>
                </a:cubicBezTo>
                <a:lnTo>
                  <a:pt x="424020" y="93016"/>
                </a:lnTo>
                <a:lnTo>
                  <a:pt x="423887" y="92616"/>
                </a:lnTo>
                <a:cubicBezTo>
                  <a:pt x="424997" y="85233"/>
                  <a:pt x="425530" y="77026"/>
                  <a:pt x="425486" y="67996"/>
                </a:cubicBezTo>
                <a:lnTo>
                  <a:pt x="425486" y="55320"/>
                </a:lnTo>
                <a:cubicBezTo>
                  <a:pt x="425486" y="47224"/>
                  <a:pt x="422998" y="43176"/>
                  <a:pt x="418023" y="43176"/>
                </a:cubicBezTo>
                <a:cubicBezTo>
                  <a:pt x="415314" y="43176"/>
                  <a:pt x="412948" y="43743"/>
                  <a:pt x="410927" y="44878"/>
                </a:cubicBezTo>
                <a:cubicBezTo>
                  <a:pt x="408906" y="46012"/>
                  <a:pt x="406296" y="48358"/>
                  <a:pt x="403098" y="51917"/>
                </a:cubicBezTo>
                <a:cubicBezTo>
                  <a:pt x="403187" y="53029"/>
                  <a:pt x="403231" y="54386"/>
                  <a:pt x="403231" y="55986"/>
                </a:cubicBezTo>
                <a:lnTo>
                  <a:pt x="403231" y="67996"/>
                </a:lnTo>
                <a:cubicBezTo>
                  <a:pt x="403231" y="76580"/>
                  <a:pt x="403787" y="84787"/>
                  <a:pt x="404897" y="92616"/>
                </a:cubicBezTo>
                <a:lnTo>
                  <a:pt x="404631" y="93016"/>
                </a:lnTo>
                <a:cubicBezTo>
                  <a:pt x="401077" y="92749"/>
                  <a:pt x="397746" y="92616"/>
                  <a:pt x="394636" y="92616"/>
                </a:cubicBezTo>
                <a:lnTo>
                  <a:pt x="383775" y="93016"/>
                </a:lnTo>
                <a:lnTo>
                  <a:pt x="383642" y="92616"/>
                </a:lnTo>
                <a:cubicBezTo>
                  <a:pt x="384753" y="85233"/>
                  <a:pt x="385286" y="77026"/>
                  <a:pt x="385241" y="67996"/>
                </a:cubicBezTo>
                <a:lnTo>
                  <a:pt x="385241" y="54252"/>
                </a:lnTo>
                <a:cubicBezTo>
                  <a:pt x="385241" y="49893"/>
                  <a:pt x="384608" y="46958"/>
                  <a:pt x="383342" y="45446"/>
                </a:cubicBezTo>
                <a:cubicBezTo>
                  <a:pt x="382076" y="43933"/>
                  <a:pt x="380022" y="43176"/>
                  <a:pt x="377179" y="43176"/>
                </a:cubicBezTo>
                <a:cubicBezTo>
                  <a:pt x="373625" y="43176"/>
                  <a:pt x="368806" y="46868"/>
                  <a:pt x="362720" y="54252"/>
                </a:cubicBezTo>
                <a:lnTo>
                  <a:pt x="362720" y="67996"/>
                </a:lnTo>
                <a:cubicBezTo>
                  <a:pt x="362720" y="77914"/>
                  <a:pt x="363187" y="86121"/>
                  <a:pt x="364119" y="92616"/>
                </a:cubicBezTo>
                <a:lnTo>
                  <a:pt x="363853" y="93016"/>
                </a:lnTo>
                <a:cubicBezTo>
                  <a:pt x="360210" y="92749"/>
                  <a:pt x="356835" y="92616"/>
                  <a:pt x="353725" y="92616"/>
                </a:cubicBezTo>
                <a:lnTo>
                  <a:pt x="343198" y="93016"/>
                </a:lnTo>
                <a:lnTo>
                  <a:pt x="343064" y="92616"/>
                </a:lnTo>
                <a:cubicBezTo>
                  <a:pt x="344175" y="85234"/>
                  <a:pt x="344730" y="77029"/>
                  <a:pt x="344730" y="68000"/>
                </a:cubicBezTo>
                <a:lnTo>
                  <a:pt x="344730" y="60529"/>
                </a:lnTo>
                <a:cubicBezTo>
                  <a:pt x="344730" y="48435"/>
                  <a:pt x="344219" y="39585"/>
                  <a:pt x="343198" y="33981"/>
                </a:cubicBezTo>
                <a:lnTo>
                  <a:pt x="343464" y="33582"/>
                </a:lnTo>
                <a:cubicBezTo>
                  <a:pt x="351282" y="33937"/>
                  <a:pt x="357212" y="33804"/>
                  <a:pt x="361254" y="33182"/>
                </a:cubicBezTo>
                <a:cubicBezTo>
                  <a:pt x="361876" y="33182"/>
                  <a:pt x="362276" y="33637"/>
                  <a:pt x="362454" y="34548"/>
                </a:cubicBezTo>
                <a:cubicBezTo>
                  <a:pt x="362631" y="35458"/>
                  <a:pt x="362720" y="38779"/>
                  <a:pt x="362720" y="44511"/>
                </a:cubicBezTo>
                <a:lnTo>
                  <a:pt x="363253" y="44911"/>
                </a:lnTo>
                <a:close/>
                <a:moveTo>
                  <a:pt x="478978" y="54370"/>
                </a:moveTo>
                <a:lnTo>
                  <a:pt x="499766" y="54370"/>
                </a:lnTo>
                <a:cubicBezTo>
                  <a:pt x="499944" y="54200"/>
                  <a:pt x="500033" y="53283"/>
                  <a:pt x="500033" y="51622"/>
                </a:cubicBezTo>
                <a:cubicBezTo>
                  <a:pt x="500033" y="46894"/>
                  <a:pt x="499056" y="43571"/>
                  <a:pt x="497101" y="41654"/>
                </a:cubicBezTo>
                <a:cubicBezTo>
                  <a:pt x="495147" y="39737"/>
                  <a:pt x="492970" y="38779"/>
                  <a:pt x="490571" y="38779"/>
                </a:cubicBezTo>
                <a:cubicBezTo>
                  <a:pt x="487373" y="38779"/>
                  <a:pt x="484930" y="40036"/>
                  <a:pt x="483242" y="42550"/>
                </a:cubicBezTo>
                <a:cubicBezTo>
                  <a:pt x="480488" y="46425"/>
                  <a:pt x="479067" y="50366"/>
                  <a:pt x="478978" y="54370"/>
                </a:cubicBezTo>
                <a:moveTo>
                  <a:pt x="515824" y="74959"/>
                </a:moveTo>
                <a:cubicBezTo>
                  <a:pt x="517201" y="74959"/>
                  <a:pt x="517890" y="76358"/>
                  <a:pt x="517890" y="79157"/>
                </a:cubicBezTo>
                <a:cubicBezTo>
                  <a:pt x="511138" y="89018"/>
                  <a:pt x="502631" y="93949"/>
                  <a:pt x="492370" y="93949"/>
                </a:cubicBezTo>
                <a:cubicBezTo>
                  <a:pt x="482553" y="93949"/>
                  <a:pt x="475135" y="91678"/>
                  <a:pt x="470116" y="87136"/>
                </a:cubicBezTo>
                <a:cubicBezTo>
                  <a:pt x="467317" y="84598"/>
                  <a:pt x="465096" y="81293"/>
                  <a:pt x="463453" y="77220"/>
                </a:cubicBezTo>
                <a:cubicBezTo>
                  <a:pt x="461809" y="73146"/>
                  <a:pt x="460988" y="69061"/>
                  <a:pt x="460988" y="64964"/>
                </a:cubicBezTo>
                <a:cubicBezTo>
                  <a:pt x="460988" y="54970"/>
                  <a:pt x="464008" y="46974"/>
                  <a:pt x="470049" y="40978"/>
                </a:cubicBezTo>
                <a:cubicBezTo>
                  <a:pt x="476090" y="34981"/>
                  <a:pt x="483220" y="31983"/>
                  <a:pt x="491438" y="31983"/>
                </a:cubicBezTo>
                <a:cubicBezTo>
                  <a:pt x="500633" y="31983"/>
                  <a:pt x="507251" y="34296"/>
                  <a:pt x="511293" y="38922"/>
                </a:cubicBezTo>
                <a:cubicBezTo>
                  <a:pt x="515336" y="43549"/>
                  <a:pt x="517357" y="49142"/>
                  <a:pt x="517357" y="55701"/>
                </a:cubicBezTo>
                <a:cubicBezTo>
                  <a:pt x="517357" y="59345"/>
                  <a:pt x="516024" y="61167"/>
                  <a:pt x="513359" y="61167"/>
                </a:cubicBezTo>
                <a:lnTo>
                  <a:pt x="478445" y="61167"/>
                </a:lnTo>
                <a:lnTo>
                  <a:pt x="478445" y="63365"/>
                </a:lnTo>
                <a:cubicBezTo>
                  <a:pt x="478445" y="71094"/>
                  <a:pt x="480133" y="76392"/>
                  <a:pt x="483509" y="79257"/>
                </a:cubicBezTo>
                <a:cubicBezTo>
                  <a:pt x="486884" y="82122"/>
                  <a:pt x="491615" y="83554"/>
                  <a:pt x="497701" y="83554"/>
                </a:cubicBezTo>
                <a:cubicBezTo>
                  <a:pt x="500410" y="83554"/>
                  <a:pt x="503453" y="82799"/>
                  <a:pt x="506829" y="81289"/>
                </a:cubicBezTo>
                <a:cubicBezTo>
                  <a:pt x="510205" y="79779"/>
                  <a:pt x="513203" y="77669"/>
                  <a:pt x="515824" y="74959"/>
                </a:cubicBezTo>
                <a:close/>
                <a:moveTo>
                  <a:pt x="590104" y="65262"/>
                </a:moveTo>
                <a:cubicBezTo>
                  <a:pt x="590104" y="74386"/>
                  <a:pt x="590460" y="80173"/>
                  <a:pt x="591170" y="82622"/>
                </a:cubicBezTo>
                <a:cubicBezTo>
                  <a:pt x="596634" y="82622"/>
                  <a:pt x="602620" y="82377"/>
                  <a:pt x="609127" y="81889"/>
                </a:cubicBezTo>
                <a:cubicBezTo>
                  <a:pt x="615635" y="81399"/>
                  <a:pt x="620776" y="80909"/>
                  <a:pt x="624552" y="80419"/>
                </a:cubicBezTo>
                <a:lnTo>
                  <a:pt x="630216" y="79617"/>
                </a:lnTo>
                <a:lnTo>
                  <a:pt x="630482" y="80219"/>
                </a:lnTo>
                <a:cubicBezTo>
                  <a:pt x="630304" y="81686"/>
                  <a:pt x="630216" y="84175"/>
                  <a:pt x="630216" y="87685"/>
                </a:cubicBezTo>
                <a:cubicBezTo>
                  <a:pt x="630216" y="88396"/>
                  <a:pt x="630304" y="90040"/>
                  <a:pt x="630482" y="92616"/>
                </a:cubicBezTo>
                <a:lnTo>
                  <a:pt x="630216" y="93016"/>
                </a:lnTo>
                <a:cubicBezTo>
                  <a:pt x="628039" y="92749"/>
                  <a:pt x="625307" y="92616"/>
                  <a:pt x="622020" y="92616"/>
                </a:cubicBezTo>
                <a:lnTo>
                  <a:pt x="580509" y="92616"/>
                </a:lnTo>
                <a:lnTo>
                  <a:pt x="568916" y="93016"/>
                </a:lnTo>
                <a:lnTo>
                  <a:pt x="568782" y="92616"/>
                </a:lnTo>
                <a:cubicBezTo>
                  <a:pt x="569893" y="85237"/>
                  <a:pt x="570448" y="76124"/>
                  <a:pt x="570448" y="65277"/>
                </a:cubicBezTo>
                <a:lnTo>
                  <a:pt x="570448" y="31870"/>
                </a:lnTo>
                <a:cubicBezTo>
                  <a:pt x="570448" y="21379"/>
                  <a:pt x="569893" y="12266"/>
                  <a:pt x="568782" y="4531"/>
                </a:cubicBezTo>
                <a:lnTo>
                  <a:pt x="569049" y="4131"/>
                </a:lnTo>
                <a:cubicBezTo>
                  <a:pt x="573580" y="4398"/>
                  <a:pt x="577400" y="4531"/>
                  <a:pt x="580509" y="4531"/>
                </a:cubicBezTo>
                <a:lnTo>
                  <a:pt x="620621" y="4531"/>
                </a:lnTo>
                <a:cubicBezTo>
                  <a:pt x="623908" y="4531"/>
                  <a:pt x="626640" y="4398"/>
                  <a:pt x="628816" y="4131"/>
                </a:cubicBezTo>
                <a:lnTo>
                  <a:pt x="629083" y="4531"/>
                </a:lnTo>
                <a:cubicBezTo>
                  <a:pt x="628905" y="7081"/>
                  <a:pt x="628816" y="8692"/>
                  <a:pt x="628816" y="9364"/>
                </a:cubicBezTo>
                <a:cubicBezTo>
                  <a:pt x="628816" y="11639"/>
                  <a:pt x="628905" y="13513"/>
                  <a:pt x="629083" y="14986"/>
                </a:cubicBezTo>
                <a:lnTo>
                  <a:pt x="628816" y="15517"/>
                </a:lnTo>
                <a:cubicBezTo>
                  <a:pt x="615890" y="14412"/>
                  <a:pt x="603341" y="13859"/>
                  <a:pt x="591170" y="13859"/>
                </a:cubicBezTo>
                <a:cubicBezTo>
                  <a:pt x="590460" y="16291"/>
                  <a:pt x="590104" y="22282"/>
                  <a:pt x="590104" y="31831"/>
                </a:cubicBezTo>
                <a:lnTo>
                  <a:pt x="590104" y="41711"/>
                </a:lnTo>
                <a:cubicBezTo>
                  <a:pt x="600010" y="41711"/>
                  <a:pt x="610315" y="41268"/>
                  <a:pt x="621021" y="40384"/>
                </a:cubicBezTo>
                <a:lnTo>
                  <a:pt x="621487" y="40782"/>
                </a:lnTo>
                <a:cubicBezTo>
                  <a:pt x="621220" y="41988"/>
                  <a:pt x="621076" y="43687"/>
                  <a:pt x="621054" y="45877"/>
                </a:cubicBezTo>
                <a:cubicBezTo>
                  <a:pt x="621032" y="48067"/>
                  <a:pt x="621176" y="49789"/>
                  <a:pt x="621487" y="51041"/>
                </a:cubicBezTo>
                <a:lnTo>
                  <a:pt x="621021" y="51507"/>
                </a:lnTo>
                <a:cubicBezTo>
                  <a:pt x="612003" y="50617"/>
                  <a:pt x="601698" y="50150"/>
                  <a:pt x="590104" y="50106"/>
                </a:cubicBezTo>
                <a:lnTo>
                  <a:pt x="590104" y="65262"/>
                </a:lnTo>
                <a:close/>
                <a:moveTo>
                  <a:pt x="706909" y="67996"/>
                </a:moveTo>
                <a:cubicBezTo>
                  <a:pt x="706909" y="78005"/>
                  <a:pt x="707398" y="86211"/>
                  <a:pt x="708375" y="92616"/>
                </a:cubicBezTo>
                <a:lnTo>
                  <a:pt x="708108" y="93016"/>
                </a:lnTo>
                <a:cubicBezTo>
                  <a:pt x="704111" y="92749"/>
                  <a:pt x="700557" y="92616"/>
                  <a:pt x="697448" y="92616"/>
                </a:cubicBezTo>
                <a:lnTo>
                  <a:pt x="688319" y="93016"/>
                </a:lnTo>
                <a:lnTo>
                  <a:pt x="688053" y="92616"/>
                </a:lnTo>
                <a:cubicBezTo>
                  <a:pt x="688586" y="87767"/>
                  <a:pt x="688852" y="79561"/>
                  <a:pt x="688852" y="67996"/>
                </a:cubicBezTo>
                <a:lnTo>
                  <a:pt x="688852" y="55853"/>
                </a:lnTo>
                <a:cubicBezTo>
                  <a:pt x="688852" y="47402"/>
                  <a:pt x="686498" y="43176"/>
                  <a:pt x="681789" y="43176"/>
                </a:cubicBezTo>
                <a:cubicBezTo>
                  <a:pt x="676770" y="43176"/>
                  <a:pt x="671484" y="46802"/>
                  <a:pt x="665931" y="54052"/>
                </a:cubicBezTo>
                <a:lnTo>
                  <a:pt x="665931" y="67996"/>
                </a:lnTo>
                <a:cubicBezTo>
                  <a:pt x="665931" y="78182"/>
                  <a:pt x="666198" y="86389"/>
                  <a:pt x="666731" y="92616"/>
                </a:cubicBezTo>
                <a:lnTo>
                  <a:pt x="666331" y="93016"/>
                </a:lnTo>
                <a:cubicBezTo>
                  <a:pt x="663799" y="92749"/>
                  <a:pt x="660979" y="92616"/>
                  <a:pt x="657869" y="92616"/>
                </a:cubicBezTo>
                <a:lnTo>
                  <a:pt x="646675" y="93016"/>
                </a:lnTo>
                <a:lnTo>
                  <a:pt x="646409" y="92616"/>
                </a:lnTo>
                <a:cubicBezTo>
                  <a:pt x="647430" y="86346"/>
                  <a:pt x="647941" y="78141"/>
                  <a:pt x="647941" y="68000"/>
                </a:cubicBezTo>
                <a:lnTo>
                  <a:pt x="647941" y="60529"/>
                </a:lnTo>
                <a:cubicBezTo>
                  <a:pt x="647941" y="48435"/>
                  <a:pt x="647430" y="39585"/>
                  <a:pt x="646409" y="33981"/>
                </a:cubicBezTo>
                <a:lnTo>
                  <a:pt x="646675" y="33582"/>
                </a:lnTo>
                <a:cubicBezTo>
                  <a:pt x="654493" y="33937"/>
                  <a:pt x="660423" y="33804"/>
                  <a:pt x="664466" y="33182"/>
                </a:cubicBezTo>
                <a:cubicBezTo>
                  <a:pt x="665088" y="33182"/>
                  <a:pt x="665487" y="33637"/>
                  <a:pt x="665665" y="34548"/>
                </a:cubicBezTo>
                <a:cubicBezTo>
                  <a:pt x="665843" y="35458"/>
                  <a:pt x="665931" y="38779"/>
                  <a:pt x="665931" y="44511"/>
                </a:cubicBezTo>
                <a:lnTo>
                  <a:pt x="666465" y="44911"/>
                </a:lnTo>
                <a:cubicBezTo>
                  <a:pt x="669574" y="41002"/>
                  <a:pt x="673039" y="37981"/>
                  <a:pt x="676859" y="35849"/>
                </a:cubicBezTo>
                <a:cubicBezTo>
                  <a:pt x="680679" y="33716"/>
                  <a:pt x="684366" y="32649"/>
                  <a:pt x="687919" y="32649"/>
                </a:cubicBezTo>
                <a:cubicBezTo>
                  <a:pt x="694183" y="32649"/>
                  <a:pt x="698913" y="34260"/>
                  <a:pt x="702112" y="37484"/>
                </a:cubicBezTo>
                <a:cubicBezTo>
                  <a:pt x="705310" y="40706"/>
                  <a:pt x="706909" y="45828"/>
                  <a:pt x="706909" y="52850"/>
                </a:cubicBezTo>
                <a:lnTo>
                  <a:pt x="706909" y="67996"/>
                </a:lnTo>
                <a:close/>
                <a:moveTo>
                  <a:pt x="746074" y="93016"/>
                </a:moveTo>
                <a:cubicBezTo>
                  <a:pt x="736790" y="68690"/>
                  <a:pt x="728639" y="48879"/>
                  <a:pt x="721621" y="33582"/>
                </a:cubicBezTo>
                <a:cubicBezTo>
                  <a:pt x="723087" y="33848"/>
                  <a:pt x="727040" y="33981"/>
                  <a:pt x="733481" y="33981"/>
                </a:cubicBezTo>
                <a:cubicBezTo>
                  <a:pt x="739034" y="33981"/>
                  <a:pt x="742410" y="33848"/>
                  <a:pt x="743609" y="33582"/>
                </a:cubicBezTo>
                <a:cubicBezTo>
                  <a:pt x="749517" y="52348"/>
                  <a:pt x="754692" y="67023"/>
                  <a:pt x="759134" y="77608"/>
                </a:cubicBezTo>
                <a:lnTo>
                  <a:pt x="759534" y="77608"/>
                </a:lnTo>
                <a:cubicBezTo>
                  <a:pt x="762465" y="71249"/>
                  <a:pt x="768018" y="56573"/>
                  <a:pt x="776191" y="33582"/>
                </a:cubicBezTo>
                <a:cubicBezTo>
                  <a:pt x="776991" y="33848"/>
                  <a:pt x="778945" y="33981"/>
                  <a:pt x="782055" y="33981"/>
                </a:cubicBezTo>
                <a:cubicBezTo>
                  <a:pt x="786408" y="33981"/>
                  <a:pt x="789006" y="33848"/>
                  <a:pt x="789850" y="33582"/>
                </a:cubicBezTo>
                <a:cubicBezTo>
                  <a:pt x="778301" y="58351"/>
                  <a:pt x="769484" y="78163"/>
                  <a:pt x="763398" y="93016"/>
                </a:cubicBezTo>
                <a:cubicBezTo>
                  <a:pt x="762599" y="92749"/>
                  <a:pt x="760222" y="92616"/>
                  <a:pt x="756269" y="92616"/>
                </a:cubicBezTo>
                <a:cubicBezTo>
                  <a:pt x="750361" y="92616"/>
                  <a:pt x="746963" y="92749"/>
                  <a:pt x="746074" y="93016"/>
                </a:cubicBezTo>
                <a:close/>
                <a:moveTo>
                  <a:pt x="806569" y="16649"/>
                </a:moveTo>
                <a:cubicBezTo>
                  <a:pt x="804615" y="14777"/>
                  <a:pt x="803638" y="12470"/>
                  <a:pt x="803638" y="9728"/>
                </a:cubicBezTo>
                <a:cubicBezTo>
                  <a:pt x="803638" y="6986"/>
                  <a:pt x="804615" y="4680"/>
                  <a:pt x="806569" y="2809"/>
                </a:cubicBezTo>
                <a:cubicBezTo>
                  <a:pt x="808524" y="936"/>
                  <a:pt x="810956" y="0"/>
                  <a:pt x="813865" y="0"/>
                </a:cubicBezTo>
                <a:cubicBezTo>
                  <a:pt x="816775" y="0"/>
                  <a:pt x="819207" y="936"/>
                  <a:pt x="821161" y="2809"/>
                </a:cubicBezTo>
                <a:cubicBezTo>
                  <a:pt x="823116" y="4680"/>
                  <a:pt x="824093" y="6986"/>
                  <a:pt x="824093" y="9728"/>
                </a:cubicBezTo>
                <a:cubicBezTo>
                  <a:pt x="824093" y="12470"/>
                  <a:pt x="823116" y="14777"/>
                  <a:pt x="821161" y="16649"/>
                </a:cubicBezTo>
                <a:cubicBezTo>
                  <a:pt x="819207" y="18520"/>
                  <a:pt x="816775" y="19456"/>
                  <a:pt x="813865" y="19456"/>
                </a:cubicBezTo>
                <a:cubicBezTo>
                  <a:pt x="810956" y="19456"/>
                  <a:pt x="808524" y="18520"/>
                  <a:pt x="806569" y="16649"/>
                </a:cubicBezTo>
                <a:moveTo>
                  <a:pt x="804837" y="60529"/>
                </a:moveTo>
                <a:cubicBezTo>
                  <a:pt x="804837" y="47856"/>
                  <a:pt x="804393" y="39051"/>
                  <a:pt x="803504" y="34115"/>
                </a:cubicBezTo>
                <a:lnTo>
                  <a:pt x="803904" y="33582"/>
                </a:lnTo>
                <a:cubicBezTo>
                  <a:pt x="804348" y="33582"/>
                  <a:pt x="805736" y="33648"/>
                  <a:pt x="808068" y="33782"/>
                </a:cubicBezTo>
                <a:cubicBezTo>
                  <a:pt x="810401" y="33915"/>
                  <a:pt x="812233" y="33981"/>
                  <a:pt x="813565" y="33981"/>
                </a:cubicBezTo>
                <a:cubicBezTo>
                  <a:pt x="815831" y="33981"/>
                  <a:pt x="818985" y="33759"/>
                  <a:pt x="823027" y="33315"/>
                </a:cubicBezTo>
                <a:cubicBezTo>
                  <a:pt x="823827" y="33315"/>
                  <a:pt x="824226" y="33782"/>
                  <a:pt x="824226" y="34714"/>
                </a:cubicBezTo>
                <a:cubicBezTo>
                  <a:pt x="823338" y="45832"/>
                  <a:pt x="822894" y="53925"/>
                  <a:pt x="822894" y="58995"/>
                </a:cubicBezTo>
                <a:lnTo>
                  <a:pt x="822894" y="68000"/>
                </a:lnTo>
                <a:cubicBezTo>
                  <a:pt x="822894" y="77917"/>
                  <a:pt x="823338" y="86122"/>
                  <a:pt x="824226" y="92616"/>
                </a:cubicBezTo>
                <a:lnTo>
                  <a:pt x="823960" y="93016"/>
                </a:lnTo>
                <a:cubicBezTo>
                  <a:pt x="819873" y="92749"/>
                  <a:pt x="816508" y="92616"/>
                  <a:pt x="813865" y="92616"/>
                </a:cubicBezTo>
                <a:cubicBezTo>
                  <a:pt x="811222" y="92616"/>
                  <a:pt x="807857" y="92749"/>
                  <a:pt x="803771" y="93016"/>
                </a:cubicBezTo>
                <a:lnTo>
                  <a:pt x="803504" y="92616"/>
                </a:lnTo>
                <a:cubicBezTo>
                  <a:pt x="804393" y="86435"/>
                  <a:pt x="804837" y="78229"/>
                  <a:pt x="804837" y="68000"/>
                </a:cubicBezTo>
                <a:lnTo>
                  <a:pt x="804837" y="60529"/>
                </a:lnTo>
                <a:close/>
                <a:moveTo>
                  <a:pt x="865186" y="44971"/>
                </a:moveTo>
                <a:cubicBezTo>
                  <a:pt x="867363" y="41756"/>
                  <a:pt x="869928" y="38899"/>
                  <a:pt x="872882" y="36399"/>
                </a:cubicBezTo>
                <a:cubicBezTo>
                  <a:pt x="875836" y="33899"/>
                  <a:pt x="878779" y="32649"/>
                  <a:pt x="881710" y="32649"/>
                </a:cubicBezTo>
                <a:cubicBezTo>
                  <a:pt x="884154" y="32649"/>
                  <a:pt x="886463" y="32962"/>
                  <a:pt x="888640" y="33588"/>
                </a:cubicBezTo>
                <a:lnTo>
                  <a:pt x="889173" y="34123"/>
                </a:lnTo>
                <a:lnTo>
                  <a:pt x="886441" y="48240"/>
                </a:lnTo>
                <a:lnTo>
                  <a:pt x="883976" y="48507"/>
                </a:lnTo>
                <a:cubicBezTo>
                  <a:pt x="881799" y="46774"/>
                  <a:pt x="879179" y="45930"/>
                  <a:pt x="876114" y="45975"/>
                </a:cubicBezTo>
                <a:cubicBezTo>
                  <a:pt x="874914" y="45975"/>
                  <a:pt x="873559" y="46197"/>
                  <a:pt x="872049" y="46641"/>
                </a:cubicBezTo>
                <a:cubicBezTo>
                  <a:pt x="870539" y="47085"/>
                  <a:pt x="868929" y="48307"/>
                  <a:pt x="867218" y="50306"/>
                </a:cubicBezTo>
                <a:cubicBezTo>
                  <a:pt x="865508" y="52305"/>
                  <a:pt x="864653" y="54903"/>
                  <a:pt x="864653" y="58102"/>
                </a:cubicBezTo>
                <a:lnTo>
                  <a:pt x="864653" y="68029"/>
                </a:lnTo>
                <a:cubicBezTo>
                  <a:pt x="864653" y="77935"/>
                  <a:pt x="865097" y="86131"/>
                  <a:pt x="865986" y="92616"/>
                </a:cubicBezTo>
                <a:lnTo>
                  <a:pt x="865719" y="93016"/>
                </a:lnTo>
                <a:cubicBezTo>
                  <a:pt x="861366" y="92749"/>
                  <a:pt x="857635" y="92616"/>
                  <a:pt x="854525" y="92616"/>
                </a:cubicBezTo>
                <a:lnTo>
                  <a:pt x="845397" y="93016"/>
                </a:lnTo>
                <a:lnTo>
                  <a:pt x="845264" y="92616"/>
                </a:lnTo>
                <a:cubicBezTo>
                  <a:pt x="846152" y="86435"/>
                  <a:pt x="846596" y="78229"/>
                  <a:pt x="846596" y="68000"/>
                </a:cubicBezTo>
                <a:lnTo>
                  <a:pt x="846596" y="60529"/>
                </a:lnTo>
                <a:cubicBezTo>
                  <a:pt x="846596" y="48435"/>
                  <a:pt x="846108" y="39585"/>
                  <a:pt x="845130" y="33981"/>
                </a:cubicBezTo>
                <a:lnTo>
                  <a:pt x="845397" y="33582"/>
                </a:lnTo>
                <a:cubicBezTo>
                  <a:pt x="853215" y="33943"/>
                  <a:pt x="859123" y="33809"/>
                  <a:pt x="863121" y="33182"/>
                </a:cubicBezTo>
                <a:cubicBezTo>
                  <a:pt x="863743" y="33182"/>
                  <a:pt x="864142" y="33640"/>
                  <a:pt x="864320" y="34556"/>
                </a:cubicBezTo>
                <a:cubicBezTo>
                  <a:pt x="864498" y="35471"/>
                  <a:pt x="864586" y="38809"/>
                  <a:pt x="864586" y="44569"/>
                </a:cubicBezTo>
                <a:lnTo>
                  <a:pt x="865186" y="44971"/>
                </a:lnTo>
                <a:close/>
                <a:moveTo>
                  <a:pt x="897516" y="64600"/>
                </a:moveTo>
                <a:cubicBezTo>
                  <a:pt x="897516" y="54328"/>
                  <a:pt x="900536" y="46413"/>
                  <a:pt x="906577" y="40855"/>
                </a:cubicBezTo>
                <a:cubicBezTo>
                  <a:pt x="912619" y="35295"/>
                  <a:pt x="920703" y="32560"/>
                  <a:pt x="930831" y="32649"/>
                </a:cubicBezTo>
                <a:cubicBezTo>
                  <a:pt x="941847" y="32649"/>
                  <a:pt x="950054" y="35473"/>
                  <a:pt x="955451" y="41121"/>
                </a:cubicBezTo>
                <a:cubicBezTo>
                  <a:pt x="960848" y="46768"/>
                  <a:pt x="963546" y="54194"/>
                  <a:pt x="963546" y="63399"/>
                </a:cubicBezTo>
                <a:cubicBezTo>
                  <a:pt x="963546" y="72870"/>
                  <a:pt x="960637" y="80330"/>
                  <a:pt x="954818" y="85778"/>
                </a:cubicBezTo>
                <a:cubicBezTo>
                  <a:pt x="948999" y="91225"/>
                  <a:pt x="940914" y="93949"/>
                  <a:pt x="930564" y="93949"/>
                </a:cubicBezTo>
                <a:cubicBezTo>
                  <a:pt x="920392" y="93949"/>
                  <a:pt x="912341" y="91336"/>
                  <a:pt x="906411" y="86111"/>
                </a:cubicBezTo>
                <a:cubicBezTo>
                  <a:pt x="900481" y="80886"/>
                  <a:pt x="897516" y="73716"/>
                  <a:pt x="897516" y="64600"/>
                </a:cubicBezTo>
                <a:moveTo>
                  <a:pt x="929831" y="39445"/>
                </a:moveTo>
                <a:cubicBezTo>
                  <a:pt x="926100" y="39445"/>
                  <a:pt x="923235" y="40546"/>
                  <a:pt x="921236" y="42747"/>
                </a:cubicBezTo>
                <a:cubicBezTo>
                  <a:pt x="919237" y="44949"/>
                  <a:pt x="918016" y="47462"/>
                  <a:pt x="917571" y="50287"/>
                </a:cubicBezTo>
                <a:cubicBezTo>
                  <a:pt x="917127" y="53112"/>
                  <a:pt x="916905" y="56838"/>
                  <a:pt x="916905" y="61464"/>
                </a:cubicBezTo>
                <a:cubicBezTo>
                  <a:pt x="916905" y="78590"/>
                  <a:pt x="922080" y="87152"/>
                  <a:pt x="932430" y="87152"/>
                </a:cubicBezTo>
                <a:cubicBezTo>
                  <a:pt x="940248" y="87152"/>
                  <a:pt x="944157" y="80458"/>
                  <a:pt x="944157" y="67070"/>
                </a:cubicBezTo>
                <a:cubicBezTo>
                  <a:pt x="944157" y="57150"/>
                  <a:pt x="943157" y="50066"/>
                  <a:pt x="941159" y="45819"/>
                </a:cubicBezTo>
                <a:cubicBezTo>
                  <a:pt x="939160" y="41570"/>
                  <a:pt x="935384" y="39445"/>
                  <a:pt x="929831" y="39445"/>
                </a:cubicBezTo>
                <a:close/>
                <a:moveTo>
                  <a:pt x="1039050" y="67996"/>
                </a:moveTo>
                <a:cubicBezTo>
                  <a:pt x="1039050" y="78005"/>
                  <a:pt x="1039538" y="86211"/>
                  <a:pt x="1040515" y="92616"/>
                </a:cubicBezTo>
                <a:lnTo>
                  <a:pt x="1040249" y="93016"/>
                </a:lnTo>
                <a:cubicBezTo>
                  <a:pt x="1036251" y="92749"/>
                  <a:pt x="1032697" y="92616"/>
                  <a:pt x="1029588" y="92616"/>
                </a:cubicBezTo>
                <a:lnTo>
                  <a:pt x="1020460" y="93016"/>
                </a:lnTo>
                <a:lnTo>
                  <a:pt x="1020193" y="92616"/>
                </a:lnTo>
                <a:cubicBezTo>
                  <a:pt x="1020726" y="87767"/>
                  <a:pt x="1020993" y="79561"/>
                  <a:pt x="1020993" y="67996"/>
                </a:cubicBezTo>
                <a:lnTo>
                  <a:pt x="1020993" y="55853"/>
                </a:lnTo>
                <a:cubicBezTo>
                  <a:pt x="1020993" y="47402"/>
                  <a:pt x="1018639" y="43176"/>
                  <a:pt x="1013930" y="43176"/>
                </a:cubicBezTo>
                <a:cubicBezTo>
                  <a:pt x="1008911" y="43176"/>
                  <a:pt x="1003624" y="46802"/>
                  <a:pt x="998072" y="54052"/>
                </a:cubicBezTo>
                <a:lnTo>
                  <a:pt x="998072" y="67996"/>
                </a:lnTo>
                <a:cubicBezTo>
                  <a:pt x="998072" y="78182"/>
                  <a:pt x="998339" y="86389"/>
                  <a:pt x="998872" y="92616"/>
                </a:cubicBezTo>
                <a:lnTo>
                  <a:pt x="998472" y="93016"/>
                </a:lnTo>
                <a:cubicBezTo>
                  <a:pt x="995940" y="92749"/>
                  <a:pt x="993119" y="92616"/>
                  <a:pt x="990010" y="92616"/>
                </a:cubicBezTo>
                <a:lnTo>
                  <a:pt x="978816" y="93016"/>
                </a:lnTo>
                <a:lnTo>
                  <a:pt x="978549" y="92616"/>
                </a:lnTo>
                <a:cubicBezTo>
                  <a:pt x="979571" y="86346"/>
                  <a:pt x="980082" y="78141"/>
                  <a:pt x="980082" y="68000"/>
                </a:cubicBezTo>
                <a:lnTo>
                  <a:pt x="980082" y="60529"/>
                </a:lnTo>
                <a:cubicBezTo>
                  <a:pt x="980082" y="48435"/>
                  <a:pt x="979571" y="39585"/>
                  <a:pt x="978549" y="33981"/>
                </a:cubicBezTo>
                <a:lnTo>
                  <a:pt x="978816" y="33582"/>
                </a:lnTo>
                <a:cubicBezTo>
                  <a:pt x="986634" y="33937"/>
                  <a:pt x="992564" y="33804"/>
                  <a:pt x="996606" y="33182"/>
                </a:cubicBezTo>
                <a:cubicBezTo>
                  <a:pt x="997228" y="33182"/>
                  <a:pt x="997628" y="33637"/>
                  <a:pt x="997805" y="34548"/>
                </a:cubicBezTo>
                <a:cubicBezTo>
                  <a:pt x="997983" y="35458"/>
                  <a:pt x="998072" y="38779"/>
                  <a:pt x="998072" y="44511"/>
                </a:cubicBezTo>
                <a:lnTo>
                  <a:pt x="998605" y="44911"/>
                </a:lnTo>
                <a:cubicBezTo>
                  <a:pt x="1001714" y="41002"/>
                  <a:pt x="1005179" y="37981"/>
                  <a:pt x="1008999" y="35849"/>
                </a:cubicBezTo>
                <a:cubicBezTo>
                  <a:pt x="1012819" y="33716"/>
                  <a:pt x="1016506" y="32649"/>
                  <a:pt x="1020060" y="32649"/>
                </a:cubicBezTo>
                <a:cubicBezTo>
                  <a:pt x="1026323" y="32649"/>
                  <a:pt x="1031054" y="34260"/>
                  <a:pt x="1034252" y="37484"/>
                </a:cubicBezTo>
                <a:cubicBezTo>
                  <a:pt x="1037450" y="40706"/>
                  <a:pt x="1039050" y="45828"/>
                  <a:pt x="1039050" y="52850"/>
                </a:cubicBezTo>
                <a:lnTo>
                  <a:pt x="1039050" y="67996"/>
                </a:lnTo>
                <a:close/>
                <a:moveTo>
                  <a:pt x="1080480" y="44911"/>
                </a:moveTo>
                <a:cubicBezTo>
                  <a:pt x="1083101" y="41446"/>
                  <a:pt x="1086332" y="38537"/>
                  <a:pt x="1090175" y="36182"/>
                </a:cubicBezTo>
                <a:cubicBezTo>
                  <a:pt x="1094017" y="33827"/>
                  <a:pt x="1097582" y="32649"/>
                  <a:pt x="1100869" y="32649"/>
                </a:cubicBezTo>
                <a:cubicBezTo>
                  <a:pt x="1106599" y="32649"/>
                  <a:pt x="1110752" y="33537"/>
                  <a:pt x="1113329" y="35314"/>
                </a:cubicBezTo>
                <a:cubicBezTo>
                  <a:pt x="1115905" y="37091"/>
                  <a:pt x="1117971" y="39845"/>
                  <a:pt x="1119525" y="43576"/>
                </a:cubicBezTo>
                <a:cubicBezTo>
                  <a:pt x="1126455" y="36291"/>
                  <a:pt x="1133695" y="32649"/>
                  <a:pt x="1141247" y="32649"/>
                </a:cubicBezTo>
                <a:cubicBezTo>
                  <a:pt x="1148354" y="32649"/>
                  <a:pt x="1153385" y="34471"/>
                  <a:pt x="1156339" y="38117"/>
                </a:cubicBezTo>
                <a:cubicBezTo>
                  <a:pt x="1159293" y="41762"/>
                  <a:pt x="1160770" y="47185"/>
                  <a:pt x="1160770" y="54385"/>
                </a:cubicBezTo>
                <a:lnTo>
                  <a:pt x="1160770" y="67996"/>
                </a:lnTo>
                <a:cubicBezTo>
                  <a:pt x="1160770" y="76580"/>
                  <a:pt x="1161303" y="84787"/>
                  <a:pt x="1162369" y="92616"/>
                </a:cubicBezTo>
                <a:lnTo>
                  <a:pt x="1162102" y="93016"/>
                </a:lnTo>
                <a:cubicBezTo>
                  <a:pt x="1158549" y="92749"/>
                  <a:pt x="1155239" y="92616"/>
                  <a:pt x="1152174" y="92616"/>
                </a:cubicBezTo>
                <a:lnTo>
                  <a:pt x="1141247" y="93016"/>
                </a:lnTo>
                <a:lnTo>
                  <a:pt x="1141114" y="92616"/>
                </a:lnTo>
                <a:cubicBezTo>
                  <a:pt x="1142224" y="85233"/>
                  <a:pt x="1142757" y="77026"/>
                  <a:pt x="1142713" y="67996"/>
                </a:cubicBezTo>
                <a:lnTo>
                  <a:pt x="1142713" y="55320"/>
                </a:lnTo>
                <a:cubicBezTo>
                  <a:pt x="1142713" y="47224"/>
                  <a:pt x="1140225" y="43176"/>
                  <a:pt x="1135250" y="43176"/>
                </a:cubicBezTo>
                <a:cubicBezTo>
                  <a:pt x="1132541" y="43176"/>
                  <a:pt x="1130175" y="43743"/>
                  <a:pt x="1128154" y="44878"/>
                </a:cubicBezTo>
                <a:cubicBezTo>
                  <a:pt x="1126133" y="46012"/>
                  <a:pt x="1123523" y="48358"/>
                  <a:pt x="1120325" y="51917"/>
                </a:cubicBezTo>
                <a:cubicBezTo>
                  <a:pt x="1120414" y="53029"/>
                  <a:pt x="1120458" y="54386"/>
                  <a:pt x="1120458" y="55986"/>
                </a:cubicBezTo>
                <a:lnTo>
                  <a:pt x="1120458" y="67996"/>
                </a:lnTo>
                <a:cubicBezTo>
                  <a:pt x="1120458" y="76580"/>
                  <a:pt x="1121014" y="84787"/>
                  <a:pt x="1122124" y="92616"/>
                </a:cubicBezTo>
                <a:lnTo>
                  <a:pt x="1121857" y="93016"/>
                </a:lnTo>
                <a:cubicBezTo>
                  <a:pt x="1118304" y="92749"/>
                  <a:pt x="1114972" y="92616"/>
                  <a:pt x="1111863" y="92616"/>
                </a:cubicBezTo>
                <a:lnTo>
                  <a:pt x="1101002" y="93016"/>
                </a:lnTo>
                <a:lnTo>
                  <a:pt x="1100869" y="92616"/>
                </a:lnTo>
                <a:cubicBezTo>
                  <a:pt x="1101979" y="85233"/>
                  <a:pt x="1102513" y="77026"/>
                  <a:pt x="1102468" y="67996"/>
                </a:cubicBezTo>
                <a:lnTo>
                  <a:pt x="1102468" y="54252"/>
                </a:lnTo>
                <a:cubicBezTo>
                  <a:pt x="1102468" y="49893"/>
                  <a:pt x="1101835" y="46958"/>
                  <a:pt x="1100569" y="45446"/>
                </a:cubicBezTo>
                <a:cubicBezTo>
                  <a:pt x="1099303" y="43933"/>
                  <a:pt x="1097249" y="43176"/>
                  <a:pt x="1094406" y="43176"/>
                </a:cubicBezTo>
                <a:cubicBezTo>
                  <a:pt x="1090852" y="43176"/>
                  <a:pt x="1086033" y="46868"/>
                  <a:pt x="1079947" y="54252"/>
                </a:cubicBezTo>
                <a:lnTo>
                  <a:pt x="1079947" y="67996"/>
                </a:lnTo>
                <a:cubicBezTo>
                  <a:pt x="1079947" y="77914"/>
                  <a:pt x="1080413" y="86121"/>
                  <a:pt x="1081346" y="92616"/>
                </a:cubicBezTo>
                <a:lnTo>
                  <a:pt x="1081080" y="93016"/>
                </a:lnTo>
                <a:cubicBezTo>
                  <a:pt x="1077437" y="92749"/>
                  <a:pt x="1074061" y="92616"/>
                  <a:pt x="1070952" y="92616"/>
                </a:cubicBezTo>
                <a:lnTo>
                  <a:pt x="1060424" y="93016"/>
                </a:lnTo>
                <a:lnTo>
                  <a:pt x="1060291" y="92616"/>
                </a:lnTo>
                <a:cubicBezTo>
                  <a:pt x="1061402" y="85234"/>
                  <a:pt x="1061957" y="77029"/>
                  <a:pt x="1061957" y="68000"/>
                </a:cubicBezTo>
                <a:lnTo>
                  <a:pt x="1061957" y="60529"/>
                </a:lnTo>
                <a:cubicBezTo>
                  <a:pt x="1061957" y="48435"/>
                  <a:pt x="1061446" y="39585"/>
                  <a:pt x="1060424" y="33981"/>
                </a:cubicBezTo>
                <a:lnTo>
                  <a:pt x="1060691" y="33582"/>
                </a:lnTo>
                <a:cubicBezTo>
                  <a:pt x="1068509" y="33937"/>
                  <a:pt x="1074439" y="33804"/>
                  <a:pt x="1078481" y="33182"/>
                </a:cubicBezTo>
                <a:cubicBezTo>
                  <a:pt x="1079103" y="33182"/>
                  <a:pt x="1079503" y="33637"/>
                  <a:pt x="1079681" y="34548"/>
                </a:cubicBezTo>
                <a:cubicBezTo>
                  <a:pt x="1079858" y="35458"/>
                  <a:pt x="1079947" y="38779"/>
                  <a:pt x="1079947" y="44511"/>
                </a:cubicBezTo>
                <a:lnTo>
                  <a:pt x="1080480" y="44911"/>
                </a:lnTo>
                <a:close/>
                <a:moveTo>
                  <a:pt x="1196205" y="54370"/>
                </a:moveTo>
                <a:lnTo>
                  <a:pt x="1216993" y="54370"/>
                </a:lnTo>
                <a:cubicBezTo>
                  <a:pt x="1217171" y="54200"/>
                  <a:pt x="1217260" y="53283"/>
                  <a:pt x="1217260" y="51622"/>
                </a:cubicBezTo>
                <a:cubicBezTo>
                  <a:pt x="1217260" y="46894"/>
                  <a:pt x="1216283" y="43571"/>
                  <a:pt x="1214328" y="41654"/>
                </a:cubicBezTo>
                <a:cubicBezTo>
                  <a:pt x="1212374" y="39737"/>
                  <a:pt x="1210197" y="38779"/>
                  <a:pt x="1207799" y="38779"/>
                </a:cubicBezTo>
                <a:cubicBezTo>
                  <a:pt x="1204600" y="38779"/>
                  <a:pt x="1202157" y="40036"/>
                  <a:pt x="1200469" y="42550"/>
                </a:cubicBezTo>
                <a:cubicBezTo>
                  <a:pt x="1197715" y="46425"/>
                  <a:pt x="1196294" y="50366"/>
                  <a:pt x="1196205" y="54370"/>
                </a:cubicBezTo>
                <a:moveTo>
                  <a:pt x="1233051" y="74959"/>
                </a:moveTo>
                <a:cubicBezTo>
                  <a:pt x="1234428" y="74959"/>
                  <a:pt x="1235117" y="76358"/>
                  <a:pt x="1235117" y="79157"/>
                </a:cubicBezTo>
                <a:cubicBezTo>
                  <a:pt x="1228365" y="89018"/>
                  <a:pt x="1219859" y="93949"/>
                  <a:pt x="1209598" y="93949"/>
                </a:cubicBezTo>
                <a:cubicBezTo>
                  <a:pt x="1199781" y="93949"/>
                  <a:pt x="1192363" y="91678"/>
                  <a:pt x="1187343" y="87136"/>
                </a:cubicBezTo>
                <a:cubicBezTo>
                  <a:pt x="1184545" y="84598"/>
                  <a:pt x="1182324" y="81293"/>
                  <a:pt x="1180680" y="77220"/>
                </a:cubicBezTo>
                <a:cubicBezTo>
                  <a:pt x="1179036" y="73146"/>
                  <a:pt x="1178215" y="69061"/>
                  <a:pt x="1178215" y="64964"/>
                </a:cubicBezTo>
                <a:cubicBezTo>
                  <a:pt x="1178215" y="54970"/>
                  <a:pt x="1181235" y="46974"/>
                  <a:pt x="1187276" y="40978"/>
                </a:cubicBezTo>
                <a:cubicBezTo>
                  <a:pt x="1193318" y="34981"/>
                  <a:pt x="1200447" y="31983"/>
                  <a:pt x="1208665" y="31983"/>
                </a:cubicBezTo>
                <a:cubicBezTo>
                  <a:pt x="1217860" y="31983"/>
                  <a:pt x="1224478" y="34296"/>
                  <a:pt x="1228521" y="38922"/>
                </a:cubicBezTo>
                <a:cubicBezTo>
                  <a:pt x="1232563" y="43549"/>
                  <a:pt x="1234584" y="49142"/>
                  <a:pt x="1234584" y="55701"/>
                </a:cubicBezTo>
                <a:cubicBezTo>
                  <a:pt x="1234584" y="59345"/>
                  <a:pt x="1233251" y="61167"/>
                  <a:pt x="1230586" y="61167"/>
                </a:cubicBezTo>
                <a:lnTo>
                  <a:pt x="1195672" y="61167"/>
                </a:lnTo>
                <a:lnTo>
                  <a:pt x="1195672" y="63365"/>
                </a:lnTo>
                <a:cubicBezTo>
                  <a:pt x="1195672" y="71094"/>
                  <a:pt x="1197360" y="76392"/>
                  <a:pt x="1200736" y="79257"/>
                </a:cubicBezTo>
                <a:cubicBezTo>
                  <a:pt x="1204112" y="82122"/>
                  <a:pt x="1208842" y="83554"/>
                  <a:pt x="1214928" y="83554"/>
                </a:cubicBezTo>
                <a:cubicBezTo>
                  <a:pt x="1217638" y="83554"/>
                  <a:pt x="1220680" y="82799"/>
                  <a:pt x="1224056" y="81289"/>
                </a:cubicBezTo>
                <a:cubicBezTo>
                  <a:pt x="1227432" y="79779"/>
                  <a:pt x="1230431" y="77669"/>
                  <a:pt x="1233051" y="74959"/>
                </a:cubicBezTo>
                <a:close/>
                <a:moveTo>
                  <a:pt x="1310466" y="67996"/>
                </a:moveTo>
                <a:cubicBezTo>
                  <a:pt x="1310466" y="78005"/>
                  <a:pt x="1310954" y="86211"/>
                  <a:pt x="1311932" y="92616"/>
                </a:cubicBezTo>
                <a:lnTo>
                  <a:pt x="1311665" y="93016"/>
                </a:lnTo>
                <a:cubicBezTo>
                  <a:pt x="1307667" y="92749"/>
                  <a:pt x="1304114" y="92616"/>
                  <a:pt x="1301004" y="92616"/>
                </a:cubicBezTo>
                <a:lnTo>
                  <a:pt x="1291876" y="93016"/>
                </a:lnTo>
                <a:lnTo>
                  <a:pt x="1291609" y="92616"/>
                </a:lnTo>
                <a:cubicBezTo>
                  <a:pt x="1292142" y="87767"/>
                  <a:pt x="1292409" y="79561"/>
                  <a:pt x="1292409" y="67996"/>
                </a:cubicBezTo>
                <a:lnTo>
                  <a:pt x="1292409" y="55853"/>
                </a:lnTo>
                <a:cubicBezTo>
                  <a:pt x="1292409" y="47402"/>
                  <a:pt x="1290055" y="43176"/>
                  <a:pt x="1285346" y="43176"/>
                </a:cubicBezTo>
                <a:cubicBezTo>
                  <a:pt x="1280327" y="43176"/>
                  <a:pt x="1275041" y="46802"/>
                  <a:pt x="1269488" y="54052"/>
                </a:cubicBezTo>
                <a:lnTo>
                  <a:pt x="1269488" y="67996"/>
                </a:lnTo>
                <a:cubicBezTo>
                  <a:pt x="1269488" y="78182"/>
                  <a:pt x="1269755" y="86389"/>
                  <a:pt x="1270288" y="92616"/>
                </a:cubicBezTo>
                <a:lnTo>
                  <a:pt x="1269888" y="93016"/>
                </a:lnTo>
                <a:cubicBezTo>
                  <a:pt x="1267356" y="92749"/>
                  <a:pt x="1264535" y="92616"/>
                  <a:pt x="1261426" y="92616"/>
                </a:cubicBezTo>
                <a:lnTo>
                  <a:pt x="1250232" y="93016"/>
                </a:lnTo>
                <a:lnTo>
                  <a:pt x="1249966" y="92616"/>
                </a:lnTo>
                <a:cubicBezTo>
                  <a:pt x="1250987" y="86346"/>
                  <a:pt x="1251498" y="78141"/>
                  <a:pt x="1251498" y="68000"/>
                </a:cubicBezTo>
                <a:lnTo>
                  <a:pt x="1251498" y="60529"/>
                </a:lnTo>
                <a:cubicBezTo>
                  <a:pt x="1251498" y="48435"/>
                  <a:pt x="1250987" y="39585"/>
                  <a:pt x="1249966" y="33981"/>
                </a:cubicBezTo>
                <a:lnTo>
                  <a:pt x="1250232" y="33582"/>
                </a:lnTo>
                <a:cubicBezTo>
                  <a:pt x="1258050" y="33937"/>
                  <a:pt x="1263980" y="33804"/>
                  <a:pt x="1268022" y="33182"/>
                </a:cubicBezTo>
                <a:cubicBezTo>
                  <a:pt x="1268644" y="33182"/>
                  <a:pt x="1269044" y="33637"/>
                  <a:pt x="1269222" y="34548"/>
                </a:cubicBezTo>
                <a:cubicBezTo>
                  <a:pt x="1269399" y="35458"/>
                  <a:pt x="1269488" y="38779"/>
                  <a:pt x="1269488" y="44511"/>
                </a:cubicBezTo>
                <a:lnTo>
                  <a:pt x="1270021" y="44911"/>
                </a:lnTo>
                <a:cubicBezTo>
                  <a:pt x="1273131" y="41002"/>
                  <a:pt x="1276595" y="37981"/>
                  <a:pt x="1280416" y="35849"/>
                </a:cubicBezTo>
                <a:cubicBezTo>
                  <a:pt x="1284236" y="33716"/>
                  <a:pt x="1287923" y="32649"/>
                  <a:pt x="1291476" y="32649"/>
                </a:cubicBezTo>
                <a:cubicBezTo>
                  <a:pt x="1297739" y="32649"/>
                  <a:pt x="1302470" y="34260"/>
                  <a:pt x="1305668" y="37484"/>
                </a:cubicBezTo>
                <a:cubicBezTo>
                  <a:pt x="1308867" y="40706"/>
                  <a:pt x="1310466" y="45828"/>
                  <a:pt x="1310466" y="52850"/>
                </a:cubicBezTo>
                <a:lnTo>
                  <a:pt x="1310466" y="67996"/>
                </a:lnTo>
                <a:close/>
                <a:moveTo>
                  <a:pt x="1325711" y="40778"/>
                </a:moveTo>
                <a:cubicBezTo>
                  <a:pt x="1324512" y="40778"/>
                  <a:pt x="1323934" y="40052"/>
                  <a:pt x="1323979" y="38600"/>
                </a:cubicBezTo>
                <a:cubicBezTo>
                  <a:pt x="1323979" y="37588"/>
                  <a:pt x="1324289" y="36565"/>
                  <a:pt x="1324911" y="35533"/>
                </a:cubicBezTo>
                <a:cubicBezTo>
                  <a:pt x="1325533" y="34499"/>
                  <a:pt x="1326177" y="33981"/>
                  <a:pt x="1326844" y="33981"/>
                </a:cubicBezTo>
                <a:lnTo>
                  <a:pt x="1334706" y="33981"/>
                </a:lnTo>
                <a:cubicBezTo>
                  <a:pt x="1334706" y="28607"/>
                  <a:pt x="1334395" y="24031"/>
                  <a:pt x="1333773" y="20256"/>
                </a:cubicBezTo>
                <a:lnTo>
                  <a:pt x="1334040" y="19789"/>
                </a:lnTo>
                <a:cubicBezTo>
                  <a:pt x="1337682" y="18990"/>
                  <a:pt x="1343590" y="16946"/>
                  <a:pt x="1351763" y="13659"/>
                </a:cubicBezTo>
                <a:cubicBezTo>
                  <a:pt x="1352563" y="13659"/>
                  <a:pt x="1352985" y="14126"/>
                  <a:pt x="1353029" y="15058"/>
                </a:cubicBezTo>
                <a:cubicBezTo>
                  <a:pt x="1352585" y="21721"/>
                  <a:pt x="1352363" y="28029"/>
                  <a:pt x="1352363" y="33981"/>
                </a:cubicBezTo>
                <a:lnTo>
                  <a:pt x="1366955" y="33981"/>
                </a:lnTo>
                <a:cubicBezTo>
                  <a:pt x="1367666" y="33981"/>
                  <a:pt x="1368021" y="34267"/>
                  <a:pt x="1368021" y="34839"/>
                </a:cubicBezTo>
                <a:lnTo>
                  <a:pt x="1368021" y="38995"/>
                </a:lnTo>
                <a:cubicBezTo>
                  <a:pt x="1368021" y="40184"/>
                  <a:pt x="1366933" y="40778"/>
                  <a:pt x="1364756" y="40778"/>
                </a:cubicBezTo>
                <a:lnTo>
                  <a:pt x="1352363" y="40778"/>
                </a:lnTo>
                <a:lnTo>
                  <a:pt x="1352030" y="55393"/>
                </a:lnTo>
                <a:cubicBezTo>
                  <a:pt x="1351941" y="60375"/>
                  <a:pt x="1351897" y="66802"/>
                  <a:pt x="1351897" y="74676"/>
                </a:cubicBezTo>
                <a:cubicBezTo>
                  <a:pt x="1351897" y="75388"/>
                  <a:pt x="1351919" y="76067"/>
                  <a:pt x="1351963" y="76712"/>
                </a:cubicBezTo>
                <a:cubicBezTo>
                  <a:pt x="1352008" y="77358"/>
                  <a:pt x="1352074" y="78003"/>
                  <a:pt x="1352163" y="78649"/>
                </a:cubicBezTo>
                <a:cubicBezTo>
                  <a:pt x="1352252" y="79293"/>
                  <a:pt x="1352374" y="79893"/>
                  <a:pt x="1352530" y="80450"/>
                </a:cubicBezTo>
                <a:cubicBezTo>
                  <a:pt x="1352685" y="81005"/>
                  <a:pt x="1352863" y="81528"/>
                  <a:pt x="1353063" y="82018"/>
                </a:cubicBezTo>
                <a:cubicBezTo>
                  <a:pt x="1353262" y="82506"/>
                  <a:pt x="1353496" y="82940"/>
                  <a:pt x="1353762" y="83319"/>
                </a:cubicBezTo>
                <a:cubicBezTo>
                  <a:pt x="1354029" y="83697"/>
                  <a:pt x="1354317" y="84030"/>
                  <a:pt x="1354628" y="84321"/>
                </a:cubicBezTo>
                <a:cubicBezTo>
                  <a:pt x="1354939" y="84609"/>
                  <a:pt x="1355295" y="84820"/>
                  <a:pt x="1355695" y="84954"/>
                </a:cubicBezTo>
                <a:cubicBezTo>
                  <a:pt x="1356094" y="85087"/>
                  <a:pt x="1356516" y="85153"/>
                  <a:pt x="1356960" y="85153"/>
                </a:cubicBezTo>
                <a:cubicBezTo>
                  <a:pt x="1360070" y="85153"/>
                  <a:pt x="1362713" y="84620"/>
                  <a:pt x="1364889" y="83552"/>
                </a:cubicBezTo>
                <a:cubicBezTo>
                  <a:pt x="1366444" y="84535"/>
                  <a:pt x="1367222" y="86412"/>
                  <a:pt x="1367222" y="89183"/>
                </a:cubicBezTo>
                <a:cubicBezTo>
                  <a:pt x="1361936" y="92404"/>
                  <a:pt x="1355250" y="93993"/>
                  <a:pt x="1347166" y="93949"/>
                </a:cubicBezTo>
                <a:cubicBezTo>
                  <a:pt x="1343079" y="93949"/>
                  <a:pt x="1339848" y="92598"/>
                  <a:pt x="1337471" y="89897"/>
                </a:cubicBezTo>
                <a:cubicBezTo>
                  <a:pt x="1335095" y="87194"/>
                  <a:pt x="1333906" y="84078"/>
                  <a:pt x="1333906" y="80550"/>
                </a:cubicBezTo>
                <a:cubicBezTo>
                  <a:pt x="1333906" y="75701"/>
                  <a:pt x="1334040" y="67805"/>
                  <a:pt x="1334306" y="56861"/>
                </a:cubicBezTo>
                <a:lnTo>
                  <a:pt x="1334706" y="40778"/>
                </a:lnTo>
                <a:lnTo>
                  <a:pt x="1325711" y="40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D4D1C-A43D-4012-A3AA-3950D6A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2" y="45751"/>
            <a:ext cx="2902019" cy="6245122"/>
          </a:xfrm>
          <a:custGeom xmlns:a="http://schemas.openxmlformats.org/drawingml/2006/main">
            <a:pathLst>
              <a:path w="2902019" h="6245122" fill="none">
                <a:moveTo>
                  <a:pt x="0" y="6245122"/>
                </a:moveTo>
                <a:lnTo>
                  <a:pt x="2902019" y="6245122"/>
                </a:lnTo>
                <a:lnTo>
                  <a:pt x="2902019" y="0"/>
                </a:lnTo>
                <a:lnTo>
                  <a:pt x="0" y="0"/>
                </a:lnTo>
                <a:lnTo>
                  <a:pt x="0" y="62451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49" cap="flat">
            <a:solidFill>
              <a:srgbClr val="22272E"/>
            </a:solidFill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C6EB3-9147-4D46-A539-0994B38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894" y="1025330"/>
            <a:ext cx="217744" cy="121556"/>
          </a:xfrm>
          <a:custGeom xmlns:a="http://schemas.openxmlformats.org/drawingml/2006/main">
            <a:pathLst>
              <a:path w="217744" h="121556">
                <a:moveTo>
                  <a:pt x="4511" y="4515"/>
                </a:moveTo>
                <a:cubicBezTo>
                  <a:pt x="5" y="9018"/>
                  <a:pt x="0" y="16317"/>
                  <a:pt x="4500" y="20819"/>
                </a:cubicBezTo>
                <a:cubicBezTo>
                  <a:pt x="4504" y="20819"/>
                  <a:pt x="4507" y="20832"/>
                  <a:pt x="4511" y="20832"/>
                </a:cubicBezTo>
                <a:lnTo>
                  <a:pt x="100709" y="117040"/>
                </a:lnTo>
                <a:cubicBezTo>
                  <a:pt x="105212" y="121543"/>
                  <a:pt x="112510" y="121556"/>
                  <a:pt x="117013" y="117053"/>
                </a:cubicBezTo>
                <a:cubicBezTo>
                  <a:pt x="117025" y="117053"/>
                  <a:pt x="117025" y="117040"/>
                  <a:pt x="117025" y="117040"/>
                </a:cubicBezTo>
                <a:lnTo>
                  <a:pt x="213229" y="20832"/>
                </a:lnTo>
                <a:cubicBezTo>
                  <a:pt x="217744" y="16330"/>
                  <a:pt x="217744" y="9018"/>
                  <a:pt x="213229" y="4516"/>
                </a:cubicBezTo>
                <a:cubicBezTo>
                  <a:pt x="208726" y="13"/>
                  <a:pt x="201428" y="13"/>
                  <a:pt x="196913" y="4516"/>
                </a:cubicBezTo>
                <a:lnTo>
                  <a:pt x="108867" y="92552"/>
                </a:lnTo>
                <a:lnTo>
                  <a:pt x="20827" y="4515"/>
                </a:lnTo>
                <a:cubicBezTo>
                  <a:pt x="16328" y="13"/>
                  <a:pt x="9028" y="0"/>
                  <a:pt x="4523" y="4503"/>
                </a:cubicBezTo>
                <a:cubicBezTo>
                  <a:pt x="4519" y="4503"/>
                  <a:pt x="4515" y="4515"/>
                  <a:pt x="4511" y="45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A93C3-D183-491B-AC48-A0F43CCA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894" y="5187287"/>
            <a:ext cx="217744" cy="121555"/>
          </a:xfrm>
          <a:custGeom xmlns:a="http://schemas.openxmlformats.org/drawingml/2006/main">
            <a:pathLst>
              <a:path w="217744" h="121555">
                <a:moveTo>
                  <a:pt x="4511" y="117040"/>
                </a:moveTo>
                <a:cubicBezTo>
                  <a:pt x="5" y="112538"/>
                  <a:pt x="0" y="105239"/>
                  <a:pt x="4500" y="100736"/>
                </a:cubicBezTo>
                <a:cubicBezTo>
                  <a:pt x="4504" y="100736"/>
                  <a:pt x="4507" y="100723"/>
                  <a:pt x="4511" y="100723"/>
                </a:cubicBezTo>
                <a:lnTo>
                  <a:pt x="100709" y="4515"/>
                </a:lnTo>
                <a:cubicBezTo>
                  <a:pt x="105212" y="13"/>
                  <a:pt x="112510" y="0"/>
                  <a:pt x="117013" y="4503"/>
                </a:cubicBezTo>
                <a:cubicBezTo>
                  <a:pt x="117025" y="4503"/>
                  <a:pt x="117025" y="4515"/>
                  <a:pt x="117025" y="4515"/>
                </a:cubicBezTo>
                <a:lnTo>
                  <a:pt x="213229" y="100723"/>
                </a:lnTo>
                <a:cubicBezTo>
                  <a:pt x="217744" y="105226"/>
                  <a:pt x="217744" y="112538"/>
                  <a:pt x="213229" y="117040"/>
                </a:cubicBezTo>
                <a:cubicBezTo>
                  <a:pt x="208726" y="121543"/>
                  <a:pt x="201428" y="121543"/>
                  <a:pt x="196913" y="117040"/>
                </a:cubicBezTo>
                <a:lnTo>
                  <a:pt x="108867" y="29003"/>
                </a:lnTo>
                <a:lnTo>
                  <a:pt x="20827" y="117040"/>
                </a:lnTo>
                <a:cubicBezTo>
                  <a:pt x="16328" y="121543"/>
                  <a:pt x="9028" y="121555"/>
                  <a:pt x="4523" y="117053"/>
                </a:cubicBezTo>
                <a:cubicBezTo>
                  <a:pt x="4519" y="117053"/>
                  <a:pt x="4515" y="117040"/>
                  <a:pt x="4511" y="1170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E2CB8-A5F1-4381-A546-CD79538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000" y="4204646"/>
            <a:ext cx="10610151" cy="10"/>
          </a:xfrm>
          <a:custGeom xmlns:a="http://schemas.openxmlformats.org/drawingml/2006/main">
            <a:pathLst>
              <a:path w="10610151" h="1" fill="none">
                <a:moveTo>
                  <a:pt x="0" y="0"/>
                </a:moveTo>
                <a:lnTo>
                  <a:pt x="10610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49" cap="flat">
            <a:solidFill>
              <a:srgbClr val="22272E"/>
            </a:solidFill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4FEC6-3F0A-4C57-A93C-618CCFA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000" y="2125210"/>
            <a:ext cx="10610151" cy="10"/>
          </a:xfrm>
          <a:custGeom xmlns:a="http://schemas.openxmlformats.org/drawingml/2006/main">
            <a:pathLst>
              <a:path w="10610151" h="1" fill="none">
                <a:moveTo>
                  <a:pt x="0" y="0"/>
                </a:moveTo>
                <a:lnTo>
                  <a:pt x="10610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49" cap="flat">
            <a:solidFill>
              <a:srgbClr val="22272E"/>
            </a:solidFill>
            <a:miter/>
          </a:ln>
        </p:spPr>
      </p:sp>
      <p:pic>
        <p:nvPicPr>
          <p:cNvPr id="1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3b4a038c74617"/>
          <a:stretch xmlns:a="http://schemas.openxmlformats.org/drawingml/2006/main"/>
        </p:blipFill>
        <p:spPr>
          <a:xfrm xmlns:a="http://schemas.openxmlformats.org/drawingml/2006/main">
            <a:off x="13800386" y="2480733"/>
            <a:ext cx="916272" cy="1448038"/>
          </a:xfrm>
          <a:prstGeom xmlns:a="http://schemas.openxmlformats.org/drawingml/2006/main" prst="rect">
            <a:avLst/>
          </a:prstGeom>
        </p:spPr>
      </p:pic>
      <p:sp>
        <p:nvSpPr>
          <p:cNvPr id="677" name="Text INPUTINFORMATION">
            <a:extLst xmlns:a="http://schemas.openxmlformats.org/drawingml/2006/main">
              <a:ext uri="{FF2B5EF4-FFF2-40B4-BE49-F238E27FC236}">
                <a16:creationId xmlns:a16="http://schemas.microsoft.com/office/drawing/2014/main" id="{912B22FD-3750-409F-8188-1551F0A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80" y="302879"/>
            <a:ext cx="1892191" cy="122141"/>
          </a:xfrm>
          <a:custGeom xmlns:a="http://schemas.openxmlformats.org/drawingml/2006/main">
            <a:pathLst>
              <a:path w="1892191" h="122141">
                <a:moveTo>
                  <a:pt x="2129" y="39420"/>
                </a:moveTo>
                <a:cubicBezTo>
                  <a:pt x="2129" y="25450"/>
                  <a:pt x="1420" y="13316"/>
                  <a:pt x="0" y="3017"/>
                </a:cubicBezTo>
                <a:lnTo>
                  <a:pt x="355" y="2484"/>
                </a:lnTo>
                <a:cubicBezTo>
                  <a:pt x="6151" y="2839"/>
                  <a:pt x="11120" y="3017"/>
                  <a:pt x="15260" y="3017"/>
                </a:cubicBezTo>
                <a:lnTo>
                  <a:pt x="30343" y="2484"/>
                </a:lnTo>
                <a:lnTo>
                  <a:pt x="30520" y="3017"/>
                </a:lnTo>
                <a:cubicBezTo>
                  <a:pt x="29042" y="12606"/>
                  <a:pt x="28302" y="24741"/>
                  <a:pt x="28302" y="39420"/>
                </a:cubicBezTo>
                <a:lnTo>
                  <a:pt x="28302" y="83903"/>
                </a:lnTo>
                <a:cubicBezTo>
                  <a:pt x="28302" y="97696"/>
                  <a:pt x="29042" y="109830"/>
                  <a:pt x="30520" y="120307"/>
                </a:cubicBezTo>
                <a:lnTo>
                  <a:pt x="30077" y="120839"/>
                </a:lnTo>
                <a:cubicBezTo>
                  <a:pt x="24280" y="120485"/>
                  <a:pt x="19341" y="120307"/>
                  <a:pt x="15260" y="120307"/>
                </a:cubicBezTo>
                <a:lnTo>
                  <a:pt x="177" y="120839"/>
                </a:lnTo>
                <a:lnTo>
                  <a:pt x="0" y="120307"/>
                </a:lnTo>
                <a:cubicBezTo>
                  <a:pt x="1479" y="110481"/>
                  <a:pt x="2188" y="98347"/>
                  <a:pt x="2129" y="83903"/>
                </a:cubicBezTo>
                <a:lnTo>
                  <a:pt x="2129" y="39420"/>
                </a:lnTo>
                <a:close/>
                <a:moveTo>
                  <a:pt x="65020" y="39420"/>
                </a:moveTo>
                <a:cubicBezTo>
                  <a:pt x="65375" y="26339"/>
                  <a:pt x="64754" y="14205"/>
                  <a:pt x="63157" y="3017"/>
                </a:cubicBezTo>
                <a:lnTo>
                  <a:pt x="63511" y="2484"/>
                </a:lnTo>
                <a:cubicBezTo>
                  <a:pt x="67238" y="2839"/>
                  <a:pt x="71201" y="3017"/>
                  <a:pt x="75400" y="3017"/>
                </a:cubicBezTo>
                <a:lnTo>
                  <a:pt x="83385" y="2662"/>
                </a:lnTo>
                <a:lnTo>
                  <a:pt x="149306" y="82731"/>
                </a:lnTo>
                <a:cubicBezTo>
                  <a:pt x="150252" y="84159"/>
                  <a:pt x="151006" y="85142"/>
                  <a:pt x="151568" y="85678"/>
                </a:cubicBezTo>
                <a:cubicBezTo>
                  <a:pt x="152130" y="86212"/>
                  <a:pt x="152559" y="86242"/>
                  <a:pt x="152855" y="85769"/>
                </a:cubicBezTo>
                <a:cubicBezTo>
                  <a:pt x="153150" y="85296"/>
                  <a:pt x="153298" y="84201"/>
                  <a:pt x="153298" y="82484"/>
                </a:cubicBezTo>
                <a:lnTo>
                  <a:pt x="152056" y="39420"/>
                </a:lnTo>
                <a:cubicBezTo>
                  <a:pt x="151583" y="23321"/>
                  <a:pt x="150784" y="11186"/>
                  <a:pt x="149661" y="3017"/>
                </a:cubicBezTo>
                <a:lnTo>
                  <a:pt x="150015" y="2484"/>
                </a:lnTo>
                <a:cubicBezTo>
                  <a:pt x="153269" y="2839"/>
                  <a:pt x="156374" y="3017"/>
                  <a:pt x="159331" y="3017"/>
                </a:cubicBezTo>
                <a:lnTo>
                  <a:pt x="168203" y="2484"/>
                </a:lnTo>
                <a:lnTo>
                  <a:pt x="168558" y="3017"/>
                </a:lnTo>
                <a:cubicBezTo>
                  <a:pt x="167375" y="11007"/>
                  <a:pt x="166784" y="23142"/>
                  <a:pt x="166784" y="39420"/>
                </a:cubicBezTo>
                <a:lnTo>
                  <a:pt x="166784" y="120839"/>
                </a:lnTo>
                <a:cubicBezTo>
                  <a:pt x="162762" y="120485"/>
                  <a:pt x="159834" y="120307"/>
                  <a:pt x="158000" y="120307"/>
                </a:cubicBezTo>
                <a:cubicBezTo>
                  <a:pt x="156640" y="120307"/>
                  <a:pt x="155058" y="120366"/>
                  <a:pt x="153254" y="120485"/>
                </a:cubicBezTo>
                <a:cubicBezTo>
                  <a:pt x="151450" y="120603"/>
                  <a:pt x="149661" y="120662"/>
                  <a:pt x="147886" y="120662"/>
                </a:cubicBezTo>
                <a:lnTo>
                  <a:pt x="78594" y="37646"/>
                </a:lnTo>
                <a:lnTo>
                  <a:pt x="77973" y="36046"/>
                </a:lnTo>
                <a:cubicBezTo>
                  <a:pt x="77973" y="36401"/>
                  <a:pt x="77973" y="36785"/>
                  <a:pt x="77973" y="37199"/>
                </a:cubicBezTo>
                <a:cubicBezTo>
                  <a:pt x="77973" y="37614"/>
                  <a:pt x="77973" y="38102"/>
                  <a:pt x="77973" y="38666"/>
                </a:cubicBezTo>
                <a:cubicBezTo>
                  <a:pt x="77973" y="39228"/>
                  <a:pt x="77944" y="39834"/>
                  <a:pt x="77884" y="40485"/>
                </a:cubicBezTo>
                <a:lnTo>
                  <a:pt x="76820" y="83903"/>
                </a:lnTo>
                <a:cubicBezTo>
                  <a:pt x="76465" y="100005"/>
                  <a:pt x="76820" y="112139"/>
                  <a:pt x="77884" y="120307"/>
                </a:cubicBezTo>
                <a:lnTo>
                  <a:pt x="77530" y="120839"/>
                </a:lnTo>
                <a:cubicBezTo>
                  <a:pt x="74513" y="120485"/>
                  <a:pt x="71556" y="120307"/>
                  <a:pt x="68657" y="120307"/>
                </a:cubicBezTo>
                <a:lnTo>
                  <a:pt x="61382" y="120839"/>
                </a:lnTo>
                <a:lnTo>
                  <a:pt x="61205" y="120307"/>
                </a:lnTo>
                <a:cubicBezTo>
                  <a:pt x="62565" y="111723"/>
                  <a:pt x="63541" y="99589"/>
                  <a:pt x="64132" y="83903"/>
                </a:cubicBezTo>
                <a:lnTo>
                  <a:pt x="65020" y="39420"/>
                </a:lnTo>
                <a:close/>
                <a:moveTo>
                  <a:pt x="231058" y="18468"/>
                </a:moveTo>
                <a:lnTo>
                  <a:pt x="231058" y="59441"/>
                </a:lnTo>
                <a:cubicBezTo>
                  <a:pt x="233364" y="60626"/>
                  <a:pt x="238155" y="61218"/>
                  <a:pt x="245431" y="61218"/>
                </a:cubicBezTo>
                <a:cubicBezTo>
                  <a:pt x="251464" y="61218"/>
                  <a:pt x="256240" y="59100"/>
                  <a:pt x="259759" y="54863"/>
                </a:cubicBezTo>
                <a:cubicBezTo>
                  <a:pt x="263279" y="50627"/>
                  <a:pt x="265038" y="44095"/>
                  <a:pt x="265038" y="35267"/>
                </a:cubicBezTo>
                <a:cubicBezTo>
                  <a:pt x="265038" y="25312"/>
                  <a:pt x="263382" y="18690"/>
                  <a:pt x="260070" y="15402"/>
                </a:cubicBezTo>
                <a:cubicBezTo>
                  <a:pt x="256758" y="12113"/>
                  <a:pt x="251937" y="10469"/>
                  <a:pt x="245608" y="10469"/>
                </a:cubicBezTo>
                <a:cubicBezTo>
                  <a:pt x="239575" y="10469"/>
                  <a:pt x="235642" y="11076"/>
                  <a:pt x="233808" y="12291"/>
                </a:cubicBezTo>
                <a:cubicBezTo>
                  <a:pt x="231975" y="13505"/>
                  <a:pt x="231058" y="15564"/>
                  <a:pt x="231058" y="18468"/>
                </a:cubicBezTo>
                <a:moveTo>
                  <a:pt x="205240" y="39420"/>
                </a:moveTo>
                <a:cubicBezTo>
                  <a:pt x="205240" y="25450"/>
                  <a:pt x="204530" y="13316"/>
                  <a:pt x="203110" y="3017"/>
                </a:cubicBezTo>
                <a:lnTo>
                  <a:pt x="203465" y="2484"/>
                </a:lnTo>
                <a:cubicBezTo>
                  <a:pt x="209262" y="2839"/>
                  <a:pt x="214230" y="3017"/>
                  <a:pt x="218370" y="3017"/>
                </a:cubicBezTo>
                <a:cubicBezTo>
                  <a:pt x="220204" y="3017"/>
                  <a:pt x="225660" y="2810"/>
                  <a:pt x="234740" y="2395"/>
                </a:cubicBezTo>
                <a:cubicBezTo>
                  <a:pt x="243819" y="1981"/>
                  <a:pt x="249068" y="1774"/>
                  <a:pt x="250488" y="1774"/>
                </a:cubicBezTo>
                <a:cubicBezTo>
                  <a:pt x="264033" y="1774"/>
                  <a:pt x="273792" y="3810"/>
                  <a:pt x="279766" y="7880"/>
                </a:cubicBezTo>
                <a:cubicBezTo>
                  <a:pt x="288224" y="13780"/>
                  <a:pt x="292483" y="21774"/>
                  <a:pt x="292542" y="31862"/>
                </a:cubicBezTo>
                <a:cubicBezTo>
                  <a:pt x="292542" y="35992"/>
                  <a:pt x="291714" y="40195"/>
                  <a:pt x="290058" y="44472"/>
                </a:cubicBezTo>
                <a:cubicBezTo>
                  <a:pt x="288402" y="48749"/>
                  <a:pt x="285888" y="52850"/>
                  <a:pt x="282516" y="56774"/>
                </a:cubicBezTo>
                <a:cubicBezTo>
                  <a:pt x="279145" y="60696"/>
                  <a:pt x="274428" y="63926"/>
                  <a:pt x="268365" y="66464"/>
                </a:cubicBezTo>
                <a:cubicBezTo>
                  <a:pt x="262303" y="69000"/>
                  <a:pt x="255338" y="70268"/>
                  <a:pt x="247471" y="70268"/>
                </a:cubicBezTo>
                <a:cubicBezTo>
                  <a:pt x="240314" y="70268"/>
                  <a:pt x="234843" y="69664"/>
                  <a:pt x="231058" y="68457"/>
                </a:cubicBezTo>
                <a:lnTo>
                  <a:pt x="231058" y="83781"/>
                </a:lnTo>
                <a:cubicBezTo>
                  <a:pt x="231058" y="97618"/>
                  <a:pt x="231797" y="109793"/>
                  <a:pt x="233276" y="120304"/>
                </a:cubicBezTo>
                <a:lnTo>
                  <a:pt x="232921" y="120839"/>
                </a:lnTo>
                <a:cubicBezTo>
                  <a:pt x="227361" y="120483"/>
                  <a:pt x="222511" y="120304"/>
                  <a:pt x="218370" y="120304"/>
                </a:cubicBezTo>
                <a:lnTo>
                  <a:pt x="203288" y="120839"/>
                </a:lnTo>
                <a:lnTo>
                  <a:pt x="203110" y="120307"/>
                </a:lnTo>
                <a:cubicBezTo>
                  <a:pt x="204589" y="110481"/>
                  <a:pt x="205299" y="98347"/>
                  <a:pt x="205240" y="83903"/>
                </a:cubicBezTo>
                <a:lnTo>
                  <a:pt x="205240" y="39420"/>
                </a:lnTo>
                <a:close/>
                <a:moveTo>
                  <a:pt x="396409" y="39393"/>
                </a:moveTo>
                <a:cubicBezTo>
                  <a:pt x="396409" y="23778"/>
                  <a:pt x="395818" y="11652"/>
                  <a:pt x="394635" y="3017"/>
                </a:cubicBezTo>
                <a:lnTo>
                  <a:pt x="394990" y="2484"/>
                </a:lnTo>
                <a:cubicBezTo>
                  <a:pt x="398243" y="2839"/>
                  <a:pt x="401319" y="3017"/>
                  <a:pt x="404217" y="3017"/>
                </a:cubicBezTo>
                <a:lnTo>
                  <a:pt x="413533" y="2484"/>
                </a:lnTo>
                <a:lnTo>
                  <a:pt x="413710" y="3017"/>
                </a:lnTo>
                <a:cubicBezTo>
                  <a:pt x="412527" y="11002"/>
                  <a:pt x="411906" y="23127"/>
                  <a:pt x="411847" y="39393"/>
                </a:cubicBezTo>
                <a:lnTo>
                  <a:pt x="411847" y="66630"/>
                </a:lnTo>
                <a:cubicBezTo>
                  <a:pt x="411847" y="103657"/>
                  <a:pt x="395256" y="122141"/>
                  <a:pt x="362074" y="122082"/>
                </a:cubicBezTo>
                <a:cubicBezTo>
                  <a:pt x="356632" y="122082"/>
                  <a:pt x="351339" y="121445"/>
                  <a:pt x="346193" y="120171"/>
                </a:cubicBezTo>
                <a:cubicBezTo>
                  <a:pt x="341047" y="118896"/>
                  <a:pt x="335812" y="116747"/>
                  <a:pt x="330489" y="113725"/>
                </a:cubicBezTo>
                <a:cubicBezTo>
                  <a:pt x="325166" y="110703"/>
                  <a:pt x="320862" y="106065"/>
                  <a:pt x="317580" y="99812"/>
                </a:cubicBezTo>
                <a:cubicBezTo>
                  <a:pt x="314297" y="93559"/>
                  <a:pt x="312656" y="86077"/>
                  <a:pt x="312656" y="77366"/>
                </a:cubicBezTo>
                <a:lnTo>
                  <a:pt x="312656" y="39393"/>
                </a:lnTo>
                <a:cubicBezTo>
                  <a:pt x="312656" y="23778"/>
                  <a:pt x="312064" y="11652"/>
                  <a:pt x="310881" y="3017"/>
                </a:cubicBezTo>
                <a:lnTo>
                  <a:pt x="311236" y="2484"/>
                </a:lnTo>
                <a:cubicBezTo>
                  <a:pt x="316559" y="2839"/>
                  <a:pt x="321262" y="3017"/>
                  <a:pt x="325343" y="3017"/>
                </a:cubicBezTo>
                <a:lnTo>
                  <a:pt x="340426" y="2484"/>
                </a:lnTo>
                <a:lnTo>
                  <a:pt x="340692" y="3017"/>
                </a:lnTo>
                <a:cubicBezTo>
                  <a:pt x="339509" y="11002"/>
                  <a:pt x="338888" y="23127"/>
                  <a:pt x="338829" y="39393"/>
                </a:cubicBezTo>
                <a:lnTo>
                  <a:pt x="338829" y="71333"/>
                </a:lnTo>
                <a:cubicBezTo>
                  <a:pt x="338829" y="75591"/>
                  <a:pt x="339139" y="79628"/>
                  <a:pt x="339760" y="83443"/>
                </a:cubicBezTo>
                <a:cubicBezTo>
                  <a:pt x="340381" y="87258"/>
                  <a:pt x="341535" y="91339"/>
                  <a:pt x="343220" y="95687"/>
                </a:cubicBezTo>
                <a:cubicBezTo>
                  <a:pt x="344906" y="100034"/>
                  <a:pt x="347686" y="103539"/>
                  <a:pt x="351560" y="106200"/>
                </a:cubicBezTo>
                <a:cubicBezTo>
                  <a:pt x="355435" y="108862"/>
                  <a:pt x="360211" y="110193"/>
                  <a:pt x="365889" y="110193"/>
                </a:cubicBezTo>
                <a:cubicBezTo>
                  <a:pt x="372159" y="110193"/>
                  <a:pt x="377423" y="109113"/>
                  <a:pt x="381681" y="106954"/>
                </a:cubicBezTo>
                <a:cubicBezTo>
                  <a:pt x="385940" y="104796"/>
                  <a:pt x="389105" y="101646"/>
                  <a:pt x="391175" y="97506"/>
                </a:cubicBezTo>
                <a:cubicBezTo>
                  <a:pt x="393245" y="93365"/>
                  <a:pt x="394635" y="89151"/>
                  <a:pt x="395345" y="84863"/>
                </a:cubicBezTo>
                <a:cubicBezTo>
                  <a:pt x="396054" y="80574"/>
                  <a:pt x="396409" y="75591"/>
                  <a:pt x="396409" y="69913"/>
                </a:cubicBezTo>
                <a:lnTo>
                  <a:pt x="396409" y="39393"/>
                </a:lnTo>
                <a:close/>
                <a:moveTo>
                  <a:pt x="469296" y="41009"/>
                </a:moveTo>
                <a:cubicBezTo>
                  <a:pt x="469296" y="28401"/>
                  <a:pt x="468822" y="20469"/>
                  <a:pt x="467876" y="17212"/>
                </a:cubicBezTo>
                <a:cubicBezTo>
                  <a:pt x="460601" y="17212"/>
                  <a:pt x="453873" y="17537"/>
                  <a:pt x="447692" y="18188"/>
                </a:cubicBezTo>
                <a:cubicBezTo>
                  <a:pt x="441511" y="18839"/>
                  <a:pt x="437149" y="19520"/>
                  <a:pt x="434605" y="20231"/>
                </a:cubicBezTo>
                <a:lnTo>
                  <a:pt x="430790" y="21207"/>
                </a:lnTo>
                <a:lnTo>
                  <a:pt x="430435" y="20498"/>
                </a:lnTo>
                <a:cubicBezTo>
                  <a:pt x="430909" y="16475"/>
                  <a:pt x="430909" y="10648"/>
                  <a:pt x="430435" y="3017"/>
                </a:cubicBezTo>
                <a:lnTo>
                  <a:pt x="430790" y="2484"/>
                </a:lnTo>
                <a:cubicBezTo>
                  <a:pt x="433689" y="2839"/>
                  <a:pt x="437326" y="3017"/>
                  <a:pt x="441703" y="3017"/>
                </a:cubicBezTo>
                <a:lnTo>
                  <a:pt x="523061" y="3017"/>
                </a:lnTo>
                <a:cubicBezTo>
                  <a:pt x="527438" y="3017"/>
                  <a:pt x="531076" y="2839"/>
                  <a:pt x="533974" y="2484"/>
                </a:cubicBezTo>
                <a:lnTo>
                  <a:pt x="534329" y="3017"/>
                </a:lnTo>
                <a:cubicBezTo>
                  <a:pt x="533856" y="10648"/>
                  <a:pt x="533856" y="16475"/>
                  <a:pt x="534329" y="20498"/>
                </a:cubicBezTo>
                <a:lnTo>
                  <a:pt x="533974" y="21207"/>
                </a:lnTo>
                <a:cubicBezTo>
                  <a:pt x="525516" y="18544"/>
                  <a:pt x="513154" y="17212"/>
                  <a:pt x="496888" y="17212"/>
                </a:cubicBezTo>
                <a:cubicBezTo>
                  <a:pt x="495942" y="20469"/>
                  <a:pt x="495469" y="28401"/>
                  <a:pt x="495469" y="41009"/>
                </a:cubicBezTo>
                <a:lnTo>
                  <a:pt x="495469" y="83901"/>
                </a:lnTo>
                <a:cubicBezTo>
                  <a:pt x="495469" y="99529"/>
                  <a:pt x="496060" y="111664"/>
                  <a:pt x="497243" y="120307"/>
                </a:cubicBezTo>
                <a:lnTo>
                  <a:pt x="496888" y="120839"/>
                </a:lnTo>
                <a:cubicBezTo>
                  <a:pt x="491328" y="120485"/>
                  <a:pt x="486478" y="120307"/>
                  <a:pt x="482338" y="120307"/>
                </a:cubicBezTo>
                <a:lnTo>
                  <a:pt x="467699" y="120839"/>
                </a:lnTo>
                <a:lnTo>
                  <a:pt x="467521" y="120307"/>
                </a:lnTo>
                <a:cubicBezTo>
                  <a:pt x="468704" y="112078"/>
                  <a:pt x="469296" y="99943"/>
                  <a:pt x="469296" y="83901"/>
                </a:cubicBezTo>
                <a:lnTo>
                  <a:pt x="469296" y="41009"/>
                </a:lnTo>
                <a:close/>
                <a:moveTo>
                  <a:pt x="601748" y="39420"/>
                </a:moveTo>
                <a:cubicBezTo>
                  <a:pt x="601748" y="25450"/>
                  <a:pt x="601038" y="13316"/>
                  <a:pt x="599619" y="3017"/>
                </a:cubicBezTo>
                <a:lnTo>
                  <a:pt x="599974" y="2484"/>
                </a:lnTo>
                <a:cubicBezTo>
                  <a:pt x="605770" y="2839"/>
                  <a:pt x="610739" y="3017"/>
                  <a:pt x="614879" y="3017"/>
                </a:cubicBezTo>
                <a:lnTo>
                  <a:pt x="629962" y="2484"/>
                </a:lnTo>
                <a:lnTo>
                  <a:pt x="630139" y="3017"/>
                </a:lnTo>
                <a:cubicBezTo>
                  <a:pt x="628661" y="12606"/>
                  <a:pt x="627921" y="24741"/>
                  <a:pt x="627921" y="39420"/>
                </a:cubicBezTo>
                <a:lnTo>
                  <a:pt x="627921" y="83903"/>
                </a:lnTo>
                <a:cubicBezTo>
                  <a:pt x="627921" y="97696"/>
                  <a:pt x="628661" y="109830"/>
                  <a:pt x="630139" y="120307"/>
                </a:cubicBezTo>
                <a:lnTo>
                  <a:pt x="629696" y="120839"/>
                </a:lnTo>
                <a:cubicBezTo>
                  <a:pt x="623899" y="120485"/>
                  <a:pt x="618960" y="120307"/>
                  <a:pt x="614879" y="120307"/>
                </a:cubicBezTo>
                <a:lnTo>
                  <a:pt x="599796" y="120839"/>
                </a:lnTo>
                <a:lnTo>
                  <a:pt x="599619" y="120307"/>
                </a:lnTo>
                <a:cubicBezTo>
                  <a:pt x="601098" y="110481"/>
                  <a:pt x="601807" y="98347"/>
                  <a:pt x="601748" y="83903"/>
                </a:cubicBezTo>
                <a:lnTo>
                  <a:pt x="601748" y="39420"/>
                </a:lnTo>
                <a:close/>
                <a:moveTo>
                  <a:pt x="664639" y="39420"/>
                </a:moveTo>
                <a:cubicBezTo>
                  <a:pt x="664994" y="26339"/>
                  <a:pt x="664372" y="14205"/>
                  <a:pt x="662775" y="3017"/>
                </a:cubicBezTo>
                <a:lnTo>
                  <a:pt x="663130" y="2484"/>
                </a:lnTo>
                <a:cubicBezTo>
                  <a:pt x="666857" y="2839"/>
                  <a:pt x="670820" y="3017"/>
                  <a:pt x="675019" y="3017"/>
                </a:cubicBezTo>
                <a:lnTo>
                  <a:pt x="683004" y="2662"/>
                </a:lnTo>
                <a:lnTo>
                  <a:pt x="748925" y="82731"/>
                </a:lnTo>
                <a:cubicBezTo>
                  <a:pt x="749871" y="84159"/>
                  <a:pt x="750625" y="85142"/>
                  <a:pt x="751187" y="85678"/>
                </a:cubicBezTo>
                <a:cubicBezTo>
                  <a:pt x="751749" y="86212"/>
                  <a:pt x="752178" y="86242"/>
                  <a:pt x="752473" y="85769"/>
                </a:cubicBezTo>
                <a:cubicBezTo>
                  <a:pt x="752769" y="85296"/>
                  <a:pt x="752917" y="84201"/>
                  <a:pt x="752917" y="82484"/>
                </a:cubicBezTo>
                <a:lnTo>
                  <a:pt x="751675" y="39420"/>
                </a:lnTo>
                <a:cubicBezTo>
                  <a:pt x="751202" y="23321"/>
                  <a:pt x="750403" y="11186"/>
                  <a:pt x="749279" y="3017"/>
                </a:cubicBezTo>
                <a:lnTo>
                  <a:pt x="749634" y="2484"/>
                </a:lnTo>
                <a:cubicBezTo>
                  <a:pt x="752887" y="2839"/>
                  <a:pt x="755993" y="3017"/>
                  <a:pt x="758950" y="3017"/>
                </a:cubicBezTo>
                <a:lnTo>
                  <a:pt x="767822" y="2484"/>
                </a:lnTo>
                <a:lnTo>
                  <a:pt x="768177" y="3017"/>
                </a:lnTo>
                <a:cubicBezTo>
                  <a:pt x="766994" y="11007"/>
                  <a:pt x="766403" y="23142"/>
                  <a:pt x="766403" y="39420"/>
                </a:cubicBezTo>
                <a:lnTo>
                  <a:pt x="766403" y="120839"/>
                </a:lnTo>
                <a:cubicBezTo>
                  <a:pt x="762381" y="120485"/>
                  <a:pt x="759453" y="120307"/>
                  <a:pt x="757619" y="120307"/>
                </a:cubicBezTo>
                <a:cubicBezTo>
                  <a:pt x="756259" y="120307"/>
                  <a:pt x="754677" y="120366"/>
                  <a:pt x="752873" y="120485"/>
                </a:cubicBezTo>
                <a:cubicBezTo>
                  <a:pt x="751069" y="120603"/>
                  <a:pt x="749279" y="120662"/>
                  <a:pt x="747505" y="120662"/>
                </a:cubicBezTo>
                <a:lnTo>
                  <a:pt x="678213" y="37646"/>
                </a:lnTo>
                <a:lnTo>
                  <a:pt x="677592" y="36046"/>
                </a:lnTo>
                <a:cubicBezTo>
                  <a:pt x="677592" y="36401"/>
                  <a:pt x="677592" y="36785"/>
                  <a:pt x="677592" y="37199"/>
                </a:cubicBezTo>
                <a:cubicBezTo>
                  <a:pt x="677592" y="37614"/>
                  <a:pt x="677592" y="38102"/>
                  <a:pt x="677592" y="38666"/>
                </a:cubicBezTo>
                <a:cubicBezTo>
                  <a:pt x="677592" y="39228"/>
                  <a:pt x="677562" y="39834"/>
                  <a:pt x="677503" y="40485"/>
                </a:cubicBezTo>
                <a:lnTo>
                  <a:pt x="676439" y="83903"/>
                </a:lnTo>
                <a:cubicBezTo>
                  <a:pt x="676084" y="100005"/>
                  <a:pt x="676439" y="112139"/>
                  <a:pt x="677503" y="120307"/>
                </a:cubicBezTo>
                <a:lnTo>
                  <a:pt x="677148" y="120839"/>
                </a:lnTo>
                <a:cubicBezTo>
                  <a:pt x="674132" y="120485"/>
                  <a:pt x="671175" y="120307"/>
                  <a:pt x="668276" y="120307"/>
                </a:cubicBezTo>
                <a:lnTo>
                  <a:pt x="661001" y="120839"/>
                </a:lnTo>
                <a:lnTo>
                  <a:pt x="660824" y="120307"/>
                </a:lnTo>
                <a:cubicBezTo>
                  <a:pt x="662184" y="111723"/>
                  <a:pt x="663160" y="99589"/>
                  <a:pt x="663751" y="83903"/>
                </a:cubicBezTo>
                <a:lnTo>
                  <a:pt x="664639" y="39420"/>
                </a:lnTo>
                <a:close/>
                <a:moveTo>
                  <a:pt x="872110" y="3017"/>
                </a:moveTo>
                <a:cubicBezTo>
                  <a:pt x="876842" y="3017"/>
                  <a:pt x="880657" y="2839"/>
                  <a:pt x="883555" y="2484"/>
                </a:cubicBezTo>
                <a:lnTo>
                  <a:pt x="883910" y="3017"/>
                </a:lnTo>
                <a:cubicBezTo>
                  <a:pt x="883673" y="6412"/>
                  <a:pt x="883555" y="8557"/>
                  <a:pt x="883555" y="9452"/>
                </a:cubicBezTo>
                <a:cubicBezTo>
                  <a:pt x="883555" y="12481"/>
                  <a:pt x="883673" y="14976"/>
                  <a:pt x="883910" y="16938"/>
                </a:cubicBezTo>
                <a:lnTo>
                  <a:pt x="883555" y="17645"/>
                </a:lnTo>
                <a:cubicBezTo>
                  <a:pt x="866343" y="16173"/>
                  <a:pt x="849634" y="15438"/>
                  <a:pt x="833427" y="15438"/>
                </a:cubicBezTo>
                <a:cubicBezTo>
                  <a:pt x="832481" y="18676"/>
                  <a:pt x="832007" y="26653"/>
                  <a:pt x="832007" y="39368"/>
                </a:cubicBezTo>
                <a:lnTo>
                  <a:pt x="832007" y="52523"/>
                </a:lnTo>
                <a:cubicBezTo>
                  <a:pt x="845198" y="52523"/>
                  <a:pt x="858949" y="51935"/>
                  <a:pt x="873263" y="50757"/>
                </a:cubicBezTo>
                <a:lnTo>
                  <a:pt x="873796" y="51287"/>
                </a:lnTo>
                <a:cubicBezTo>
                  <a:pt x="873441" y="52886"/>
                  <a:pt x="873263" y="55146"/>
                  <a:pt x="873263" y="58069"/>
                </a:cubicBezTo>
                <a:cubicBezTo>
                  <a:pt x="873263" y="60989"/>
                  <a:pt x="873441" y="63282"/>
                  <a:pt x="873796" y="64947"/>
                </a:cubicBezTo>
                <a:lnTo>
                  <a:pt x="873263" y="65568"/>
                </a:lnTo>
                <a:cubicBezTo>
                  <a:pt x="861256" y="64384"/>
                  <a:pt x="847504" y="63762"/>
                  <a:pt x="832007" y="63702"/>
                </a:cubicBezTo>
                <a:lnTo>
                  <a:pt x="832007" y="83873"/>
                </a:lnTo>
                <a:cubicBezTo>
                  <a:pt x="832007" y="99512"/>
                  <a:pt x="832599" y="111657"/>
                  <a:pt x="833782" y="120307"/>
                </a:cubicBezTo>
                <a:lnTo>
                  <a:pt x="833427" y="120839"/>
                </a:lnTo>
                <a:cubicBezTo>
                  <a:pt x="828104" y="120485"/>
                  <a:pt x="823372" y="120307"/>
                  <a:pt x="819232" y="120307"/>
                </a:cubicBezTo>
                <a:lnTo>
                  <a:pt x="803794" y="120839"/>
                </a:lnTo>
                <a:lnTo>
                  <a:pt x="803616" y="120307"/>
                </a:lnTo>
                <a:cubicBezTo>
                  <a:pt x="805095" y="110481"/>
                  <a:pt x="805834" y="98347"/>
                  <a:pt x="805834" y="83903"/>
                </a:cubicBezTo>
                <a:lnTo>
                  <a:pt x="805834" y="39420"/>
                </a:lnTo>
                <a:cubicBezTo>
                  <a:pt x="805834" y="25450"/>
                  <a:pt x="805095" y="13316"/>
                  <a:pt x="803616" y="3017"/>
                </a:cubicBezTo>
                <a:lnTo>
                  <a:pt x="803971" y="2484"/>
                </a:lnTo>
                <a:cubicBezTo>
                  <a:pt x="810004" y="2839"/>
                  <a:pt x="815091" y="3017"/>
                  <a:pt x="819232" y="3017"/>
                </a:cubicBezTo>
                <a:lnTo>
                  <a:pt x="872110" y="3017"/>
                </a:lnTo>
                <a:close/>
                <a:moveTo>
                  <a:pt x="955675" y="9582"/>
                </a:moveTo>
                <a:cubicBezTo>
                  <a:pt x="934973" y="9582"/>
                  <a:pt x="924622" y="26629"/>
                  <a:pt x="924622" y="60722"/>
                </a:cubicBezTo>
                <a:cubicBezTo>
                  <a:pt x="924622" y="77799"/>
                  <a:pt x="927993" y="90787"/>
                  <a:pt x="934736" y="99685"/>
                </a:cubicBezTo>
                <a:cubicBezTo>
                  <a:pt x="941479" y="108583"/>
                  <a:pt x="950529" y="113032"/>
                  <a:pt x="961885" y="113032"/>
                </a:cubicBezTo>
                <a:cubicBezTo>
                  <a:pt x="982232" y="113032"/>
                  <a:pt x="992406" y="96644"/>
                  <a:pt x="992406" y="63869"/>
                </a:cubicBezTo>
                <a:cubicBezTo>
                  <a:pt x="992406" y="44755"/>
                  <a:pt x="989493" y="30929"/>
                  <a:pt x="983666" y="22391"/>
                </a:cubicBezTo>
                <a:cubicBezTo>
                  <a:pt x="977840" y="13852"/>
                  <a:pt x="968510" y="9582"/>
                  <a:pt x="955675" y="9582"/>
                </a:cubicBezTo>
                <a:moveTo>
                  <a:pt x="1021684" y="60364"/>
                </a:moveTo>
                <a:cubicBezTo>
                  <a:pt x="1021684" y="78684"/>
                  <a:pt x="1015932" y="93550"/>
                  <a:pt x="1004427" y="104964"/>
                </a:cubicBezTo>
                <a:cubicBezTo>
                  <a:pt x="992923" y="116376"/>
                  <a:pt x="977530" y="122082"/>
                  <a:pt x="958248" y="122082"/>
                </a:cubicBezTo>
                <a:cubicBezTo>
                  <a:pt x="940207" y="122082"/>
                  <a:pt x="925213" y="116631"/>
                  <a:pt x="913266" y="105729"/>
                </a:cubicBezTo>
                <a:cubicBezTo>
                  <a:pt x="901318" y="94827"/>
                  <a:pt x="895344" y="80874"/>
                  <a:pt x="895344" y="63869"/>
                </a:cubicBezTo>
                <a:cubicBezTo>
                  <a:pt x="895344" y="45806"/>
                  <a:pt x="901229" y="30735"/>
                  <a:pt x="912999" y="18654"/>
                </a:cubicBezTo>
                <a:cubicBezTo>
                  <a:pt x="924770" y="6573"/>
                  <a:pt x="939793" y="532"/>
                  <a:pt x="958070" y="532"/>
                </a:cubicBezTo>
                <a:cubicBezTo>
                  <a:pt x="977352" y="532"/>
                  <a:pt x="992775" y="5992"/>
                  <a:pt x="1004339" y="16913"/>
                </a:cubicBezTo>
                <a:cubicBezTo>
                  <a:pt x="1015902" y="27831"/>
                  <a:pt x="1021684" y="42315"/>
                  <a:pt x="1021684" y="60364"/>
                </a:cubicBezTo>
                <a:close/>
                <a:moveTo>
                  <a:pt x="1091805" y="10824"/>
                </a:moveTo>
                <a:cubicBezTo>
                  <a:pt x="1085772" y="10824"/>
                  <a:pt x="1081573" y="11578"/>
                  <a:pt x="1079207" y="13087"/>
                </a:cubicBezTo>
                <a:cubicBezTo>
                  <a:pt x="1076841" y="14595"/>
                  <a:pt x="1075658" y="16798"/>
                  <a:pt x="1075658" y="19696"/>
                </a:cubicBezTo>
                <a:lnTo>
                  <a:pt x="1075658" y="56250"/>
                </a:lnTo>
                <a:lnTo>
                  <a:pt x="1085417" y="56250"/>
                </a:lnTo>
                <a:cubicBezTo>
                  <a:pt x="1088907" y="56250"/>
                  <a:pt x="1091628" y="56191"/>
                  <a:pt x="1093580" y="56072"/>
                </a:cubicBezTo>
                <a:cubicBezTo>
                  <a:pt x="1095532" y="55954"/>
                  <a:pt x="1097661" y="55658"/>
                  <a:pt x="1099968" y="55185"/>
                </a:cubicBezTo>
                <a:cubicBezTo>
                  <a:pt x="1102275" y="54712"/>
                  <a:pt x="1104005" y="53987"/>
                  <a:pt x="1105158" y="53011"/>
                </a:cubicBezTo>
                <a:cubicBezTo>
                  <a:pt x="1106311" y="52035"/>
                  <a:pt x="1107435" y="50660"/>
                  <a:pt x="1108530" y="48886"/>
                </a:cubicBezTo>
                <a:cubicBezTo>
                  <a:pt x="1109624" y="47111"/>
                  <a:pt x="1110378" y="44893"/>
                  <a:pt x="1110792" y="42232"/>
                </a:cubicBezTo>
                <a:cubicBezTo>
                  <a:pt x="1111206" y="39570"/>
                  <a:pt x="1111413" y="36376"/>
                  <a:pt x="1111413" y="32650"/>
                </a:cubicBezTo>
                <a:cubicBezTo>
                  <a:pt x="1111413" y="27445"/>
                  <a:pt x="1110955" y="23290"/>
                  <a:pt x="1110038" y="20184"/>
                </a:cubicBezTo>
                <a:cubicBezTo>
                  <a:pt x="1109121" y="17079"/>
                  <a:pt x="1107613" y="14891"/>
                  <a:pt x="1105513" y="13619"/>
                </a:cubicBezTo>
                <a:cubicBezTo>
                  <a:pt x="1103413" y="12347"/>
                  <a:pt x="1101476" y="11563"/>
                  <a:pt x="1099702" y="11268"/>
                </a:cubicBezTo>
                <a:cubicBezTo>
                  <a:pt x="1097927" y="10972"/>
                  <a:pt x="1095295" y="10824"/>
                  <a:pt x="1091805" y="10824"/>
                </a:cubicBezTo>
                <a:moveTo>
                  <a:pt x="1075658" y="66542"/>
                </a:moveTo>
                <a:lnTo>
                  <a:pt x="1075658" y="83931"/>
                </a:lnTo>
                <a:cubicBezTo>
                  <a:pt x="1075658" y="99546"/>
                  <a:pt x="1076250" y="111671"/>
                  <a:pt x="1077432" y="120307"/>
                </a:cubicBezTo>
                <a:lnTo>
                  <a:pt x="1077078" y="120839"/>
                </a:lnTo>
                <a:cubicBezTo>
                  <a:pt x="1071518" y="120485"/>
                  <a:pt x="1066668" y="120307"/>
                  <a:pt x="1062527" y="120307"/>
                </a:cubicBezTo>
                <a:lnTo>
                  <a:pt x="1047799" y="120839"/>
                </a:lnTo>
                <a:lnTo>
                  <a:pt x="1047622" y="120307"/>
                </a:lnTo>
                <a:cubicBezTo>
                  <a:pt x="1049101" y="110481"/>
                  <a:pt x="1049840" y="98347"/>
                  <a:pt x="1049840" y="83903"/>
                </a:cubicBezTo>
                <a:lnTo>
                  <a:pt x="1049840" y="39420"/>
                </a:lnTo>
                <a:cubicBezTo>
                  <a:pt x="1049840" y="25450"/>
                  <a:pt x="1049101" y="13316"/>
                  <a:pt x="1047622" y="3017"/>
                </a:cubicBezTo>
                <a:lnTo>
                  <a:pt x="1047977" y="2484"/>
                </a:lnTo>
                <a:cubicBezTo>
                  <a:pt x="1054010" y="2839"/>
                  <a:pt x="1059097" y="3017"/>
                  <a:pt x="1063237" y="3017"/>
                </a:cubicBezTo>
                <a:cubicBezTo>
                  <a:pt x="1065189" y="3017"/>
                  <a:pt x="1070645" y="2810"/>
                  <a:pt x="1079606" y="2395"/>
                </a:cubicBezTo>
                <a:cubicBezTo>
                  <a:pt x="1088567" y="1981"/>
                  <a:pt x="1093787" y="1774"/>
                  <a:pt x="1095266" y="1774"/>
                </a:cubicBezTo>
                <a:cubicBezTo>
                  <a:pt x="1110644" y="1774"/>
                  <a:pt x="1121498" y="3815"/>
                  <a:pt x="1127827" y="7896"/>
                </a:cubicBezTo>
                <a:cubicBezTo>
                  <a:pt x="1135693" y="12983"/>
                  <a:pt x="1139627" y="21175"/>
                  <a:pt x="1139627" y="32472"/>
                </a:cubicBezTo>
                <a:cubicBezTo>
                  <a:pt x="1139627" y="48176"/>
                  <a:pt x="1130370" y="58399"/>
                  <a:pt x="1111857" y="63140"/>
                </a:cubicBezTo>
                <a:cubicBezTo>
                  <a:pt x="1115051" y="67400"/>
                  <a:pt x="1121601" y="77032"/>
                  <a:pt x="1131509" y="92035"/>
                </a:cubicBezTo>
                <a:cubicBezTo>
                  <a:pt x="1141416" y="107039"/>
                  <a:pt x="1148055" y="116462"/>
                  <a:pt x="1151427" y="120307"/>
                </a:cubicBezTo>
                <a:lnTo>
                  <a:pt x="1151072" y="120839"/>
                </a:lnTo>
                <a:cubicBezTo>
                  <a:pt x="1148647" y="120485"/>
                  <a:pt x="1142998" y="120307"/>
                  <a:pt x="1134126" y="120307"/>
                </a:cubicBezTo>
                <a:cubicBezTo>
                  <a:pt x="1126969" y="120307"/>
                  <a:pt x="1122237" y="120485"/>
                  <a:pt x="1119930" y="120839"/>
                </a:cubicBezTo>
                <a:cubicBezTo>
                  <a:pt x="1117860" y="114570"/>
                  <a:pt x="1111502" y="103746"/>
                  <a:pt x="1100855" y="88367"/>
                </a:cubicBezTo>
                <a:cubicBezTo>
                  <a:pt x="1099968" y="87066"/>
                  <a:pt x="1097765" y="83680"/>
                  <a:pt x="1094245" y="78208"/>
                </a:cubicBezTo>
                <a:cubicBezTo>
                  <a:pt x="1090726" y="72737"/>
                  <a:pt x="1087961" y="68789"/>
                  <a:pt x="1085950" y="66364"/>
                </a:cubicBezTo>
                <a:cubicBezTo>
                  <a:pt x="1084826" y="66423"/>
                  <a:pt x="1083628" y="66468"/>
                  <a:pt x="1082357" y="66497"/>
                </a:cubicBezTo>
                <a:cubicBezTo>
                  <a:pt x="1081085" y="66527"/>
                  <a:pt x="1079961" y="66542"/>
                  <a:pt x="1078985" y="66542"/>
                </a:cubicBezTo>
                <a:cubicBezTo>
                  <a:pt x="1078009" y="66542"/>
                  <a:pt x="1076900" y="66542"/>
                  <a:pt x="1075658" y="66542"/>
                </a:cubicBezTo>
                <a:close/>
                <a:moveTo>
                  <a:pt x="1183719" y="0"/>
                </a:moveTo>
                <a:lnTo>
                  <a:pt x="1198447" y="0"/>
                </a:lnTo>
                <a:cubicBezTo>
                  <a:pt x="1218912" y="42291"/>
                  <a:pt x="1233433" y="71451"/>
                  <a:pt x="1242010" y="87480"/>
                </a:cubicBezTo>
                <a:lnTo>
                  <a:pt x="1289121" y="0"/>
                </a:lnTo>
                <a:lnTo>
                  <a:pt x="1303494" y="0"/>
                </a:lnTo>
                <a:cubicBezTo>
                  <a:pt x="1304559" y="9109"/>
                  <a:pt x="1306037" y="22328"/>
                  <a:pt x="1307930" y="39659"/>
                </a:cubicBezTo>
                <a:cubicBezTo>
                  <a:pt x="1309823" y="56989"/>
                  <a:pt x="1311494" y="71909"/>
                  <a:pt x="1312943" y="84419"/>
                </a:cubicBezTo>
                <a:cubicBezTo>
                  <a:pt x="1314392" y="96929"/>
                  <a:pt x="1315974" y="109069"/>
                  <a:pt x="1317690" y="120839"/>
                </a:cubicBezTo>
                <a:cubicBezTo>
                  <a:pt x="1315856" y="120485"/>
                  <a:pt x="1310947" y="120307"/>
                  <a:pt x="1302962" y="120307"/>
                </a:cubicBezTo>
                <a:cubicBezTo>
                  <a:pt x="1297638" y="120307"/>
                  <a:pt x="1294060" y="120485"/>
                  <a:pt x="1292226" y="120839"/>
                </a:cubicBezTo>
                <a:cubicBezTo>
                  <a:pt x="1289032" y="82334"/>
                  <a:pt x="1286282" y="53529"/>
                  <a:pt x="1283975" y="34424"/>
                </a:cubicBezTo>
                <a:cubicBezTo>
                  <a:pt x="1283147" y="35962"/>
                  <a:pt x="1281033" y="39851"/>
                  <a:pt x="1277632" y="46091"/>
                </a:cubicBezTo>
                <a:cubicBezTo>
                  <a:pt x="1274231" y="52331"/>
                  <a:pt x="1271939" y="56546"/>
                  <a:pt x="1270756" y="58734"/>
                </a:cubicBezTo>
                <a:cubicBezTo>
                  <a:pt x="1269573" y="60922"/>
                  <a:pt x="1267532" y="64723"/>
                  <a:pt x="1264634" y="70135"/>
                </a:cubicBezTo>
                <a:cubicBezTo>
                  <a:pt x="1261736" y="75547"/>
                  <a:pt x="1259503" y="79820"/>
                  <a:pt x="1257935" y="82955"/>
                </a:cubicBezTo>
                <a:cubicBezTo>
                  <a:pt x="1256368" y="86090"/>
                  <a:pt x="1254416" y="89979"/>
                  <a:pt x="1252080" y="94622"/>
                </a:cubicBezTo>
                <a:cubicBezTo>
                  <a:pt x="1249743" y="99265"/>
                  <a:pt x="1247614" y="103657"/>
                  <a:pt x="1245692" y="107797"/>
                </a:cubicBezTo>
                <a:cubicBezTo>
                  <a:pt x="1243769" y="111938"/>
                  <a:pt x="1241891" y="116108"/>
                  <a:pt x="1240058" y="120307"/>
                </a:cubicBezTo>
                <a:lnTo>
                  <a:pt x="1230121" y="120307"/>
                </a:lnTo>
                <a:cubicBezTo>
                  <a:pt x="1225507" y="110489"/>
                  <a:pt x="1212140" y="83931"/>
                  <a:pt x="1190019" y="40635"/>
                </a:cubicBezTo>
                <a:cubicBezTo>
                  <a:pt x="1189486" y="44834"/>
                  <a:pt x="1188303" y="53825"/>
                  <a:pt x="1186470" y="67606"/>
                </a:cubicBezTo>
                <a:cubicBezTo>
                  <a:pt x="1184636" y="81388"/>
                  <a:pt x="1183276" y="92389"/>
                  <a:pt x="1182389" y="100611"/>
                </a:cubicBezTo>
                <a:cubicBezTo>
                  <a:pt x="1181501" y="108832"/>
                  <a:pt x="1181058" y="115575"/>
                  <a:pt x="1181058" y="120839"/>
                </a:cubicBezTo>
                <a:cubicBezTo>
                  <a:pt x="1179697" y="120485"/>
                  <a:pt x="1176770" y="120307"/>
                  <a:pt x="1172274" y="120307"/>
                </a:cubicBezTo>
                <a:cubicBezTo>
                  <a:pt x="1167661" y="120307"/>
                  <a:pt x="1164703" y="120485"/>
                  <a:pt x="1163402" y="120839"/>
                </a:cubicBezTo>
                <a:cubicBezTo>
                  <a:pt x="1170382" y="82571"/>
                  <a:pt x="1177154" y="42291"/>
                  <a:pt x="1183719" y="0"/>
                </a:cubicBezTo>
                <a:close/>
                <a:moveTo>
                  <a:pt x="1399907" y="70268"/>
                </a:moveTo>
                <a:cubicBezTo>
                  <a:pt x="1394111" y="55196"/>
                  <a:pt x="1388758" y="41928"/>
                  <a:pt x="1383849" y="30462"/>
                </a:cubicBezTo>
                <a:lnTo>
                  <a:pt x="1382695" y="30520"/>
                </a:lnTo>
                <a:lnTo>
                  <a:pt x="1365749" y="70090"/>
                </a:lnTo>
                <a:cubicBezTo>
                  <a:pt x="1370895" y="70327"/>
                  <a:pt x="1377224" y="70445"/>
                  <a:pt x="1384736" y="70445"/>
                </a:cubicBezTo>
                <a:cubicBezTo>
                  <a:pt x="1388521" y="70445"/>
                  <a:pt x="1393578" y="70386"/>
                  <a:pt x="1399907" y="70268"/>
                </a:cubicBezTo>
                <a:moveTo>
                  <a:pt x="1361491" y="79406"/>
                </a:moveTo>
                <a:cubicBezTo>
                  <a:pt x="1354393" y="97376"/>
                  <a:pt x="1349602" y="111187"/>
                  <a:pt x="1347118" y="120839"/>
                </a:cubicBezTo>
                <a:cubicBezTo>
                  <a:pt x="1345639" y="120485"/>
                  <a:pt x="1342918" y="120307"/>
                  <a:pt x="1338955" y="120307"/>
                </a:cubicBezTo>
                <a:cubicBezTo>
                  <a:pt x="1333632" y="120307"/>
                  <a:pt x="1330231" y="120485"/>
                  <a:pt x="1328752" y="120839"/>
                </a:cubicBezTo>
                <a:cubicBezTo>
                  <a:pt x="1349336" y="75584"/>
                  <a:pt x="1367198" y="35481"/>
                  <a:pt x="1382340" y="532"/>
                </a:cubicBezTo>
                <a:lnTo>
                  <a:pt x="1398665" y="532"/>
                </a:lnTo>
                <a:cubicBezTo>
                  <a:pt x="1423389" y="63617"/>
                  <a:pt x="1440010" y="103720"/>
                  <a:pt x="1448527" y="120839"/>
                </a:cubicBezTo>
                <a:cubicBezTo>
                  <a:pt x="1446457" y="120485"/>
                  <a:pt x="1440926" y="120307"/>
                  <a:pt x="1431936" y="120307"/>
                </a:cubicBezTo>
                <a:cubicBezTo>
                  <a:pt x="1424188" y="120307"/>
                  <a:pt x="1419278" y="120485"/>
                  <a:pt x="1417208" y="120839"/>
                </a:cubicBezTo>
                <a:cubicBezTo>
                  <a:pt x="1414310" y="110095"/>
                  <a:pt x="1409815" y="96254"/>
                  <a:pt x="1403722" y="79317"/>
                </a:cubicBezTo>
                <a:cubicBezTo>
                  <a:pt x="1396388" y="79140"/>
                  <a:pt x="1390355" y="79051"/>
                  <a:pt x="1385623" y="79051"/>
                </a:cubicBezTo>
                <a:cubicBezTo>
                  <a:pt x="1382547" y="79051"/>
                  <a:pt x="1378673" y="79096"/>
                  <a:pt x="1374000" y="79184"/>
                </a:cubicBezTo>
                <a:cubicBezTo>
                  <a:pt x="1369328" y="79273"/>
                  <a:pt x="1365158" y="79347"/>
                  <a:pt x="1361491" y="79406"/>
                </a:cubicBezTo>
                <a:close/>
                <a:moveTo>
                  <a:pt x="1493554" y="41009"/>
                </a:moveTo>
                <a:cubicBezTo>
                  <a:pt x="1493554" y="28401"/>
                  <a:pt x="1493081" y="20469"/>
                  <a:pt x="1492134" y="17212"/>
                </a:cubicBezTo>
                <a:cubicBezTo>
                  <a:pt x="1484859" y="17212"/>
                  <a:pt x="1478131" y="17537"/>
                  <a:pt x="1471950" y="18188"/>
                </a:cubicBezTo>
                <a:cubicBezTo>
                  <a:pt x="1465769" y="18839"/>
                  <a:pt x="1461407" y="19520"/>
                  <a:pt x="1458864" y="20231"/>
                </a:cubicBezTo>
                <a:lnTo>
                  <a:pt x="1455049" y="21207"/>
                </a:lnTo>
                <a:lnTo>
                  <a:pt x="1454694" y="20498"/>
                </a:lnTo>
                <a:cubicBezTo>
                  <a:pt x="1455167" y="16475"/>
                  <a:pt x="1455167" y="10648"/>
                  <a:pt x="1454694" y="3017"/>
                </a:cubicBezTo>
                <a:lnTo>
                  <a:pt x="1455049" y="2484"/>
                </a:lnTo>
                <a:cubicBezTo>
                  <a:pt x="1457947" y="2839"/>
                  <a:pt x="1461584" y="3017"/>
                  <a:pt x="1465961" y="3017"/>
                </a:cubicBezTo>
                <a:lnTo>
                  <a:pt x="1547319" y="3017"/>
                </a:lnTo>
                <a:cubicBezTo>
                  <a:pt x="1551696" y="3017"/>
                  <a:pt x="1555334" y="2839"/>
                  <a:pt x="1558232" y="2484"/>
                </a:cubicBezTo>
                <a:lnTo>
                  <a:pt x="1558587" y="3017"/>
                </a:lnTo>
                <a:cubicBezTo>
                  <a:pt x="1558114" y="10648"/>
                  <a:pt x="1558114" y="16475"/>
                  <a:pt x="1558587" y="20498"/>
                </a:cubicBezTo>
                <a:lnTo>
                  <a:pt x="1558232" y="21207"/>
                </a:lnTo>
                <a:cubicBezTo>
                  <a:pt x="1549774" y="18544"/>
                  <a:pt x="1537412" y="17212"/>
                  <a:pt x="1521146" y="17212"/>
                </a:cubicBezTo>
                <a:cubicBezTo>
                  <a:pt x="1520200" y="20469"/>
                  <a:pt x="1519727" y="28401"/>
                  <a:pt x="1519727" y="41009"/>
                </a:cubicBezTo>
                <a:lnTo>
                  <a:pt x="1519727" y="83901"/>
                </a:lnTo>
                <a:cubicBezTo>
                  <a:pt x="1519727" y="99529"/>
                  <a:pt x="1520318" y="111664"/>
                  <a:pt x="1521501" y="120307"/>
                </a:cubicBezTo>
                <a:lnTo>
                  <a:pt x="1521146" y="120839"/>
                </a:lnTo>
                <a:cubicBezTo>
                  <a:pt x="1515587" y="120485"/>
                  <a:pt x="1510736" y="120307"/>
                  <a:pt x="1506596" y="120307"/>
                </a:cubicBezTo>
                <a:lnTo>
                  <a:pt x="1491957" y="120839"/>
                </a:lnTo>
                <a:lnTo>
                  <a:pt x="1491780" y="120307"/>
                </a:lnTo>
                <a:cubicBezTo>
                  <a:pt x="1492962" y="112078"/>
                  <a:pt x="1493554" y="99943"/>
                  <a:pt x="1493554" y="83901"/>
                </a:cubicBezTo>
                <a:lnTo>
                  <a:pt x="1493554" y="41009"/>
                </a:lnTo>
                <a:close/>
                <a:moveTo>
                  <a:pt x="1580581" y="39420"/>
                </a:moveTo>
                <a:cubicBezTo>
                  <a:pt x="1580581" y="25450"/>
                  <a:pt x="1579871" y="13316"/>
                  <a:pt x="1578452" y="3017"/>
                </a:cubicBezTo>
                <a:lnTo>
                  <a:pt x="1578807" y="2484"/>
                </a:lnTo>
                <a:cubicBezTo>
                  <a:pt x="1584603" y="2839"/>
                  <a:pt x="1589572" y="3017"/>
                  <a:pt x="1593712" y="3017"/>
                </a:cubicBezTo>
                <a:lnTo>
                  <a:pt x="1608795" y="2484"/>
                </a:lnTo>
                <a:lnTo>
                  <a:pt x="1608972" y="3017"/>
                </a:lnTo>
                <a:cubicBezTo>
                  <a:pt x="1607493" y="12606"/>
                  <a:pt x="1606754" y="24741"/>
                  <a:pt x="1606754" y="39420"/>
                </a:cubicBezTo>
                <a:lnTo>
                  <a:pt x="1606754" y="83903"/>
                </a:lnTo>
                <a:cubicBezTo>
                  <a:pt x="1606754" y="97696"/>
                  <a:pt x="1607493" y="109830"/>
                  <a:pt x="1608972" y="120307"/>
                </a:cubicBezTo>
                <a:lnTo>
                  <a:pt x="1608529" y="120839"/>
                </a:lnTo>
                <a:cubicBezTo>
                  <a:pt x="1602732" y="120485"/>
                  <a:pt x="1597793" y="120307"/>
                  <a:pt x="1593712" y="120307"/>
                </a:cubicBezTo>
                <a:lnTo>
                  <a:pt x="1578629" y="120839"/>
                </a:lnTo>
                <a:lnTo>
                  <a:pt x="1578452" y="120307"/>
                </a:lnTo>
                <a:cubicBezTo>
                  <a:pt x="1579930" y="110481"/>
                  <a:pt x="1580640" y="98347"/>
                  <a:pt x="1580581" y="83903"/>
                </a:cubicBezTo>
                <a:lnTo>
                  <a:pt x="1580581" y="39420"/>
                </a:lnTo>
                <a:close/>
                <a:moveTo>
                  <a:pt x="1694842" y="9582"/>
                </a:moveTo>
                <a:cubicBezTo>
                  <a:pt x="1674140" y="9582"/>
                  <a:pt x="1663789" y="26629"/>
                  <a:pt x="1663789" y="60722"/>
                </a:cubicBezTo>
                <a:cubicBezTo>
                  <a:pt x="1663789" y="77799"/>
                  <a:pt x="1667160" y="90787"/>
                  <a:pt x="1673903" y="99685"/>
                </a:cubicBezTo>
                <a:cubicBezTo>
                  <a:pt x="1680646" y="108583"/>
                  <a:pt x="1689696" y="113032"/>
                  <a:pt x="1701052" y="113032"/>
                </a:cubicBezTo>
                <a:cubicBezTo>
                  <a:pt x="1721399" y="113032"/>
                  <a:pt x="1731573" y="96644"/>
                  <a:pt x="1731573" y="63869"/>
                </a:cubicBezTo>
                <a:cubicBezTo>
                  <a:pt x="1731573" y="44755"/>
                  <a:pt x="1728659" y="30929"/>
                  <a:pt x="1722833" y="22391"/>
                </a:cubicBezTo>
                <a:cubicBezTo>
                  <a:pt x="1717007" y="13852"/>
                  <a:pt x="1707677" y="9582"/>
                  <a:pt x="1694842" y="9582"/>
                </a:cubicBezTo>
                <a:moveTo>
                  <a:pt x="1760851" y="60364"/>
                </a:moveTo>
                <a:cubicBezTo>
                  <a:pt x="1760851" y="78684"/>
                  <a:pt x="1755099" y="93550"/>
                  <a:pt x="1743594" y="104964"/>
                </a:cubicBezTo>
                <a:cubicBezTo>
                  <a:pt x="1732090" y="116376"/>
                  <a:pt x="1716697" y="122082"/>
                  <a:pt x="1697415" y="122082"/>
                </a:cubicBezTo>
                <a:cubicBezTo>
                  <a:pt x="1679374" y="122082"/>
                  <a:pt x="1664380" y="116631"/>
                  <a:pt x="1652432" y="105729"/>
                </a:cubicBezTo>
                <a:cubicBezTo>
                  <a:pt x="1640485" y="94827"/>
                  <a:pt x="1634511" y="80874"/>
                  <a:pt x="1634511" y="63869"/>
                </a:cubicBezTo>
                <a:cubicBezTo>
                  <a:pt x="1634511" y="45806"/>
                  <a:pt x="1640396" y="30735"/>
                  <a:pt x="1652166" y="18654"/>
                </a:cubicBezTo>
                <a:cubicBezTo>
                  <a:pt x="1663937" y="6573"/>
                  <a:pt x="1678960" y="532"/>
                  <a:pt x="1697237" y="532"/>
                </a:cubicBezTo>
                <a:cubicBezTo>
                  <a:pt x="1716519" y="532"/>
                  <a:pt x="1731942" y="5992"/>
                  <a:pt x="1743506" y="16913"/>
                </a:cubicBezTo>
                <a:cubicBezTo>
                  <a:pt x="1755069" y="27831"/>
                  <a:pt x="1760851" y="42315"/>
                  <a:pt x="1760851" y="60364"/>
                </a:cubicBezTo>
                <a:close/>
                <a:moveTo>
                  <a:pt x="1788652" y="39420"/>
                </a:moveTo>
                <a:cubicBezTo>
                  <a:pt x="1789007" y="26339"/>
                  <a:pt x="1788386" y="14205"/>
                  <a:pt x="1786789" y="3017"/>
                </a:cubicBezTo>
                <a:lnTo>
                  <a:pt x="1787144" y="2484"/>
                </a:lnTo>
                <a:cubicBezTo>
                  <a:pt x="1790870" y="2839"/>
                  <a:pt x="1794833" y="3017"/>
                  <a:pt x="1799032" y="3017"/>
                </a:cubicBezTo>
                <a:lnTo>
                  <a:pt x="1807017" y="2662"/>
                </a:lnTo>
                <a:lnTo>
                  <a:pt x="1872938" y="82731"/>
                </a:lnTo>
                <a:cubicBezTo>
                  <a:pt x="1873884" y="84159"/>
                  <a:pt x="1874638" y="85142"/>
                  <a:pt x="1875200" y="85678"/>
                </a:cubicBezTo>
                <a:cubicBezTo>
                  <a:pt x="1875762" y="86212"/>
                  <a:pt x="1876191" y="86242"/>
                  <a:pt x="1876487" y="85769"/>
                </a:cubicBezTo>
                <a:cubicBezTo>
                  <a:pt x="1876783" y="85296"/>
                  <a:pt x="1876930" y="84201"/>
                  <a:pt x="1876930" y="82484"/>
                </a:cubicBezTo>
                <a:lnTo>
                  <a:pt x="1875688" y="39420"/>
                </a:lnTo>
                <a:cubicBezTo>
                  <a:pt x="1875215" y="23321"/>
                  <a:pt x="1874417" y="11186"/>
                  <a:pt x="1873293" y="3017"/>
                </a:cubicBezTo>
                <a:lnTo>
                  <a:pt x="1873648" y="2484"/>
                </a:lnTo>
                <a:cubicBezTo>
                  <a:pt x="1876901" y="2839"/>
                  <a:pt x="1880006" y="3017"/>
                  <a:pt x="1882964" y="3017"/>
                </a:cubicBezTo>
                <a:lnTo>
                  <a:pt x="1891836" y="2484"/>
                </a:lnTo>
                <a:lnTo>
                  <a:pt x="1892191" y="3017"/>
                </a:lnTo>
                <a:cubicBezTo>
                  <a:pt x="1891008" y="11007"/>
                  <a:pt x="1890416" y="23142"/>
                  <a:pt x="1890416" y="39420"/>
                </a:cubicBezTo>
                <a:lnTo>
                  <a:pt x="1890416" y="120839"/>
                </a:lnTo>
                <a:cubicBezTo>
                  <a:pt x="1886394" y="120485"/>
                  <a:pt x="1883466" y="120307"/>
                  <a:pt x="1881633" y="120307"/>
                </a:cubicBezTo>
                <a:cubicBezTo>
                  <a:pt x="1880272" y="120307"/>
                  <a:pt x="1878690" y="120366"/>
                  <a:pt x="1876886" y="120485"/>
                </a:cubicBezTo>
                <a:cubicBezTo>
                  <a:pt x="1875082" y="120603"/>
                  <a:pt x="1873293" y="120662"/>
                  <a:pt x="1871518" y="120662"/>
                </a:cubicBezTo>
                <a:lnTo>
                  <a:pt x="1802226" y="37646"/>
                </a:lnTo>
                <a:lnTo>
                  <a:pt x="1801605" y="36046"/>
                </a:lnTo>
                <a:cubicBezTo>
                  <a:pt x="1801605" y="36401"/>
                  <a:pt x="1801605" y="36785"/>
                  <a:pt x="1801605" y="37199"/>
                </a:cubicBezTo>
                <a:cubicBezTo>
                  <a:pt x="1801605" y="37614"/>
                  <a:pt x="1801605" y="38102"/>
                  <a:pt x="1801605" y="38666"/>
                </a:cubicBezTo>
                <a:cubicBezTo>
                  <a:pt x="1801605" y="39228"/>
                  <a:pt x="1801576" y="39834"/>
                  <a:pt x="1801517" y="40485"/>
                </a:cubicBezTo>
                <a:lnTo>
                  <a:pt x="1800452" y="83903"/>
                </a:lnTo>
                <a:cubicBezTo>
                  <a:pt x="1800097" y="100005"/>
                  <a:pt x="1800452" y="112139"/>
                  <a:pt x="1801517" y="120307"/>
                </a:cubicBezTo>
                <a:lnTo>
                  <a:pt x="1801162" y="120839"/>
                </a:lnTo>
                <a:cubicBezTo>
                  <a:pt x="1798145" y="120485"/>
                  <a:pt x="1795188" y="120307"/>
                  <a:pt x="1792290" y="120307"/>
                </a:cubicBezTo>
                <a:lnTo>
                  <a:pt x="1785014" y="120839"/>
                </a:lnTo>
                <a:lnTo>
                  <a:pt x="1784837" y="120307"/>
                </a:lnTo>
                <a:cubicBezTo>
                  <a:pt x="1786197" y="111723"/>
                  <a:pt x="1787173" y="99589"/>
                  <a:pt x="1787765" y="83903"/>
                </a:cubicBezTo>
                <a:lnTo>
                  <a:pt x="1788652" y="394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47A43-9E58-4C85-B80F-1065820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5" y="1525237"/>
            <a:ext cx="1246556" cy="51761"/>
          </a:xfrm>
          <a:custGeom xmlns:a="http://schemas.openxmlformats.org/drawingml/2006/main">
            <a:pathLst>
              <a:path w="1246556" h="51761">
                <a:moveTo>
                  <a:pt x="0" y="51761"/>
                </a:moveTo>
                <a:lnTo>
                  <a:pt x="0" y="0"/>
                </a:lnTo>
                <a:lnTo>
                  <a:pt x="1246556" y="0"/>
                </a:lnTo>
                <a:lnTo>
                  <a:pt x="1246556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44015-C3E8-4D3D-ACE1-F2CA7E52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5" y="1602536"/>
            <a:ext cx="1246556" cy="51761"/>
          </a:xfrm>
          <a:custGeom xmlns:a="http://schemas.openxmlformats.org/drawingml/2006/main">
            <a:pathLst>
              <a:path w="1246556" h="51761">
                <a:moveTo>
                  <a:pt x="0" y="51761"/>
                </a:moveTo>
                <a:lnTo>
                  <a:pt x="0" y="0"/>
                </a:lnTo>
                <a:lnTo>
                  <a:pt x="1246556" y="0"/>
                </a:lnTo>
                <a:lnTo>
                  <a:pt x="1246556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D3109-11DC-42B9-BB08-6F9E29F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5" y="1679911"/>
            <a:ext cx="1246556" cy="51761"/>
          </a:xfrm>
          <a:custGeom xmlns:a="http://schemas.openxmlformats.org/drawingml/2006/main">
            <a:pathLst>
              <a:path w="1246556" h="51761">
                <a:moveTo>
                  <a:pt x="0" y="51761"/>
                </a:moveTo>
                <a:lnTo>
                  <a:pt x="0" y="0"/>
                </a:lnTo>
                <a:lnTo>
                  <a:pt x="1246556" y="0"/>
                </a:lnTo>
                <a:lnTo>
                  <a:pt x="1246556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CD48C-BBEB-4263-9EF0-D8EFBF44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5" y="1757211"/>
            <a:ext cx="443642" cy="51761"/>
          </a:xfrm>
          <a:custGeom xmlns:a="http://schemas.openxmlformats.org/drawingml/2006/main">
            <a:pathLst>
              <a:path w="443642" h="51761">
                <a:moveTo>
                  <a:pt x="0" y="51761"/>
                </a:moveTo>
                <a:lnTo>
                  <a:pt x="0" y="0"/>
                </a:lnTo>
                <a:lnTo>
                  <a:pt x="443642" y="0"/>
                </a:lnTo>
                <a:lnTo>
                  <a:pt x="443642" y="51761"/>
                </a:lnTo>
                <a:lnTo>
                  <a:pt x="0" y="51761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45889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2026-09-05T09:18:58.3580000Z</dcterms:created>
  <dcterms:modified xsi:type="dcterms:W3CDTF">2026-09-05T09:18:58.3590000Z</dcterms:modified>
</coreProperties>
</file>